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0C"/>
    <a:srgbClr val="2C2C2C"/>
    <a:srgbClr val="3234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396" autoAdjust="0"/>
    <p:restoredTop sz="96702" autoAdjust="0"/>
  </p:normalViewPr>
  <p:slideViewPr>
    <p:cSldViewPr snapToGrid="0">
      <p:cViewPr varScale="1">
        <p:scale>
          <a:sx n="126" d="100"/>
          <a:sy n="126" d="100"/>
        </p:scale>
        <p:origin x="7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01C79-0668-4529-8A2B-70A89631A178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6DB05-15DA-49E8-B26B-113BE82662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0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E6DB05-15DA-49E8-B26B-113BE826628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074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F052-969E-0B4D-1B7C-D7C0DDE79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793BF-4D29-FC96-8215-02A93CF2B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0CBAD-B069-A6E0-9988-110DB2E01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F3F30-20ED-8DEC-D12B-50063975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FC6D7-89EC-FA60-15C5-4550A58D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7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8113-DA34-FC77-B21F-003A501D8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7827D-0630-3819-E4D8-AEC789D7E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04114-CEDF-FB69-08BB-97260EE7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1A96C-F873-FFF3-1E72-28C192578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28679-73BB-8229-3F75-4C408EE5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2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FB18-F8C0-CE8E-77C3-2934B305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05F7A-8303-B895-CF7D-B77D3D30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FAE3E-AE91-8611-4016-B2B971DF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56F86-2060-C40E-B85A-3C7E6C08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77345-B5A4-36E7-6648-63FB1E1D2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74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0B9E2-1272-3069-4400-F99444A0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CDDEF-C577-98EF-432B-8A75453CA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5A07C-3D33-92BE-706B-B0ED4741E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3DA29-C366-857F-8B6F-321B4BF8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CE6F3-4A26-1E1A-4358-5BECF3A7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57440-5A1B-88D7-C9DF-C3B428BD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3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7FC5-B601-5524-ECCE-A98D98CC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F3F0B-BAA1-BB29-CFF3-60FE613E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52C49-7C44-0771-98AC-AC27E837A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19C6A-CB8C-9B71-33B9-15EC08D84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CE535-127B-80F3-877C-E5F3489455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16FFA-730F-B4A1-DBC9-C451D029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E1F01-2FE7-805C-C323-44BAFC86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DF280-9F64-2200-A72F-44D666B3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EA23-BC20-0505-55D9-E107F8B3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910B9-EAEE-6546-C77F-870FEE714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5A0AF-41BE-12E0-4102-C2CA756B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524CF-12EC-5F2A-96D9-A07BC3F0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9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817B0-367F-2E7F-14DE-1EFC20BD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F3C26-243A-B152-4F55-0DA5B451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504FF-FFEB-B96A-EFF4-F8BA2D68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34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751B-04B6-074D-D188-F83B9CE9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7BC17-216B-FCD9-3A72-93904AB92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63EBB-B0BB-28A2-41DC-B8FFAE0C9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0207B-5599-19A4-3BB9-250535E38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48A87-D10C-2663-E990-C9C2D6FF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146C0-AB1D-B388-5CB6-52E9DA7B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2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4EB3-363B-F3AE-774C-7CA7F4B2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1B91B-EFBB-D59B-1164-D2B285CEB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BF4D7-1FF4-DD83-40D2-3BB734177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61092-A2DA-9F23-AFB4-4BBFED76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44791-843D-6975-9AD1-2BE0B93D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71703-9CA4-B0E2-5540-6392425F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5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01E5-9654-FAE2-7FCE-B6099457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AD963-FA51-D570-B88C-FF8F453D9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1932B-9C35-5124-B242-0EBD45B1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7B662-9ECB-E985-FA44-8A01355D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0CF9-9B7A-DE12-B766-77ED55B7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40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FE495-4BA0-1FA1-73BC-EF6BE999C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F046-B086-8F30-1182-16469DBA8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02FC7-1C87-B610-BF89-2C23B400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05CB4-A79C-7C0F-3320-543952EBD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5D412-3B50-392D-98F3-23AAE5F0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C6BDE-FE8C-DB6A-1394-E0DF8B79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CBF70-8E5A-F3F3-9A4F-792F1683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D2ACE-773C-7D4A-C912-A3A4EA553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6B1AA-E15F-4891-B8B5-522D934FBDC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C18F8-0581-6620-70C6-C6814C579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B1F4A-6103-CAF8-D384-F8C6D5357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2CAFF-85F3-4F5A-9E3C-1B6D4EF12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26" Type="http://schemas.openxmlformats.org/officeDocument/2006/relationships/tags" Target="../tags/tag54.xml"/><Relationship Id="rId3" Type="http://schemas.openxmlformats.org/officeDocument/2006/relationships/tags" Target="../tags/tag31.xml"/><Relationship Id="rId21" Type="http://schemas.openxmlformats.org/officeDocument/2006/relationships/tags" Target="../tags/tag49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tags" Target="../tags/tag53.xml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20" Type="http://schemas.openxmlformats.org/officeDocument/2006/relationships/tags" Target="../tags/tag48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24" Type="http://schemas.openxmlformats.org/officeDocument/2006/relationships/tags" Target="../tags/tag52.xml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tags" Target="../tags/tag56.xml"/><Relationship Id="rId10" Type="http://schemas.openxmlformats.org/officeDocument/2006/relationships/tags" Target="../tags/tag38.xml"/><Relationship Id="rId19" Type="http://schemas.openxmlformats.org/officeDocument/2006/relationships/tags" Target="../tags/tag47.xml"/><Relationship Id="rId31" Type="http://schemas.openxmlformats.org/officeDocument/2006/relationships/image" Target="../media/image3.jpe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tags" Target="../tags/tag55.xml"/><Relationship Id="rId30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tags" Target="../tags/tag82.xml"/><Relationship Id="rId3" Type="http://schemas.openxmlformats.org/officeDocument/2006/relationships/tags" Target="../tags/tag59.xml"/><Relationship Id="rId21" Type="http://schemas.openxmlformats.org/officeDocument/2006/relationships/tags" Target="../tags/tag7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tags" Target="../tags/tag81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tags" Target="../tags/tag80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tags" Target="../tags/tag79.xml"/><Relationship Id="rId28" Type="http://schemas.openxmlformats.org/officeDocument/2006/relationships/tags" Target="../tags/tag84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tags" Target="../tags/tag83.xml"/><Relationship Id="rId30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tags" Target="../tags/tag102.xml"/><Relationship Id="rId26" Type="http://schemas.openxmlformats.org/officeDocument/2006/relationships/tags" Target="../tags/tag110.xml"/><Relationship Id="rId3" Type="http://schemas.openxmlformats.org/officeDocument/2006/relationships/tags" Target="../tags/tag87.xml"/><Relationship Id="rId21" Type="http://schemas.openxmlformats.org/officeDocument/2006/relationships/tags" Target="../tags/tag105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5" Type="http://schemas.openxmlformats.org/officeDocument/2006/relationships/tags" Target="../tags/tag109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20" Type="http://schemas.openxmlformats.org/officeDocument/2006/relationships/tags" Target="../tags/tag104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24" Type="http://schemas.openxmlformats.org/officeDocument/2006/relationships/tags" Target="../tags/tag108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23" Type="http://schemas.openxmlformats.org/officeDocument/2006/relationships/tags" Target="../tags/tag107.xml"/><Relationship Id="rId28" Type="http://schemas.openxmlformats.org/officeDocument/2006/relationships/tags" Target="../tags/tag112.xml"/><Relationship Id="rId10" Type="http://schemas.openxmlformats.org/officeDocument/2006/relationships/tags" Target="../tags/tag94.xml"/><Relationship Id="rId19" Type="http://schemas.openxmlformats.org/officeDocument/2006/relationships/tags" Target="../tags/tag103.xml"/><Relationship Id="rId31" Type="http://schemas.microsoft.com/office/2007/relationships/hdphoto" Target="../media/hdphoto1.wdp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Relationship Id="rId22" Type="http://schemas.openxmlformats.org/officeDocument/2006/relationships/tags" Target="../tags/tag106.xml"/><Relationship Id="rId27" Type="http://schemas.openxmlformats.org/officeDocument/2006/relationships/tags" Target="../tags/tag111.xml"/><Relationship Id="rId30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26" Type="http://schemas.openxmlformats.org/officeDocument/2006/relationships/tags" Target="../tags/tag138.xml"/><Relationship Id="rId3" Type="http://schemas.openxmlformats.org/officeDocument/2006/relationships/tags" Target="../tags/tag115.xml"/><Relationship Id="rId21" Type="http://schemas.openxmlformats.org/officeDocument/2006/relationships/tags" Target="../tags/tag133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tags" Target="../tags/tag137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tags" Target="../tags/tag136.xml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tags" Target="../tags/tag135.xml"/><Relationship Id="rId28" Type="http://schemas.openxmlformats.org/officeDocument/2006/relationships/tags" Target="../tags/tag140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tags" Target="../tags/tag139.xml"/><Relationship Id="rId30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13" Type="http://schemas.openxmlformats.org/officeDocument/2006/relationships/tags" Target="../tags/tag153.xml"/><Relationship Id="rId18" Type="http://schemas.openxmlformats.org/officeDocument/2006/relationships/tags" Target="../tags/tag158.xml"/><Relationship Id="rId26" Type="http://schemas.openxmlformats.org/officeDocument/2006/relationships/tags" Target="../tags/tag166.xml"/><Relationship Id="rId3" Type="http://schemas.openxmlformats.org/officeDocument/2006/relationships/tags" Target="../tags/tag143.xml"/><Relationship Id="rId21" Type="http://schemas.openxmlformats.org/officeDocument/2006/relationships/tags" Target="../tags/tag161.xml"/><Relationship Id="rId7" Type="http://schemas.openxmlformats.org/officeDocument/2006/relationships/tags" Target="../tags/tag147.xml"/><Relationship Id="rId12" Type="http://schemas.openxmlformats.org/officeDocument/2006/relationships/tags" Target="../tags/tag152.xml"/><Relationship Id="rId17" Type="http://schemas.openxmlformats.org/officeDocument/2006/relationships/tags" Target="../tags/tag157.xml"/><Relationship Id="rId25" Type="http://schemas.openxmlformats.org/officeDocument/2006/relationships/tags" Target="../tags/tag165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20" Type="http://schemas.openxmlformats.org/officeDocument/2006/relationships/tags" Target="../tags/tag160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24" Type="http://schemas.openxmlformats.org/officeDocument/2006/relationships/tags" Target="../tags/tag164.xml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23" Type="http://schemas.openxmlformats.org/officeDocument/2006/relationships/tags" Target="../tags/tag163.xml"/><Relationship Id="rId28" Type="http://schemas.openxmlformats.org/officeDocument/2006/relationships/tags" Target="../tags/tag168.xml"/><Relationship Id="rId10" Type="http://schemas.openxmlformats.org/officeDocument/2006/relationships/tags" Target="../tags/tag150.xml"/><Relationship Id="rId19" Type="http://schemas.openxmlformats.org/officeDocument/2006/relationships/tags" Target="../tags/tag159.xml"/><Relationship Id="rId31" Type="http://schemas.microsoft.com/office/2007/relationships/hdphoto" Target="../media/hdphoto2.wdp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Relationship Id="rId22" Type="http://schemas.openxmlformats.org/officeDocument/2006/relationships/tags" Target="../tags/tag162.xml"/><Relationship Id="rId27" Type="http://schemas.openxmlformats.org/officeDocument/2006/relationships/tags" Target="../tags/tag167.xml"/><Relationship Id="rId30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tags" Target="../tags/tag181.xml"/><Relationship Id="rId18" Type="http://schemas.openxmlformats.org/officeDocument/2006/relationships/tags" Target="../tags/tag186.xml"/><Relationship Id="rId26" Type="http://schemas.openxmlformats.org/officeDocument/2006/relationships/tags" Target="../tags/tag194.xml"/><Relationship Id="rId3" Type="http://schemas.openxmlformats.org/officeDocument/2006/relationships/tags" Target="../tags/tag171.xml"/><Relationship Id="rId21" Type="http://schemas.openxmlformats.org/officeDocument/2006/relationships/tags" Target="../tags/tag189.xml"/><Relationship Id="rId7" Type="http://schemas.openxmlformats.org/officeDocument/2006/relationships/tags" Target="../tags/tag175.xml"/><Relationship Id="rId12" Type="http://schemas.openxmlformats.org/officeDocument/2006/relationships/tags" Target="../tags/tag180.xml"/><Relationship Id="rId17" Type="http://schemas.openxmlformats.org/officeDocument/2006/relationships/tags" Target="../tags/tag185.xml"/><Relationship Id="rId25" Type="http://schemas.openxmlformats.org/officeDocument/2006/relationships/tags" Target="../tags/tag193.xml"/><Relationship Id="rId2" Type="http://schemas.openxmlformats.org/officeDocument/2006/relationships/tags" Target="../tags/tag170.xml"/><Relationship Id="rId16" Type="http://schemas.openxmlformats.org/officeDocument/2006/relationships/tags" Target="../tags/tag184.xml"/><Relationship Id="rId20" Type="http://schemas.openxmlformats.org/officeDocument/2006/relationships/tags" Target="../tags/tag188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24" Type="http://schemas.openxmlformats.org/officeDocument/2006/relationships/tags" Target="../tags/tag192.xml"/><Relationship Id="rId5" Type="http://schemas.openxmlformats.org/officeDocument/2006/relationships/tags" Target="../tags/tag173.xml"/><Relationship Id="rId15" Type="http://schemas.openxmlformats.org/officeDocument/2006/relationships/tags" Target="../tags/tag183.xml"/><Relationship Id="rId23" Type="http://schemas.openxmlformats.org/officeDocument/2006/relationships/tags" Target="../tags/tag191.xml"/><Relationship Id="rId28" Type="http://schemas.openxmlformats.org/officeDocument/2006/relationships/tags" Target="../tags/tag196.xml"/><Relationship Id="rId10" Type="http://schemas.openxmlformats.org/officeDocument/2006/relationships/tags" Target="../tags/tag178.xml"/><Relationship Id="rId19" Type="http://schemas.openxmlformats.org/officeDocument/2006/relationships/tags" Target="../tags/tag187.xml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tags" Target="../tags/tag182.xml"/><Relationship Id="rId22" Type="http://schemas.openxmlformats.org/officeDocument/2006/relationships/tags" Target="../tags/tag190.xml"/><Relationship Id="rId27" Type="http://schemas.openxmlformats.org/officeDocument/2006/relationships/tags" Target="../tags/tag195.xml"/><Relationship Id="rId30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222.xml"/><Relationship Id="rId21" Type="http://schemas.openxmlformats.org/officeDocument/2006/relationships/tags" Target="../tags/tag217.xml"/><Relationship Id="rId42" Type="http://schemas.openxmlformats.org/officeDocument/2006/relationships/tags" Target="../tags/tag238.xml"/><Relationship Id="rId47" Type="http://schemas.openxmlformats.org/officeDocument/2006/relationships/tags" Target="../tags/tag243.xml"/><Relationship Id="rId63" Type="http://schemas.openxmlformats.org/officeDocument/2006/relationships/tags" Target="../tags/tag259.xml"/><Relationship Id="rId68" Type="http://schemas.openxmlformats.org/officeDocument/2006/relationships/tags" Target="../tags/tag264.xml"/><Relationship Id="rId84" Type="http://schemas.openxmlformats.org/officeDocument/2006/relationships/tags" Target="../tags/tag280.xml"/><Relationship Id="rId89" Type="http://schemas.openxmlformats.org/officeDocument/2006/relationships/image" Target="../media/image9.png"/><Relationship Id="rId16" Type="http://schemas.openxmlformats.org/officeDocument/2006/relationships/tags" Target="../tags/tag212.xml"/><Relationship Id="rId11" Type="http://schemas.openxmlformats.org/officeDocument/2006/relationships/tags" Target="../tags/tag207.xml"/><Relationship Id="rId32" Type="http://schemas.openxmlformats.org/officeDocument/2006/relationships/tags" Target="../tags/tag228.xml"/><Relationship Id="rId37" Type="http://schemas.openxmlformats.org/officeDocument/2006/relationships/tags" Target="../tags/tag233.xml"/><Relationship Id="rId53" Type="http://schemas.openxmlformats.org/officeDocument/2006/relationships/tags" Target="../tags/tag249.xml"/><Relationship Id="rId58" Type="http://schemas.openxmlformats.org/officeDocument/2006/relationships/tags" Target="../tags/tag254.xml"/><Relationship Id="rId74" Type="http://schemas.openxmlformats.org/officeDocument/2006/relationships/tags" Target="../tags/tag270.xml"/><Relationship Id="rId79" Type="http://schemas.openxmlformats.org/officeDocument/2006/relationships/tags" Target="../tags/tag275.xml"/><Relationship Id="rId5" Type="http://schemas.openxmlformats.org/officeDocument/2006/relationships/tags" Target="../tags/tag201.xml"/><Relationship Id="rId90" Type="http://schemas.openxmlformats.org/officeDocument/2006/relationships/image" Target="../media/image10.png"/><Relationship Id="rId14" Type="http://schemas.openxmlformats.org/officeDocument/2006/relationships/tags" Target="../tags/tag210.xml"/><Relationship Id="rId22" Type="http://schemas.openxmlformats.org/officeDocument/2006/relationships/tags" Target="../tags/tag218.xml"/><Relationship Id="rId27" Type="http://schemas.openxmlformats.org/officeDocument/2006/relationships/tags" Target="../tags/tag223.xml"/><Relationship Id="rId30" Type="http://schemas.openxmlformats.org/officeDocument/2006/relationships/tags" Target="../tags/tag226.xml"/><Relationship Id="rId35" Type="http://schemas.openxmlformats.org/officeDocument/2006/relationships/tags" Target="../tags/tag231.xml"/><Relationship Id="rId43" Type="http://schemas.openxmlformats.org/officeDocument/2006/relationships/tags" Target="../tags/tag239.xml"/><Relationship Id="rId48" Type="http://schemas.openxmlformats.org/officeDocument/2006/relationships/tags" Target="../tags/tag244.xml"/><Relationship Id="rId56" Type="http://schemas.openxmlformats.org/officeDocument/2006/relationships/tags" Target="../tags/tag252.xml"/><Relationship Id="rId64" Type="http://schemas.openxmlformats.org/officeDocument/2006/relationships/tags" Target="../tags/tag260.xml"/><Relationship Id="rId69" Type="http://schemas.openxmlformats.org/officeDocument/2006/relationships/tags" Target="../tags/tag265.xml"/><Relationship Id="rId77" Type="http://schemas.openxmlformats.org/officeDocument/2006/relationships/tags" Target="../tags/tag273.xml"/><Relationship Id="rId8" Type="http://schemas.openxmlformats.org/officeDocument/2006/relationships/tags" Target="../tags/tag204.xml"/><Relationship Id="rId51" Type="http://schemas.openxmlformats.org/officeDocument/2006/relationships/tags" Target="../tags/tag247.xml"/><Relationship Id="rId72" Type="http://schemas.openxmlformats.org/officeDocument/2006/relationships/tags" Target="../tags/tag268.xml"/><Relationship Id="rId80" Type="http://schemas.openxmlformats.org/officeDocument/2006/relationships/tags" Target="../tags/tag276.xml"/><Relationship Id="rId85" Type="http://schemas.openxmlformats.org/officeDocument/2006/relationships/tags" Target="../tags/tag281.xml"/><Relationship Id="rId3" Type="http://schemas.openxmlformats.org/officeDocument/2006/relationships/tags" Target="../tags/tag199.xml"/><Relationship Id="rId12" Type="http://schemas.openxmlformats.org/officeDocument/2006/relationships/tags" Target="../tags/tag208.xml"/><Relationship Id="rId17" Type="http://schemas.openxmlformats.org/officeDocument/2006/relationships/tags" Target="../tags/tag213.xml"/><Relationship Id="rId25" Type="http://schemas.openxmlformats.org/officeDocument/2006/relationships/tags" Target="../tags/tag221.xml"/><Relationship Id="rId33" Type="http://schemas.openxmlformats.org/officeDocument/2006/relationships/tags" Target="../tags/tag229.xml"/><Relationship Id="rId38" Type="http://schemas.openxmlformats.org/officeDocument/2006/relationships/tags" Target="../tags/tag234.xml"/><Relationship Id="rId46" Type="http://schemas.openxmlformats.org/officeDocument/2006/relationships/tags" Target="../tags/tag242.xml"/><Relationship Id="rId59" Type="http://schemas.openxmlformats.org/officeDocument/2006/relationships/tags" Target="../tags/tag255.xml"/><Relationship Id="rId67" Type="http://schemas.openxmlformats.org/officeDocument/2006/relationships/tags" Target="../tags/tag263.xml"/><Relationship Id="rId20" Type="http://schemas.openxmlformats.org/officeDocument/2006/relationships/tags" Target="../tags/tag216.xml"/><Relationship Id="rId41" Type="http://schemas.openxmlformats.org/officeDocument/2006/relationships/tags" Target="../tags/tag237.xml"/><Relationship Id="rId54" Type="http://schemas.openxmlformats.org/officeDocument/2006/relationships/tags" Target="../tags/tag250.xml"/><Relationship Id="rId62" Type="http://schemas.openxmlformats.org/officeDocument/2006/relationships/tags" Target="../tags/tag258.xml"/><Relationship Id="rId70" Type="http://schemas.openxmlformats.org/officeDocument/2006/relationships/tags" Target="../tags/tag266.xml"/><Relationship Id="rId75" Type="http://schemas.openxmlformats.org/officeDocument/2006/relationships/tags" Target="../tags/tag271.xml"/><Relationship Id="rId83" Type="http://schemas.openxmlformats.org/officeDocument/2006/relationships/tags" Target="../tags/tag279.xml"/><Relationship Id="rId88" Type="http://schemas.openxmlformats.org/officeDocument/2006/relationships/slideLayout" Target="../slideLayouts/slideLayout2.xml"/><Relationship Id="rId91" Type="http://schemas.microsoft.com/office/2007/relationships/hdphoto" Target="../media/hdphoto3.wdp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5" Type="http://schemas.openxmlformats.org/officeDocument/2006/relationships/tags" Target="../tags/tag211.xml"/><Relationship Id="rId23" Type="http://schemas.openxmlformats.org/officeDocument/2006/relationships/tags" Target="../tags/tag219.xml"/><Relationship Id="rId28" Type="http://schemas.openxmlformats.org/officeDocument/2006/relationships/tags" Target="../tags/tag224.xml"/><Relationship Id="rId36" Type="http://schemas.openxmlformats.org/officeDocument/2006/relationships/tags" Target="../tags/tag232.xml"/><Relationship Id="rId49" Type="http://schemas.openxmlformats.org/officeDocument/2006/relationships/tags" Target="../tags/tag245.xml"/><Relationship Id="rId57" Type="http://schemas.openxmlformats.org/officeDocument/2006/relationships/tags" Target="../tags/tag253.xml"/><Relationship Id="rId10" Type="http://schemas.openxmlformats.org/officeDocument/2006/relationships/tags" Target="../tags/tag206.xml"/><Relationship Id="rId31" Type="http://schemas.openxmlformats.org/officeDocument/2006/relationships/tags" Target="../tags/tag227.xml"/><Relationship Id="rId44" Type="http://schemas.openxmlformats.org/officeDocument/2006/relationships/tags" Target="../tags/tag240.xml"/><Relationship Id="rId52" Type="http://schemas.openxmlformats.org/officeDocument/2006/relationships/tags" Target="../tags/tag248.xml"/><Relationship Id="rId60" Type="http://schemas.openxmlformats.org/officeDocument/2006/relationships/tags" Target="../tags/tag256.xml"/><Relationship Id="rId65" Type="http://schemas.openxmlformats.org/officeDocument/2006/relationships/tags" Target="../tags/tag261.xml"/><Relationship Id="rId73" Type="http://schemas.openxmlformats.org/officeDocument/2006/relationships/tags" Target="../tags/tag269.xml"/><Relationship Id="rId78" Type="http://schemas.openxmlformats.org/officeDocument/2006/relationships/tags" Target="../tags/tag274.xml"/><Relationship Id="rId81" Type="http://schemas.openxmlformats.org/officeDocument/2006/relationships/tags" Target="../tags/tag277.xml"/><Relationship Id="rId86" Type="http://schemas.openxmlformats.org/officeDocument/2006/relationships/tags" Target="../tags/tag282.xml"/><Relationship Id="rId4" Type="http://schemas.openxmlformats.org/officeDocument/2006/relationships/tags" Target="../tags/tag200.xml"/><Relationship Id="rId9" Type="http://schemas.openxmlformats.org/officeDocument/2006/relationships/tags" Target="../tags/tag205.xml"/><Relationship Id="rId13" Type="http://schemas.openxmlformats.org/officeDocument/2006/relationships/tags" Target="../tags/tag209.xml"/><Relationship Id="rId18" Type="http://schemas.openxmlformats.org/officeDocument/2006/relationships/tags" Target="../tags/tag214.xml"/><Relationship Id="rId39" Type="http://schemas.openxmlformats.org/officeDocument/2006/relationships/tags" Target="../tags/tag235.xml"/><Relationship Id="rId34" Type="http://schemas.openxmlformats.org/officeDocument/2006/relationships/tags" Target="../tags/tag230.xml"/><Relationship Id="rId50" Type="http://schemas.openxmlformats.org/officeDocument/2006/relationships/tags" Target="../tags/tag246.xml"/><Relationship Id="rId55" Type="http://schemas.openxmlformats.org/officeDocument/2006/relationships/tags" Target="../tags/tag251.xml"/><Relationship Id="rId76" Type="http://schemas.openxmlformats.org/officeDocument/2006/relationships/tags" Target="../tags/tag272.xml"/><Relationship Id="rId7" Type="http://schemas.openxmlformats.org/officeDocument/2006/relationships/tags" Target="../tags/tag203.xml"/><Relationship Id="rId71" Type="http://schemas.openxmlformats.org/officeDocument/2006/relationships/tags" Target="../tags/tag267.xml"/><Relationship Id="rId2" Type="http://schemas.openxmlformats.org/officeDocument/2006/relationships/tags" Target="../tags/tag198.xml"/><Relationship Id="rId29" Type="http://schemas.openxmlformats.org/officeDocument/2006/relationships/tags" Target="../tags/tag225.xml"/><Relationship Id="rId24" Type="http://schemas.openxmlformats.org/officeDocument/2006/relationships/tags" Target="../tags/tag220.xml"/><Relationship Id="rId40" Type="http://schemas.openxmlformats.org/officeDocument/2006/relationships/tags" Target="../tags/tag236.xml"/><Relationship Id="rId45" Type="http://schemas.openxmlformats.org/officeDocument/2006/relationships/tags" Target="../tags/tag241.xml"/><Relationship Id="rId66" Type="http://schemas.openxmlformats.org/officeDocument/2006/relationships/tags" Target="../tags/tag262.xml"/><Relationship Id="rId87" Type="http://schemas.openxmlformats.org/officeDocument/2006/relationships/tags" Target="../tags/tag283.xml"/><Relationship Id="rId61" Type="http://schemas.openxmlformats.org/officeDocument/2006/relationships/tags" Target="../tags/tag257.xml"/><Relationship Id="rId82" Type="http://schemas.openxmlformats.org/officeDocument/2006/relationships/tags" Target="../tags/tag278.xml"/><Relationship Id="rId19" Type="http://schemas.openxmlformats.org/officeDocument/2006/relationships/tags" Target="../tags/tag2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15F3-34F1-5244-15BB-D6C3B3D2D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5099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Millikan Oil Drop Experiment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432D2-4DF6-F82C-E81B-FFA63957E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02570"/>
            <a:ext cx="12192000" cy="3155430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By</a:t>
            </a:r>
          </a:p>
          <a:p>
            <a:r>
              <a:rPr lang="en-US" dirty="0">
                <a:solidFill>
                  <a:srgbClr val="FFC000"/>
                </a:solidFill>
              </a:rPr>
              <a:t>Dr. Sikander M. Mirza</a:t>
            </a:r>
          </a:p>
          <a:p>
            <a:r>
              <a:rPr lang="en-US" dirty="0">
                <a:solidFill>
                  <a:srgbClr val="FFC000"/>
                </a:solidFill>
              </a:rPr>
              <a:t>Department of Physics &amp; Applied Mathematics</a:t>
            </a:r>
          </a:p>
          <a:p>
            <a:r>
              <a:rPr lang="en-US" dirty="0">
                <a:solidFill>
                  <a:srgbClr val="FFC000"/>
                </a:solidFill>
              </a:rPr>
              <a:t>Pakistan Institute of Engineering &amp; Applied Sciences</a:t>
            </a:r>
          </a:p>
          <a:p>
            <a:r>
              <a:rPr lang="en-US" dirty="0" err="1">
                <a:solidFill>
                  <a:srgbClr val="FFC000"/>
                </a:solidFill>
              </a:rPr>
              <a:t>Nilore</a:t>
            </a:r>
            <a:r>
              <a:rPr lang="en-US" dirty="0">
                <a:solidFill>
                  <a:srgbClr val="FFC000"/>
                </a:solidFill>
              </a:rPr>
              <a:t>, Islamabad 45650, Pakistan</a:t>
            </a:r>
          </a:p>
        </p:txBody>
      </p:sp>
    </p:spTree>
    <p:extLst>
      <p:ext uri="{BB962C8B-B14F-4D97-AF65-F5344CB8AC3E}">
        <p14:creationId xmlns:p14="http://schemas.microsoft.com/office/powerpoint/2010/main" val="1951135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83C6-F832-FF74-81D8-21F949DCD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24097-07EC-47DA-21D3-AF096386C0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3928" y="1259174"/>
                <a:ext cx="10207236" cy="524655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electric charge of any particle is always integer multiple of a fundamental charge denoted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 (the electronic charge).</a:t>
                </a:r>
              </a:p>
              <a:p>
                <a:r>
                  <a:rPr lang="en-US" sz="2400" dirty="0"/>
                  <a:t>From electrolysis, Faraday (1830) found that electric charge is a quantifiable thing that deposits proportional amount of material.</a:t>
                </a:r>
              </a:p>
              <a:p>
                <a:r>
                  <a:rPr lang="en-US" sz="2400" dirty="0"/>
                  <a:t>Obviously, “some” amount of charge is required to do electrolysis for a single atom. </a:t>
                </a:r>
              </a:p>
              <a:p>
                <a:r>
                  <a:rPr lang="en-US" sz="2400" dirty="0"/>
                  <a:t>Based on this, In 1891, George Stoney predicted theoretically that electric charge is quantized and has fundamental unit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=1.6×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−19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𝐶𝑜𝑢𝑙𝑜𝑚𝑏𝑠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This was experimentally confirmed by Millikan in oil drop experiment.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B24097-07EC-47DA-21D3-AF096386C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3928" y="1259174"/>
                <a:ext cx="10207236" cy="5246557"/>
              </a:xfrm>
              <a:blipFill>
                <a:blip r:embed="rId30"/>
                <a:stretch>
                  <a:fillRect l="-777" t="-1512" r="-16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4D99EB1F-DB34-4F5C-8268-9DB4A3E58A6D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ABAADDB-B36F-0201-9168-38B4038FAA0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9CA210-6E13-FC74-25D1-4D0692BD4E5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B8337C9-2EDE-40F7-7748-A5627EA349E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837530A-23D2-69EF-FFC2-DB3658687A1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92F48C1-1FEA-DF76-1D80-ED87BFAF42B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007625D-3B8E-008B-FC38-0538C7CBC14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A4DB66-EE8E-6923-8C77-8F9C8CE3C1F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9E2A193-8012-7944-44B7-173BEF35ECD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A1160-79C0-EC64-AAA9-45AD9C99C1B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A5A03F-F0A4-BB42-4804-8ECCF047B2C6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0335A78-964D-320B-1B13-7530827288D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E6E868-54DB-83CD-6537-E8641E8B175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9D743FD-A657-083C-BBD6-F7C78079A0B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59D24FA-E22F-7191-49E2-D0438E18806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EA46C0F-8ECB-EB64-FC72-411D92A32A7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BD926F0-5AC0-AD0C-F899-088415B47B1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7CB342-DE99-3B5B-3A92-61BC5E9EC11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93122B8-781D-BF24-9F6C-8559D3069E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E07CE5C-A4BC-E549-4FEB-39C379AF3E1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935895D-A86E-57A5-CAA7-EA0A3D264011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430C1E6-4560-CC2C-70B8-6D6279A8D744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DC04F76-8A3D-FE5C-E07D-9A32F5381E1D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D2B900B-590F-199C-45D4-0CF5453EFB76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CADA56D-78D5-A1EC-D364-C4E6F44BB3B0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DA95E9-256D-7606-010A-128816631887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EA1C552-B72C-6E62-E3FA-FD15398C0A7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1A685F2-E7D7-ED99-86E0-EBC4A6BD7A1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1396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A4B84-B31C-8F6B-EED5-6FF9D16F7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3F5B-15BC-1A4B-1F2C-CE448486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0F06-6ED2-5C31-2603-DE6BA12DA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928" y="1259174"/>
            <a:ext cx="10207236" cy="524655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3BA399F9-CB93-22A6-4C35-490D35C8F2D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6797954-10C6-DB6E-1FFC-AEF57165EA3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9ABA69-A3EA-5F7F-ABD4-52F8081EA53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9796999-3298-A022-4B4A-CDC5D3AB418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B181F5-1880-C2DA-B228-D524FDA615B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6517070-331F-9BE3-301E-A2E9C63BAB2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C8B691-F80B-9D41-5947-94758963033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528F69C-8231-F855-3A2E-A9FAA951FCE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93045E-7FC4-A616-DD3A-C627E2EABA3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9FDBB47-D1BA-1494-B184-4997DDCB0D5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256827-0F69-14D4-548D-D3899614EDC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82920AC-E6DB-ABCA-6A64-B0E96D3BDEA5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C0385E8-1092-3BEB-B8D5-AEB1C4FC216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CB89C2-E9EF-95B1-04F7-2970438B726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F1ABC7-304B-2371-2914-01BDAA15325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0C8485-2D8A-E765-6F36-AC7DDCDFF15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F9DB416-B2CD-6588-9D60-DB2F74627D4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24855A9-F8E7-1BB7-5626-2ECB796B173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EB99EE0-DA4F-8408-DDB4-649F0FF2BCA3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6DFAF93-73C6-4543-1EF2-D40E08E3E5C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F77DFE6-4A02-2F33-4563-704803D9372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68FEA7F-D1E1-B705-94D2-853582CF794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C1B15BE-6DCF-5362-D8FC-5A10ED7B5CD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16EE66-640E-760F-5AC7-8AC3E90C85E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D62B556-1469-FE66-A008-7115C4C1C18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BD5664-50C1-235E-566E-6ECDD5E36970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D354B0B-69A6-526A-0DA9-71730DCDB0D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925B01E-C935-BAE4-AC81-4DEFC617C579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F2BB9B-62AA-1605-781B-51B53B0F8C0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33928" y="805720"/>
            <a:ext cx="4577764" cy="5616171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6CDC002-BB23-375B-25A6-2D6E81951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056" y="893582"/>
            <a:ext cx="5278669" cy="40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A2F457-217B-89BA-0680-AF7F192CF254}"/>
              </a:ext>
            </a:extLst>
          </p:cNvPr>
          <p:cNvSpPr/>
          <p:nvPr/>
        </p:nvSpPr>
        <p:spPr>
          <a:xfrm>
            <a:off x="6520056" y="5351489"/>
            <a:ext cx="5278669" cy="959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Millikan Oil Drop Experiment</a:t>
            </a:r>
          </a:p>
        </p:txBody>
      </p:sp>
    </p:spTree>
    <p:extLst>
      <p:ext uri="{BB962C8B-B14F-4D97-AF65-F5344CB8AC3E}">
        <p14:creationId xmlns:p14="http://schemas.microsoft.com/office/powerpoint/2010/main" val="84305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1FB4-B2FD-B956-B56B-B114BCE8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1A40-C6AA-F5EA-7247-5909269EC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2522C-A756-C0E0-25A1-7B47584CC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928" y="1259174"/>
            <a:ext cx="10207236" cy="524655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D85BFC2B-88F0-A932-F313-C273D784939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72E5C90-C887-2329-A5AB-9F992AA25ED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0B44E55-5242-014D-761B-F6CFA2A869A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361383F-E4BA-B530-02E1-754E4313BD4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E5C71C0-74F8-4FEE-3700-3A131D8872C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FB56D2-11E5-C81D-4365-7C4D1998BB6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65D9460-1A1A-0CB5-891A-80C6B0504B8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192F37-6BAA-3A06-A224-9D04DE02988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4433539-483F-C871-35E0-653812A4007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B98BFF9-A5CE-730E-88FB-F73AA7ABCB4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5EB997-7FED-276E-8424-350B697B032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0523E5-AE2D-7BF7-C448-16BD2992E93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6686CC7-7214-FEEA-5938-E9F40943836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9BDC4E-3A46-A677-5726-2AECCB89A81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8349580-7AE7-2775-735A-6F6498923E4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A9A604B-7ECB-2ED0-9EFF-057BC6CCA0B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22B4FEF-3C4D-061A-3624-6208B864655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7405E9D-9C2E-163C-AF3B-E271308C3175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9881DA2-756D-4267-BE1A-3C8B8F52F93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6CE9567-5874-6720-232B-154D66BD526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490FAA6-7D43-8A44-0EDE-B0BB37AE551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4BFF6A3-6862-DA5C-6805-2E7AB0CA3949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B4D7E93-B03B-DD83-CFC6-A3FE46BEBEE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71EBF4B-DA19-4A7A-C4B5-782D7728B3D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3813A35-B6B5-4082-C47D-285791F4FD93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8A6A05F-52E5-7AE5-C8AD-5B824BDFC202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906CA-B5D7-26EE-FEA5-572195B6F506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E2372B9-8493-DB5E-BE2D-B7A6069FC06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050" name="Picture 2" descr="Millikan oil-drop experiment | Date, Summary, &amp; Results ...">
            <a:extLst>
              <a:ext uri="{FF2B5EF4-FFF2-40B4-BE49-F238E27FC236}">
                <a16:creationId xmlns:a16="http://schemas.microsoft.com/office/drawing/2014/main" id="{E8C7A449-41AB-EA0A-017D-FC52F87C0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221" y="574396"/>
            <a:ext cx="8411940" cy="587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2023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B0A7-2A56-9D18-20F6-B82DE985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C202-BC6E-EB85-C8B2-AE6C4831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1620D-5BCE-E1CC-8BEE-2DF664106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928" y="1259174"/>
            <a:ext cx="10207236" cy="524655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7D260A85-A7BE-650F-F6B1-F2C48DDD84A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F1E5582-82D9-E903-F75F-8C01ECF9FAA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515AD1D-33E9-2568-B42B-657ED1D61892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1F0ABB1-83D0-49DA-4455-0A301B05FE4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2A7451F-8AB5-0D4F-7317-B5DE9DA9311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E681E67-A26E-6C4B-18F8-25306D440AD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13F9F2B-11D8-6BEB-D6C4-D1FE03860A3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80A11B-AE18-37C5-B900-4EC7F915D019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F48496B-27AC-3293-725C-3EBB93068F1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6212C9-4B30-1BFE-62DC-9445C5C748B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4CE6DD6-D3FE-2DC6-C679-56FCF4A9EC9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CB11E8-7848-AD25-4E01-665A54E6E45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BEEA854-D94F-32C3-0FB5-A43F82B694D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412FF1-7461-0766-6589-13C5216CDF5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6E52EAE-8705-4644-795D-85BBE64FAB5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F264441-6A9D-79A8-834F-C360D573A0F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C8C64A-6763-8A56-45D6-BBA5914DC79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0840EC6-EEE0-18C9-4D1F-4F282154B30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7F20079-687E-8DC9-30EB-19750F28712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B6907BC-D030-5D12-0646-67403707843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C3D2EDA-9A82-3F28-55C3-F5F2F5083A2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43D32C9-27EA-55A1-0CA4-68CC70224FE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60490A1-7903-F16F-B480-57B79C40039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D7ABA69-3832-C659-8CAC-5C9812CAEEA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B5C77CA-A414-AF7A-5E5D-57D3F87658ED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13FC01-A0C9-45B1-E2FE-4454660BF3D4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B82B5D0-6731-93F3-24E4-0BF7F4F280B3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6A7F440-C194-2E97-ECE2-F9440108630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A4BEA9C-2DCF-7D1C-21F6-FCF1D61D518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2011" y="685253"/>
            <a:ext cx="10681537" cy="548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4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13702-2A33-9F54-7BCC-E38BF8C4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2B45A-7729-8F03-C4E1-3D8051E4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A50BF7-C789-6ECB-5551-6243AF05A2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33928" y="1259174"/>
                <a:ext cx="10207236" cy="52465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 Millikan Oil Drop Experiment, we measure charge carried by a random oil drop.</a:t>
                </a:r>
              </a:p>
              <a:p>
                <a:r>
                  <a:rPr lang="en-US" dirty="0"/>
                  <a:t>We repeat it for a large number of oil drops, each one carrying some charge.</a:t>
                </a:r>
              </a:p>
              <a:p>
                <a:r>
                  <a:rPr lang="en-US" dirty="0"/>
                  <a:t>We observe that measured charge, when divided into classes,  shows “Stairs” indicating that it has “Quantum” structure.</a:t>
                </a:r>
              </a:p>
              <a:p>
                <a:r>
                  <a:rPr lang="en-US" dirty="0"/>
                  <a:t>From the observed “measured charge” vs corresponding number of oil drops or “Frequency”, we find the LCM (Least Common Multiple) for the charge.</a:t>
                </a:r>
              </a:p>
              <a:p>
                <a:r>
                  <a:rPr lang="en-US" dirty="0"/>
                  <a:t>This LCM is the underlying  charge Quantum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”.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A50BF7-C789-6ECB-5551-6243AF05A2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33928" y="1259174"/>
                <a:ext cx="10207236" cy="5246557"/>
              </a:xfrm>
              <a:blipFill>
                <a:blip r:embed="rId30"/>
                <a:stretch>
                  <a:fillRect l="-1075" t="-2674" r="-11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91132B70-932C-BE93-7242-4BE7F875C44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C755A80-812A-B460-8FCF-C72C4452B32E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4870D13-FCE0-C251-8984-3D13C1BFC8B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A0CAE3E-2ABD-E59E-186B-938E4FEEF98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084EA24-6EF1-C3BD-5A6C-D9F153272C2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304A4FE-24C6-12E7-9801-2867CC67971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015365E-96B0-62E8-C39C-482BBCFB2C6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1E49FC-5591-34AC-126B-2AA70A8CC18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1EFBCBC-84EF-869B-A5D3-8C4B4D65996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75C9F9-8439-1085-4131-D718D4FC6CD3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5B23728-2E48-C373-433F-BBD88CB53F9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46DAA61-D9BA-C425-3DF8-FED93489500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851A784-7B5F-157A-9E5D-20161777EDF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11FC00C-8C44-F26E-6101-7E373950BDD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51F0D30-19F1-0397-6066-A9E7FDAA67F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5FD31CC-F743-C82B-BA82-1FE86BA2EB8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72FA18-AE56-04EC-ABCC-E941A5BD8D3A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0B9DC12-69BF-5115-441F-B4CA10A6B40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5E773DF-7122-09AA-0FE8-E5425D138251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48FA27-A035-1469-4CAF-99A09FAFB9C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87629B4-B404-1FAE-291F-2446BFF513E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7F9404D-BD71-AF44-071A-F71DC461828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1AA8EB5-FAF9-CED2-765D-D6BD2065FF40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E567F5A-3100-34A2-4B04-22CE17B2DE3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1320974-4B1A-FB52-0D6D-3F60DD04903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5E4BD96-C9D0-DA9E-076A-71B99536DE1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BFCCD4A-05B5-3249-A1A4-33F6862AD821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DB6C8DA-4903-7626-4395-14142DACCD3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1147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751C-CF36-290B-04BF-1F338420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C05A-73EB-9858-5CD8-DA88233F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4C638-53AE-0155-93E2-6FD48D897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928" y="1259174"/>
            <a:ext cx="10207236" cy="5246557"/>
          </a:xfrm>
        </p:spPr>
        <p:txBody>
          <a:bodyPr/>
          <a:lstStyle/>
          <a:p>
            <a:r>
              <a:rPr lang="en-US" dirty="0"/>
              <a:t> Let us look at the following data. We are “not” looking for the LCM this time for the charge.</a:t>
            </a:r>
          </a:p>
          <a:p>
            <a:r>
              <a:rPr lang="en-US" dirty="0"/>
              <a:t>We will fit a straight line to this data and look at the “y-intercept”. </a:t>
            </a:r>
          </a:p>
          <a:p>
            <a:r>
              <a:rPr lang="en-US" dirty="0"/>
              <a:t>For curve fitting, we do least square calculations. </a:t>
            </a:r>
          </a:p>
        </p:txBody>
      </p:sp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674BEBDE-28AB-006A-3DCA-76FB40FBA19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9A90B47-8411-B1CB-FC87-A9970805178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B2B9650-3278-FDBF-E8E1-8D71E32460C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4DAD5AC-AD6F-2461-F38F-5CDD04516DD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C6238B8-BE21-F210-E0D3-ED308394153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B31525F-9174-083E-D8B7-07907D62F92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8A815E3-00DF-80D3-88FD-06C79B8C530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D1CC66-2460-DC6D-C88B-FDF0F581892A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5638014-D23A-8171-7F32-92CC5F8A4921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16BF4D-A67F-A1A5-CF3B-C149F59FC72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2888BE-4ADD-3CB6-B43A-1933EBDF38E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9132C3-84B7-1CA4-1281-80367921BA2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A4088D-2F3A-CA18-C01A-8BCA430AAEA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A173CE0-7558-6EB4-8C53-5E467AC9778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EFE4374-0629-1B2E-CDCF-E5ABE4F2A04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D8C7573-D3B1-2708-593F-0C1513F4BE8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74F9DB7-3290-3173-BFB9-4BD26EB82ED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5E6335-1139-5BFC-D9AE-1DFA692A495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C48C566-2360-34B4-E749-308C7B30EF37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040245B-3794-7F5F-6114-F4A391660932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F57A5E7-CE28-655E-7AC2-845B54F301B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DB96DE0-9A27-36B6-6EDD-5FAF0FEB2A9E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56CC456-D654-3F80-3D96-B74A23D8EE7B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0415066-F871-A131-3745-8D7E4B33E1F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2AA68F8-0815-4FCD-5954-62F3EFA157FF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3EB19F0-384C-F0F1-08FC-224F07821AE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9284F87-8604-8DBE-9019-196ACBCF2C3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3A28CD-A83E-79E3-DE3A-FDC6E3609A1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F11A2CE-63B6-FF87-AD24-FE6475D00CD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6488" y="3493801"/>
            <a:ext cx="10434676" cy="306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6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4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32E14-7B01-40FA-C823-2EFC2794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538E-EBCD-6CCB-A30D-256D2930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7A037-DD5B-2AA9-E6C5-773EBD39A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928" y="1259174"/>
            <a:ext cx="10207236" cy="524655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0272D79C-5E2A-18BD-7DD0-55C9E277F4E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  <a:solidFill>
            <a:srgbClr val="FFC0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6B65630-F6DB-202B-9B39-826FD980CC0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5C55EBA-9E37-A7FB-F4F0-E5B53444315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1837F1D-0FFC-1E8B-7B23-AA66C40A6F2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C43B3E7-F7C8-FC78-2B14-85A5B572B01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ADA5D8F-DF5E-7DAB-7DF1-562DD2D90251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550B220-8AA7-3484-438B-E7B8ADEBFC2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1E85FA4-AD99-176F-7071-9CA9974ECCF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E4C8CA-07B8-99E9-C531-4D1A96B3F0D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D40D20-FAC3-2275-DA33-9F8218B77BD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217E079-8CFB-5BC2-2E9A-505D307FB13B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94C72F-0E4B-4A8E-3CE2-B99F1D2AFD8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04C22D8-9C1A-4E6A-2639-4754D851085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399E0C3-A961-DC7F-0F90-B11FDD759A4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E7A590-1F45-A058-28C3-F6C6D4C474E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2ECEAEB-284C-9727-09F1-CE9CF811EE2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5AC4D1-EF48-39B1-D74E-6E6B0138A4B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4697D7-B4F9-FA8C-5D3E-28A6767239F4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668CF3-3619-F62E-19B8-BDA05468EDD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46461F8-0948-BC55-4D29-9C914912AEB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EF4A96E-3DBC-ED5C-9733-F060D602FB8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866F8F6-DC5A-A95A-AE38-0A00C09E261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BA39F4D-0123-534F-23CA-8F3E11120195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9C66FE9-A3BD-386A-16BB-FADDC5B3EAE8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557FFF3-D60C-206C-E05D-277F4BFE70D8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D33C4A9-AD12-1B99-88DA-BA9BADFD08D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BAC4E91-2F2C-23D0-93ED-0C7C10355B4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A934792-BA7C-CE20-153C-6F826014D50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337F52B-A37F-3519-5C17-2D75E22D537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66090" y="520253"/>
            <a:ext cx="9888868" cy="605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7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CD631-E29D-39D2-2F28-A60E2571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6C63-52DC-A32F-6DAB-9722795C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8"/>
            <a:ext cx="6858000" cy="1325563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89E75-E2BC-FDEA-E51D-B0E9071A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928" y="1259174"/>
            <a:ext cx="10207236" cy="5246557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4" name="Group 33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 title="IguanaTex Vector Display">
            <a:extLst>
              <a:ext uri="{FF2B5EF4-FFF2-40B4-BE49-F238E27FC236}">
                <a16:creationId xmlns:a16="http://schemas.microsoft.com/office/drawing/2014/main" id="{91B4C498-562A-59CB-72DD-5AC832169EC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452011" y="193201"/>
            <a:ext cx="5285535" cy="318136"/>
            <a:chOff x="8210577" y="4246078"/>
            <a:chExt cx="5285535" cy="318136"/>
          </a:xfrm>
          <a:solidFill>
            <a:srgbClr val="00B0F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CF613CB-F9A2-B867-346E-F80969D33DF2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210577" y="4252101"/>
              <a:ext cx="242321" cy="240904"/>
            </a:xfrm>
            <a:custGeom>
              <a:avLst/>
              <a:gdLst>
                <a:gd name="connsiteX0" fmla="*/ 242481 w 242321"/>
                <a:gd name="connsiteY0" fmla="*/ 143889 h 240904"/>
                <a:gd name="connsiteX1" fmla="*/ 225830 w 242321"/>
                <a:gd name="connsiteY1" fmla="*/ 143889 h 240904"/>
                <a:gd name="connsiteX2" fmla="*/ 142576 w 242321"/>
                <a:gd name="connsiteY2" fmla="*/ 224309 h 240904"/>
                <a:gd name="connsiteX3" fmla="*/ 88727 w 242321"/>
                <a:gd name="connsiteY3" fmla="*/ 224309 h 240904"/>
                <a:gd name="connsiteX4" fmla="*/ 88727 w 242321"/>
                <a:gd name="connsiteY4" fmla="*/ 124404 h 240904"/>
                <a:gd name="connsiteX5" fmla="*/ 108212 w 242321"/>
                <a:gd name="connsiteY5" fmla="*/ 124404 h 240904"/>
                <a:gd name="connsiteX6" fmla="*/ 145765 w 242321"/>
                <a:gd name="connsiteY6" fmla="*/ 165854 h 240904"/>
                <a:gd name="connsiteX7" fmla="*/ 162415 w 242321"/>
                <a:gd name="connsiteY7" fmla="*/ 165854 h 240904"/>
                <a:gd name="connsiteX8" fmla="*/ 162415 w 242321"/>
                <a:gd name="connsiteY8" fmla="*/ 66304 h 240904"/>
                <a:gd name="connsiteX9" fmla="*/ 145765 w 242321"/>
                <a:gd name="connsiteY9" fmla="*/ 66304 h 240904"/>
                <a:gd name="connsiteX10" fmla="*/ 108212 w 242321"/>
                <a:gd name="connsiteY10" fmla="*/ 107753 h 240904"/>
                <a:gd name="connsiteX11" fmla="*/ 88727 w 242321"/>
                <a:gd name="connsiteY11" fmla="*/ 107753 h 240904"/>
                <a:gd name="connsiteX12" fmla="*/ 88727 w 242321"/>
                <a:gd name="connsiteY12" fmla="*/ 16706 h 240904"/>
                <a:gd name="connsiteX13" fmla="*/ 142576 w 242321"/>
                <a:gd name="connsiteY13" fmla="*/ 16706 h 240904"/>
                <a:gd name="connsiteX14" fmla="*/ 214493 w 242321"/>
                <a:gd name="connsiteY14" fmla="*/ 85434 h 240904"/>
                <a:gd name="connsiteX15" fmla="*/ 231144 w 242321"/>
                <a:gd name="connsiteY15" fmla="*/ 85434 h 240904"/>
                <a:gd name="connsiteX16" fmla="*/ 220162 w 242321"/>
                <a:gd name="connsiteY16" fmla="*/ 55 h 240904"/>
                <a:gd name="connsiteX17" fmla="*/ 159 w 242321"/>
                <a:gd name="connsiteY17" fmla="*/ 55 h 240904"/>
                <a:gd name="connsiteX18" fmla="*/ 159 w 242321"/>
                <a:gd name="connsiteY18" fmla="*/ 16706 h 240904"/>
                <a:gd name="connsiteX19" fmla="*/ 38420 w 242321"/>
                <a:gd name="connsiteY19" fmla="*/ 16706 h 240904"/>
                <a:gd name="connsiteX20" fmla="*/ 38420 w 242321"/>
                <a:gd name="connsiteY20" fmla="*/ 224309 h 240904"/>
                <a:gd name="connsiteX21" fmla="*/ 159 w 242321"/>
                <a:gd name="connsiteY21" fmla="*/ 224309 h 240904"/>
                <a:gd name="connsiteX22" fmla="*/ 159 w 242321"/>
                <a:gd name="connsiteY22" fmla="*/ 240960 h 240904"/>
                <a:gd name="connsiteX23" fmla="*/ 226184 w 242321"/>
                <a:gd name="connsiteY23" fmla="*/ 240960 h 240904"/>
                <a:gd name="connsiteX24" fmla="*/ 242481 w 242321"/>
                <a:gd name="connsiteY24" fmla="*/ 143889 h 240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321" h="240904">
                  <a:moveTo>
                    <a:pt x="242481" y="143889"/>
                  </a:moveTo>
                  <a:lnTo>
                    <a:pt x="225830" y="143889"/>
                  </a:lnTo>
                  <a:cubicBezTo>
                    <a:pt x="218036" y="192779"/>
                    <a:pt x="208116" y="224309"/>
                    <a:pt x="142576" y="224309"/>
                  </a:cubicBezTo>
                  <a:lnTo>
                    <a:pt x="88727" y="224309"/>
                  </a:lnTo>
                  <a:lnTo>
                    <a:pt x="88727" y="124404"/>
                  </a:lnTo>
                  <a:lnTo>
                    <a:pt x="108212" y="124404"/>
                  </a:lnTo>
                  <a:cubicBezTo>
                    <a:pt x="142222" y="124404"/>
                    <a:pt x="145765" y="139638"/>
                    <a:pt x="145765" y="165854"/>
                  </a:cubicBezTo>
                  <a:lnTo>
                    <a:pt x="162415" y="165854"/>
                  </a:lnTo>
                  <a:lnTo>
                    <a:pt x="162415" y="66304"/>
                  </a:lnTo>
                  <a:lnTo>
                    <a:pt x="145765" y="66304"/>
                  </a:lnTo>
                  <a:cubicBezTo>
                    <a:pt x="145765" y="92520"/>
                    <a:pt x="142576" y="107753"/>
                    <a:pt x="108212" y="107753"/>
                  </a:cubicBezTo>
                  <a:lnTo>
                    <a:pt x="88727" y="107753"/>
                  </a:lnTo>
                  <a:lnTo>
                    <a:pt x="88727" y="16706"/>
                  </a:lnTo>
                  <a:lnTo>
                    <a:pt x="142576" y="16706"/>
                  </a:lnTo>
                  <a:cubicBezTo>
                    <a:pt x="199614" y="16706"/>
                    <a:pt x="208825" y="42567"/>
                    <a:pt x="214493" y="85434"/>
                  </a:cubicBezTo>
                  <a:lnTo>
                    <a:pt x="231144" y="85434"/>
                  </a:lnTo>
                  <a:lnTo>
                    <a:pt x="220162" y="55"/>
                  </a:lnTo>
                  <a:lnTo>
                    <a:pt x="159" y="55"/>
                  </a:lnTo>
                  <a:lnTo>
                    <a:pt x="159" y="16706"/>
                  </a:lnTo>
                  <a:lnTo>
                    <a:pt x="38420" y="16706"/>
                  </a:lnTo>
                  <a:lnTo>
                    <a:pt x="38420" y="224309"/>
                  </a:lnTo>
                  <a:lnTo>
                    <a:pt x="159" y="224309"/>
                  </a:lnTo>
                  <a:lnTo>
                    <a:pt x="159" y="240960"/>
                  </a:lnTo>
                  <a:lnTo>
                    <a:pt x="226184" y="240960"/>
                  </a:lnTo>
                  <a:lnTo>
                    <a:pt x="242481" y="143889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8E7E66B-D18C-9583-10DA-0F88AF6AC107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8481081" y="4247141"/>
              <a:ext cx="87150" cy="245864"/>
            </a:xfrm>
            <a:custGeom>
              <a:avLst/>
              <a:gdLst>
                <a:gd name="connsiteX0" fmla="*/ 62873 w 87150"/>
                <a:gd name="connsiteY0" fmla="*/ 55 h 245864"/>
                <a:gd name="connsiteX1" fmla="*/ 167 w 87150"/>
                <a:gd name="connsiteY1" fmla="*/ 2889 h 245864"/>
                <a:gd name="connsiteX2" fmla="*/ 167 w 87150"/>
                <a:gd name="connsiteY2" fmla="*/ 19540 h 245864"/>
                <a:gd name="connsiteX3" fmla="*/ 24611 w 87150"/>
                <a:gd name="connsiteY3" fmla="*/ 33356 h 245864"/>
                <a:gd name="connsiteX4" fmla="*/ 24611 w 87150"/>
                <a:gd name="connsiteY4" fmla="*/ 229269 h 245864"/>
                <a:gd name="connsiteX5" fmla="*/ 167 w 87150"/>
                <a:gd name="connsiteY5" fmla="*/ 229269 h 245864"/>
                <a:gd name="connsiteX6" fmla="*/ 167 w 87150"/>
                <a:gd name="connsiteY6" fmla="*/ 245919 h 245864"/>
                <a:gd name="connsiteX7" fmla="*/ 43742 w 87150"/>
                <a:gd name="connsiteY7" fmla="*/ 244857 h 245864"/>
                <a:gd name="connsiteX8" fmla="*/ 87317 w 87150"/>
                <a:gd name="connsiteY8" fmla="*/ 245919 h 245864"/>
                <a:gd name="connsiteX9" fmla="*/ 87317 w 87150"/>
                <a:gd name="connsiteY9" fmla="*/ 229269 h 245864"/>
                <a:gd name="connsiteX10" fmla="*/ 62873 w 87150"/>
                <a:gd name="connsiteY10" fmla="*/ 229269 h 245864"/>
                <a:gd name="connsiteX11" fmla="*/ 62873 w 87150"/>
                <a:gd name="connsiteY11" fmla="*/ 55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150" h="245864">
                  <a:moveTo>
                    <a:pt x="62873" y="55"/>
                  </a:moveTo>
                  <a:lnTo>
                    <a:pt x="167" y="2889"/>
                  </a:lnTo>
                  <a:lnTo>
                    <a:pt x="167" y="19540"/>
                  </a:lnTo>
                  <a:cubicBezTo>
                    <a:pt x="22131" y="19540"/>
                    <a:pt x="24611" y="19540"/>
                    <a:pt x="24611" y="33356"/>
                  </a:cubicBezTo>
                  <a:lnTo>
                    <a:pt x="24611" y="229269"/>
                  </a:lnTo>
                  <a:lnTo>
                    <a:pt x="167" y="229269"/>
                  </a:lnTo>
                  <a:lnTo>
                    <a:pt x="167" y="245919"/>
                  </a:lnTo>
                  <a:cubicBezTo>
                    <a:pt x="11503" y="245565"/>
                    <a:pt x="28508" y="244857"/>
                    <a:pt x="43742" y="244857"/>
                  </a:cubicBezTo>
                  <a:cubicBezTo>
                    <a:pt x="58976" y="244857"/>
                    <a:pt x="75272" y="245565"/>
                    <a:pt x="87317" y="245919"/>
                  </a:cubicBezTo>
                  <a:lnTo>
                    <a:pt x="87317" y="229269"/>
                  </a:lnTo>
                  <a:lnTo>
                    <a:pt x="62873" y="229269"/>
                  </a:lnTo>
                  <a:lnTo>
                    <a:pt x="62873" y="55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6F9E9C2-1774-5F92-E25F-AAAD0D7CA5C2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8588937" y="4332520"/>
              <a:ext cx="163673" cy="162610"/>
            </a:xfrm>
            <a:custGeom>
              <a:avLst/>
              <a:gdLst>
                <a:gd name="connsiteX0" fmla="*/ 152507 w 163673"/>
                <a:gd name="connsiteY0" fmla="*/ 83309 h 162610"/>
                <a:gd name="connsiteX1" fmla="*/ 163843 w 163673"/>
                <a:gd name="connsiteY1" fmla="*/ 73743 h 162610"/>
                <a:gd name="connsiteX2" fmla="*/ 144004 w 163673"/>
                <a:gd name="connsiteY2" fmla="*/ 19186 h 162610"/>
                <a:gd name="connsiteX3" fmla="*/ 87675 w 163673"/>
                <a:gd name="connsiteY3" fmla="*/ 55 h 162610"/>
                <a:gd name="connsiteX4" fmla="*/ 170 w 163673"/>
                <a:gd name="connsiteY4" fmla="*/ 80829 h 162610"/>
                <a:gd name="connsiteX5" fmla="*/ 92635 w 163673"/>
                <a:gd name="connsiteY5" fmla="*/ 162666 h 162610"/>
                <a:gd name="connsiteX6" fmla="*/ 163843 w 163673"/>
                <a:gd name="connsiteY6" fmla="*/ 119090 h 162610"/>
                <a:gd name="connsiteX7" fmla="*/ 155341 w 163673"/>
                <a:gd name="connsiteY7" fmla="*/ 112713 h 162610"/>
                <a:gd name="connsiteX8" fmla="*/ 146484 w 163673"/>
                <a:gd name="connsiteY8" fmla="*/ 120153 h 162610"/>
                <a:gd name="connsiteX9" fmla="*/ 95823 w 163673"/>
                <a:gd name="connsiteY9" fmla="*/ 148495 h 162610"/>
                <a:gd name="connsiteX10" fmla="*/ 45517 w 163673"/>
                <a:gd name="connsiteY10" fmla="*/ 83309 h 162610"/>
                <a:gd name="connsiteX11" fmla="*/ 152507 w 163673"/>
                <a:gd name="connsiteY11" fmla="*/ 83309 h 162610"/>
                <a:gd name="connsiteX12" fmla="*/ 45517 w 163673"/>
                <a:gd name="connsiteY12" fmla="*/ 71618 h 162610"/>
                <a:gd name="connsiteX13" fmla="*/ 54019 w 163673"/>
                <a:gd name="connsiteY13" fmla="*/ 31231 h 162610"/>
                <a:gd name="connsiteX14" fmla="*/ 87675 w 163673"/>
                <a:gd name="connsiteY14" fmla="*/ 12809 h 162610"/>
                <a:gd name="connsiteX15" fmla="*/ 130187 w 163673"/>
                <a:gd name="connsiteY15" fmla="*/ 71618 h 162610"/>
                <a:gd name="connsiteX16" fmla="*/ 45517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07" y="83309"/>
                  </a:moveTo>
                  <a:cubicBezTo>
                    <a:pt x="160301" y="83309"/>
                    <a:pt x="163843" y="83309"/>
                    <a:pt x="163843" y="73743"/>
                  </a:cubicBezTo>
                  <a:cubicBezTo>
                    <a:pt x="163843" y="62761"/>
                    <a:pt x="161718" y="36899"/>
                    <a:pt x="144004" y="19186"/>
                  </a:cubicBezTo>
                  <a:cubicBezTo>
                    <a:pt x="130896" y="6432"/>
                    <a:pt x="112120" y="55"/>
                    <a:pt x="87675" y="55"/>
                  </a:cubicBezTo>
                  <a:cubicBezTo>
                    <a:pt x="30991" y="55"/>
                    <a:pt x="170" y="36545"/>
                    <a:pt x="170" y="80829"/>
                  </a:cubicBezTo>
                  <a:cubicBezTo>
                    <a:pt x="170" y="128301"/>
                    <a:pt x="35597" y="162666"/>
                    <a:pt x="92635" y="162666"/>
                  </a:cubicBezTo>
                  <a:cubicBezTo>
                    <a:pt x="148610" y="162666"/>
                    <a:pt x="163843" y="125113"/>
                    <a:pt x="163843" y="119090"/>
                  </a:cubicBezTo>
                  <a:cubicBezTo>
                    <a:pt x="163843" y="112713"/>
                    <a:pt x="157112" y="112713"/>
                    <a:pt x="155341" y="112713"/>
                  </a:cubicBezTo>
                  <a:cubicBezTo>
                    <a:pt x="149318" y="112713"/>
                    <a:pt x="148610" y="114485"/>
                    <a:pt x="146484" y="120153"/>
                  </a:cubicBezTo>
                  <a:cubicBezTo>
                    <a:pt x="139044" y="137158"/>
                    <a:pt x="118851" y="148495"/>
                    <a:pt x="95823" y="148495"/>
                  </a:cubicBezTo>
                  <a:cubicBezTo>
                    <a:pt x="45871" y="148495"/>
                    <a:pt x="45517" y="101377"/>
                    <a:pt x="45517" y="83309"/>
                  </a:cubicBezTo>
                  <a:lnTo>
                    <a:pt x="152507" y="83309"/>
                  </a:lnTo>
                  <a:close/>
                  <a:moveTo>
                    <a:pt x="45517" y="71618"/>
                  </a:moveTo>
                  <a:cubicBezTo>
                    <a:pt x="46225" y="57801"/>
                    <a:pt x="46579" y="42922"/>
                    <a:pt x="54019" y="31231"/>
                  </a:cubicBezTo>
                  <a:cubicBezTo>
                    <a:pt x="63230" y="17060"/>
                    <a:pt x="77401" y="12809"/>
                    <a:pt x="87675" y="12809"/>
                  </a:cubicBezTo>
                  <a:cubicBezTo>
                    <a:pt x="129125" y="12809"/>
                    <a:pt x="129833" y="59218"/>
                    <a:pt x="130187" y="71618"/>
                  </a:cubicBezTo>
                  <a:lnTo>
                    <a:pt x="45517" y="71618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4F8AF1-67CE-9F0A-0F83-16F3B145569B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8777792" y="4332520"/>
              <a:ext cx="155879" cy="162610"/>
            </a:xfrm>
            <a:custGeom>
              <a:avLst/>
              <a:gdLst>
                <a:gd name="connsiteX0" fmla="*/ 114250 w 155879"/>
                <a:gd name="connsiteY0" fmla="*/ 16351 h 162610"/>
                <a:gd name="connsiteX1" fmla="*/ 107165 w 155879"/>
                <a:gd name="connsiteY1" fmla="*/ 32648 h 162610"/>
                <a:gd name="connsiteX2" fmla="*/ 129130 w 155879"/>
                <a:gd name="connsiteY2" fmla="*/ 54967 h 162610"/>
                <a:gd name="connsiteX3" fmla="*/ 151449 w 155879"/>
                <a:gd name="connsiteY3" fmla="*/ 32648 h 162610"/>
                <a:gd name="connsiteX4" fmla="*/ 89806 w 155879"/>
                <a:gd name="connsiteY4" fmla="*/ 55 h 162610"/>
                <a:gd name="connsiteX5" fmla="*/ 175 w 155879"/>
                <a:gd name="connsiteY5" fmla="*/ 81892 h 162610"/>
                <a:gd name="connsiteX6" fmla="*/ 88034 w 155879"/>
                <a:gd name="connsiteY6" fmla="*/ 162666 h 162610"/>
                <a:gd name="connsiteX7" fmla="*/ 156055 w 155879"/>
                <a:gd name="connsiteY7" fmla="*/ 119090 h 162610"/>
                <a:gd name="connsiteX8" fmla="*/ 147552 w 155879"/>
                <a:gd name="connsiteY8" fmla="*/ 114130 h 162610"/>
                <a:gd name="connsiteX9" fmla="*/ 139049 w 155879"/>
                <a:gd name="connsiteY9" fmla="*/ 119444 h 162610"/>
                <a:gd name="connsiteX10" fmla="*/ 94766 w 155879"/>
                <a:gd name="connsiteY10" fmla="*/ 148495 h 162610"/>
                <a:gd name="connsiteX11" fmla="*/ 45522 w 155879"/>
                <a:gd name="connsiteY11" fmla="*/ 80120 h 162610"/>
                <a:gd name="connsiteX12" fmla="*/ 91223 w 155879"/>
                <a:gd name="connsiteY12" fmla="*/ 14226 h 162610"/>
                <a:gd name="connsiteX13" fmla="*/ 114250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50" y="16351"/>
                  </a:moveTo>
                  <a:cubicBezTo>
                    <a:pt x="107874" y="22020"/>
                    <a:pt x="107165" y="29459"/>
                    <a:pt x="107165" y="32648"/>
                  </a:cubicBezTo>
                  <a:cubicBezTo>
                    <a:pt x="107165" y="48236"/>
                    <a:pt x="119565" y="54967"/>
                    <a:pt x="129130" y="54967"/>
                  </a:cubicBezTo>
                  <a:cubicBezTo>
                    <a:pt x="140112" y="54967"/>
                    <a:pt x="151449" y="47527"/>
                    <a:pt x="151449" y="32648"/>
                  </a:cubicBezTo>
                  <a:cubicBezTo>
                    <a:pt x="151449" y="2181"/>
                    <a:pt x="110353" y="55"/>
                    <a:pt x="89806" y="55"/>
                  </a:cubicBezTo>
                  <a:cubicBezTo>
                    <a:pt x="26391" y="55"/>
                    <a:pt x="175" y="40796"/>
                    <a:pt x="175" y="81892"/>
                  </a:cubicBezTo>
                  <a:cubicBezTo>
                    <a:pt x="175" y="129010"/>
                    <a:pt x="33477" y="162666"/>
                    <a:pt x="88034" y="162666"/>
                  </a:cubicBezTo>
                  <a:cubicBezTo>
                    <a:pt x="145426" y="162666"/>
                    <a:pt x="156055" y="121570"/>
                    <a:pt x="156055" y="119090"/>
                  </a:cubicBezTo>
                  <a:cubicBezTo>
                    <a:pt x="156055" y="114130"/>
                    <a:pt x="151095" y="114130"/>
                    <a:pt x="147552" y="114130"/>
                  </a:cubicBezTo>
                  <a:cubicBezTo>
                    <a:pt x="141175" y="114130"/>
                    <a:pt x="140821" y="114839"/>
                    <a:pt x="139049" y="119444"/>
                  </a:cubicBezTo>
                  <a:cubicBezTo>
                    <a:pt x="129838" y="141764"/>
                    <a:pt x="112833" y="148495"/>
                    <a:pt x="94766" y="148495"/>
                  </a:cubicBezTo>
                  <a:cubicBezTo>
                    <a:pt x="45522" y="148495"/>
                    <a:pt x="45522" y="96417"/>
                    <a:pt x="45522" y="80120"/>
                  </a:cubicBezTo>
                  <a:cubicBezTo>
                    <a:pt x="45522" y="60281"/>
                    <a:pt x="45522" y="14226"/>
                    <a:pt x="91223" y="14226"/>
                  </a:cubicBezTo>
                  <a:cubicBezTo>
                    <a:pt x="103622" y="14226"/>
                    <a:pt x="109645" y="15289"/>
                    <a:pt x="114250" y="16351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C64C8BF-9837-5206-EB06-CDAAD721D6E1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8952841" y="4268043"/>
              <a:ext cx="127892" cy="227088"/>
            </a:xfrm>
            <a:custGeom>
              <a:avLst/>
              <a:gdLst>
                <a:gd name="connsiteX0" fmla="*/ 29230 w 127892"/>
                <a:gd name="connsiteY0" fmla="*/ 84372 h 227088"/>
                <a:gd name="connsiteX1" fmla="*/ 29230 w 127892"/>
                <a:gd name="connsiteY1" fmla="*/ 181442 h 227088"/>
                <a:gd name="connsiteX2" fmla="*/ 85205 w 127892"/>
                <a:gd name="connsiteY2" fmla="*/ 227143 h 227088"/>
                <a:gd name="connsiteX3" fmla="*/ 128072 w 127892"/>
                <a:gd name="connsiteY3" fmla="*/ 181088 h 227088"/>
                <a:gd name="connsiteX4" fmla="*/ 128072 w 127892"/>
                <a:gd name="connsiteY4" fmla="*/ 162311 h 227088"/>
                <a:gd name="connsiteX5" fmla="*/ 111421 w 127892"/>
                <a:gd name="connsiteY5" fmla="*/ 162311 h 227088"/>
                <a:gd name="connsiteX6" fmla="*/ 111421 w 127892"/>
                <a:gd name="connsiteY6" fmla="*/ 180379 h 227088"/>
                <a:gd name="connsiteX7" fmla="*/ 90165 w 127892"/>
                <a:gd name="connsiteY7" fmla="*/ 212972 h 227088"/>
                <a:gd name="connsiteX8" fmla="*/ 69617 w 127892"/>
                <a:gd name="connsiteY8" fmla="*/ 182150 h 227088"/>
                <a:gd name="connsiteX9" fmla="*/ 69617 w 127892"/>
                <a:gd name="connsiteY9" fmla="*/ 84372 h 227088"/>
                <a:gd name="connsiteX10" fmla="*/ 121341 w 127892"/>
                <a:gd name="connsiteY10" fmla="*/ 84372 h 227088"/>
                <a:gd name="connsiteX11" fmla="*/ 121341 w 127892"/>
                <a:gd name="connsiteY11" fmla="*/ 67721 h 227088"/>
                <a:gd name="connsiteX12" fmla="*/ 69617 w 127892"/>
                <a:gd name="connsiteY12" fmla="*/ 67721 h 227088"/>
                <a:gd name="connsiteX13" fmla="*/ 69617 w 127892"/>
                <a:gd name="connsiteY13" fmla="*/ 55 h 227088"/>
                <a:gd name="connsiteX14" fmla="*/ 52967 w 127892"/>
                <a:gd name="connsiteY14" fmla="*/ 55 h 227088"/>
                <a:gd name="connsiteX15" fmla="*/ 180 w 127892"/>
                <a:gd name="connsiteY15" fmla="*/ 71618 h 227088"/>
                <a:gd name="connsiteX16" fmla="*/ 180 w 127892"/>
                <a:gd name="connsiteY16" fmla="*/ 84372 h 227088"/>
                <a:gd name="connsiteX17" fmla="*/ 29230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230" y="84372"/>
                  </a:moveTo>
                  <a:lnTo>
                    <a:pt x="29230" y="181442"/>
                  </a:lnTo>
                  <a:cubicBezTo>
                    <a:pt x="29230" y="219349"/>
                    <a:pt x="60052" y="227143"/>
                    <a:pt x="85205" y="227143"/>
                  </a:cubicBezTo>
                  <a:cubicBezTo>
                    <a:pt x="112130" y="227143"/>
                    <a:pt x="128072" y="206949"/>
                    <a:pt x="128072" y="181088"/>
                  </a:cubicBezTo>
                  <a:lnTo>
                    <a:pt x="128072" y="162311"/>
                  </a:lnTo>
                  <a:lnTo>
                    <a:pt x="111421" y="162311"/>
                  </a:lnTo>
                  <a:lnTo>
                    <a:pt x="111421" y="180379"/>
                  </a:lnTo>
                  <a:cubicBezTo>
                    <a:pt x="111421" y="204470"/>
                    <a:pt x="100085" y="212972"/>
                    <a:pt x="90165" y="212972"/>
                  </a:cubicBezTo>
                  <a:cubicBezTo>
                    <a:pt x="69617" y="212972"/>
                    <a:pt x="69617" y="190299"/>
                    <a:pt x="69617" y="182150"/>
                  </a:cubicBezTo>
                  <a:lnTo>
                    <a:pt x="69617" y="84372"/>
                  </a:lnTo>
                  <a:lnTo>
                    <a:pt x="121341" y="84372"/>
                  </a:lnTo>
                  <a:lnTo>
                    <a:pt x="121341" y="67721"/>
                  </a:lnTo>
                  <a:lnTo>
                    <a:pt x="69617" y="67721"/>
                  </a:lnTo>
                  <a:lnTo>
                    <a:pt x="69617" y="55"/>
                  </a:lnTo>
                  <a:lnTo>
                    <a:pt x="52967" y="55"/>
                  </a:lnTo>
                  <a:cubicBezTo>
                    <a:pt x="52612" y="35482"/>
                    <a:pt x="35253" y="70555"/>
                    <a:pt x="180" y="71618"/>
                  </a:cubicBezTo>
                  <a:lnTo>
                    <a:pt x="180" y="84372"/>
                  </a:lnTo>
                  <a:lnTo>
                    <a:pt x="29230" y="84372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996A4F6-A48D-D5C3-A2CE-A3B2A5DB720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116946" y="4333583"/>
              <a:ext cx="143479" cy="159422"/>
            </a:xfrm>
            <a:custGeom>
              <a:avLst/>
              <a:gdLst>
                <a:gd name="connsiteX0" fmla="*/ 58994 w 143479"/>
                <a:gd name="connsiteY0" fmla="*/ 40088 h 159422"/>
                <a:gd name="connsiteX1" fmla="*/ 58994 w 143479"/>
                <a:gd name="connsiteY1" fmla="*/ 55 h 159422"/>
                <a:gd name="connsiteX2" fmla="*/ 185 w 143479"/>
                <a:gd name="connsiteY2" fmla="*/ 2889 h 159422"/>
                <a:gd name="connsiteX3" fmla="*/ 185 w 143479"/>
                <a:gd name="connsiteY3" fmla="*/ 19540 h 159422"/>
                <a:gd name="connsiteX4" fmla="*/ 24629 w 143479"/>
                <a:gd name="connsiteY4" fmla="*/ 33356 h 159422"/>
                <a:gd name="connsiteX5" fmla="*/ 24629 w 143479"/>
                <a:gd name="connsiteY5" fmla="*/ 142826 h 159422"/>
                <a:gd name="connsiteX6" fmla="*/ 185 w 143479"/>
                <a:gd name="connsiteY6" fmla="*/ 142826 h 159422"/>
                <a:gd name="connsiteX7" fmla="*/ 185 w 143479"/>
                <a:gd name="connsiteY7" fmla="*/ 159477 h 159422"/>
                <a:gd name="connsiteX8" fmla="*/ 44823 w 143479"/>
                <a:gd name="connsiteY8" fmla="*/ 158414 h 159422"/>
                <a:gd name="connsiteX9" fmla="*/ 93712 w 143479"/>
                <a:gd name="connsiteY9" fmla="*/ 159477 h 159422"/>
                <a:gd name="connsiteX10" fmla="*/ 93712 w 143479"/>
                <a:gd name="connsiteY10" fmla="*/ 142826 h 159422"/>
                <a:gd name="connsiteX11" fmla="*/ 62891 w 143479"/>
                <a:gd name="connsiteY11" fmla="*/ 142826 h 159422"/>
                <a:gd name="connsiteX12" fmla="*/ 62891 w 143479"/>
                <a:gd name="connsiteY12" fmla="*/ 80829 h 159422"/>
                <a:gd name="connsiteX13" fmla="*/ 107175 w 143479"/>
                <a:gd name="connsiteY13" fmla="*/ 12809 h 159422"/>
                <a:gd name="connsiteX14" fmla="*/ 100443 w 143479"/>
                <a:gd name="connsiteY14" fmla="*/ 29105 h 159422"/>
                <a:gd name="connsiteX15" fmla="*/ 122054 w 143479"/>
                <a:gd name="connsiteY15" fmla="*/ 50716 h 159422"/>
                <a:gd name="connsiteX16" fmla="*/ 143665 w 143479"/>
                <a:gd name="connsiteY16" fmla="*/ 29105 h 159422"/>
                <a:gd name="connsiteX17" fmla="*/ 106112 w 143479"/>
                <a:gd name="connsiteY17" fmla="*/ 55 h 159422"/>
                <a:gd name="connsiteX18" fmla="*/ 58994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8994" y="40088"/>
                  </a:moveTo>
                  <a:lnTo>
                    <a:pt x="58994" y="55"/>
                  </a:lnTo>
                  <a:lnTo>
                    <a:pt x="185" y="2889"/>
                  </a:lnTo>
                  <a:lnTo>
                    <a:pt x="185" y="19540"/>
                  </a:lnTo>
                  <a:cubicBezTo>
                    <a:pt x="22149" y="19540"/>
                    <a:pt x="24629" y="19540"/>
                    <a:pt x="24629" y="33356"/>
                  </a:cubicBezTo>
                  <a:lnTo>
                    <a:pt x="24629" y="142826"/>
                  </a:lnTo>
                  <a:lnTo>
                    <a:pt x="185" y="142826"/>
                  </a:lnTo>
                  <a:lnTo>
                    <a:pt x="185" y="159477"/>
                  </a:lnTo>
                  <a:cubicBezTo>
                    <a:pt x="12584" y="159123"/>
                    <a:pt x="28526" y="158414"/>
                    <a:pt x="44823" y="158414"/>
                  </a:cubicBezTo>
                  <a:cubicBezTo>
                    <a:pt x="58285" y="158414"/>
                    <a:pt x="80958" y="158414"/>
                    <a:pt x="93712" y="159477"/>
                  </a:cubicBezTo>
                  <a:lnTo>
                    <a:pt x="93712" y="142826"/>
                  </a:lnTo>
                  <a:lnTo>
                    <a:pt x="62891" y="142826"/>
                  </a:lnTo>
                  <a:lnTo>
                    <a:pt x="62891" y="80829"/>
                  </a:lnTo>
                  <a:cubicBezTo>
                    <a:pt x="62891" y="56030"/>
                    <a:pt x="71747" y="12809"/>
                    <a:pt x="107175" y="12809"/>
                  </a:cubicBezTo>
                  <a:cubicBezTo>
                    <a:pt x="106820" y="13163"/>
                    <a:pt x="100443" y="18831"/>
                    <a:pt x="100443" y="29105"/>
                  </a:cubicBezTo>
                  <a:cubicBezTo>
                    <a:pt x="100443" y="43630"/>
                    <a:pt x="111780" y="50716"/>
                    <a:pt x="122054" y="50716"/>
                  </a:cubicBezTo>
                  <a:cubicBezTo>
                    <a:pt x="132328" y="50716"/>
                    <a:pt x="143665" y="43276"/>
                    <a:pt x="143665" y="29105"/>
                  </a:cubicBezTo>
                  <a:cubicBezTo>
                    <a:pt x="143665" y="10329"/>
                    <a:pt x="124534" y="55"/>
                    <a:pt x="106112" y="55"/>
                  </a:cubicBezTo>
                  <a:cubicBezTo>
                    <a:pt x="81313" y="55"/>
                    <a:pt x="67142" y="17769"/>
                    <a:pt x="58994" y="400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0A114-F889-83A0-1B7B-5E22BD254CFF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288276" y="4246787"/>
              <a:ext cx="84670" cy="246218"/>
            </a:xfrm>
            <a:custGeom>
              <a:avLst/>
              <a:gdLst>
                <a:gd name="connsiteX0" fmla="*/ 62895 w 84670"/>
                <a:gd name="connsiteY0" fmla="*/ 86851 h 246218"/>
                <a:gd name="connsiteX1" fmla="*/ 1252 w 84670"/>
                <a:gd name="connsiteY1" fmla="*/ 89686 h 246218"/>
                <a:gd name="connsiteX2" fmla="*/ 1252 w 84670"/>
                <a:gd name="connsiteY2" fmla="*/ 106336 h 246218"/>
                <a:gd name="connsiteX3" fmla="*/ 24634 w 84670"/>
                <a:gd name="connsiteY3" fmla="*/ 120153 h 246218"/>
                <a:gd name="connsiteX4" fmla="*/ 24634 w 84670"/>
                <a:gd name="connsiteY4" fmla="*/ 229623 h 246218"/>
                <a:gd name="connsiteX5" fmla="*/ 189 w 84670"/>
                <a:gd name="connsiteY5" fmla="*/ 229623 h 246218"/>
                <a:gd name="connsiteX6" fmla="*/ 189 w 84670"/>
                <a:gd name="connsiteY6" fmla="*/ 246274 h 246218"/>
                <a:gd name="connsiteX7" fmla="*/ 43410 w 84670"/>
                <a:gd name="connsiteY7" fmla="*/ 245211 h 246218"/>
                <a:gd name="connsiteX8" fmla="*/ 84860 w 84670"/>
                <a:gd name="connsiteY8" fmla="*/ 246274 h 246218"/>
                <a:gd name="connsiteX9" fmla="*/ 84860 w 84670"/>
                <a:gd name="connsiteY9" fmla="*/ 229623 h 246218"/>
                <a:gd name="connsiteX10" fmla="*/ 62895 w 84670"/>
                <a:gd name="connsiteY10" fmla="*/ 229623 h 246218"/>
                <a:gd name="connsiteX11" fmla="*/ 62895 w 84670"/>
                <a:gd name="connsiteY11" fmla="*/ 86851 h 246218"/>
                <a:gd name="connsiteX12" fmla="*/ 66438 w 84670"/>
                <a:gd name="connsiteY12" fmla="*/ 27688 h 246218"/>
                <a:gd name="connsiteX13" fmla="*/ 38805 w 84670"/>
                <a:gd name="connsiteY13" fmla="*/ 55 h 246218"/>
                <a:gd name="connsiteX14" fmla="*/ 11172 w 84670"/>
                <a:gd name="connsiteY14" fmla="*/ 27688 h 246218"/>
                <a:gd name="connsiteX15" fmla="*/ 38805 w 84670"/>
                <a:gd name="connsiteY15" fmla="*/ 55321 h 246218"/>
                <a:gd name="connsiteX16" fmla="*/ 66438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895" y="86851"/>
                  </a:moveTo>
                  <a:lnTo>
                    <a:pt x="1252" y="89686"/>
                  </a:lnTo>
                  <a:lnTo>
                    <a:pt x="1252" y="106336"/>
                  </a:lnTo>
                  <a:cubicBezTo>
                    <a:pt x="22154" y="106336"/>
                    <a:pt x="24634" y="106336"/>
                    <a:pt x="24634" y="120153"/>
                  </a:cubicBezTo>
                  <a:lnTo>
                    <a:pt x="24634" y="229623"/>
                  </a:lnTo>
                  <a:lnTo>
                    <a:pt x="189" y="229623"/>
                  </a:lnTo>
                  <a:lnTo>
                    <a:pt x="189" y="246274"/>
                  </a:lnTo>
                  <a:cubicBezTo>
                    <a:pt x="11172" y="245919"/>
                    <a:pt x="28531" y="245211"/>
                    <a:pt x="43410" y="245211"/>
                  </a:cubicBezTo>
                  <a:cubicBezTo>
                    <a:pt x="54039" y="245211"/>
                    <a:pt x="72106" y="245919"/>
                    <a:pt x="84860" y="246274"/>
                  </a:cubicBezTo>
                  <a:lnTo>
                    <a:pt x="84860" y="229623"/>
                  </a:lnTo>
                  <a:lnTo>
                    <a:pt x="62895" y="229623"/>
                  </a:lnTo>
                  <a:lnTo>
                    <a:pt x="62895" y="86851"/>
                  </a:lnTo>
                  <a:close/>
                  <a:moveTo>
                    <a:pt x="66438" y="27688"/>
                  </a:moveTo>
                  <a:cubicBezTo>
                    <a:pt x="66438" y="12100"/>
                    <a:pt x="53684" y="55"/>
                    <a:pt x="38805" y="55"/>
                  </a:cubicBezTo>
                  <a:cubicBezTo>
                    <a:pt x="23571" y="55"/>
                    <a:pt x="11172" y="12454"/>
                    <a:pt x="11172" y="27688"/>
                  </a:cubicBezTo>
                  <a:cubicBezTo>
                    <a:pt x="11172" y="42922"/>
                    <a:pt x="23571" y="55321"/>
                    <a:pt x="38805" y="55321"/>
                  </a:cubicBezTo>
                  <a:cubicBezTo>
                    <a:pt x="53684" y="55321"/>
                    <a:pt x="66438" y="43276"/>
                    <a:pt x="66438" y="276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ABAF2DD-1643-BDF0-FD97-1668EAD28B19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398257" y="4332520"/>
              <a:ext cx="155879" cy="162610"/>
            </a:xfrm>
            <a:custGeom>
              <a:avLst/>
              <a:gdLst>
                <a:gd name="connsiteX0" fmla="*/ 114268 w 155879"/>
                <a:gd name="connsiteY0" fmla="*/ 16351 h 162610"/>
                <a:gd name="connsiteX1" fmla="*/ 107183 w 155879"/>
                <a:gd name="connsiteY1" fmla="*/ 32648 h 162610"/>
                <a:gd name="connsiteX2" fmla="*/ 129147 w 155879"/>
                <a:gd name="connsiteY2" fmla="*/ 54967 h 162610"/>
                <a:gd name="connsiteX3" fmla="*/ 151466 w 155879"/>
                <a:gd name="connsiteY3" fmla="*/ 32648 h 162610"/>
                <a:gd name="connsiteX4" fmla="*/ 89823 w 155879"/>
                <a:gd name="connsiteY4" fmla="*/ 55 h 162610"/>
                <a:gd name="connsiteX5" fmla="*/ 192 w 155879"/>
                <a:gd name="connsiteY5" fmla="*/ 81892 h 162610"/>
                <a:gd name="connsiteX6" fmla="*/ 88052 w 155879"/>
                <a:gd name="connsiteY6" fmla="*/ 162666 h 162610"/>
                <a:gd name="connsiteX7" fmla="*/ 156072 w 155879"/>
                <a:gd name="connsiteY7" fmla="*/ 119090 h 162610"/>
                <a:gd name="connsiteX8" fmla="*/ 147569 w 155879"/>
                <a:gd name="connsiteY8" fmla="*/ 114130 h 162610"/>
                <a:gd name="connsiteX9" fmla="*/ 139067 w 155879"/>
                <a:gd name="connsiteY9" fmla="*/ 119444 h 162610"/>
                <a:gd name="connsiteX10" fmla="*/ 94783 w 155879"/>
                <a:gd name="connsiteY10" fmla="*/ 148495 h 162610"/>
                <a:gd name="connsiteX11" fmla="*/ 45539 w 155879"/>
                <a:gd name="connsiteY11" fmla="*/ 80120 h 162610"/>
                <a:gd name="connsiteX12" fmla="*/ 91240 w 155879"/>
                <a:gd name="connsiteY12" fmla="*/ 14226 h 162610"/>
                <a:gd name="connsiteX13" fmla="*/ 114268 w 155879"/>
                <a:gd name="connsiteY13" fmla="*/ 16351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879" h="162610">
                  <a:moveTo>
                    <a:pt x="114268" y="16351"/>
                  </a:moveTo>
                  <a:cubicBezTo>
                    <a:pt x="107891" y="22020"/>
                    <a:pt x="107183" y="29459"/>
                    <a:pt x="107183" y="32648"/>
                  </a:cubicBezTo>
                  <a:cubicBezTo>
                    <a:pt x="107183" y="48236"/>
                    <a:pt x="119582" y="54967"/>
                    <a:pt x="129147" y="54967"/>
                  </a:cubicBezTo>
                  <a:cubicBezTo>
                    <a:pt x="140130" y="54967"/>
                    <a:pt x="151466" y="47527"/>
                    <a:pt x="151466" y="32648"/>
                  </a:cubicBezTo>
                  <a:cubicBezTo>
                    <a:pt x="151466" y="2181"/>
                    <a:pt x="110371" y="55"/>
                    <a:pt x="89823" y="55"/>
                  </a:cubicBezTo>
                  <a:cubicBezTo>
                    <a:pt x="26409" y="55"/>
                    <a:pt x="192" y="40796"/>
                    <a:pt x="192" y="81892"/>
                  </a:cubicBezTo>
                  <a:cubicBezTo>
                    <a:pt x="192" y="129010"/>
                    <a:pt x="33494" y="162666"/>
                    <a:pt x="88052" y="162666"/>
                  </a:cubicBezTo>
                  <a:cubicBezTo>
                    <a:pt x="145444" y="162666"/>
                    <a:pt x="156072" y="121570"/>
                    <a:pt x="156072" y="119090"/>
                  </a:cubicBezTo>
                  <a:cubicBezTo>
                    <a:pt x="156072" y="114130"/>
                    <a:pt x="151112" y="114130"/>
                    <a:pt x="147569" y="114130"/>
                  </a:cubicBezTo>
                  <a:cubicBezTo>
                    <a:pt x="141193" y="114130"/>
                    <a:pt x="140838" y="114839"/>
                    <a:pt x="139067" y="119444"/>
                  </a:cubicBezTo>
                  <a:cubicBezTo>
                    <a:pt x="129856" y="141764"/>
                    <a:pt x="112851" y="148495"/>
                    <a:pt x="94783" y="148495"/>
                  </a:cubicBezTo>
                  <a:cubicBezTo>
                    <a:pt x="45539" y="148495"/>
                    <a:pt x="45539" y="96417"/>
                    <a:pt x="45539" y="80120"/>
                  </a:cubicBezTo>
                  <a:cubicBezTo>
                    <a:pt x="45539" y="60281"/>
                    <a:pt x="45539" y="14226"/>
                    <a:pt x="91240" y="14226"/>
                  </a:cubicBezTo>
                  <a:cubicBezTo>
                    <a:pt x="103640" y="14226"/>
                    <a:pt x="109662" y="15289"/>
                    <a:pt x="114268" y="16351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68AB2-DBB8-785D-F17F-9461B0E828A1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724342" y="4246078"/>
              <a:ext cx="248698" cy="250824"/>
            </a:xfrm>
            <a:custGeom>
              <a:avLst/>
              <a:gdLst>
                <a:gd name="connsiteX0" fmla="*/ 248900 w 248698"/>
                <a:gd name="connsiteY0" fmla="*/ 9975 h 250824"/>
                <a:gd name="connsiteX1" fmla="*/ 242523 w 248698"/>
                <a:gd name="connsiteY1" fmla="*/ 55 h 250824"/>
                <a:gd name="connsiteX2" fmla="*/ 235792 w 248698"/>
                <a:gd name="connsiteY2" fmla="*/ 3243 h 250824"/>
                <a:gd name="connsiteX3" fmla="*/ 212410 w 248698"/>
                <a:gd name="connsiteY3" fmla="*/ 24145 h 250824"/>
                <a:gd name="connsiteX4" fmla="*/ 142619 w 248698"/>
                <a:gd name="connsiteY4" fmla="*/ 55 h 250824"/>
                <a:gd name="connsiteX5" fmla="*/ 201 w 248698"/>
                <a:gd name="connsiteY5" fmla="*/ 125467 h 250824"/>
                <a:gd name="connsiteX6" fmla="*/ 142619 w 248698"/>
                <a:gd name="connsiteY6" fmla="*/ 250879 h 250824"/>
                <a:gd name="connsiteX7" fmla="*/ 248900 w 248698"/>
                <a:gd name="connsiteY7" fmla="*/ 166563 h 250824"/>
                <a:gd name="connsiteX8" fmla="*/ 240397 w 248698"/>
                <a:gd name="connsiteY8" fmla="*/ 159123 h 250824"/>
                <a:gd name="connsiteX9" fmla="*/ 232249 w 248698"/>
                <a:gd name="connsiteY9" fmla="*/ 165145 h 250824"/>
                <a:gd name="connsiteX10" fmla="*/ 151121 w 248698"/>
                <a:gd name="connsiteY10" fmla="*/ 234228 h 250824"/>
                <a:gd name="connsiteX11" fmla="*/ 75307 w 248698"/>
                <a:gd name="connsiteY11" fmla="*/ 204115 h 250824"/>
                <a:gd name="connsiteX12" fmla="*/ 54405 w 248698"/>
                <a:gd name="connsiteY12" fmla="*/ 125467 h 250824"/>
                <a:gd name="connsiteX13" fmla="*/ 77787 w 248698"/>
                <a:gd name="connsiteY13" fmla="*/ 43985 h 250824"/>
                <a:gd name="connsiteX14" fmla="*/ 150058 w 248698"/>
                <a:gd name="connsiteY14" fmla="*/ 16706 h 250824"/>
                <a:gd name="connsiteX15" fmla="*/ 229769 w 248698"/>
                <a:gd name="connsiteY15" fmla="*/ 88623 h 250824"/>
                <a:gd name="connsiteX16" fmla="*/ 239335 w 248698"/>
                <a:gd name="connsiteY16" fmla="*/ 96062 h 250824"/>
                <a:gd name="connsiteX17" fmla="*/ 248900 w 248698"/>
                <a:gd name="connsiteY17" fmla="*/ 86143 h 250824"/>
                <a:gd name="connsiteX18" fmla="*/ 248900 w 248698"/>
                <a:gd name="connsiteY18" fmla="*/ 9975 h 25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8698" h="250824">
                  <a:moveTo>
                    <a:pt x="248900" y="9975"/>
                  </a:moveTo>
                  <a:cubicBezTo>
                    <a:pt x="248900" y="3243"/>
                    <a:pt x="248900" y="55"/>
                    <a:pt x="242523" y="55"/>
                  </a:cubicBezTo>
                  <a:cubicBezTo>
                    <a:pt x="239335" y="55"/>
                    <a:pt x="238626" y="763"/>
                    <a:pt x="235792" y="3243"/>
                  </a:cubicBezTo>
                  <a:lnTo>
                    <a:pt x="212410" y="24145"/>
                  </a:lnTo>
                  <a:cubicBezTo>
                    <a:pt x="190445" y="6432"/>
                    <a:pt x="166709" y="55"/>
                    <a:pt x="142619" y="55"/>
                  </a:cubicBezTo>
                  <a:cubicBezTo>
                    <a:pt x="54405" y="55"/>
                    <a:pt x="201" y="52841"/>
                    <a:pt x="201" y="125467"/>
                  </a:cubicBezTo>
                  <a:cubicBezTo>
                    <a:pt x="201" y="198093"/>
                    <a:pt x="54405" y="250879"/>
                    <a:pt x="142619" y="250879"/>
                  </a:cubicBezTo>
                  <a:cubicBezTo>
                    <a:pt x="208867" y="250879"/>
                    <a:pt x="248900" y="207304"/>
                    <a:pt x="248900" y="166563"/>
                  </a:cubicBezTo>
                  <a:cubicBezTo>
                    <a:pt x="248900" y="159477"/>
                    <a:pt x="246420" y="159123"/>
                    <a:pt x="240397" y="159123"/>
                  </a:cubicBezTo>
                  <a:cubicBezTo>
                    <a:pt x="235792" y="159123"/>
                    <a:pt x="232603" y="159123"/>
                    <a:pt x="232249" y="165145"/>
                  </a:cubicBezTo>
                  <a:cubicBezTo>
                    <a:pt x="229769" y="212618"/>
                    <a:pt x="186902" y="234228"/>
                    <a:pt x="151121" y="234228"/>
                  </a:cubicBezTo>
                  <a:cubicBezTo>
                    <a:pt x="123488" y="234228"/>
                    <a:pt x="93729" y="225726"/>
                    <a:pt x="75307" y="204115"/>
                  </a:cubicBezTo>
                  <a:cubicBezTo>
                    <a:pt x="58656" y="183922"/>
                    <a:pt x="54405" y="157351"/>
                    <a:pt x="54405" y="125467"/>
                  </a:cubicBezTo>
                  <a:cubicBezTo>
                    <a:pt x="54405" y="105628"/>
                    <a:pt x="55468" y="67366"/>
                    <a:pt x="77787" y="43985"/>
                  </a:cubicBezTo>
                  <a:cubicBezTo>
                    <a:pt x="100815" y="20603"/>
                    <a:pt x="131636" y="16706"/>
                    <a:pt x="150058" y="16706"/>
                  </a:cubicBezTo>
                  <a:cubicBezTo>
                    <a:pt x="188320" y="16706"/>
                    <a:pt x="221975" y="43630"/>
                    <a:pt x="229769" y="88623"/>
                  </a:cubicBezTo>
                  <a:cubicBezTo>
                    <a:pt x="230832" y="95354"/>
                    <a:pt x="231186" y="96062"/>
                    <a:pt x="239335" y="96062"/>
                  </a:cubicBezTo>
                  <a:cubicBezTo>
                    <a:pt x="248546" y="96062"/>
                    <a:pt x="248900" y="95354"/>
                    <a:pt x="248900" y="86143"/>
                  </a:cubicBezTo>
                  <a:lnTo>
                    <a:pt x="248900" y="9975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DBA742-C4DD-C463-67EC-69C9557130C5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0011852" y="4247141"/>
              <a:ext cx="201934" cy="245864"/>
            </a:xfrm>
            <a:custGeom>
              <a:avLst/>
              <a:gdLst>
                <a:gd name="connsiteX0" fmla="*/ 24654 w 201934"/>
                <a:gd name="connsiteY0" fmla="*/ 229269 h 245864"/>
                <a:gd name="connsiteX1" fmla="*/ 210 w 201934"/>
                <a:gd name="connsiteY1" fmla="*/ 229269 h 245864"/>
                <a:gd name="connsiteX2" fmla="*/ 210 w 201934"/>
                <a:gd name="connsiteY2" fmla="*/ 245919 h 245864"/>
                <a:gd name="connsiteX3" fmla="*/ 44848 w 201934"/>
                <a:gd name="connsiteY3" fmla="*/ 244857 h 245864"/>
                <a:gd name="connsiteX4" fmla="*/ 89486 w 201934"/>
                <a:gd name="connsiteY4" fmla="*/ 245919 h 245864"/>
                <a:gd name="connsiteX5" fmla="*/ 89486 w 201934"/>
                <a:gd name="connsiteY5" fmla="*/ 229269 h 245864"/>
                <a:gd name="connsiteX6" fmla="*/ 65041 w 201934"/>
                <a:gd name="connsiteY6" fmla="*/ 229269 h 245864"/>
                <a:gd name="connsiteX7" fmla="*/ 65041 w 201934"/>
                <a:gd name="connsiteY7" fmla="*/ 155226 h 245864"/>
                <a:gd name="connsiteX8" fmla="*/ 117828 w 201934"/>
                <a:gd name="connsiteY8" fmla="*/ 99251 h 245864"/>
                <a:gd name="connsiteX9" fmla="*/ 137313 w 201934"/>
                <a:gd name="connsiteY9" fmla="*/ 133615 h 245864"/>
                <a:gd name="connsiteX10" fmla="*/ 137313 w 201934"/>
                <a:gd name="connsiteY10" fmla="*/ 229269 h 245864"/>
                <a:gd name="connsiteX11" fmla="*/ 112868 w 201934"/>
                <a:gd name="connsiteY11" fmla="*/ 229269 h 245864"/>
                <a:gd name="connsiteX12" fmla="*/ 112868 w 201934"/>
                <a:gd name="connsiteY12" fmla="*/ 245919 h 245864"/>
                <a:gd name="connsiteX13" fmla="*/ 157506 w 201934"/>
                <a:gd name="connsiteY13" fmla="*/ 244857 h 245864"/>
                <a:gd name="connsiteX14" fmla="*/ 202144 w 201934"/>
                <a:gd name="connsiteY14" fmla="*/ 245919 h 245864"/>
                <a:gd name="connsiteX15" fmla="*/ 202144 w 201934"/>
                <a:gd name="connsiteY15" fmla="*/ 229269 h 245864"/>
                <a:gd name="connsiteX16" fmla="*/ 177700 w 201934"/>
                <a:gd name="connsiteY16" fmla="*/ 229269 h 245864"/>
                <a:gd name="connsiteX17" fmla="*/ 177700 w 201934"/>
                <a:gd name="connsiteY17" fmla="*/ 137512 h 245864"/>
                <a:gd name="connsiteX18" fmla="*/ 123142 w 201934"/>
                <a:gd name="connsiteY18" fmla="*/ 86497 h 245864"/>
                <a:gd name="connsiteX19" fmla="*/ 62916 w 201934"/>
                <a:gd name="connsiteY19" fmla="*/ 121216 h 245864"/>
                <a:gd name="connsiteX20" fmla="*/ 62916 w 201934"/>
                <a:gd name="connsiteY20" fmla="*/ 55 h 245864"/>
                <a:gd name="connsiteX21" fmla="*/ 210 w 201934"/>
                <a:gd name="connsiteY21" fmla="*/ 2889 h 245864"/>
                <a:gd name="connsiteX22" fmla="*/ 210 w 201934"/>
                <a:gd name="connsiteY22" fmla="*/ 19540 h 245864"/>
                <a:gd name="connsiteX23" fmla="*/ 24654 w 201934"/>
                <a:gd name="connsiteY23" fmla="*/ 33356 h 245864"/>
                <a:gd name="connsiteX24" fmla="*/ 24654 w 201934"/>
                <a:gd name="connsiteY24" fmla="*/ 229269 h 24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245864">
                  <a:moveTo>
                    <a:pt x="24654" y="229269"/>
                  </a:moveTo>
                  <a:lnTo>
                    <a:pt x="210" y="229269"/>
                  </a:lnTo>
                  <a:lnTo>
                    <a:pt x="210" y="245919"/>
                  </a:lnTo>
                  <a:cubicBezTo>
                    <a:pt x="10129" y="245565"/>
                    <a:pt x="31386" y="244857"/>
                    <a:pt x="44848" y="244857"/>
                  </a:cubicBezTo>
                  <a:cubicBezTo>
                    <a:pt x="58664" y="244857"/>
                    <a:pt x="79566" y="245565"/>
                    <a:pt x="89486" y="245919"/>
                  </a:cubicBezTo>
                  <a:lnTo>
                    <a:pt x="89486" y="229269"/>
                  </a:lnTo>
                  <a:lnTo>
                    <a:pt x="65041" y="229269"/>
                  </a:lnTo>
                  <a:lnTo>
                    <a:pt x="65041" y="155226"/>
                  </a:lnTo>
                  <a:cubicBezTo>
                    <a:pt x="65041" y="116610"/>
                    <a:pt x="95509" y="99251"/>
                    <a:pt x="117828" y="99251"/>
                  </a:cubicBezTo>
                  <a:cubicBezTo>
                    <a:pt x="129873" y="99251"/>
                    <a:pt x="137313" y="106691"/>
                    <a:pt x="137313" y="133615"/>
                  </a:cubicBezTo>
                  <a:lnTo>
                    <a:pt x="137313" y="229269"/>
                  </a:lnTo>
                  <a:lnTo>
                    <a:pt x="112868" y="229269"/>
                  </a:lnTo>
                  <a:lnTo>
                    <a:pt x="112868" y="245919"/>
                  </a:lnTo>
                  <a:cubicBezTo>
                    <a:pt x="122788" y="245565"/>
                    <a:pt x="144044" y="244857"/>
                    <a:pt x="157506" y="244857"/>
                  </a:cubicBezTo>
                  <a:cubicBezTo>
                    <a:pt x="171323" y="244857"/>
                    <a:pt x="192225" y="245565"/>
                    <a:pt x="202144" y="245919"/>
                  </a:cubicBezTo>
                  <a:lnTo>
                    <a:pt x="202144" y="229269"/>
                  </a:lnTo>
                  <a:lnTo>
                    <a:pt x="177700" y="229269"/>
                  </a:lnTo>
                  <a:lnTo>
                    <a:pt x="177700" y="137512"/>
                  </a:lnTo>
                  <a:cubicBezTo>
                    <a:pt x="177700" y="100314"/>
                    <a:pt x="158569" y="86497"/>
                    <a:pt x="123142" y="86497"/>
                  </a:cubicBezTo>
                  <a:cubicBezTo>
                    <a:pt x="89132" y="86497"/>
                    <a:pt x="71064" y="107045"/>
                    <a:pt x="62916" y="121216"/>
                  </a:cubicBezTo>
                  <a:lnTo>
                    <a:pt x="62916" y="55"/>
                  </a:lnTo>
                  <a:lnTo>
                    <a:pt x="210" y="2889"/>
                  </a:lnTo>
                  <a:lnTo>
                    <a:pt x="210" y="19540"/>
                  </a:lnTo>
                  <a:cubicBezTo>
                    <a:pt x="22174" y="19540"/>
                    <a:pt x="24654" y="19540"/>
                    <a:pt x="24654" y="33356"/>
                  </a:cubicBezTo>
                  <a:lnTo>
                    <a:pt x="24654" y="229269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2529F99-7A16-F6E9-DF84-A58EA4DB953A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0233585" y="4332520"/>
              <a:ext cx="186346" cy="162610"/>
            </a:xfrm>
            <a:custGeom>
              <a:avLst/>
              <a:gdLst>
                <a:gd name="connsiteX0" fmla="*/ 121377 w 186346"/>
                <a:gd name="connsiteY0" fmla="*/ 133261 h 162610"/>
                <a:gd name="connsiteX1" fmla="*/ 158221 w 186346"/>
                <a:gd name="connsiteY1" fmla="*/ 160540 h 162610"/>
                <a:gd name="connsiteX2" fmla="*/ 175226 w 186346"/>
                <a:gd name="connsiteY2" fmla="*/ 160540 h 162610"/>
                <a:gd name="connsiteX3" fmla="*/ 186563 w 186346"/>
                <a:gd name="connsiteY3" fmla="*/ 152037 h 162610"/>
                <a:gd name="connsiteX4" fmla="*/ 177352 w 186346"/>
                <a:gd name="connsiteY4" fmla="*/ 143889 h 162610"/>
                <a:gd name="connsiteX5" fmla="*/ 155741 w 186346"/>
                <a:gd name="connsiteY5" fmla="*/ 130781 h 162610"/>
                <a:gd name="connsiteX6" fmla="*/ 155741 w 186346"/>
                <a:gd name="connsiteY6" fmla="*/ 54613 h 162610"/>
                <a:gd name="connsiteX7" fmla="*/ 77802 w 186346"/>
                <a:gd name="connsiteY7" fmla="*/ 55 h 162610"/>
                <a:gd name="connsiteX8" fmla="*/ 14387 w 186346"/>
                <a:gd name="connsiteY8" fmla="*/ 32648 h 162610"/>
                <a:gd name="connsiteX9" fmla="*/ 36352 w 186346"/>
                <a:gd name="connsiteY9" fmla="*/ 54967 h 162610"/>
                <a:gd name="connsiteX10" fmla="*/ 58671 w 186346"/>
                <a:gd name="connsiteY10" fmla="*/ 32648 h 162610"/>
                <a:gd name="connsiteX11" fmla="*/ 50877 w 186346"/>
                <a:gd name="connsiteY11" fmla="*/ 15289 h 162610"/>
                <a:gd name="connsiteX12" fmla="*/ 76384 w 186346"/>
                <a:gd name="connsiteY12" fmla="*/ 12809 h 162610"/>
                <a:gd name="connsiteX13" fmla="*/ 115354 w 186346"/>
                <a:gd name="connsiteY13" fmla="*/ 54613 h 162610"/>
                <a:gd name="connsiteX14" fmla="*/ 115354 w 186346"/>
                <a:gd name="connsiteY14" fmla="*/ 66658 h 162610"/>
                <a:gd name="connsiteX15" fmla="*/ 216 w 186346"/>
                <a:gd name="connsiteY15" fmla="*/ 122279 h 162610"/>
                <a:gd name="connsiteX16" fmla="*/ 68590 w 186346"/>
                <a:gd name="connsiteY16" fmla="*/ 162666 h 162610"/>
                <a:gd name="connsiteX17" fmla="*/ 121377 w 186346"/>
                <a:gd name="connsiteY17" fmla="*/ 133261 h 162610"/>
                <a:gd name="connsiteX18" fmla="*/ 115354 w 186346"/>
                <a:gd name="connsiteY18" fmla="*/ 77640 h 162610"/>
                <a:gd name="connsiteX19" fmla="*/ 115354 w 186346"/>
                <a:gd name="connsiteY19" fmla="*/ 111296 h 162610"/>
                <a:gd name="connsiteX20" fmla="*/ 73905 w 186346"/>
                <a:gd name="connsiteY20" fmla="*/ 149912 h 162610"/>
                <a:gd name="connsiteX21" fmla="*/ 41666 w 186346"/>
                <a:gd name="connsiteY21" fmla="*/ 121924 h 162610"/>
                <a:gd name="connsiteX22" fmla="*/ 11535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377" y="133261"/>
                  </a:moveTo>
                  <a:cubicBezTo>
                    <a:pt x="121377" y="144243"/>
                    <a:pt x="121377" y="160540"/>
                    <a:pt x="158221" y="160540"/>
                  </a:cubicBezTo>
                  <a:lnTo>
                    <a:pt x="175226" y="160540"/>
                  </a:lnTo>
                  <a:cubicBezTo>
                    <a:pt x="182312" y="160540"/>
                    <a:pt x="186563" y="160540"/>
                    <a:pt x="186563" y="152037"/>
                  </a:cubicBezTo>
                  <a:cubicBezTo>
                    <a:pt x="186563" y="143889"/>
                    <a:pt x="181957" y="143889"/>
                    <a:pt x="177352" y="143889"/>
                  </a:cubicBezTo>
                  <a:cubicBezTo>
                    <a:pt x="155741" y="143535"/>
                    <a:pt x="155741" y="138929"/>
                    <a:pt x="155741" y="130781"/>
                  </a:cubicBezTo>
                  <a:lnTo>
                    <a:pt x="155741" y="54613"/>
                  </a:lnTo>
                  <a:cubicBezTo>
                    <a:pt x="155741" y="23083"/>
                    <a:pt x="130588" y="55"/>
                    <a:pt x="77802" y="55"/>
                  </a:cubicBezTo>
                  <a:cubicBezTo>
                    <a:pt x="57608" y="55"/>
                    <a:pt x="14387" y="1472"/>
                    <a:pt x="14387" y="32648"/>
                  </a:cubicBezTo>
                  <a:cubicBezTo>
                    <a:pt x="14387" y="48236"/>
                    <a:pt x="26786" y="54967"/>
                    <a:pt x="36352" y="54967"/>
                  </a:cubicBezTo>
                  <a:cubicBezTo>
                    <a:pt x="47334" y="54967"/>
                    <a:pt x="58671" y="47527"/>
                    <a:pt x="58671" y="32648"/>
                  </a:cubicBezTo>
                  <a:cubicBezTo>
                    <a:pt x="58671" y="22020"/>
                    <a:pt x="51940" y="15997"/>
                    <a:pt x="50877" y="15289"/>
                  </a:cubicBezTo>
                  <a:cubicBezTo>
                    <a:pt x="60796" y="13163"/>
                    <a:pt x="72133" y="12809"/>
                    <a:pt x="76384" y="12809"/>
                  </a:cubicBezTo>
                  <a:cubicBezTo>
                    <a:pt x="102955" y="12809"/>
                    <a:pt x="115354" y="27688"/>
                    <a:pt x="115354" y="54613"/>
                  </a:cubicBezTo>
                  <a:lnTo>
                    <a:pt x="115354" y="66658"/>
                  </a:lnTo>
                  <a:cubicBezTo>
                    <a:pt x="90201" y="67721"/>
                    <a:pt x="216" y="70909"/>
                    <a:pt x="216" y="122279"/>
                  </a:cubicBezTo>
                  <a:cubicBezTo>
                    <a:pt x="216" y="156289"/>
                    <a:pt x="44146" y="162666"/>
                    <a:pt x="68590" y="162666"/>
                  </a:cubicBezTo>
                  <a:cubicBezTo>
                    <a:pt x="96932" y="162666"/>
                    <a:pt x="113583" y="148140"/>
                    <a:pt x="121377" y="133261"/>
                  </a:cubicBezTo>
                  <a:close/>
                  <a:moveTo>
                    <a:pt x="115354" y="77640"/>
                  </a:moveTo>
                  <a:lnTo>
                    <a:pt x="115354" y="111296"/>
                  </a:lnTo>
                  <a:cubicBezTo>
                    <a:pt x="115354" y="145306"/>
                    <a:pt x="82761" y="149912"/>
                    <a:pt x="73905" y="149912"/>
                  </a:cubicBezTo>
                  <a:cubicBezTo>
                    <a:pt x="55837" y="149912"/>
                    <a:pt x="41666" y="137512"/>
                    <a:pt x="41666" y="121924"/>
                  </a:cubicBezTo>
                  <a:cubicBezTo>
                    <a:pt x="41666" y="83663"/>
                    <a:pt x="97641" y="78703"/>
                    <a:pt x="115354" y="776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B138060-0428-6751-3D17-74A6243B1940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433403" y="4333583"/>
              <a:ext cx="143479" cy="159422"/>
            </a:xfrm>
            <a:custGeom>
              <a:avLst/>
              <a:gdLst>
                <a:gd name="connsiteX0" fmla="*/ 59031 w 143479"/>
                <a:gd name="connsiteY0" fmla="*/ 40088 h 159422"/>
                <a:gd name="connsiteX1" fmla="*/ 59031 w 143479"/>
                <a:gd name="connsiteY1" fmla="*/ 55 h 159422"/>
                <a:gd name="connsiteX2" fmla="*/ 222 w 143479"/>
                <a:gd name="connsiteY2" fmla="*/ 2889 h 159422"/>
                <a:gd name="connsiteX3" fmla="*/ 222 w 143479"/>
                <a:gd name="connsiteY3" fmla="*/ 19540 h 159422"/>
                <a:gd name="connsiteX4" fmla="*/ 24666 w 143479"/>
                <a:gd name="connsiteY4" fmla="*/ 33356 h 159422"/>
                <a:gd name="connsiteX5" fmla="*/ 24666 w 143479"/>
                <a:gd name="connsiteY5" fmla="*/ 142826 h 159422"/>
                <a:gd name="connsiteX6" fmla="*/ 222 w 143479"/>
                <a:gd name="connsiteY6" fmla="*/ 142826 h 159422"/>
                <a:gd name="connsiteX7" fmla="*/ 222 w 143479"/>
                <a:gd name="connsiteY7" fmla="*/ 159477 h 159422"/>
                <a:gd name="connsiteX8" fmla="*/ 44860 w 143479"/>
                <a:gd name="connsiteY8" fmla="*/ 158414 h 159422"/>
                <a:gd name="connsiteX9" fmla="*/ 93749 w 143479"/>
                <a:gd name="connsiteY9" fmla="*/ 159477 h 159422"/>
                <a:gd name="connsiteX10" fmla="*/ 93749 w 143479"/>
                <a:gd name="connsiteY10" fmla="*/ 142826 h 159422"/>
                <a:gd name="connsiteX11" fmla="*/ 62928 w 143479"/>
                <a:gd name="connsiteY11" fmla="*/ 142826 h 159422"/>
                <a:gd name="connsiteX12" fmla="*/ 62928 w 143479"/>
                <a:gd name="connsiteY12" fmla="*/ 80829 h 159422"/>
                <a:gd name="connsiteX13" fmla="*/ 107212 w 143479"/>
                <a:gd name="connsiteY13" fmla="*/ 12809 h 159422"/>
                <a:gd name="connsiteX14" fmla="*/ 100480 w 143479"/>
                <a:gd name="connsiteY14" fmla="*/ 29105 h 159422"/>
                <a:gd name="connsiteX15" fmla="*/ 122091 w 143479"/>
                <a:gd name="connsiteY15" fmla="*/ 50716 h 159422"/>
                <a:gd name="connsiteX16" fmla="*/ 143702 w 143479"/>
                <a:gd name="connsiteY16" fmla="*/ 29105 h 159422"/>
                <a:gd name="connsiteX17" fmla="*/ 106149 w 143479"/>
                <a:gd name="connsiteY17" fmla="*/ 55 h 159422"/>
                <a:gd name="connsiteX18" fmla="*/ 59031 w 143479"/>
                <a:gd name="connsiteY18" fmla="*/ 40088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3479" h="159422">
                  <a:moveTo>
                    <a:pt x="59031" y="40088"/>
                  </a:moveTo>
                  <a:lnTo>
                    <a:pt x="59031" y="55"/>
                  </a:lnTo>
                  <a:lnTo>
                    <a:pt x="222" y="2889"/>
                  </a:lnTo>
                  <a:lnTo>
                    <a:pt x="222" y="19540"/>
                  </a:lnTo>
                  <a:cubicBezTo>
                    <a:pt x="22186" y="19540"/>
                    <a:pt x="24666" y="19540"/>
                    <a:pt x="24666" y="33356"/>
                  </a:cubicBezTo>
                  <a:lnTo>
                    <a:pt x="24666" y="142826"/>
                  </a:lnTo>
                  <a:lnTo>
                    <a:pt x="222" y="142826"/>
                  </a:lnTo>
                  <a:lnTo>
                    <a:pt x="222" y="159477"/>
                  </a:lnTo>
                  <a:cubicBezTo>
                    <a:pt x="12621" y="159123"/>
                    <a:pt x="28563" y="158414"/>
                    <a:pt x="44860" y="158414"/>
                  </a:cubicBezTo>
                  <a:cubicBezTo>
                    <a:pt x="58322" y="158414"/>
                    <a:pt x="80996" y="158414"/>
                    <a:pt x="93749" y="159477"/>
                  </a:cubicBezTo>
                  <a:lnTo>
                    <a:pt x="93749" y="142826"/>
                  </a:lnTo>
                  <a:lnTo>
                    <a:pt x="62928" y="142826"/>
                  </a:lnTo>
                  <a:lnTo>
                    <a:pt x="62928" y="80829"/>
                  </a:lnTo>
                  <a:cubicBezTo>
                    <a:pt x="62928" y="56030"/>
                    <a:pt x="71784" y="12809"/>
                    <a:pt x="107212" y="12809"/>
                  </a:cubicBezTo>
                  <a:cubicBezTo>
                    <a:pt x="106857" y="13163"/>
                    <a:pt x="100480" y="18831"/>
                    <a:pt x="100480" y="29105"/>
                  </a:cubicBezTo>
                  <a:cubicBezTo>
                    <a:pt x="100480" y="43630"/>
                    <a:pt x="111817" y="50716"/>
                    <a:pt x="122091" y="50716"/>
                  </a:cubicBezTo>
                  <a:cubicBezTo>
                    <a:pt x="132365" y="50716"/>
                    <a:pt x="143702" y="43276"/>
                    <a:pt x="143702" y="29105"/>
                  </a:cubicBezTo>
                  <a:cubicBezTo>
                    <a:pt x="143702" y="10329"/>
                    <a:pt x="124571" y="55"/>
                    <a:pt x="106149" y="55"/>
                  </a:cubicBezTo>
                  <a:cubicBezTo>
                    <a:pt x="81350" y="55"/>
                    <a:pt x="67179" y="17769"/>
                    <a:pt x="59031" y="400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F1EC8CD-9AA0-9D6D-9686-5B5574C5F24C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599418" y="4331812"/>
              <a:ext cx="186346" cy="232402"/>
            </a:xfrm>
            <a:custGeom>
              <a:avLst/>
              <a:gdLst>
                <a:gd name="connsiteX0" fmla="*/ 79229 w 186346"/>
                <a:gd name="connsiteY0" fmla="*/ 93937 h 232402"/>
                <a:gd name="connsiteX1" fmla="*/ 48053 w 186346"/>
                <a:gd name="connsiteY1" fmla="*/ 54258 h 232402"/>
                <a:gd name="connsiteX2" fmla="*/ 79229 w 186346"/>
                <a:gd name="connsiteY2" fmla="*/ 14580 h 232402"/>
                <a:gd name="connsiteX3" fmla="*/ 110405 w 186346"/>
                <a:gd name="connsiteY3" fmla="*/ 54258 h 232402"/>
                <a:gd name="connsiteX4" fmla="*/ 79229 w 186346"/>
                <a:gd name="connsiteY4" fmla="*/ 93937 h 232402"/>
                <a:gd name="connsiteX5" fmla="*/ 36008 w 186346"/>
                <a:gd name="connsiteY5" fmla="*/ 97480 h 232402"/>
                <a:gd name="connsiteX6" fmla="*/ 79229 w 186346"/>
                <a:gd name="connsiteY6" fmla="*/ 106691 h 232402"/>
                <a:gd name="connsiteX7" fmla="*/ 149729 w 186346"/>
                <a:gd name="connsiteY7" fmla="*/ 54258 h 232402"/>
                <a:gd name="connsiteX8" fmla="*/ 135558 w 186346"/>
                <a:gd name="connsiteY8" fmla="*/ 20248 h 232402"/>
                <a:gd name="connsiteX9" fmla="*/ 157523 w 186346"/>
                <a:gd name="connsiteY9" fmla="*/ 13517 h 232402"/>
                <a:gd name="connsiteX10" fmla="*/ 156106 w 186346"/>
                <a:gd name="connsiteY10" fmla="*/ 20603 h 232402"/>
                <a:gd name="connsiteX11" fmla="*/ 171339 w 186346"/>
                <a:gd name="connsiteY11" fmla="*/ 35836 h 232402"/>
                <a:gd name="connsiteX12" fmla="*/ 186573 w 186346"/>
                <a:gd name="connsiteY12" fmla="*/ 20603 h 232402"/>
                <a:gd name="connsiteX13" fmla="*/ 164254 w 186346"/>
                <a:gd name="connsiteY13" fmla="*/ 55 h 232402"/>
                <a:gd name="connsiteX14" fmla="*/ 126701 w 186346"/>
                <a:gd name="connsiteY14" fmla="*/ 13517 h 232402"/>
                <a:gd name="connsiteX15" fmla="*/ 79229 w 186346"/>
                <a:gd name="connsiteY15" fmla="*/ 1826 h 232402"/>
                <a:gd name="connsiteX16" fmla="*/ 8729 w 186346"/>
                <a:gd name="connsiteY16" fmla="*/ 54258 h 232402"/>
                <a:gd name="connsiteX17" fmla="*/ 27151 w 186346"/>
                <a:gd name="connsiteY17" fmla="*/ 91457 h 232402"/>
                <a:gd name="connsiteX18" fmla="*/ 15106 w 186346"/>
                <a:gd name="connsiteY18" fmla="*/ 122987 h 232402"/>
                <a:gd name="connsiteX19" fmla="*/ 30694 w 186346"/>
                <a:gd name="connsiteY19" fmla="*/ 156997 h 232402"/>
                <a:gd name="connsiteX20" fmla="*/ 226 w 186346"/>
                <a:gd name="connsiteY20" fmla="*/ 187819 h 232402"/>
                <a:gd name="connsiteX21" fmla="*/ 90566 w 186346"/>
                <a:gd name="connsiteY21" fmla="*/ 232457 h 232402"/>
                <a:gd name="connsiteX22" fmla="*/ 180905 w 186346"/>
                <a:gd name="connsiteY22" fmla="*/ 186756 h 232402"/>
                <a:gd name="connsiteX23" fmla="*/ 154334 w 186346"/>
                <a:gd name="connsiteY23" fmla="*/ 141764 h 232402"/>
                <a:gd name="connsiteX24" fmla="*/ 79229 w 186346"/>
                <a:gd name="connsiteY24" fmla="*/ 131844 h 232402"/>
                <a:gd name="connsiteX25" fmla="*/ 51950 w 186346"/>
                <a:gd name="connsiteY25" fmla="*/ 131490 h 232402"/>
                <a:gd name="connsiteX26" fmla="*/ 32465 w 186346"/>
                <a:gd name="connsiteY26" fmla="*/ 109171 h 232402"/>
                <a:gd name="connsiteX27" fmla="*/ 36008 w 186346"/>
                <a:gd name="connsiteY27" fmla="*/ 97480 h 232402"/>
                <a:gd name="connsiteX28" fmla="*/ 57973 w 186346"/>
                <a:gd name="connsiteY28" fmla="*/ 165854 h 232402"/>
                <a:gd name="connsiteX29" fmla="*/ 99422 w 186346"/>
                <a:gd name="connsiteY29" fmla="*/ 165854 h 232402"/>
                <a:gd name="connsiteX30" fmla="*/ 150437 w 186346"/>
                <a:gd name="connsiteY30" fmla="*/ 187819 h 232402"/>
                <a:gd name="connsiteX31" fmla="*/ 90566 w 186346"/>
                <a:gd name="connsiteY31" fmla="*/ 219703 h 232402"/>
                <a:gd name="connsiteX32" fmla="*/ 30694 w 186346"/>
                <a:gd name="connsiteY32" fmla="*/ 187110 h 232402"/>
                <a:gd name="connsiteX33" fmla="*/ 57973 w 186346"/>
                <a:gd name="connsiteY33" fmla="*/ 165854 h 23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86346" h="232402">
                  <a:moveTo>
                    <a:pt x="79229" y="93937"/>
                  </a:moveTo>
                  <a:cubicBezTo>
                    <a:pt x="48053" y="93937"/>
                    <a:pt x="48053" y="70201"/>
                    <a:pt x="48053" y="54258"/>
                  </a:cubicBezTo>
                  <a:cubicBezTo>
                    <a:pt x="48053" y="38316"/>
                    <a:pt x="48053" y="14580"/>
                    <a:pt x="79229" y="14580"/>
                  </a:cubicBezTo>
                  <a:cubicBezTo>
                    <a:pt x="110405" y="14580"/>
                    <a:pt x="110405" y="38316"/>
                    <a:pt x="110405" y="54258"/>
                  </a:cubicBezTo>
                  <a:cubicBezTo>
                    <a:pt x="110405" y="70201"/>
                    <a:pt x="110405" y="93937"/>
                    <a:pt x="79229" y="93937"/>
                  </a:cubicBezTo>
                  <a:close/>
                  <a:moveTo>
                    <a:pt x="36008" y="97480"/>
                  </a:moveTo>
                  <a:cubicBezTo>
                    <a:pt x="52304" y="105982"/>
                    <a:pt x="70372" y="106691"/>
                    <a:pt x="79229" y="106691"/>
                  </a:cubicBezTo>
                  <a:cubicBezTo>
                    <a:pt x="130244" y="106691"/>
                    <a:pt x="149729" y="79057"/>
                    <a:pt x="149729" y="54258"/>
                  </a:cubicBezTo>
                  <a:cubicBezTo>
                    <a:pt x="149729" y="37608"/>
                    <a:pt x="140872" y="25917"/>
                    <a:pt x="135558" y="20248"/>
                  </a:cubicBezTo>
                  <a:cubicBezTo>
                    <a:pt x="146186" y="14580"/>
                    <a:pt x="153626" y="13872"/>
                    <a:pt x="157523" y="13517"/>
                  </a:cubicBezTo>
                  <a:cubicBezTo>
                    <a:pt x="156814" y="15289"/>
                    <a:pt x="156106" y="18477"/>
                    <a:pt x="156106" y="20603"/>
                  </a:cubicBezTo>
                  <a:cubicBezTo>
                    <a:pt x="156106" y="29459"/>
                    <a:pt x="162128" y="35836"/>
                    <a:pt x="171339" y="35836"/>
                  </a:cubicBezTo>
                  <a:cubicBezTo>
                    <a:pt x="180551" y="35836"/>
                    <a:pt x="186573" y="29105"/>
                    <a:pt x="186573" y="20603"/>
                  </a:cubicBezTo>
                  <a:cubicBezTo>
                    <a:pt x="186573" y="12454"/>
                    <a:pt x="180551" y="55"/>
                    <a:pt x="164254" y="55"/>
                  </a:cubicBezTo>
                  <a:cubicBezTo>
                    <a:pt x="158940" y="55"/>
                    <a:pt x="142289" y="1118"/>
                    <a:pt x="126701" y="13517"/>
                  </a:cubicBezTo>
                  <a:cubicBezTo>
                    <a:pt x="120324" y="9266"/>
                    <a:pt x="105445" y="1826"/>
                    <a:pt x="79229" y="1826"/>
                  </a:cubicBezTo>
                  <a:cubicBezTo>
                    <a:pt x="28214" y="1826"/>
                    <a:pt x="8729" y="29459"/>
                    <a:pt x="8729" y="54258"/>
                  </a:cubicBezTo>
                  <a:cubicBezTo>
                    <a:pt x="8729" y="68784"/>
                    <a:pt x="15814" y="83309"/>
                    <a:pt x="27151" y="91457"/>
                  </a:cubicBezTo>
                  <a:cubicBezTo>
                    <a:pt x="17231" y="103856"/>
                    <a:pt x="15106" y="115547"/>
                    <a:pt x="15106" y="122987"/>
                  </a:cubicBezTo>
                  <a:cubicBezTo>
                    <a:pt x="15106" y="128301"/>
                    <a:pt x="16523" y="145661"/>
                    <a:pt x="30694" y="156997"/>
                  </a:cubicBezTo>
                  <a:cubicBezTo>
                    <a:pt x="26088" y="158060"/>
                    <a:pt x="226" y="165500"/>
                    <a:pt x="226" y="187819"/>
                  </a:cubicBezTo>
                  <a:cubicBezTo>
                    <a:pt x="226" y="205887"/>
                    <a:pt x="19711" y="232457"/>
                    <a:pt x="90566" y="232457"/>
                  </a:cubicBezTo>
                  <a:cubicBezTo>
                    <a:pt x="153272" y="232457"/>
                    <a:pt x="180905" y="211555"/>
                    <a:pt x="180905" y="186756"/>
                  </a:cubicBezTo>
                  <a:cubicBezTo>
                    <a:pt x="180905" y="176128"/>
                    <a:pt x="178071" y="153809"/>
                    <a:pt x="154334" y="141764"/>
                  </a:cubicBezTo>
                  <a:cubicBezTo>
                    <a:pt x="134495" y="131844"/>
                    <a:pt x="113239" y="131844"/>
                    <a:pt x="79229" y="131844"/>
                  </a:cubicBezTo>
                  <a:cubicBezTo>
                    <a:pt x="70018" y="131844"/>
                    <a:pt x="53721" y="131844"/>
                    <a:pt x="51950" y="131490"/>
                  </a:cubicBezTo>
                  <a:cubicBezTo>
                    <a:pt x="36362" y="129010"/>
                    <a:pt x="32465" y="115547"/>
                    <a:pt x="32465" y="109171"/>
                  </a:cubicBezTo>
                  <a:cubicBezTo>
                    <a:pt x="32465" y="105628"/>
                    <a:pt x="33882" y="100314"/>
                    <a:pt x="36008" y="97480"/>
                  </a:cubicBezTo>
                  <a:close/>
                  <a:moveTo>
                    <a:pt x="57973" y="165854"/>
                  </a:moveTo>
                  <a:lnTo>
                    <a:pt x="99422" y="165854"/>
                  </a:lnTo>
                  <a:cubicBezTo>
                    <a:pt x="110405" y="165854"/>
                    <a:pt x="150437" y="165854"/>
                    <a:pt x="150437" y="187819"/>
                  </a:cubicBezTo>
                  <a:cubicBezTo>
                    <a:pt x="150437" y="200573"/>
                    <a:pt x="136621" y="219703"/>
                    <a:pt x="90566" y="219703"/>
                  </a:cubicBezTo>
                  <a:cubicBezTo>
                    <a:pt x="48053" y="219703"/>
                    <a:pt x="30694" y="203407"/>
                    <a:pt x="30694" y="187110"/>
                  </a:cubicBezTo>
                  <a:cubicBezTo>
                    <a:pt x="30694" y="165854"/>
                    <a:pt x="53013" y="165854"/>
                    <a:pt x="57973" y="165854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E32AA7C-6D88-706A-F342-62F736CF2B33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803123" y="4332520"/>
              <a:ext cx="163673" cy="162610"/>
            </a:xfrm>
            <a:custGeom>
              <a:avLst/>
              <a:gdLst>
                <a:gd name="connsiteX0" fmla="*/ 152569 w 163673"/>
                <a:gd name="connsiteY0" fmla="*/ 83309 h 162610"/>
                <a:gd name="connsiteX1" fmla="*/ 163905 w 163673"/>
                <a:gd name="connsiteY1" fmla="*/ 73743 h 162610"/>
                <a:gd name="connsiteX2" fmla="*/ 144066 w 163673"/>
                <a:gd name="connsiteY2" fmla="*/ 19186 h 162610"/>
                <a:gd name="connsiteX3" fmla="*/ 87737 w 163673"/>
                <a:gd name="connsiteY3" fmla="*/ 55 h 162610"/>
                <a:gd name="connsiteX4" fmla="*/ 232 w 163673"/>
                <a:gd name="connsiteY4" fmla="*/ 80829 h 162610"/>
                <a:gd name="connsiteX5" fmla="*/ 92697 w 163673"/>
                <a:gd name="connsiteY5" fmla="*/ 162666 h 162610"/>
                <a:gd name="connsiteX6" fmla="*/ 163905 w 163673"/>
                <a:gd name="connsiteY6" fmla="*/ 119090 h 162610"/>
                <a:gd name="connsiteX7" fmla="*/ 155403 w 163673"/>
                <a:gd name="connsiteY7" fmla="*/ 112713 h 162610"/>
                <a:gd name="connsiteX8" fmla="*/ 146546 w 163673"/>
                <a:gd name="connsiteY8" fmla="*/ 120153 h 162610"/>
                <a:gd name="connsiteX9" fmla="*/ 95885 w 163673"/>
                <a:gd name="connsiteY9" fmla="*/ 148495 h 162610"/>
                <a:gd name="connsiteX10" fmla="*/ 45579 w 163673"/>
                <a:gd name="connsiteY10" fmla="*/ 83309 h 162610"/>
                <a:gd name="connsiteX11" fmla="*/ 152569 w 163673"/>
                <a:gd name="connsiteY11" fmla="*/ 83309 h 162610"/>
                <a:gd name="connsiteX12" fmla="*/ 45579 w 163673"/>
                <a:gd name="connsiteY12" fmla="*/ 71618 h 162610"/>
                <a:gd name="connsiteX13" fmla="*/ 54081 w 163673"/>
                <a:gd name="connsiteY13" fmla="*/ 31231 h 162610"/>
                <a:gd name="connsiteX14" fmla="*/ 87737 w 163673"/>
                <a:gd name="connsiteY14" fmla="*/ 12809 h 162610"/>
                <a:gd name="connsiteX15" fmla="*/ 130250 w 163673"/>
                <a:gd name="connsiteY15" fmla="*/ 71618 h 162610"/>
                <a:gd name="connsiteX16" fmla="*/ 45579 w 163673"/>
                <a:gd name="connsiteY16" fmla="*/ 71618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3673" h="162610">
                  <a:moveTo>
                    <a:pt x="152569" y="83309"/>
                  </a:moveTo>
                  <a:cubicBezTo>
                    <a:pt x="160363" y="83309"/>
                    <a:pt x="163905" y="83309"/>
                    <a:pt x="163905" y="73743"/>
                  </a:cubicBezTo>
                  <a:cubicBezTo>
                    <a:pt x="163905" y="62761"/>
                    <a:pt x="161780" y="36899"/>
                    <a:pt x="144066" y="19186"/>
                  </a:cubicBezTo>
                  <a:cubicBezTo>
                    <a:pt x="130958" y="6432"/>
                    <a:pt x="112182" y="55"/>
                    <a:pt x="87737" y="55"/>
                  </a:cubicBezTo>
                  <a:cubicBezTo>
                    <a:pt x="31054" y="55"/>
                    <a:pt x="232" y="36545"/>
                    <a:pt x="232" y="80829"/>
                  </a:cubicBezTo>
                  <a:cubicBezTo>
                    <a:pt x="232" y="128301"/>
                    <a:pt x="35659" y="162666"/>
                    <a:pt x="92697" y="162666"/>
                  </a:cubicBezTo>
                  <a:cubicBezTo>
                    <a:pt x="148672" y="162666"/>
                    <a:pt x="163905" y="125113"/>
                    <a:pt x="163905" y="119090"/>
                  </a:cubicBezTo>
                  <a:cubicBezTo>
                    <a:pt x="163905" y="112713"/>
                    <a:pt x="157174" y="112713"/>
                    <a:pt x="155403" y="112713"/>
                  </a:cubicBezTo>
                  <a:cubicBezTo>
                    <a:pt x="149380" y="112713"/>
                    <a:pt x="148672" y="114485"/>
                    <a:pt x="146546" y="120153"/>
                  </a:cubicBezTo>
                  <a:cubicBezTo>
                    <a:pt x="139106" y="137158"/>
                    <a:pt x="118913" y="148495"/>
                    <a:pt x="95885" y="148495"/>
                  </a:cubicBezTo>
                  <a:cubicBezTo>
                    <a:pt x="45933" y="148495"/>
                    <a:pt x="45579" y="101377"/>
                    <a:pt x="45579" y="83309"/>
                  </a:cubicBezTo>
                  <a:lnTo>
                    <a:pt x="152569" y="83309"/>
                  </a:lnTo>
                  <a:close/>
                  <a:moveTo>
                    <a:pt x="45579" y="71618"/>
                  </a:moveTo>
                  <a:cubicBezTo>
                    <a:pt x="46287" y="57801"/>
                    <a:pt x="46642" y="42922"/>
                    <a:pt x="54081" y="31231"/>
                  </a:cubicBezTo>
                  <a:cubicBezTo>
                    <a:pt x="63292" y="17060"/>
                    <a:pt x="77463" y="12809"/>
                    <a:pt x="87737" y="12809"/>
                  </a:cubicBezTo>
                  <a:cubicBezTo>
                    <a:pt x="129187" y="12809"/>
                    <a:pt x="129895" y="59218"/>
                    <a:pt x="130250" y="71618"/>
                  </a:cubicBezTo>
                  <a:lnTo>
                    <a:pt x="45579" y="71618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7906CF-73C9-BAA0-62B5-0DE257906F23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1136993" y="4246078"/>
              <a:ext cx="262515" cy="315655"/>
            </a:xfrm>
            <a:custGeom>
              <a:avLst/>
              <a:gdLst>
                <a:gd name="connsiteX0" fmla="*/ 187296 w 262515"/>
                <a:gd name="connsiteY0" fmla="*/ 240605 h 315655"/>
                <a:gd name="connsiteX1" fmla="*/ 260631 w 262515"/>
                <a:gd name="connsiteY1" fmla="*/ 126884 h 315655"/>
                <a:gd name="connsiteX2" fmla="*/ 130613 w 262515"/>
                <a:gd name="connsiteY2" fmla="*/ 55 h 315655"/>
                <a:gd name="connsiteX3" fmla="*/ 241 w 262515"/>
                <a:gd name="connsiteY3" fmla="*/ 126884 h 315655"/>
                <a:gd name="connsiteX4" fmla="*/ 130613 w 262515"/>
                <a:gd name="connsiteY4" fmla="*/ 250879 h 315655"/>
                <a:gd name="connsiteX5" fmla="*/ 164269 w 262515"/>
                <a:gd name="connsiteY5" fmla="*/ 247691 h 315655"/>
                <a:gd name="connsiteX6" fmla="*/ 214221 w 262515"/>
                <a:gd name="connsiteY6" fmla="*/ 315711 h 315655"/>
                <a:gd name="connsiteX7" fmla="*/ 262756 w 262515"/>
                <a:gd name="connsiteY7" fmla="*/ 249816 h 315655"/>
                <a:gd name="connsiteX8" fmla="*/ 256379 w 262515"/>
                <a:gd name="connsiteY8" fmla="*/ 240605 h 315655"/>
                <a:gd name="connsiteX9" fmla="*/ 250003 w 262515"/>
                <a:gd name="connsiteY9" fmla="*/ 247691 h 315655"/>
                <a:gd name="connsiteX10" fmla="*/ 219889 w 262515"/>
                <a:gd name="connsiteY10" fmla="*/ 261507 h 315655"/>
                <a:gd name="connsiteX11" fmla="*/ 187296 w 262515"/>
                <a:gd name="connsiteY11" fmla="*/ 240605 h 315655"/>
                <a:gd name="connsiteX12" fmla="*/ 96957 w 262515"/>
                <a:gd name="connsiteY12" fmla="*/ 228914 h 315655"/>
                <a:gd name="connsiteX13" fmla="*/ 52319 w 262515"/>
                <a:gd name="connsiteY13" fmla="*/ 126530 h 315655"/>
                <a:gd name="connsiteX14" fmla="*/ 65427 w 262515"/>
                <a:gd name="connsiteY14" fmla="*/ 53550 h 315655"/>
                <a:gd name="connsiteX15" fmla="*/ 130259 w 262515"/>
                <a:gd name="connsiteY15" fmla="*/ 14226 h 315655"/>
                <a:gd name="connsiteX16" fmla="*/ 194028 w 262515"/>
                <a:gd name="connsiteY16" fmla="*/ 51424 h 315655"/>
                <a:gd name="connsiteX17" fmla="*/ 208553 w 262515"/>
                <a:gd name="connsiteY17" fmla="*/ 126530 h 315655"/>
                <a:gd name="connsiteX18" fmla="*/ 174543 w 262515"/>
                <a:gd name="connsiteY18" fmla="*/ 222537 h 315655"/>
                <a:gd name="connsiteX19" fmla="*/ 130259 w 262515"/>
                <a:gd name="connsiteY19" fmla="*/ 192070 h 315655"/>
                <a:gd name="connsiteX20" fmla="*/ 95894 w 262515"/>
                <a:gd name="connsiteY20" fmla="*/ 221120 h 315655"/>
                <a:gd name="connsiteX21" fmla="*/ 96957 w 262515"/>
                <a:gd name="connsiteY21" fmla="*/ 228914 h 315655"/>
                <a:gd name="connsiteX22" fmla="*/ 159663 w 262515"/>
                <a:gd name="connsiteY22" fmla="*/ 231040 h 315655"/>
                <a:gd name="connsiteX23" fmla="*/ 130613 w 262515"/>
                <a:gd name="connsiteY23" fmla="*/ 236708 h 315655"/>
                <a:gd name="connsiteX24" fmla="*/ 108648 w 262515"/>
                <a:gd name="connsiteY24" fmla="*/ 221120 h 315655"/>
                <a:gd name="connsiteX25" fmla="*/ 130613 w 262515"/>
                <a:gd name="connsiteY25" fmla="*/ 204824 h 315655"/>
                <a:gd name="connsiteX26" fmla="*/ 159663 w 262515"/>
                <a:gd name="connsiteY26" fmla="*/ 231040 h 31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2515" h="315655">
                  <a:moveTo>
                    <a:pt x="187296" y="240605"/>
                  </a:moveTo>
                  <a:cubicBezTo>
                    <a:pt x="245397" y="217932"/>
                    <a:pt x="260631" y="165500"/>
                    <a:pt x="260631" y="126884"/>
                  </a:cubicBezTo>
                  <a:cubicBezTo>
                    <a:pt x="260631" y="50361"/>
                    <a:pt x="209261" y="55"/>
                    <a:pt x="130613" y="55"/>
                  </a:cubicBezTo>
                  <a:cubicBezTo>
                    <a:pt x="49485" y="55"/>
                    <a:pt x="241" y="52487"/>
                    <a:pt x="241" y="126884"/>
                  </a:cubicBezTo>
                  <a:cubicBezTo>
                    <a:pt x="241" y="199156"/>
                    <a:pt x="48422" y="250879"/>
                    <a:pt x="130613" y="250879"/>
                  </a:cubicBezTo>
                  <a:cubicBezTo>
                    <a:pt x="138407" y="250879"/>
                    <a:pt x="150098" y="250525"/>
                    <a:pt x="164269" y="247691"/>
                  </a:cubicBezTo>
                  <a:cubicBezTo>
                    <a:pt x="174188" y="287723"/>
                    <a:pt x="181274" y="315711"/>
                    <a:pt x="214221" y="315711"/>
                  </a:cubicBezTo>
                  <a:cubicBezTo>
                    <a:pt x="250357" y="315711"/>
                    <a:pt x="262756" y="273907"/>
                    <a:pt x="262756" y="249816"/>
                  </a:cubicBezTo>
                  <a:cubicBezTo>
                    <a:pt x="262756" y="246982"/>
                    <a:pt x="262756" y="240605"/>
                    <a:pt x="256379" y="240605"/>
                  </a:cubicBezTo>
                  <a:cubicBezTo>
                    <a:pt x="251065" y="240605"/>
                    <a:pt x="250357" y="245211"/>
                    <a:pt x="250003" y="247691"/>
                  </a:cubicBezTo>
                  <a:cubicBezTo>
                    <a:pt x="247877" y="261153"/>
                    <a:pt x="225912" y="261507"/>
                    <a:pt x="219889" y="261507"/>
                  </a:cubicBezTo>
                  <a:cubicBezTo>
                    <a:pt x="211741" y="261507"/>
                    <a:pt x="201113" y="261507"/>
                    <a:pt x="187296" y="240605"/>
                  </a:cubicBezTo>
                  <a:close/>
                  <a:moveTo>
                    <a:pt x="96957" y="228914"/>
                  </a:moveTo>
                  <a:cubicBezTo>
                    <a:pt x="53382" y="208012"/>
                    <a:pt x="52319" y="154163"/>
                    <a:pt x="52319" y="126530"/>
                  </a:cubicBezTo>
                  <a:cubicBezTo>
                    <a:pt x="52319" y="112359"/>
                    <a:pt x="52319" y="78703"/>
                    <a:pt x="65427" y="53550"/>
                  </a:cubicBezTo>
                  <a:cubicBezTo>
                    <a:pt x="83849" y="19540"/>
                    <a:pt x="114317" y="14226"/>
                    <a:pt x="130259" y="14226"/>
                  </a:cubicBezTo>
                  <a:cubicBezTo>
                    <a:pt x="149389" y="14226"/>
                    <a:pt x="177023" y="21311"/>
                    <a:pt x="194028" y="51424"/>
                  </a:cubicBezTo>
                  <a:cubicBezTo>
                    <a:pt x="207490" y="75160"/>
                    <a:pt x="208553" y="105628"/>
                    <a:pt x="208553" y="126530"/>
                  </a:cubicBezTo>
                  <a:cubicBezTo>
                    <a:pt x="208553" y="146369"/>
                    <a:pt x="208553" y="199156"/>
                    <a:pt x="174543" y="222537"/>
                  </a:cubicBezTo>
                  <a:cubicBezTo>
                    <a:pt x="166749" y="210846"/>
                    <a:pt x="153995" y="192070"/>
                    <a:pt x="130259" y="192070"/>
                  </a:cubicBezTo>
                  <a:cubicBezTo>
                    <a:pt x="112191" y="192070"/>
                    <a:pt x="95894" y="204115"/>
                    <a:pt x="95894" y="221120"/>
                  </a:cubicBezTo>
                  <a:cubicBezTo>
                    <a:pt x="95894" y="223246"/>
                    <a:pt x="96249" y="227143"/>
                    <a:pt x="96957" y="228914"/>
                  </a:cubicBezTo>
                  <a:close/>
                  <a:moveTo>
                    <a:pt x="159663" y="231040"/>
                  </a:moveTo>
                  <a:cubicBezTo>
                    <a:pt x="150807" y="234937"/>
                    <a:pt x="140178" y="236708"/>
                    <a:pt x="130613" y="236708"/>
                  </a:cubicBezTo>
                  <a:cubicBezTo>
                    <a:pt x="111128" y="236708"/>
                    <a:pt x="108648" y="225372"/>
                    <a:pt x="108648" y="221120"/>
                  </a:cubicBezTo>
                  <a:cubicBezTo>
                    <a:pt x="108648" y="211555"/>
                    <a:pt x="118922" y="204824"/>
                    <a:pt x="130613" y="204824"/>
                  </a:cubicBezTo>
                  <a:cubicBezTo>
                    <a:pt x="140533" y="204824"/>
                    <a:pt x="152578" y="208721"/>
                    <a:pt x="159663" y="2310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09134B6-4E97-C10F-2560-5079A512FD14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1436311" y="4333583"/>
              <a:ext cx="201934" cy="161547"/>
            </a:xfrm>
            <a:custGeom>
              <a:avLst/>
              <a:gdLst>
                <a:gd name="connsiteX0" fmla="*/ 139478 w 201934"/>
                <a:gd name="connsiteY0" fmla="*/ 133970 h 161547"/>
                <a:gd name="connsiteX1" fmla="*/ 139478 w 201934"/>
                <a:gd name="connsiteY1" fmla="*/ 161603 h 161547"/>
                <a:gd name="connsiteX2" fmla="*/ 202184 w 201934"/>
                <a:gd name="connsiteY2" fmla="*/ 159477 h 161547"/>
                <a:gd name="connsiteX3" fmla="*/ 202184 w 201934"/>
                <a:gd name="connsiteY3" fmla="*/ 142826 h 161547"/>
                <a:gd name="connsiteX4" fmla="*/ 177740 w 201934"/>
                <a:gd name="connsiteY4" fmla="*/ 129010 h 161547"/>
                <a:gd name="connsiteX5" fmla="*/ 177740 w 201934"/>
                <a:gd name="connsiteY5" fmla="*/ 55 h 161547"/>
                <a:gd name="connsiteX6" fmla="*/ 112908 w 201934"/>
                <a:gd name="connsiteY6" fmla="*/ 2889 h 161547"/>
                <a:gd name="connsiteX7" fmla="*/ 112908 w 201934"/>
                <a:gd name="connsiteY7" fmla="*/ 19540 h 161547"/>
                <a:gd name="connsiteX8" fmla="*/ 137353 w 201934"/>
                <a:gd name="connsiteY8" fmla="*/ 33356 h 161547"/>
                <a:gd name="connsiteX9" fmla="*/ 137353 w 201934"/>
                <a:gd name="connsiteY9" fmla="*/ 101022 h 161547"/>
                <a:gd name="connsiteX10" fmla="*/ 93423 w 201934"/>
                <a:gd name="connsiteY10" fmla="*/ 148849 h 161547"/>
                <a:gd name="connsiteX11" fmla="*/ 65081 w 201934"/>
                <a:gd name="connsiteY11" fmla="*/ 120861 h 161547"/>
                <a:gd name="connsiteX12" fmla="*/ 65081 w 201934"/>
                <a:gd name="connsiteY12" fmla="*/ 55 h 161547"/>
                <a:gd name="connsiteX13" fmla="*/ 250 w 201934"/>
                <a:gd name="connsiteY13" fmla="*/ 2889 h 161547"/>
                <a:gd name="connsiteX14" fmla="*/ 250 w 201934"/>
                <a:gd name="connsiteY14" fmla="*/ 19540 h 161547"/>
                <a:gd name="connsiteX15" fmla="*/ 24694 w 201934"/>
                <a:gd name="connsiteY15" fmla="*/ 33356 h 161547"/>
                <a:gd name="connsiteX16" fmla="*/ 24694 w 201934"/>
                <a:gd name="connsiteY16" fmla="*/ 115902 h 161547"/>
                <a:gd name="connsiteX17" fmla="*/ 88463 w 201934"/>
                <a:gd name="connsiteY17" fmla="*/ 161603 h 161547"/>
                <a:gd name="connsiteX18" fmla="*/ 139478 w 201934"/>
                <a:gd name="connsiteY18" fmla="*/ 133970 h 16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1934" h="161547">
                  <a:moveTo>
                    <a:pt x="139478" y="133970"/>
                  </a:moveTo>
                  <a:lnTo>
                    <a:pt x="139478" y="161603"/>
                  </a:lnTo>
                  <a:lnTo>
                    <a:pt x="202184" y="159477"/>
                  </a:lnTo>
                  <a:lnTo>
                    <a:pt x="202184" y="142826"/>
                  </a:lnTo>
                  <a:cubicBezTo>
                    <a:pt x="180220" y="142826"/>
                    <a:pt x="177740" y="142826"/>
                    <a:pt x="177740" y="129010"/>
                  </a:cubicBezTo>
                  <a:lnTo>
                    <a:pt x="177740" y="55"/>
                  </a:lnTo>
                  <a:lnTo>
                    <a:pt x="112908" y="2889"/>
                  </a:lnTo>
                  <a:lnTo>
                    <a:pt x="112908" y="19540"/>
                  </a:lnTo>
                  <a:cubicBezTo>
                    <a:pt x="134873" y="19540"/>
                    <a:pt x="137353" y="19540"/>
                    <a:pt x="137353" y="33356"/>
                  </a:cubicBezTo>
                  <a:lnTo>
                    <a:pt x="137353" y="101022"/>
                  </a:lnTo>
                  <a:cubicBezTo>
                    <a:pt x="137353" y="130073"/>
                    <a:pt x="119285" y="148849"/>
                    <a:pt x="93423" y="148849"/>
                  </a:cubicBezTo>
                  <a:cubicBezTo>
                    <a:pt x="66144" y="148849"/>
                    <a:pt x="65081" y="139992"/>
                    <a:pt x="65081" y="120861"/>
                  </a:cubicBezTo>
                  <a:lnTo>
                    <a:pt x="65081" y="55"/>
                  </a:lnTo>
                  <a:lnTo>
                    <a:pt x="250" y="2889"/>
                  </a:lnTo>
                  <a:lnTo>
                    <a:pt x="250" y="19540"/>
                  </a:lnTo>
                  <a:cubicBezTo>
                    <a:pt x="22215" y="19540"/>
                    <a:pt x="24694" y="19540"/>
                    <a:pt x="24694" y="33356"/>
                  </a:cubicBezTo>
                  <a:lnTo>
                    <a:pt x="24694" y="115902"/>
                  </a:lnTo>
                  <a:cubicBezTo>
                    <a:pt x="24694" y="153809"/>
                    <a:pt x="53390" y="161603"/>
                    <a:pt x="88463" y="161603"/>
                  </a:cubicBezTo>
                  <a:cubicBezTo>
                    <a:pt x="97674" y="161603"/>
                    <a:pt x="123182" y="161603"/>
                    <a:pt x="139478" y="13397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4308E71-5D86-8FA5-62EC-615E055F6249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1658044" y="4332520"/>
              <a:ext cx="186346" cy="162610"/>
            </a:xfrm>
            <a:custGeom>
              <a:avLst/>
              <a:gdLst>
                <a:gd name="connsiteX0" fmla="*/ 121417 w 186346"/>
                <a:gd name="connsiteY0" fmla="*/ 133261 h 162610"/>
                <a:gd name="connsiteX1" fmla="*/ 158261 w 186346"/>
                <a:gd name="connsiteY1" fmla="*/ 160540 h 162610"/>
                <a:gd name="connsiteX2" fmla="*/ 175266 w 186346"/>
                <a:gd name="connsiteY2" fmla="*/ 160540 h 162610"/>
                <a:gd name="connsiteX3" fmla="*/ 186603 w 186346"/>
                <a:gd name="connsiteY3" fmla="*/ 152037 h 162610"/>
                <a:gd name="connsiteX4" fmla="*/ 177392 w 186346"/>
                <a:gd name="connsiteY4" fmla="*/ 143889 h 162610"/>
                <a:gd name="connsiteX5" fmla="*/ 155781 w 186346"/>
                <a:gd name="connsiteY5" fmla="*/ 130781 h 162610"/>
                <a:gd name="connsiteX6" fmla="*/ 155781 w 186346"/>
                <a:gd name="connsiteY6" fmla="*/ 54613 h 162610"/>
                <a:gd name="connsiteX7" fmla="*/ 77842 w 186346"/>
                <a:gd name="connsiteY7" fmla="*/ 55 h 162610"/>
                <a:gd name="connsiteX8" fmla="*/ 14427 w 186346"/>
                <a:gd name="connsiteY8" fmla="*/ 32648 h 162610"/>
                <a:gd name="connsiteX9" fmla="*/ 36392 w 186346"/>
                <a:gd name="connsiteY9" fmla="*/ 54967 h 162610"/>
                <a:gd name="connsiteX10" fmla="*/ 58711 w 186346"/>
                <a:gd name="connsiteY10" fmla="*/ 32648 h 162610"/>
                <a:gd name="connsiteX11" fmla="*/ 50917 w 186346"/>
                <a:gd name="connsiteY11" fmla="*/ 15289 h 162610"/>
                <a:gd name="connsiteX12" fmla="*/ 76424 w 186346"/>
                <a:gd name="connsiteY12" fmla="*/ 12809 h 162610"/>
                <a:gd name="connsiteX13" fmla="*/ 115394 w 186346"/>
                <a:gd name="connsiteY13" fmla="*/ 54613 h 162610"/>
                <a:gd name="connsiteX14" fmla="*/ 115394 w 186346"/>
                <a:gd name="connsiteY14" fmla="*/ 66658 h 162610"/>
                <a:gd name="connsiteX15" fmla="*/ 256 w 186346"/>
                <a:gd name="connsiteY15" fmla="*/ 122279 h 162610"/>
                <a:gd name="connsiteX16" fmla="*/ 68631 w 186346"/>
                <a:gd name="connsiteY16" fmla="*/ 162666 h 162610"/>
                <a:gd name="connsiteX17" fmla="*/ 121417 w 186346"/>
                <a:gd name="connsiteY17" fmla="*/ 133261 h 162610"/>
                <a:gd name="connsiteX18" fmla="*/ 115394 w 186346"/>
                <a:gd name="connsiteY18" fmla="*/ 77640 h 162610"/>
                <a:gd name="connsiteX19" fmla="*/ 115394 w 186346"/>
                <a:gd name="connsiteY19" fmla="*/ 111296 h 162610"/>
                <a:gd name="connsiteX20" fmla="*/ 73945 w 186346"/>
                <a:gd name="connsiteY20" fmla="*/ 149912 h 162610"/>
                <a:gd name="connsiteX21" fmla="*/ 41706 w 186346"/>
                <a:gd name="connsiteY21" fmla="*/ 121924 h 162610"/>
                <a:gd name="connsiteX22" fmla="*/ 115394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17" y="133261"/>
                  </a:moveTo>
                  <a:cubicBezTo>
                    <a:pt x="121417" y="144243"/>
                    <a:pt x="121417" y="160540"/>
                    <a:pt x="158261" y="160540"/>
                  </a:cubicBezTo>
                  <a:lnTo>
                    <a:pt x="175266" y="160540"/>
                  </a:lnTo>
                  <a:cubicBezTo>
                    <a:pt x="182352" y="160540"/>
                    <a:pt x="186603" y="160540"/>
                    <a:pt x="186603" y="152037"/>
                  </a:cubicBezTo>
                  <a:cubicBezTo>
                    <a:pt x="186603" y="143889"/>
                    <a:pt x="181997" y="143889"/>
                    <a:pt x="177392" y="143889"/>
                  </a:cubicBezTo>
                  <a:cubicBezTo>
                    <a:pt x="155781" y="143535"/>
                    <a:pt x="155781" y="138929"/>
                    <a:pt x="155781" y="130781"/>
                  </a:cubicBezTo>
                  <a:lnTo>
                    <a:pt x="155781" y="54613"/>
                  </a:lnTo>
                  <a:cubicBezTo>
                    <a:pt x="155781" y="23083"/>
                    <a:pt x="130628" y="55"/>
                    <a:pt x="77842" y="55"/>
                  </a:cubicBezTo>
                  <a:cubicBezTo>
                    <a:pt x="57648" y="55"/>
                    <a:pt x="14427" y="1472"/>
                    <a:pt x="14427" y="32648"/>
                  </a:cubicBezTo>
                  <a:cubicBezTo>
                    <a:pt x="14427" y="48236"/>
                    <a:pt x="26826" y="54967"/>
                    <a:pt x="36392" y="54967"/>
                  </a:cubicBezTo>
                  <a:cubicBezTo>
                    <a:pt x="47374" y="54967"/>
                    <a:pt x="58711" y="47527"/>
                    <a:pt x="58711" y="32648"/>
                  </a:cubicBezTo>
                  <a:cubicBezTo>
                    <a:pt x="58711" y="22020"/>
                    <a:pt x="51980" y="15997"/>
                    <a:pt x="50917" y="15289"/>
                  </a:cubicBezTo>
                  <a:cubicBezTo>
                    <a:pt x="60837" y="13163"/>
                    <a:pt x="72173" y="12809"/>
                    <a:pt x="76424" y="12809"/>
                  </a:cubicBezTo>
                  <a:cubicBezTo>
                    <a:pt x="102995" y="12809"/>
                    <a:pt x="115394" y="27688"/>
                    <a:pt x="115394" y="54613"/>
                  </a:cubicBezTo>
                  <a:lnTo>
                    <a:pt x="115394" y="66658"/>
                  </a:lnTo>
                  <a:cubicBezTo>
                    <a:pt x="90241" y="67721"/>
                    <a:pt x="256" y="70909"/>
                    <a:pt x="256" y="122279"/>
                  </a:cubicBezTo>
                  <a:cubicBezTo>
                    <a:pt x="256" y="156289"/>
                    <a:pt x="44186" y="162666"/>
                    <a:pt x="68631" y="162666"/>
                  </a:cubicBezTo>
                  <a:cubicBezTo>
                    <a:pt x="96972" y="162666"/>
                    <a:pt x="113623" y="148140"/>
                    <a:pt x="121417" y="133261"/>
                  </a:cubicBezTo>
                  <a:close/>
                  <a:moveTo>
                    <a:pt x="115394" y="77640"/>
                  </a:moveTo>
                  <a:lnTo>
                    <a:pt x="115394" y="111296"/>
                  </a:lnTo>
                  <a:cubicBezTo>
                    <a:pt x="115394" y="145306"/>
                    <a:pt x="82801" y="149912"/>
                    <a:pt x="73945" y="149912"/>
                  </a:cubicBezTo>
                  <a:cubicBezTo>
                    <a:pt x="55877" y="149912"/>
                    <a:pt x="41706" y="137512"/>
                    <a:pt x="41706" y="121924"/>
                  </a:cubicBezTo>
                  <a:cubicBezTo>
                    <a:pt x="41706" y="83663"/>
                    <a:pt x="97681" y="78703"/>
                    <a:pt x="115394" y="776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F0962F-26A8-3B61-A3EE-099912E33F8D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860696" y="4333583"/>
              <a:ext cx="201934" cy="159422"/>
            </a:xfrm>
            <a:custGeom>
              <a:avLst/>
              <a:gdLst>
                <a:gd name="connsiteX0" fmla="*/ 24706 w 201934"/>
                <a:gd name="connsiteY0" fmla="*/ 33356 h 159422"/>
                <a:gd name="connsiteX1" fmla="*/ 24706 w 201934"/>
                <a:gd name="connsiteY1" fmla="*/ 142826 h 159422"/>
                <a:gd name="connsiteX2" fmla="*/ 262 w 201934"/>
                <a:gd name="connsiteY2" fmla="*/ 142826 h 159422"/>
                <a:gd name="connsiteX3" fmla="*/ 262 w 201934"/>
                <a:gd name="connsiteY3" fmla="*/ 159477 h 159422"/>
                <a:gd name="connsiteX4" fmla="*/ 44900 w 201934"/>
                <a:gd name="connsiteY4" fmla="*/ 158414 h 159422"/>
                <a:gd name="connsiteX5" fmla="*/ 89538 w 201934"/>
                <a:gd name="connsiteY5" fmla="*/ 159477 h 159422"/>
                <a:gd name="connsiteX6" fmla="*/ 89538 w 201934"/>
                <a:gd name="connsiteY6" fmla="*/ 142826 h 159422"/>
                <a:gd name="connsiteX7" fmla="*/ 65093 w 201934"/>
                <a:gd name="connsiteY7" fmla="*/ 142826 h 159422"/>
                <a:gd name="connsiteX8" fmla="*/ 65093 w 201934"/>
                <a:gd name="connsiteY8" fmla="*/ 68784 h 159422"/>
                <a:gd name="connsiteX9" fmla="*/ 117880 w 201934"/>
                <a:gd name="connsiteY9" fmla="*/ 12809 h 159422"/>
                <a:gd name="connsiteX10" fmla="*/ 137365 w 201934"/>
                <a:gd name="connsiteY10" fmla="*/ 47173 h 159422"/>
                <a:gd name="connsiteX11" fmla="*/ 137365 w 201934"/>
                <a:gd name="connsiteY11" fmla="*/ 142826 h 159422"/>
                <a:gd name="connsiteX12" fmla="*/ 112920 w 201934"/>
                <a:gd name="connsiteY12" fmla="*/ 142826 h 159422"/>
                <a:gd name="connsiteX13" fmla="*/ 112920 w 201934"/>
                <a:gd name="connsiteY13" fmla="*/ 159477 h 159422"/>
                <a:gd name="connsiteX14" fmla="*/ 157558 w 201934"/>
                <a:gd name="connsiteY14" fmla="*/ 158414 h 159422"/>
                <a:gd name="connsiteX15" fmla="*/ 202196 w 201934"/>
                <a:gd name="connsiteY15" fmla="*/ 159477 h 159422"/>
                <a:gd name="connsiteX16" fmla="*/ 202196 w 201934"/>
                <a:gd name="connsiteY16" fmla="*/ 142826 h 159422"/>
                <a:gd name="connsiteX17" fmla="*/ 177752 w 201934"/>
                <a:gd name="connsiteY17" fmla="*/ 142826 h 159422"/>
                <a:gd name="connsiteX18" fmla="*/ 177752 w 201934"/>
                <a:gd name="connsiteY18" fmla="*/ 51070 h 159422"/>
                <a:gd name="connsiteX19" fmla="*/ 123194 w 201934"/>
                <a:gd name="connsiteY19" fmla="*/ 55 h 159422"/>
                <a:gd name="connsiteX20" fmla="*/ 61196 w 201934"/>
                <a:gd name="connsiteY20" fmla="*/ 38316 h 159422"/>
                <a:gd name="connsiteX21" fmla="*/ 61196 w 201934"/>
                <a:gd name="connsiteY21" fmla="*/ 55 h 159422"/>
                <a:gd name="connsiteX22" fmla="*/ 262 w 201934"/>
                <a:gd name="connsiteY22" fmla="*/ 2889 h 159422"/>
                <a:gd name="connsiteX23" fmla="*/ 262 w 201934"/>
                <a:gd name="connsiteY23" fmla="*/ 19540 h 159422"/>
                <a:gd name="connsiteX24" fmla="*/ 24706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06" y="33356"/>
                  </a:moveTo>
                  <a:lnTo>
                    <a:pt x="24706" y="142826"/>
                  </a:lnTo>
                  <a:lnTo>
                    <a:pt x="262" y="142826"/>
                  </a:lnTo>
                  <a:lnTo>
                    <a:pt x="262" y="159477"/>
                  </a:lnTo>
                  <a:cubicBezTo>
                    <a:pt x="10181" y="159123"/>
                    <a:pt x="31438" y="158414"/>
                    <a:pt x="44900" y="158414"/>
                  </a:cubicBezTo>
                  <a:cubicBezTo>
                    <a:pt x="58716" y="158414"/>
                    <a:pt x="79618" y="159123"/>
                    <a:pt x="89538" y="159477"/>
                  </a:cubicBezTo>
                  <a:lnTo>
                    <a:pt x="89538" y="142826"/>
                  </a:lnTo>
                  <a:lnTo>
                    <a:pt x="65093" y="142826"/>
                  </a:lnTo>
                  <a:lnTo>
                    <a:pt x="65093" y="68784"/>
                  </a:lnTo>
                  <a:cubicBezTo>
                    <a:pt x="65093" y="30168"/>
                    <a:pt x="95561" y="12809"/>
                    <a:pt x="117880" y="12809"/>
                  </a:cubicBezTo>
                  <a:cubicBezTo>
                    <a:pt x="129925" y="12809"/>
                    <a:pt x="137365" y="20248"/>
                    <a:pt x="137365" y="47173"/>
                  </a:cubicBezTo>
                  <a:lnTo>
                    <a:pt x="137365" y="142826"/>
                  </a:lnTo>
                  <a:lnTo>
                    <a:pt x="112920" y="142826"/>
                  </a:lnTo>
                  <a:lnTo>
                    <a:pt x="112920" y="159477"/>
                  </a:lnTo>
                  <a:cubicBezTo>
                    <a:pt x="122840" y="159123"/>
                    <a:pt x="144096" y="158414"/>
                    <a:pt x="157558" y="158414"/>
                  </a:cubicBezTo>
                  <a:cubicBezTo>
                    <a:pt x="171375" y="158414"/>
                    <a:pt x="192277" y="159123"/>
                    <a:pt x="202196" y="159477"/>
                  </a:cubicBezTo>
                  <a:lnTo>
                    <a:pt x="202196" y="142826"/>
                  </a:lnTo>
                  <a:lnTo>
                    <a:pt x="177752" y="142826"/>
                  </a:lnTo>
                  <a:lnTo>
                    <a:pt x="177752" y="51070"/>
                  </a:lnTo>
                  <a:cubicBezTo>
                    <a:pt x="177752" y="13872"/>
                    <a:pt x="158621" y="55"/>
                    <a:pt x="123194" y="55"/>
                  </a:cubicBezTo>
                  <a:cubicBezTo>
                    <a:pt x="89184" y="55"/>
                    <a:pt x="70407" y="20248"/>
                    <a:pt x="61196" y="38316"/>
                  </a:cubicBezTo>
                  <a:lnTo>
                    <a:pt x="61196" y="55"/>
                  </a:lnTo>
                  <a:lnTo>
                    <a:pt x="262" y="2889"/>
                  </a:lnTo>
                  <a:lnTo>
                    <a:pt x="262" y="19540"/>
                  </a:lnTo>
                  <a:cubicBezTo>
                    <a:pt x="22226" y="19540"/>
                    <a:pt x="24706" y="19540"/>
                    <a:pt x="24706" y="33356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7E4F977-1ACF-A04D-C6E7-D3F94D8D9930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2067216" y="4268043"/>
              <a:ext cx="127892" cy="227088"/>
            </a:xfrm>
            <a:custGeom>
              <a:avLst/>
              <a:gdLst>
                <a:gd name="connsiteX0" fmla="*/ 29318 w 127892"/>
                <a:gd name="connsiteY0" fmla="*/ 84372 h 227088"/>
                <a:gd name="connsiteX1" fmla="*/ 29318 w 127892"/>
                <a:gd name="connsiteY1" fmla="*/ 181442 h 227088"/>
                <a:gd name="connsiteX2" fmla="*/ 85293 w 127892"/>
                <a:gd name="connsiteY2" fmla="*/ 227143 h 227088"/>
                <a:gd name="connsiteX3" fmla="*/ 128160 w 127892"/>
                <a:gd name="connsiteY3" fmla="*/ 181088 h 227088"/>
                <a:gd name="connsiteX4" fmla="*/ 128160 w 127892"/>
                <a:gd name="connsiteY4" fmla="*/ 162311 h 227088"/>
                <a:gd name="connsiteX5" fmla="*/ 111509 w 127892"/>
                <a:gd name="connsiteY5" fmla="*/ 162311 h 227088"/>
                <a:gd name="connsiteX6" fmla="*/ 111509 w 127892"/>
                <a:gd name="connsiteY6" fmla="*/ 180379 h 227088"/>
                <a:gd name="connsiteX7" fmla="*/ 90253 w 127892"/>
                <a:gd name="connsiteY7" fmla="*/ 212972 h 227088"/>
                <a:gd name="connsiteX8" fmla="*/ 69705 w 127892"/>
                <a:gd name="connsiteY8" fmla="*/ 182150 h 227088"/>
                <a:gd name="connsiteX9" fmla="*/ 69705 w 127892"/>
                <a:gd name="connsiteY9" fmla="*/ 84372 h 227088"/>
                <a:gd name="connsiteX10" fmla="*/ 121429 w 127892"/>
                <a:gd name="connsiteY10" fmla="*/ 84372 h 227088"/>
                <a:gd name="connsiteX11" fmla="*/ 121429 w 127892"/>
                <a:gd name="connsiteY11" fmla="*/ 67721 h 227088"/>
                <a:gd name="connsiteX12" fmla="*/ 69705 w 127892"/>
                <a:gd name="connsiteY12" fmla="*/ 67721 h 227088"/>
                <a:gd name="connsiteX13" fmla="*/ 69705 w 127892"/>
                <a:gd name="connsiteY13" fmla="*/ 55 h 227088"/>
                <a:gd name="connsiteX14" fmla="*/ 53054 w 127892"/>
                <a:gd name="connsiteY14" fmla="*/ 55 h 227088"/>
                <a:gd name="connsiteX15" fmla="*/ 268 w 127892"/>
                <a:gd name="connsiteY15" fmla="*/ 71618 h 227088"/>
                <a:gd name="connsiteX16" fmla="*/ 268 w 127892"/>
                <a:gd name="connsiteY16" fmla="*/ 84372 h 227088"/>
                <a:gd name="connsiteX17" fmla="*/ 29318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18" y="84372"/>
                  </a:moveTo>
                  <a:lnTo>
                    <a:pt x="29318" y="181442"/>
                  </a:lnTo>
                  <a:cubicBezTo>
                    <a:pt x="29318" y="219349"/>
                    <a:pt x="60140" y="227143"/>
                    <a:pt x="85293" y="227143"/>
                  </a:cubicBezTo>
                  <a:cubicBezTo>
                    <a:pt x="112218" y="227143"/>
                    <a:pt x="128160" y="206949"/>
                    <a:pt x="128160" y="181088"/>
                  </a:cubicBezTo>
                  <a:lnTo>
                    <a:pt x="128160" y="162311"/>
                  </a:lnTo>
                  <a:lnTo>
                    <a:pt x="111509" y="162311"/>
                  </a:lnTo>
                  <a:lnTo>
                    <a:pt x="111509" y="180379"/>
                  </a:lnTo>
                  <a:cubicBezTo>
                    <a:pt x="111509" y="204470"/>
                    <a:pt x="100172" y="212972"/>
                    <a:pt x="90253" y="212972"/>
                  </a:cubicBezTo>
                  <a:cubicBezTo>
                    <a:pt x="69705" y="212972"/>
                    <a:pt x="69705" y="190299"/>
                    <a:pt x="69705" y="182150"/>
                  </a:cubicBezTo>
                  <a:lnTo>
                    <a:pt x="69705" y="84372"/>
                  </a:lnTo>
                  <a:lnTo>
                    <a:pt x="121429" y="84372"/>
                  </a:lnTo>
                  <a:lnTo>
                    <a:pt x="121429" y="67721"/>
                  </a:lnTo>
                  <a:lnTo>
                    <a:pt x="69705" y="67721"/>
                  </a:lnTo>
                  <a:lnTo>
                    <a:pt x="69705" y="55"/>
                  </a:lnTo>
                  <a:lnTo>
                    <a:pt x="53054" y="55"/>
                  </a:lnTo>
                  <a:cubicBezTo>
                    <a:pt x="52700" y="35482"/>
                    <a:pt x="35341" y="70555"/>
                    <a:pt x="268" y="71618"/>
                  </a:cubicBezTo>
                  <a:lnTo>
                    <a:pt x="268" y="84372"/>
                  </a:lnTo>
                  <a:lnTo>
                    <a:pt x="29318" y="84372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EEF0CDA-8224-809A-B0F6-0DEF09BB7286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2234864" y="4246787"/>
              <a:ext cx="84670" cy="246218"/>
            </a:xfrm>
            <a:custGeom>
              <a:avLst/>
              <a:gdLst>
                <a:gd name="connsiteX0" fmla="*/ 62978 w 84670"/>
                <a:gd name="connsiteY0" fmla="*/ 86851 h 246218"/>
                <a:gd name="connsiteX1" fmla="*/ 1335 w 84670"/>
                <a:gd name="connsiteY1" fmla="*/ 89686 h 246218"/>
                <a:gd name="connsiteX2" fmla="*/ 1335 w 84670"/>
                <a:gd name="connsiteY2" fmla="*/ 106336 h 246218"/>
                <a:gd name="connsiteX3" fmla="*/ 24717 w 84670"/>
                <a:gd name="connsiteY3" fmla="*/ 120153 h 246218"/>
                <a:gd name="connsiteX4" fmla="*/ 24717 w 84670"/>
                <a:gd name="connsiteY4" fmla="*/ 229623 h 246218"/>
                <a:gd name="connsiteX5" fmla="*/ 272 w 84670"/>
                <a:gd name="connsiteY5" fmla="*/ 229623 h 246218"/>
                <a:gd name="connsiteX6" fmla="*/ 272 w 84670"/>
                <a:gd name="connsiteY6" fmla="*/ 246274 h 246218"/>
                <a:gd name="connsiteX7" fmla="*/ 43493 w 84670"/>
                <a:gd name="connsiteY7" fmla="*/ 245211 h 246218"/>
                <a:gd name="connsiteX8" fmla="*/ 84943 w 84670"/>
                <a:gd name="connsiteY8" fmla="*/ 246274 h 246218"/>
                <a:gd name="connsiteX9" fmla="*/ 84943 w 84670"/>
                <a:gd name="connsiteY9" fmla="*/ 229623 h 246218"/>
                <a:gd name="connsiteX10" fmla="*/ 62978 w 84670"/>
                <a:gd name="connsiteY10" fmla="*/ 229623 h 246218"/>
                <a:gd name="connsiteX11" fmla="*/ 62978 w 84670"/>
                <a:gd name="connsiteY11" fmla="*/ 86851 h 246218"/>
                <a:gd name="connsiteX12" fmla="*/ 66521 w 84670"/>
                <a:gd name="connsiteY12" fmla="*/ 27688 h 246218"/>
                <a:gd name="connsiteX13" fmla="*/ 38888 w 84670"/>
                <a:gd name="connsiteY13" fmla="*/ 55 h 246218"/>
                <a:gd name="connsiteX14" fmla="*/ 11255 w 84670"/>
                <a:gd name="connsiteY14" fmla="*/ 27688 h 246218"/>
                <a:gd name="connsiteX15" fmla="*/ 38888 w 84670"/>
                <a:gd name="connsiteY15" fmla="*/ 55321 h 246218"/>
                <a:gd name="connsiteX16" fmla="*/ 66521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78" y="86851"/>
                  </a:moveTo>
                  <a:lnTo>
                    <a:pt x="1335" y="89686"/>
                  </a:lnTo>
                  <a:lnTo>
                    <a:pt x="1335" y="106336"/>
                  </a:lnTo>
                  <a:cubicBezTo>
                    <a:pt x="22237" y="106336"/>
                    <a:pt x="24717" y="106336"/>
                    <a:pt x="24717" y="120153"/>
                  </a:cubicBezTo>
                  <a:lnTo>
                    <a:pt x="24717" y="229623"/>
                  </a:lnTo>
                  <a:lnTo>
                    <a:pt x="272" y="229623"/>
                  </a:lnTo>
                  <a:lnTo>
                    <a:pt x="272" y="246274"/>
                  </a:lnTo>
                  <a:cubicBezTo>
                    <a:pt x="11255" y="245919"/>
                    <a:pt x="28614" y="245211"/>
                    <a:pt x="43493" y="245211"/>
                  </a:cubicBezTo>
                  <a:cubicBezTo>
                    <a:pt x="54121" y="245211"/>
                    <a:pt x="72189" y="245919"/>
                    <a:pt x="84943" y="246274"/>
                  </a:cubicBezTo>
                  <a:lnTo>
                    <a:pt x="84943" y="229623"/>
                  </a:lnTo>
                  <a:lnTo>
                    <a:pt x="62978" y="229623"/>
                  </a:lnTo>
                  <a:lnTo>
                    <a:pt x="62978" y="86851"/>
                  </a:lnTo>
                  <a:close/>
                  <a:moveTo>
                    <a:pt x="66521" y="27688"/>
                  </a:moveTo>
                  <a:cubicBezTo>
                    <a:pt x="66521" y="12100"/>
                    <a:pt x="53767" y="55"/>
                    <a:pt x="38888" y="55"/>
                  </a:cubicBezTo>
                  <a:cubicBezTo>
                    <a:pt x="23654" y="55"/>
                    <a:pt x="11255" y="12454"/>
                    <a:pt x="11255" y="27688"/>
                  </a:cubicBezTo>
                  <a:cubicBezTo>
                    <a:pt x="11255" y="42922"/>
                    <a:pt x="23654" y="55321"/>
                    <a:pt x="38888" y="55321"/>
                  </a:cubicBezTo>
                  <a:cubicBezTo>
                    <a:pt x="53767" y="55321"/>
                    <a:pt x="66521" y="43276"/>
                    <a:pt x="66521" y="276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7962C21-559F-C91F-EBB6-0DEEC1BC4FE8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342719" y="4335709"/>
              <a:ext cx="152336" cy="157296"/>
            </a:xfrm>
            <a:custGeom>
              <a:avLst/>
              <a:gdLst>
                <a:gd name="connsiteX0" fmla="*/ 148007 w 152336"/>
                <a:gd name="connsiteY0" fmla="*/ 15289 h 157296"/>
                <a:gd name="connsiteX1" fmla="*/ 151549 w 152336"/>
                <a:gd name="connsiteY1" fmla="*/ 7495 h 157296"/>
                <a:gd name="connsiteX2" fmla="*/ 140213 w 152336"/>
                <a:gd name="connsiteY2" fmla="*/ 55 h 157296"/>
                <a:gd name="connsiteX3" fmla="*/ 10195 w 152336"/>
                <a:gd name="connsiteY3" fmla="*/ 55 h 157296"/>
                <a:gd name="connsiteX4" fmla="*/ 5944 w 152336"/>
                <a:gd name="connsiteY4" fmla="*/ 62052 h 157296"/>
                <a:gd name="connsiteX5" fmla="*/ 22594 w 152336"/>
                <a:gd name="connsiteY5" fmla="*/ 62052 h 157296"/>
                <a:gd name="connsiteX6" fmla="*/ 72192 w 152336"/>
                <a:gd name="connsiteY6" fmla="*/ 12809 h 157296"/>
                <a:gd name="connsiteX7" fmla="*/ 102306 w 152336"/>
                <a:gd name="connsiteY7" fmla="*/ 12809 h 157296"/>
                <a:gd name="connsiteX8" fmla="*/ 3464 w 152336"/>
                <a:gd name="connsiteY8" fmla="*/ 141764 h 157296"/>
                <a:gd name="connsiteX9" fmla="*/ 275 w 152336"/>
                <a:gd name="connsiteY9" fmla="*/ 149557 h 157296"/>
                <a:gd name="connsiteX10" fmla="*/ 11612 w 152336"/>
                <a:gd name="connsiteY10" fmla="*/ 157351 h 157296"/>
                <a:gd name="connsiteX11" fmla="*/ 146235 w 152336"/>
                <a:gd name="connsiteY11" fmla="*/ 157351 h 157296"/>
                <a:gd name="connsiteX12" fmla="*/ 152612 w 152336"/>
                <a:gd name="connsiteY12" fmla="*/ 85789 h 157296"/>
                <a:gd name="connsiteX13" fmla="*/ 135961 w 152336"/>
                <a:gd name="connsiteY13" fmla="*/ 85789 h 157296"/>
                <a:gd name="connsiteX14" fmla="*/ 80341 w 152336"/>
                <a:gd name="connsiteY14" fmla="*/ 143181 h 157296"/>
                <a:gd name="connsiteX15" fmla="*/ 49873 w 152336"/>
                <a:gd name="connsiteY15" fmla="*/ 143181 h 157296"/>
                <a:gd name="connsiteX16" fmla="*/ 148007 w 152336"/>
                <a:gd name="connsiteY16" fmla="*/ 15289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2336" h="157296">
                  <a:moveTo>
                    <a:pt x="148007" y="15289"/>
                  </a:moveTo>
                  <a:cubicBezTo>
                    <a:pt x="150841" y="11392"/>
                    <a:pt x="151549" y="10683"/>
                    <a:pt x="151549" y="7495"/>
                  </a:cubicBezTo>
                  <a:cubicBezTo>
                    <a:pt x="151549" y="55"/>
                    <a:pt x="146589" y="55"/>
                    <a:pt x="140213" y="55"/>
                  </a:cubicBezTo>
                  <a:lnTo>
                    <a:pt x="10195" y="55"/>
                  </a:lnTo>
                  <a:lnTo>
                    <a:pt x="5944" y="62052"/>
                  </a:lnTo>
                  <a:lnTo>
                    <a:pt x="22594" y="62052"/>
                  </a:lnTo>
                  <a:cubicBezTo>
                    <a:pt x="24720" y="25562"/>
                    <a:pt x="35702" y="12809"/>
                    <a:pt x="72192" y="12809"/>
                  </a:cubicBezTo>
                  <a:lnTo>
                    <a:pt x="102306" y="12809"/>
                  </a:lnTo>
                  <a:lnTo>
                    <a:pt x="3464" y="141764"/>
                  </a:lnTo>
                  <a:cubicBezTo>
                    <a:pt x="275" y="145660"/>
                    <a:pt x="275" y="146369"/>
                    <a:pt x="275" y="149557"/>
                  </a:cubicBezTo>
                  <a:cubicBezTo>
                    <a:pt x="275" y="157351"/>
                    <a:pt x="4881" y="157351"/>
                    <a:pt x="11612" y="157351"/>
                  </a:cubicBezTo>
                  <a:lnTo>
                    <a:pt x="146235" y="157351"/>
                  </a:lnTo>
                  <a:lnTo>
                    <a:pt x="152612" y="85789"/>
                  </a:lnTo>
                  <a:lnTo>
                    <a:pt x="135961" y="85789"/>
                  </a:lnTo>
                  <a:cubicBezTo>
                    <a:pt x="132773" y="121570"/>
                    <a:pt x="127105" y="143181"/>
                    <a:pt x="80341" y="143181"/>
                  </a:cubicBezTo>
                  <a:lnTo>
                    <a:pt x="49873" y="143181"/>
                  </a:lnTo>
                  <a:lnTo>
                    <a:pt x="148007" y="15289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7E4554A-F7BA-CA94-8119-C220F06864D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523790" y="4332520"/>
              <a:ext cx="186346" cy="162610"/>
            </a:xfrm>
            <a:custGeom>
              <a:avLst/>
              <a:gdLst>
                <a:gd name="connsiteX0" fmla="*/ 121441 w 186346"/>
                <a:gd name="connsiteY0" fmla="*/ 133261 h 162610"/>
                <a:gd name="connsiteX1" fmla="*/ 158286 w 186346"/>
                <a:gd name="connsiteY1" fmla="*/ 160540 h 162610"/>
                <a:gd name="connsiteX2" fmla="*/ 175291 w 186346"/>
                <a:gd name="connsiteY2" fmla="*/ 160540 h 162610"/>
                <a:gd name="connsiteX3" fmla="*/ 186627 w 186346"/>
                <a:gd name="connsiteY3" fmla="*/ 152037 h 162610"/>
                <a:gd name="connsiteX4" fmla="*/ 177416 w 186346"/>
                <a:gd name="connsiteY4" fmla="*/ 143889 h 162610"/>
                <a:gd name="connsiteX5" fmla="*/ 155806 w 186346"/>
                <a:gd name="connsiteY5" fmla="*/ 130781 h 162610"/>
                <a:gd name="connsiteX6" fmla="*/ 155806 w 186346"/>
                <a:gd name="connsiteY6" fmla="*/ 54613 h 162610"/>
                <a:gd name="connsiteX7" fmla="*/ 77866 w 186346"/>
                <a:gd name="connsiteY7" fmla="*/ 55 h 162610"/>
                <a:gd name="connsiteX8" fmla="*/ 14451 w 186346"/>
                <a:gd name="connsiteY8" fmla="*/ 32648 h 162610"/>
                <a:gd name="connsiteX9" fmla="*/ 36416 w 186346"/>
                <a:gd name="connsiteY9" fmla="*/ 54967 h 162610"/>
                <a:gd name="connsiteX10" fmla="*/ 58735 w 186346"/>
                <a:gd name="connsiteY10" fmla="*/ 32648 h 162610"/>
                <a:gd name="connsiteX11" fmla="*/ 50941 w 186346"/>
                <a:gd name="connsiteY11" fmla="*/ 15289 h 162610"/>
                <a:gd name="connsiteX12" fmla="*/ 76449 w 186346"/>
                <a:gd name="connsiteY12" fmla="*/ 12809 h 162610"/>
                <a:gd name="connsiteX13" fmla="*/ 115419 w 186346"/>
                <a:gd name="connsiteY13" fmla="*/ 54613 h 162610"/>
                <a:gd name="connsiteX14" fmla="*/ 115419 w 186346"/>
                <a:gd name="connsiteY14" fmla="*/ 66658 h 162610"/>
                <a:gd name="connsiteX15" fmla="*/ 280 w 186346"/>
                <a:gd name="connsiteY15" fmla="*/ 122279 h 162610"/>
                <a:gd name="connsiteX16" fmla="*/ 68655 w 186346"/>
                <a:gd name="connsiteY16" fmla="*/ 162666 h 162610"/>
                <a:gd name="connsiteX17" fmla="*/ 121441 w 186346"/>
                <a:gd name="connsiteY17" fmla="*/ 133261 h 162610"/>
                <a:gd name="connsiteX18" fmla="*/ 115419 w 186346"/>
                <a:gd name="connsiteY18" fmla="*/ 77640 h 162610"/>
                <a:gd name="connsiteX19" fmla="*/ 115419 w 186346"/>
                <a:gd name="connsiteY19" fmla="*/ 111296 h 162610"/>
                <a:gd name="connsiteX20" fmla="*/ 73969 w 186346"/>
                <a:gd name="connsiteY20" fmla="*/ 149912 h 162610"/>
                <a:gd name="connsiteX21" fmla="*/ 41730 w 186346"/>
                <a:gd name="connsiteY21" fmla="*/ 121924 h 162610"/>
                <a:gd name="connsiteX22" fmla="*/ 115419 w 186346"/>
                <a:gd name="connsiteY22" fmla="*/ 77640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6346" h="162610">
                  <a:moveTo>
                    <a:pt x="121441" y="133261"/>
                  </a:moveTo>
                  <a:cubicBezTo>
                    <a:pt x="121441" y="144243"/>
                    <a:pt x="121441" y="160540"/>
                    <a:pt x="158286" y="160540"/>
                  </a:cubicBezTo>
                  <a:lnTo>
                    <a:pt x="175291" y="160540"/>
                  </a:lnTo>
                  <a:cubicBezTo>
                    <a:pt x="182376" y="160540"/>
                    <a:pt x="186627" y="160540"/>
                    <a:pt x="186627" y="152037"/>
                  </a:cubicBezTo>
                  <a:cubicBezTo>
                    <a:pt x="186627" y="143889"/>
                    <a:pt x="182022" y="143889"/>
                    <a:pt x="177416" y="143889"/>
                  </a:cubicBezTo>
                  <a:cubicBezTo>
                    <a:pt x="155806" y="143535"/>
                    <a:pt x="155806" y="138929"/>
                    <a:pt x="155806" y="130781"/>
                  </a:cubicBezTo>
                  <a:lnTo>
                    <a:pt x="155806" y="54613"/>
                  </a:lnTo>
                  <a:cubicBezTo>
                    <a:pt x="155806" y="23083"/>
                    <a:pt x="130652" y="55"/>
                    <a:pt x="77866" y="55"/>
                  </a:cubicBezTo>
                  <a:cubicBezTo>
                    <a:pt x="57672" y="55"/>
                    <a:pt x="14451" y="1472"/>
                    <a:pt x="14451" y="32648"/>
                  </a:cubicBezTo>
                  <a:cubicBezTo>
                    <a:pt x="14451" y="48236"/>
                    <a:pt x="26851" y="54967"/>
                    <a:pt x="36416" y="54967"/>
                  </a:cubicBezTo>
                  <a:cubicBezTo>
                    <a:pt x="47399" y="54967"/>
                    <a:pt x="58735" y="47527"/>
                    <a:pt x="58735" y="32648"/>
                  </a:cubicBezTo>
                  <a:cubicBezTo>
                    <a:pt x="58735" y="22020"/>
                    <a:pt x="52004" y="15997"/>
                    <a:pt x="50941" y="15289"/>
                  </a:cubicBezTo>
                  <a:cubicBezTo>
                    <a:pt x="60861" y="13163"/>
                    <a:pt x="72198" y="12809"/>
                    <a:pt x="76449" y="12809"/>
                  </a:cubicBezTo>
                  <a:cubicBezTo>
                    <a:pt x="103019" y="12809"/>
                    <a:pt x="115419" y="27688"/>
                    <a:pt x="115419" y="54613"/>
                  </a:cubicBezTo>
                  <a:lnTo>
                    <a:pt x="115419" y="66658"/>
                  </a:lnTo>
                  <a:cubicBezTo>
                    <a:pt x="90265" y="67721"/>
                    <a:pt x="280" y="70909"/>
                    <a:pt x="280" y="122279"/>
                  </a:cubicBezTo>
                  <a:cubicBezTo>
                    <a:pt x="280" y="156289"/>
                    <a:pt x="44210" y="162666"/>
                    <a:pt x="68655" y="162666"/>
                  </a:cubicBezTo>
                  <a:cubicBezTo>
                    <a:pt x="96997" y="162666"/>
                    <a:pt x="113647" y="148140"/>
                    <a:pt x="121441" y="133261"/>
                  </a:cubicBezTo>
                  <a:close/>
                  <a:moveTo>
                    <a:pt x="115419" y="77640"/>
                  </a:moveTo>
                  <a:lnTo>
                    <a:pt x="115419" y="111296"/>
                  </a:lnTo>
                  <a:cubicBezTo>
                    <a:pt x="115419" y="145306"/>
                    <a:pt x="82826" y="149912"/>
                    <a:pt x="73969" y="149912"/>
                  </a:cubicBezTo>
                  <a:cubicBezTo>
                    <a:pt x="55901" y="149912"/>
                    <a:pt x="41730" y="137512"/>
                    <a:pt x="41730" y="121924"/>
                  </a:cubicBezTo>
                  <a:cubicBezTo>
                    <a:pt x="41730" y="83663"/>
                    <a:pt x="97705" y="78703"/>
                    <a:pt x="115419" y="77640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6BBEE9-2E65-17B4-4819-70426517A49F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2717940" y="4268043"/>
              <a:ext cx="127892" cy="227088"/>
            </a:xfrm>
            <a:custGeom>
              <a:avLst/>
              <a:gdLst>
                <a:gd name="connsiteX0" fmla="*/ 29336 w 127892"/>
                <a:gd name="connsiteY0" fmla="*/ 84372 h 227088"/>
                <a:gd name="connsiteX1" fmla="*/ 29336 w 127892"/>
                <a:gd name="connsiteY1" fmla="*/ 181442 h 227088"/>
                <a:gd name="connsiteX2" fmla="*/ 85311 w 127892"/>
                <a:gd name="connsiteY2" fmla="*/ 227143 h 227088"/>
                <a:gd name="connsiteX3" fmla="*/ 128178 w 127892"/>
                <a:gd name="connsiteY3" fmla="*/ 181088 h 227088"/>
                <a:gd name="connsiteX4" fmla="*/ 128178 w 127892"/>
                <a:gd name="connsiteY4" fmla="*/ 162311 h 227088"/>
                <a:gd name="connsiteX5" fmla="*/ 111527 w 127892"/>
                <a:gd name="connsiteY5" fmla="*/ 162311 h 227088"/>
                <a:gd name="connsiteX6" fmla="*/ 111527 w 127892"/>
                <a:gd name="connsiteY6" fmla="*/ 180379 h 227088"/>
                <a:gd name="connsiteX7" fmla="*/ 90271 w 127892"/>
                <a:gd name="connsiteY7" fmla="*/ 212972 h 227088"/>
                <a:gd name="connsiteX8" fmla="*/ 69723 w 127892"/>
                <a:gd name="connsiteY8" fmla="*/ 182150 h 227088"/>
                <a:gd name="connsiteX9" fmla="*/ 69723 w 127892"/>
                <a:gd name="connsiteY9" fmla="*/ 84372 h 227088"/>
                <a:gd name="connsiteX10" fmla="*/ 121447 w 127892"/>
                <a:gd name="connsiteY10" fmla="*/ 84372 h 227088"/>
                <a:gd name="connsiteX11" fmla="*/ 121447 w 127892"/>
                <a:gd name="connsiteY11" fmla="*/ 67721 h 227088"/>
                <a:gd name="connsiteX12" fmla="*/ 69723 w 127892"/>
                <a:gd name="connsiteY12" fmla="*/ 67721 h 227088"/>
                <a:gd name="connsiteX13" fmla="*/ 69723 w 127892"/>
                <a:gd name="connsiteY13" fmla="*/ 55 h 227088"/>
                <a:gd name="connsiteX14" fmla="*/ 53072 w 127892"/>
                <a:gd name="connsiteY14" fmla="*/ 55 h 227088"/>
                <a:gd name="connsiteX15" fmla="*/ 286 w 127892"/>
                <a:gd name="connsiteY15" fmla="*/ 71618 h 227088"/>
                <a:gd name="connsiteX16" fmla="*/ 286 w 127892"/>
                <a:gd name="connsiteY16" fmla="*/ 84372 h 227088"/>
                <a:gd name="connsiteX17" fmla="*/ 29336 w 127892"/>
                <a:gd name="connsiteY17" fmla="*/ 84372 h 227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892" h="227088">
                  <a:moveTo>
                    <a:pt x="29336" y="84372"/>
                  </a:moveTo>
                  <a:lnTo>
                    <a:pt x="29336" y="181442"/>
                  </a:lnTo>
                  <a:cubicBezTo>
                    <a:pt x="29336" y="219349"/>
                    <a:pt x="60158" y="227143"/>
                    <a:pt x="85311" y="227143"/>
                  </a:cubicBezTo>
                  <a:cubicBezTo>
                    <a:pt x="112236" y="227143"/>
                    <a:pt x="128178" y="206949"/>
                    <a:pt x="128178" y="181088"/>
                  </a:cubicBezTo>
                  <a:lnTo>
                    <a:pt x="128178" y="162311"/>
                  </a:lnTo>
                  <a:lnTo>
                    <a:pt x="111527" y="162311"/>
                  </a:lnTo>
                  <a:lnTo>
                    <a:pt x="111527" y="180379"/>
                  </a:lnTo>
                  <a:cubicBezTo>
                    <a:pt x="111527" y="204470"/>
                    <a:pt x="100191" y="212972"/>
                    <a:pt x="90271" y="212972"/>
                  </a:cubicBezTo>
                  <a:cubicBezTo>
                    <a:pt x="69723" y="212972"/>
                    <a:pt x="69723" y="190299"/>
                    <a:pt x="69723" y="182150"/>
                  </a:cubicBezTo>
                  <a:lnTo>
                    <a:pt x="69723" y="84372"/>
                  </a:lnTo>
                  <a:lnTo>
                    <a:pt x="121447" y="84372"/>
                  </a:lnTo>
                  <a:lnTo>
                    <a:pt x="121447" y="67721"/>
                  </a:lnTo>
                  <a:lnTo>
                    <a:pt x="69723" y="67721"/>
                  </a:lnTo>
                  <a:lnTo>
                    <a:pt x="69723" y="55"/>
                  </a:lnTo>
                  <a:lnTo>
                    <a:pt x="53072" y="55"/>
                  </a:lnTo>
                  <a:cubicBezTo>
                    <a:pt x="52718" y="35482"/>
                    <a:pt x="35359" y="70555"/>
                    <a:pt x="286" y="71618"/>
                  </a:cubicBezTo>
                  <a:lnTo>
                    <a:pt x="286" y="84372"/>
                  </a:lnTo>
                  <a:lnTo>
                    <a:pt x="29336" y="84372"/>
                  </a:ln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1F89916-7516-C637-BC65-153D313F6A21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2885588" y="4246787"/>
              <a:ext cx="84670" cy="246218"/>
            </a:xfrm>
            <a:custGeom>
              <a:avLst/>
              <a:gdLst>
                <a:gd name="connsiteX0" fmla="*/ 62997 w 84670"/>
                <a:gd name="connsiteY0" fmla="*/ 86851 h 246218"/>
                <a:gd name="connsiteX1" fmla="*/ 1353 w 84670"/>
                <a:gd name="connsiteY1" fmla="*/ 89686 h 246218"/>
                <a:gd name="connsiteX2" fmla="*/ 1353 w 84670"/>
                <a:gd name="connsiteY2" fmla="*/ 106336 h 246218"/>
                <a:gd name="connsiteX3" fmla="*/ 24735 w 84670"/>
                <a:gd name="connsiteY3" fmla="*/ 120153 h 246218"/>
                <a:gd name="connsiteX4" fmla="*/ 24735 w 84670"/>
                <a:gd name="connsiteY4" fmla="*/ 229623 h 246218"/>
                <a:gd name="connsiteX5" fmla="*/ 290 w 84670"/>
                <a:gd name="connsiteY5" fmla="*/ 229623 h 246218"/>
                <a:gd name="connsiteX6" fmla="*/ 290 w 84670"/>
                <a:gd name="connsiteY6" fmla="*/ 246274 h 246218"/>
                <a:gd name="connsiteX7" fmla="*/ 43512 w 84670"/>
                <a:gd name="connsiteY7" fmla="*/ 245211 h 246218"/>
                <a:gd name="connsiteX8" fmla="*/ 84961 w 84670"/>
                <a:gd name="connsiteY8" fmla="*/ 246274 h 246218"/>
                <a:gd name="connsiteX9" fmla="*/ 84961 w 84670"/>
                <a:gd name="connsiteY9" fmla="*/ 229623 h 246218"/>
                <a:gd name="connsiteX10" fmla="*/ 62997 w 84670"/>
                <a:gd name="connsiteY10" fmla="*/ 229623 h 246218"/>
                <a:gd name="connsiteX11" fmla="*/ 62997 w 84670"/>
                <a:gd name="connsiteY11" fmla="*/ 86851 h 246218"/>
                <a:gd name="connsiteX12" fmla="*/ 66539 w 84670"/>
                <a:gd name="connsiteY12" fmla="*/ 27688 h 246218"/>
                <a:gd name="connsiteX13" fmla="*/ 38906 w 84670"/>
                <a:gd name="connsiteY13" fmla="*/ 55 h 246218"/>
                <a:gd name="connsiteX14" fmla="*/ 11273 w 84670"/>
                <a:gd name="connsiteY14" fmla="*/ 27688 h 246218"/>
                <a:gd name="connsiteX15" fmla="*/ 38906 w 84670"/>
                <a:gd name="connsiteY15" fmla="*/ 55321 h 246218"/>
                <a:gd name="connsiteX16" fmla="*/ 66539 w 84670"/>
                <a:gd name="connsiteY16" fmla="*/ 27688 h 24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670" h="246218">
                  <a:moveTo>
                    <a:pt x="62997" y="86851"/>
                  </a:moveTo>
                  <a:lnTo>
                    <a:pt x="1353" y="89686"/>
                  </a:lnTo>
                  <a:lnTo>
                    <a:pt x="1353" y="106336"/>
                  </a:lnTo>
                  <a:cubicBezTo>
                    <a:pt x="22255" y="106336"/>
                    <a:pt x="24735" y="106336"/>
                    <a:pt x="24735" y="120153"/>
                  </a:cubicBezTo>
                  <a:lnTo>
                    <a:pt x="24735" y="229623"/>
                  </a:lnTo>
                  <a:lnTo>
                    <a:pt x="290" y="229623"/>
                  </a:lnTo>
                  <a:lnTo>
                    <a:pt x="290" y="246274"/>
                  </a:lnTo>
                  <a:cubicBezTo>
                    <a:pt x="11273" y="245919"/>
                    <a:pt x="28632" y="245211"/>
                    <a:pt x="43512" y="245211"/>
                  </a:cubicBezTo>
                  <a:cubicBezTo>
                    <a:pt x="54140" y="245211"/>
                    <a:pt x="72208" y="245919"/>
                    <a:pt x="84961" y="246274"/>
                  </a:cubicBezTo>
                  <a:lnTo>
                    <a:pt x="84961" y="229623"/>
                  </a:lnTo>
                  <a:lnTo>
                    <a:pt x="62997" y="229623"/>
                  </a:lnTo>
                  <a:lnTo>
                    <a:pt x="62997" y="86851"/>
                  </a:lnTo>
                  <a:close/>
                  <a:moveTo>
                    <a:pt x="66539" y="27688"/>
                  </a:moveTo>
                  <a:cubicBezTo>
                    <a:pt x="66539" y="12100"/>
                    <a:pt x="53785" y="55"/>
                    <a:pt x="38906" y="55"/>
                  </a:cubicBezTo>
                  <a:cubicBezTo>
                    <a:pt x="23672" y="55"/>
                    <a:pt x="11273" y="12454"/>
                    <a:pt x="11273" y="27688"/>
                  </a:cubicBezTo>
                  <a:cubicBezTo>
                    <a:pt x="11273" y="42922"/>
                    <a:pt x="23672" y="55321"/>
                    <a:pt x="38906" y="55321"/>
                  </a:cubicBezTo>
                  <a:cubicBezTo>
                    <a:pt x="53785" y="55321"/>
                    <a:pt x="66539" y="43276"/>
                    <a:pt x="66539" y="2768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06961F-67B2-ED72-9F96-9960178B4B61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2993443" y="4332520"/>
              <a:ext cx="180678" cy="162610"/>
            </a:xfrm>
            <a:custGeom>
              <a:avLst/>
              <a:gdLst>
                <a:gd name="connsiteX0" fmla="*/ 180972 w 180678"/>
                <a:gd name="connsiteY0" fmla="*/ 83309 h 162610"/>
                <a:gd name="connsiteX1" fmla="*/ 90633 w 180678"/>
                <a:gd name="connsiteY1" fmla="*/ 55 h 162610"/>
                <a:gd name="connsiteX2" fmla="*/ 294 w 180678"/>
                <a:gd name="connsiteY2" fmla="*/ 83309 h 162610"/>
                <a:gd name="connsiteX3" fmla="*/ 90633 w 180678"/>
                <a:gd name="connsiteY3" fmla="*/ 162666 h 162610"/>
                <a:gd name="connsiteX4" fmla="*/ 180972 w 180678"/>
                <a:gd name="connsiteY4" fmla="*/ 83309 h 162610"/>
                <a:gd name="connsiteX5" fmla="*/ 90633 w 180678"/>
                <a:gd name="connsiteY5" fmla="*/ 148495 h 162610"/>
                <a:gd name="connsiteX6" fmla="*/ 45640 w 180678"/>
                <a:gd name="connsiteY6" fmla="*/ 79412 h 162610"/>
                <a:gd name="connsiteX7" fmla="*/ 51663 w 180678"/>
                <a:gd name="connsiteY7" fmla="*/ 33356 h 162610"/>
                <a:gd name="connsiteX8" fmla="*/ 90633 w 180678"/>
                <a:gd name="connsiteY8" fmla="*/ 12809 h 162610"/>
                <a:gd name="connsiteX9" fmla="*/ 128186 w 180678"/>
                <a:gd name="connsiteY9" fmla="*/ 30877 h 162610"/>
                <a:gd name="connsiteX10" fmla="*/ 135625 w 180678"/>
                <a:gd name="connsiteY10" fmla="*/ 79412 h 162610"/>
                <a:gd name="connsiteX11" fmla="*/ 90633 w 180678"/>
                <a:gd name="connsiteY11" fmla="*/ 148495 h 16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0678" h="162610">
                  <a:moveTo>
                    <a:pt x="180972" y="83309"/>
                  </a:moveTo>
                  <a:cubicBezTo>
                    <a:pt x="180972" y="35836"/>
                    <a:pt x="148379" y="55"/>
                    <a:pt x="90633" y="55"/>
                  </a:cubicBezTo>
                  <a:cubicBezTo>
                    <a:pt x="32532" y="55"/>
                    <a:pt x="294" y="36191"/>
                    <a:pt x="294" y="83309"/>
                  </a:cubicBezTo>
                  <a:cubicBezTo>
                    <a:pt x="294" y="127238"/>
                    <a:pt x="31470" y="162666"/>
                    <a:pt x="90633" y="162666"/>
                  </a:cubicBezTo>
                  <a:cubicBezTo>
                    <a:pt x="150150" y="162666"/>
                    <a:pt x="180972" y="126884"/>
                    <a:pt x="180972" y="83309"/>
                  </a:cubicBezTo>
                  <a:close/>
                  <a:moveTo>
                    <a:pt x="90633" y="148495"/>
                  </a:moveTo>
                  <a:cubicBezTo>
                    <a:pt x="45640" y="148495"/>
                    <a:pt x="45640" y="110233"/>
                    <a:pt x="45640" y="79412"/>
                  </a:cubicBezTo>
                  <a:cubicBezTo>
                    <a:pt x="45640" y="63470"/>
                    <a:pt x="45640" y="45402"/>
                    <a:pt x="51663" y="33356"/>
                  </a:cubicBezTo>
                  <a:cubicBezTo>
                    <a:pt x="58394" y="20248"/>
                    <a:pt x="73274" y="12809"/>
                    <a:pt x="90633" y="12809"/>
                  </a:cubicBezTo>
                  <a:cubicBezTo>
                    <a:pt x="105512" y="12809"/>
                    <a:pt x="120392" y="18477"/>
                    <a:pt x="128186" y="30877"/>
                  </a:cubicBezTo>
                  <a:cubicBezTo>
                    <a:pt x="135625" y="42922"/>
                    <a:pt x="135625" y="62407"/>
                    <a:pt x="135625" y="79412"/>
                  </a:cubicBezTo>
                  <a:cubicBezTo>
                    <a:pt x="135625" y="110233"/>
                    <a:pt x="135625" y="148495"/>
                    <a:pt x="90633" y="148495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44C7A23-F84D-A664-6F3F-F6A4B34D92E6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3201754" y="4333583"/>
              <a:ext cx="201934" cy="159422"/>
            </a:xfrm>
            <a:custGeom>
              <a:avLst/>
              <a:gdLst>
                <a:gd name="connsiteX0" fmla="*/ 24744 w 201934"/>
                <a:gd name="connsiteY0" fmla="*/ 33356 h 159422"/>
                <a:gd name="connsiteX1" fmla="*/ 24744 w 201934"/>
                <a:gd name="connsiteY1" fmla="*/ 142826 h 159422"/>
                <a:gd name="connsiteX2" fmla="*/ 299 w 201934"/>
                <a:gd name="connsiteY2" fmla="*/ 142826 h 159422"/>
                <a:gd name="connsiteX3" fmla="*/ 299 w 201934"/>
                <a:gd name="connsiteY3" fmla="*/ 159477 h 159422"/>
                <a:gd name="connsiteX4" fmla="*/ 44938 w 201934"/>
                <a:gd name="connsiteY4" fmla="*/ 158414 h 159422"/>
                <a:gd name="connsiteX5" fmla="*/ 89576 w 201934"/>
                <a:gd name="connsiteY5" fmla="*/ 159477 h 159422"/>
                <a:gd name="connsiteX6" fmla="*/ 89576 w 201934"/>
                <a:gd name="connsiteY6" fmla="*/ 142826 h 159422"/>
                <a:gd name="connsiteX7" fmla="*/ 65131 w 201934"/>
                <a:gd name="connsiteY7" fmla="*/ 142826 h 159422"/>
                <a:gd name="connsiteX8" fmla="*/ 65131 w 201934"/>
                <a:gd name="connsiteY8" fmla="*/ 68784 h 159422"/>
                <a:gd name="connsiteX9" fmla="*/ 117917 w 201934"/>
                <a:gd name="connsiteY9" fmla="*/ 12809 h 159422"/>
                <a:gd name="connsiteX10" fmla="*/ 137402 w 201934"/>
                <a:gd name="connsiteY10" fmla="*/ 47173 h 159422"/>
                <a:gd name="connsiteX11" fmla="*/ 137402 w 201934"/>
                <a:gd name="connsiteY11" fmla="*/ 142826 h 159422"/>
                <a:gd name="connsiteX12" fmla="*/ 112958 w 201934"/>
                <a:gd name="connsiteY12" fmla="*/ 142826 h 159422"/>
                <a:gd name="connsiteX13" fmla="*/ 112958 w 201934"/>
                <a:gd name="connsiteY13" fmla="*/ 159477 h 159422"/>
                <a:gd name="connsiteX14" fmla="*/ 157596 w 201934"/>
                <a:gd name="connsiteY14" fmla="*/ 158414 h 159422"/>
                <a:gd name="connsiteX15" fmla="*/ 202234 w 201934"/>
                <a:gd name="connsiteY15" fmla="*/ 159477 h 159422"/>
                <a:gd name="connsiteX16" fmla="*/ 202234 w 201934"/>
                <a:gd name="connsiteY16" fmla="*/ 142826 h 159422"/>
                <a:gd name="connsiteX17" fmla="*/ 177789 w 201934"/>
                <a:gd name="connsiteY17" fmla="*/ 142826 h 159422"/>
                <a:gd name="connsiteX18" fmla="*/ 177789 w 201934"/>
                <a:gd name="connsiteY18" fmla="*/ 51070 h 159422"/>
                <a:gd name="connsiteX19" fmla="*/ 123232 w 201934"/>
                <a:gd name="connsiteY19" fmla="*/ 55 h 159422"/>
                <a:gd name="connsiteX20" fmla="*/ 61234 w 201934"/>
                <a:gd name="connsiteY20" fmla="*/ 38316 h 159422"/>
                <a:gd name="connsiteX21" fmla="*/ 61234 w 201934"/>
                <a:gd name="connsiteY21" fmla="*/ 55 h 159422"/>
                <a:gd name="connsiteX22" fmla="*/ 299 w 201934"/>
                <a:gd name="connsiteY22" fmla="*/ 2889 h 159422"/>
                <a:gd name="connsiteX23" fmla="*/ 299 w 201934"/>
                <a:gd name="connsiteY23" fmla="*/ 19540 h 159422"/>
                <a:gd name="connsiteX24" fmla="*/ 24744 w 201934"/>
                <a:gd name="connsiteY24" fmla="*/ 33356 h 15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01934" h="159422">
                  <a:moveTo>
                    <a:pt x="24744" y="33356"/>
                  </a:moveTo>
                  <a:lnTo>
                    <a:pt x="24744" y="142826"/>
                  </a:lnTo>
                  <a:lnTo>
                    <a:pt x="299" y="142826"/>
                  </a:lnTo>
                  <a:lnTo>
                    <a:pt x="299" y="159477"/>
                  </a:lnTo>
                  <a:cubicBezTo>
                    <a:pt x="10219" y="159123"/>
                    <a:pt x="31475" y="158414"/>
                    <a:pt x="44938" y="158414"/>
                  </a:cubicBezTo>
                  <a:cubicBezTo>
                    <a:pt x="58754" y="158414"/>
                    <a:pt x="79656" y="159123"/>
                    <a:pt x="89576" y="159477"/>
                  </a:cubicBezTo>
                  <a:lnTo>
                    <a:pt x="89576" y="142826"/>
                  </a:lnTo>
                  <a:lnTo>
                    <a:pt x="65131" y="142826"/>
                  </a:lnTo>
                  <a:lnTo>
                    <a:pt x="65131" y="68784"/>
                  </a:lnTo>
                  <a:cubicBezTo>
                    <a:pt x="65131" y="30168"/>
                    <a:pt x="95598" y="12809"/>
                    <a:pt x="117917" y="12809"/>
                  </a:cubicBezTo>
                  <a:cubicBezTo>
                    <a:pt x="129963" y="12809"/>
                    <a:pt x="137402" y="20248"/>
                    <a:pt x="137402" y="47173"/>
                  </a:cubicBezTo>
                  <a:lnTo>
                    <a:pt x="137402" y="142826"/>
                  </a:lnTo>
                  <a:lnTo>
                    <a:pt x="112958" y="142826"/>
                  </a:lnTo>
                  <a:lnTo>
                    <a:pt x="112958" y="159477"/>
                  </a:lnTo>
                  <a:cubicBezTo>
                    <a:pt x="122877" y="159123"/>
                    <a:pt x="144134" y="158414"/>
                    <a:pt x="157596" y="158414"/>
                  </a:cubicBezTo>
                  <a:cubicBezTo>
                    <a:pt x="171413" y="158414"/>
                    <a:pt x="192315" y="159123"/>
                    <a:pt x="202234" y="159477"/>
                  </a:cubicBezTo>
                  <a:lnTo>
                    <a:pt x="202234" y="142826"/>
                  </a:lnTo>
                  <a:lnTo>
                    <a:pt x="177789" y="142826"/>
                  </a:lnTo>
                  <a:lnTo>
                    <a:pt x="177789" y="51070"/>
                  </a:lnTo>
                  <a:cubicBezTo>
                    <a:pt x="177789" y="13872"/>
                    <a:pt x="158659" y="55"/>
                    <a:pt x="123232" y="55"/>
                  </a:cubicBezTo>
                  <a:cubicBezTo>
                    <a:pt x="89221" y="55"/>
                    <a:pt x="70445" y="20248"/>
                    <a:pt x="61234" y="38316"/>
                  </a:cubicBezTo>
                  <a:lnTo>
                    <a:pt x="61234" y="55"/>
                  </a:lnTo>
                  <a:lnTo>
                    <a:pt x="299" y="2889"/>
                  </a:lnTo>
                  <a:lnTo>
                    <a:pt x="299" y="19540"/>
                  </a:lnTo>
                  <a:cubicBezTo>
                    <a:pt x="22264" y="19540"/>
                    <a:pt x="24744" y="19540"/>
                    <a:pt x="24744" y="33356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398638E-67E5-0721-25D4-224A31834116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3440846" y="4335709"/>
              <a:ext cx="55266" cy="157296"/>
            </a:xfrm>
            <a:custGeom>
              <a:avLst/>
              <a:gdLst>
                <a:gd name="connsiteX0" fmla="*/ 55572 w 55266"/>
                <a:gd name="connsiteY0" fmla="*/ 27688 h 157296"/>
                <a:gd name="connsiteX1" fmla="*/ 27939 w 55266"/>
                <a:gd name="connsiteY1" fmla="*/ 55 h 157296"/>
                <a:gd name="connsiteX2" fmla="*/ 306 w 55266"/>
                <a:gd name="connsiteY2" fmla="*/ 27688 h 157296"/>
                <a:gd name="connsiteX3" fmla="*/ 27939 w 55266"/>
                <a:gd name="connsiteY3" fmla="*/ 55321 h 157296"/>
                <a:gd name="connsiteX4" fmla="*/ 55572 w 55266"/>
                <a:gd name="connsiteY4" fmla="*/ 27688 h 157296"/>
                <a:gd name="connsiteX5" fmla="*/ 55572 w 55266"/>
                <a:gd name="connsiteY5" fmla="*/ 129718 h 157296"/>
                <a:gd name="connsiteX6" fmla="*/ 27939 w 55266"/>
                <a:gd name="connsiteY6" fmla="*/ 102085 h 157296"/>
                <a:gd name="connsiteX7" fmla="*/ 306 w 55266"/>
                <a:gd name="connsiteY7" fmla="*/ 129718 h 157296"/>
                <a:gd name="connsiteX8" fmla="*/ 27939 w 55266"/>
                <a:gd name="connsiteY8" fmla="*/ 157351 h 157296"/>
                <a:gd name="connsiteX9" fmla="*/ 55572 w 55266"/>
                <a:gd name="connsiteY9" fmla="*/ 129718 h 15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5266" h="157296">
                  <a:moveTo>
                    <a:pt x="55572" y="27688"/>
                  </a:moveTo>
                  <a:cubicBezTo>
                    <a:pt x="55572" y="12454"/>
                    <a:pt x="43173" y="55"/>
                    <a:pt x="27939" y="55"/>
                  </a:cubicBezTo>
                  <a:cubicBezTo>
                    <a:pt x="12705" y="55"/>
                    <a:pt x="306" y="12454"/>
                    <a:pt x="306" y="27688"/>
                  </a:cubicBezTo>
                  <a:cubicBezTo>
                    <a:pt x="306" y="42922"/>
                    <a:pt x="12705" y="55321"/>
                    <a:pt x="27939" y="55321"/>
                  </a:cubicBezTo>
                  <a:cubicBezTo>
                    <a:pt x="43173" y="55321"/>
                    <a:pt x="55572" y="42922"/>
                    <a:pt x="55572" y="27688"/>
                  </a:cubicBezTo>
                  <a:close/>
                  <a:moveTo>
                    <a:pt x="55572" y="129718"/>
                  </a:moveTo>
                  <a:cubicBezTo>
                    <a:pt x="55572" y="114485"/>
                    <a:pt x="43173" y="102085"/>
                    <a:pt x="27939" y="102085"/>
                  </a:cubicBezTo>
                  <a:cubicBezTo>
                    <a:pt x="12705" y="102085"/>
                    <a:pt x="306" y="114485"/>
                    <a:pt x="306" y="129718"/>
                  </a:cubicBezTo>
                  <a:cubicBezTo>
                    <a:pt x="306" y="144952"/>
                    <a:pt x="12705" y="157351"/>
                    <a:pt x="27939" y="157351"/>
                  </a:cubicBezTo>
                  <a:cubicBezTo>
                    <a:pt x="43173" y="157351"/>
                    <a:pt x="55572" y="144952"/>
                    <a:pt x="55572" y="129718"/>
                  </a:cubicBezTo>
                  <a:close/>
                </a:path>
              </a:pathLst>
            </a:custGeom>
            <a:grpFill/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A5C586D-9F18-F31C-FA98-4F8CCB72F9CD}"/>
              </a:ext>
            </a:extLst>
      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618723" y="708128"/>
            <a:ext cx="9608909" cy="6045165"/>
          </a:xfrm>
          <a:prstGeom prst="rect">
            <a:avLst/>
          </a:prstGeom>
        </p:spPr>
      </p:pic>
      <p:grpSp>
        <p:nvGrpSpPr>
          <p:cNvPr id="187" name="Group 186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q = e \times k + \Delta q&#10;\end{align*}&#10;%%}&#10;\end{document}" title="IguanaTex Vector Display">
            <a:extLst>
              <a:ext uri="{FF2B5EF4-FFF2-40B4-BE49-F238E27FC236}">
                <a16:creationId xmlns:a16="http://schemas.microsoft.com/office/drawing/2014/main" id="{A424CC84-4DC4-2BEB-438E-3C11D7FD3F06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6057900" y="4648200"/>
            <a:ext cx="1815742" cy="253304"/>
            <a:chOff x="11683090" y="5984435"/>
            <a:chExt cx="1815742" cy="2533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8BF3580-54C1-7100-6DC2-4D57540CADD6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683090" y="6060705"/>
              <a:ext cx="114682" cy="177034"/>
            </a:xfrm>
            <a:custGeom>
              <a:avLst/>
              <a:gdLst>
                <a:gd name="connsiteX0" fmla="*/ 114884 w 114682"/>
                <a:gd name="connsiteY0" fmla="*/ 3117 h 177034"/>
                <a:gd name="connsiteX1" fmla="*/ 112100 w 114682"/>
                <a:gd name="connsiteY1" fmla="*/ 333 h 177034"/>
                <a:gd name="connsiteX2" fmla="*/ 93172 w 114682"/>
                <a:gd name="connsiteY2" fmla="*/ 19540 h 177034"/>
                <a:gd name="connsiteX3" fmla="*/ 67285 w 114682"/>
                <a:gd name="connsiteY3" fmla="*/ 55 h 177034"/>
                <a:gd name="connsiteX4" fmla="*/ 201 w 114682"/>
                <a:gd name="connsiteY4" fmla="*/ 81613 h 177034"/>
                <a:gd name="connsiteX5" fmla="*/ 36944 w 114682"/>
                <a:gd name="connsiteY5" fmla="*/ 126150 h 177034"/>
                <a:gd name="connsiteX6" fmla="*/ 69790 w 114682"/>
                <a:gd name="connsiteY6" fmla="*/ 109449 h 177034"/>
                <a:gd name="connsiteX7" fmla="*/ 57264 w 114682"/>
                <a:gd name="connsiteY7" fmla="*/ 159275 h 177034"/>
                <a:gd name="connsiteX8" fmla="*/ 37223 w 114682"/>
                <a:gd name="connsiteY8" fmla="*/ 168460 h 177034"/>
                <a:gd name="connsiteX9" fmla="*/ 30820 w 114682"/>
                <a:gd name="connsiteY9" fmla="*/ 174028 h 177034"/>
                <a:gd name="connsiteX10" fmla="*/ 34439 w 114682"/>
                <a:gd name="connsiteY10" fmla="*/ 177089 h 177034"/>
                <a:gd name="connsiteX11" fmla="*/ 62275 w 114682"/>
                <a:gd name="connsiteY11" fmla="*/ 176254 h 177034"/>
                <a:gd name="connsiteX12" fmla="*/ 90945 w 114682"/>
                <a:gd name="connsiteY12" fmla="*/ 177089 h 177034"/>
                <a:gd name="connsiteX13" fmla="*/ 95956 w 114682"/>
                <a:gd name="connsiteY13" fmla="*/ 171522 h 177034"/>
                <a:gd name="connsiteX14" fmla="*/ 88718 w 114682"/>
                <a:gd name="connsiteY14" fmla="*/ 168460 h 177034"/>
                <a:gd name="connsiteX15" fmla="*/ 75357 w 114682"/>
                <a:gd name="connsiteY15" fmla="*/ 164007 h 177034"/>
                <a:gd name="connsiteX16" fmla="*/ 76471 w 114682"/>
                <a:gd name="connsiteY16" fmla="*/ 157883 h 177034"/>
                <a:gd name="connsiteX17" fmla="*/ 114884 w 114682"/>
                <a:gd name="connsiteY17" fmla="*/ 3117 h 177034"/>
                <a:gd name="connsiteX18" fmla="*/ 37779 w 114682"/>
                <a:gd name="connsiteY18" fmla="*/ 120026 h 177034"/>
                <a:gd name="connsiteX19" fmla="*/ 19964 w 114682"/>
                <a:gd name="connsiteY19" fmla="*/ 93861 h 177034"/>
                <a:gd name="connsiteX20" fmla="*/ 32769 w 114682"/>
                <a:gd name="connsiteY20" fmla="*/ 38468 h 177034"/>
                <a:gd name="connsiteX21" fmla="*/ 67285 w 114682"/>
                <a:gd name="connsiteY21" fmla="*/ 6179 h 177034"/>
                <a:gd name="connsiteX22" fmla="*/ 89275 w 114682"/>
                <a:gd name="connsiteY22" fmla="*/ 30674 h 177034"/>
                <a:gd name="connsiteX23" fmla="*/ 73130 w 114682"/>
                <a:gd name="connsiteY23" fmla="*/ 94418 h 177034"/>
                <a:gd name="connsiteX24" fmla="*/ 37779 w 114682"/>
                <a:gd name="connsiteY24" fmla="*/ 120026 h 177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682" h="177034">
                  <a:moveTo>
                    <a:pt x="114884" y="3117"/>
                  </a:moveTo>
                  <a:cubicBezTo>
                    <a:pt x="114884" y="2003"/>
                    <a:pt x="114049" y="333"/>
                    <a:pt x="112100" y="333"/>
                  </a:cubicBezTo>
                  <a:cubicBezTo>
                    <a:pt x="109038" y="333"/>
                    <a:pt x="97904" y="11468"/>
                    <a:pt x="93172" y="19540"/>
                  </a:cubicBezTo>
                  <a:cubicBezTo>
                    <a:pt x="87048" y="4509"/>
                    <a:pt x="76192" y="55"/>
                    <a:pt x="67285" y="55"/>
                  </a:cubicBezTo>
                  <a:cubicBezTo>
                    <a:pt x="34439" y="55"/>
                    <a:pt x="201" y="41252"/>
                    <a:pt x="201" y="81613"/>
                  </a:cubicBezTo>
                  <a:cubicBezTo>
                    <a:pt x="201" y="108892"/>
                    <a:pt x="16624" y="126150"/>
                    <a:pt x="36944" y="126150"/>
                  </a:cubicBezTo>
                  <a:cubicBezTo>
                    <a:pt x="48913" y="126150"/>
                    <a:pt x="59769" y="119470"/>
                    <a:pt x="69790" y="109449"/>
                  </a:cubicBezTo>
                  <a:cubicBezTo>
                    <a:pt x="67285" y="119191"/>
                    <a:pt x="58099" y="156769"/>
                    <a:pt x="57264" y="159275"/>
                  </a:cubicBezTo>
                  <a:cubicBezTo>
                    <a:pt x="55037" y="167069"/>
                    <a:pt x="52810" y="168182"/>
                    <a:pt x="37223" y="168460"/>
                  </a:cubicBezTo>
                  <a:cubicBezTo>
                    <a:pt x="33604" y="168460"/>
                    <a:pt x="30820" y="168460"/>
                    <a:pt x="30820" y="174028"/>
                  </a:cubicBezTo>
                  <a:cubicBezTo>
                    <a:pt x="30820" y="174306"/>
                    <a:pt x="30820" y="177089"/>
                    <a:pt x="34439" y="177089"/>
                  </a:cubicBezTo>
                  <a:cubicBezTo>
                    <a:pt x="43346" y="177089"/>
                    <a:pt x="53089" y="176254"/>
                    <a:pt x="62275" y="176254"/>
                  </a:cubicBezTo>
                  <a:cubicBezTo>
                    <a:pt x="71739" y="176254"/>
                    <a:pt x="81760" y="177089"/>
                    <a:pt x="90945" y="177089"/>
                  </a:cubicBezTo>
                  <a:cubicBezTo>
                    <a:pt x="92337" y="177089"/>
                    <a:pt x="95956" y="177089"/>
                    <a:pt x="95956" y="171522"/>
                  </a:cubicBezTo>
                  <a:cubicBezTo>
                    <a:pt x="95956" y="168460"/>
                    <a:pt x="93172" y="168460"/>
                    <a:pt x="88718" y="168460"/>
                  </a:cubicBezTo>
                  <a:cubicBezTo>
                    <a:pt x="75357" y="168460"/>
                    <a:pt x="75357" y="166512"/>
                    <a:pt x="75357" y="164007"/>
                  </a:cubicBezTo>
                  <a:cubicBezTo>
                    <a:pt x="75357" y="162058"/>
                    <a:pt x="75914" y="160388"/>
                    <a:pt x="76471" y="157883"/>
                  </a:cubicBezTo>
                  <a:lnTo>
                    <a:pt x="114884" y="3117"/>
                  </a:lnTo>
                  <a:close/>
                  <a:moveTo>
                    <a:pt x="37779" y="120026"/>
                  </a:moveTo>
                  <a:cubicBezTo>
                    <a:pt x="21078" y="120026"/>
                    <a:pt x="19964" y="98593"/>
                    <a:pt x="19964" y="93861"/>
                  </a:cubicBezTo>
                  <a:cubicBezTo>
                    <a:pt x="19964" y="80500"/>
                    <a:pt x="28037" y="50159"/>
                    <a:pt x="32769" y="38468"/>
                  </a:cubicBezTo>
                  <a:cubicBezTo>
                    <a:pt x="41398" y="17870"/>
                    <a:pt x="55872" y="6179"/>
                    <a:pt x="67285" y="6179"/>
                  </a:cubicBezTo>
                  <a:cubicBezTo>
                    <a:pt x="85378" y="6179"/>
                    <a:pt x="89275" y="28726"/>
                    <a:pt x="89275" y="30674"/>
                  </a:cubicBezTo>
                  <a:cubicBezTo>
                    <a:pt x="89275" y="32344"/>
                    <a:pt x="73966" y="93304"/>
                    <a:pt x="73130" y="94418"/>
                  </a:cubicBezTo>
                  <a:cubicBezTo>
                    <a:pt x="68955" y="102212"/>
                    <a:pt x="53367" y="120026"/>
                    <a:pt x="37779" y="120026"/>
                  </a:cubicBez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ECE5C6F3-E95F-B6A7-DC74-E97D85906B0C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899112" y="6081581"/>
              <a:ext cx="185106" cy="65135"/>
            </a:xfrm>
            <a:custGeom>
              <a:avLst/>
              <a:gdLst>
                <a:gd name="connsiteX0" fmla="*/ 175851 w 185106"/>
                <a:gd name="connsiteY0" fmla="*/ 11189 h 65135"/>
                <a:gd name="connsiteX1" fmla="*/ 185316 w 185106"/>
                <a:gd name="connsiteY1" fmla="*/ 5622 h 65135"/>
                <a:gd name="connsiteX2" fmla="*/ 176130 w 185106"/>
                <a:gd name="connsiteY2" fmla="*/ 55 h 65135"/>
                <a:gd name="connsiteX3" fmla="*/ 9394 w 185106"/>
                <a:gd name="connsiteY3" fmla="*/ 55 h 65135"/>
                <a:gd name="connsiteX4" fmla="*/ 209 w 185106"/>
                <a:gd name="connsiteY4" fmla="*/ 5622 h 65135"/>
                <a:gd name="connsiteX5" fmla="*/ 9673 w 185106"/>
                <a:gd name="connsiteY5" fmla="*/ 11189 h 65135"/>
                <a:gd name="connsiteX6" fmla="*/ 175851 w 185106"/>
                <a:gd name="connsiteY6" fmla="*/ 11189 h 65135"/>
                <a:gd name="connsiteX7" fmla="*/ 176130 w 185106"/>
                <a:gd name="connsiteY7" fmla="*/ 65190 h 65135"/>
                <a:gd name="connsiteX8" fmla="*/ 185316 w 185106"/>
                <a:gd name="connsiteY8" fmla="*/ 59623 h 65135"/>
                <a:gd name="connsiteX9" fmla="*/ 175851 w 185106"/>
                <a:gd name="connsiteY9" fmla="*/ 54056 h 65135"/>
                <a:gd name="connsiteX10" fmla="*/ 9673 w 185106"/>
                <a:gd name="connsiteY10" fmla="*/ 54056 h 65135"/>
                <a:gd name="connsiteX11" fmla="*/ 209 w 185106"/>
                <a:gd name="connsiteY11" fmla="*/ 59623 h 65135"/>
                <a:gd name="connsiteX12" fmla="*/ 9394 w 185106"/>
                <a:gd name="connsiteY12" fmla="*/ 65190 h 65135"/>
                <a:gd name="connsiteX13" fmla="*/ 176130 w 185106"/>
                <a:gd name="connsiteY13" fmla="*/ 65190 h 65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106" h="65135">
                  <a:moveTo>
                    <a:pt x="175851" y="11189"/>
                  </a:moveTo>
                  <a:cubicBezTo>
                    <a:pt x="180027" y="11189"/>
                    <a:pt x="185316" y="11189"/>
                    <a:pt x="185316" y="5622"/>
                  </a:cubicBezTo>
                  <a:cubicBezTo>
                    <a:pt x="185316" y="55"/>
                    <a:pt x="180027" y="55"/>
                    <a:pt x="176130" y="55"/>
                  </a:cubicBezTo>
                  <a:lnTo>
                    <a:pt x="9394" y="55"/>
                  </a:lnTo>
                  <a:cubicBezTo>
                    <a:pt x="5497" y="55"/>
                    <a:pt x="209" y="55"/>
                    <a:pt x="209" y="5622"/>
                  </a:cubicBezTo>
                  <a:cubicBezTo>
                    <a:pt x="209" y="11189"/>
                    <a:pt x="5497" y="11189"/>
                    <a:pt x="9673" y="11189"/>
                  </a:cubicBezTo>
                  <a:lnTo>
                    <a:pt x="175851" y="11189"/>
                  </a:lnTo>
                  <a:close/>
                  <a:moveTo>
                    <a:pt x="176130" y="65190"/>
                  </a:moveTo>
                  <a:cubicBezTo>
                    <a:pt x="180027" y="65190"/>
                    <a:pt x="185316" y="65190"/>
                    <a:pt x="185316" y="59623"/>
                  </a:cubicBezTo>
                  <a:cubicBezTo>
                    <a:pt x="185316" y="54056"/>
                    <a:pt x="180027" y="54056"/>
                    <a:pt x="175851" y="54056"/>
                  </a:cubicBezTo>
                  <a:lnTo>
                    <a:pt x="9673" y="54056"/>
                  </a:lnTo>
                  <a:cubicBezTo>
                    <a:pt x="5497" y="54056"/>
                    <a:pt x="209" y="54056"/>
                    <a:pt x="209" y="59623"/>
                  </a:cubicBezTo>
                  <a:cubicBezTo>
                    <a:pt x="209" y="65190"/>
                    <a:pt x="5497" y="65190"/>
                    <a:pt x="9394" y="65190"/>
                  </a:cubicBezTo>
                  <a:lnTo>
                    <a:pt x="176130" y="65190"/>
                  </a:ln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C0E0B42-76FB-0BD0-3D5B-CD0693FB4D66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2190148" y="6060705"/>
              <a:ext cx="106888" cy="126095"/>
            </a:xfrm>
            <a:custGeom>
              <a:avLst/>
              <a:gdLst>
                <a:gd name="connsiteX0" fmla="*/ 39467 w 106888"/>
                <a:gd name="connsiteY0" fmla="*/ 58788 h 126095"/>
                <a:gd name="connsiteX1" fmla="*/ 82056 w 106888"/>
                <a:gd name="connsiteY1" fmla="*/ 52386 h 126095"/>
                <a:gd name="connsiteX2" fmla="*/ 102933 w 106888"/>
                <a:gd name="connsiteY2" fmla="*/ 23715 h 126095"/>
                <a:gd name="connsiteX3" fmla="*/ 73149 w 106888"/>
                <a:gd name="connsiteY3" fmla="*/ 55 h 126095"/>
                <a:gd name="connsiteX4" fmla="*/ 219 w 106888"/>
                <a:gd name="connsiteY4" fmla="*/ 75768 h 126095"/>
                <a:gd name="connsiteX5" fmla="*/ 43921 w 106888"/>
                <a:gd name="connsiteY5" fmla="*/ 126150 h 126095"/>
                <a:gd name="connsiteX6" fmla="*/ 107108 w 106888"/>
                <a:gd name="connsiteY6" fmla="*/ 93304 h 126095"/>
                <a:gd name="connsiteX7" fmla="*/ 103768 w 106888"/>
                <a:gd name="connsiteY7" fmla="*/ 89686 h 126095"/>
                <a:gd name="connsiteX8" fmla="*/ 100149 w 106888"/>
                <a:gd name="connsiteY8" fmla="*/ 92469 h 126095"/>
                <a:gd name="connsiteX9" fmla="*/ 44478 w 106888"/>
                <a:gd name="connsiteY9" fmla="*/ 120026 h 126095"/>
                <a:gd name="connsiteX10" fmla="*/ 20261 w 106888"/>
                <a:gd name="connsiteY10" fmla="*/ 87737 h 126095"/>
                <a:gd name="connsiteX11" fmla="*/ 24715 w 106888"/>
                <a:gd name="connsiteY11" fmla="*/ 58788 h 126095"/>
                <a:gd name="connsiteX12" fmla="*/ 39467 w 106888"/>
                <a:gd name="connsiteY12" fmla="*/ 58788 h 126095"/>
                <a:gd name="connsiteX13" fmla="*/ 26385 w 106888"/>
                <a:gd name="connsiteY13" fmla="*/ 52664 h 126095"/>
                <a:gd name="connsiteX14" fmla="*/ 73149 w 106888"/>
                <a:gd name="connsiteY14" fmla="*/ 6179 h 126095"/>
                <a:gd name="connsiteX15" fmla="*/ 93747 w 106888"/>
                <a:gd name="connsiteY15" fmla="*/ 23715 h 126095"/>
                <a:gd name="connsiteX16" fmla="*/ 37797 w 106888"/>
                <a:gd name="connsiteY16" fmla="*/ 52664 h 126095"/>
                <a:gd name="connsiteX17" fmla="*/ 26385 w 106888"/>
                <a:gd name="connsiteY17" fmla="*/ 52664 h 12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888" h="126095">
                  <a:moveTo>
                    <a:pt x="39467" y="58788"/>
                  </a:moveTo>
                  <a:cubicBezTo>
                    <a:pt x="47540" y="58788"/>
                    <a:pt x="68138" y="58231"/>
                    <a:pt x="82056" y="52386"/>
                  </a:cubicBezTo>
                  <a:cubicBezTo>
                    <a:pt x="101541" y="44035"/>
                    <a:pt x="102933" y="27612"/>
                    <a:pt x="102933" y="23715"/>
                  </a:cubicBezTo>
                  <a:cubicBezTo>
                    <a:pt x="102933" y="11468"/>
                    <a:pt x="92355" y="55"/>
                    <a:pt x="73149" y="55"/>
                  </a:cubicBezTo>
                  <a:cubicBezTo>
                    <a:pt x="42251" y="55"/>
                    <a:pt x="219" y="27055"/>
                    <a:pt x="219" y="75768"/>
                  </a:cubicBezTo>
                  <a:cubicBezTo>
                    <a:pt x="219" y="104160"/>
                    <a:pt x="16642" y="126150"/>
                    <a:pt x="43921" y="126150"/>
                  </a:cubicBezTo>
                  <a:cubicBezTo>
                    <a:pt x="83726" y="126150"/>
                    <a:pt x="107108" y="96645"/>
                    <a:pt x="107108" y="93304"/>
                  </a:cubicBezTo>
                  <a:cubicBezTo>
                    <a:pt x="107108" y="91634"/>
                    <a:pt x="105438" y="89686"/>
                    <a:pt x="103768" y="89686"/>
                  </a:cubicBezTo>
                  <a:cubicBezTo>
                    <a:pt x="102376" y="89686"/>
                    <a:pt x="101819" y="90242"/>
                    <a:pt x="100149" y="92469"/>
                  </a:cubicBezTo>
                  <a:cubicBezTo>
                    <a:pt x="78159" y="120026"/>
                    <a:pt x="47818" y="120026"/>
                    <a:pt x="44478" y="120026"/>
                  </a:cubicBezTo>
                  <a:cubicBezTo>
                    <a:pt x="22766" y="120026"/>
                    <a:pt x="20261" y="96645"/>
                    <a:pt x="20261" y="87737"/>
                  </a:cubicBezTo>
                  <a:cubicBezTo>
                    <a:pt x="20261" y="84397"/>
                    <a:pt x="20539" y="75768"/>
                    <a:pt x="24715" y="58788"/>
                  </a:cubicBezTo>
                  <a:lnTo>
                    <a:pt x="39467" y="58788"/>
                  </a:lnTo>
                  <a:close/>
                  <a:moveTo>
                    <a:pt x="26385" y="52664"/>
                  </a:moveTo>
                  <a:cubicBezTo>
                    <a:pt x="37241" y="10354"/>
                    <a:pt x="65911" y="6179"/>
                    <a:pt x="73149" y="6179"/>
                  </a:cubicBezTo>
                  <a:cubicBezTo>
                    <a:pt x="86231" y="6179"/>
                    <a:pt x="93747" y="14251"/>
                    <a:pt x="93747" y="23715"/>
                  </a:cubicBezTo>
                  <a:cubicBezTo>
                    <a:pt x="93747" y="52664"/>
                    <a:pt x="49210" y="52664"/>
                    <a:pt x="37797" y="52664"/>
                  </a:cubicBezTo>
                  <a:lnTo>
                    <a:pt x="26385" y="52664"/>
                  </a:ln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217A69E3-F487-1EBB-42AA-607957292C3C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2409727" y="6047065"/>
              <a:ext cx="134446" cy="134167"/>
            </a:xfrm>
            <a:custGeom>
              <a:avLst/>
              <a:gdLst>
                <a:gd name="connsiteX0" fmla="*/ 67588 w 134446"/>
                <a:gd name="connsiteY0" fmla="*/ 59345 h 134167"/>
                <a:gd name="connsiteX1" fmla="*/ 11917 w 134446"/>
                <a:gd name="connsiteY1" fmla="*/ 3952 h 134167"/>
                <a:gd name="connsiteX2" fmla="*/ 5793 w 134446"/>
                <a:gd name="connsiteY2" fmla="*/ 55 h 134167"/>
                <a:gd name="connsiteX3" fmla="*/ 226 w 134446"/>
                <a:gd name="connsiteY3" fmla="*/ 5622 h 134167"/>
                <a:gd name="connsiteX4" fmla="*/ 3845 w 134446"/>
                <a:gd name="connsiteY4" fmla="*/ 11189 h 134167"/>
                <a:gd name="connsiteX5" fmla="*/ 59516 w 134446"/>
                <a:gd name="connsiteY5" fmla="*/ 67139 h 134167"/>
                <a:gd name="connsiteX6" fmla="*/ 3845 w 134446"/>
                <a:gd name="connsiteY6" fmla="*/ 123088 h 134167"/>
                <a:gd name="connsiteX7" fmla="*/ 226 w 134446"/>
                <a:gd name="connsiteY7" fmla="*/ 128655 h 134167"/>
                <a:gd name="connsiteX8" fmla="*/ 5793 w 134446"/>
                <a:gd name="connsiteY8" fmla="*/ 134223 h 134167"/>
                <a:gd name="connsiteX9" fmla="*/ 11917 w 134446"/>
                <a:gd name="connsiteY9" fmla="*/ 130326 h 134167"/>
                <a:gd name="connsiteX10" fmla="*/ 67310 w 134446"/>
                <a:gd name="connsiteY10" fmla="*/ 74933 h 134167"/>
                <a:gd name="connsiteX11" fmla="*/ 124930 w 134446"/>
                <a:gd name="connsiteY11" fmla="*/ 132552 h 134167"/>
                <a:gd name="connsiteX12" fmla="*/ 129105 w 134446"/>
                <a:gd name="connsiteY12" fmla="*/ 134223 h 134167"/>
                <a:gd name="connsiteX13" fmla="*/ 134672 w 134446"/>
                <a:gd name="connsiteY13" fmla="*/ 128655 h 134167"/>
                <a:gd name="connsiteX14" fmla="*/ 133837 w 134446"/>
                <a:gd name="connsiteY14" fmla="*/ 125594 h 134167"/>
                <a:gd name="connsiteX15" fmla="*/ 75382 w 134446"/>
                <a:gd name="connsiteY15" fmla="*/ 67139 h 134167"/>
                <a:gd name="connsiteX16" fmla="*/ 126321 w 134446"/>
                <a:gd name="connsiteY16" fmla="*/ 16200 h 134167"/>
                <a:gd name="connsiteX17" fmla="*/ 133280 w 134446"/>
                <a:gd name="connsiteY17" fmla="*/ 9241 h 134167"/>
                <a:gd name="connsiteX18" fmla="*/ 134672 w 134446"/>
                <a:gd name="connsiteY18" fmla="*/ 5622 h 134167"/>
                <a:gd name="connsiteX19" fmla="*/ 129105 w 134446"/>
                <a:gd name="connsiteY19" fmla="*/ 55 h 134167"/>
                <a:gd name="connsiteX20" fmla="*/ 122703 w 134446"/>
                <a:gd name="connsiteY20" fmla="*/ 4230 h 134167"/>
                <a:gd name="connsiteX21" fmla="*/ 67588 w 134446"/>
                <a:gd name="connsiteY21" fmla="*/ 59345 h 134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4446" h="134167">
                  <a:moveTo>
                    <a:pt x="67588" y="59345"/>
                  </a:moveTo>
                  <a:lnTo>
                    <a:pt x="11917" y="3952"/>
                  </a:lnTo>
                  <a:cubicBezTo>
                    <a:pt x="8577" y="612"/>
                    <a:pt x="8020" y="55"/>
                    <a:pt x="5793" y="55"/>
                  </a:cubicBezTo>
                  <a:cubicBezTo>
                    <a:pt x="3010" y="55"/>
                    <a:pt x="226" y="2560"/>
                    <a:pt x="226" y="5622"/>
                  </a:cubicBezTo>
                  <a:cubicBezTo>
                    <a:pt x="226" y="7571"/>
                    <a:pt x="783" y="8127"/>
                    <a:pt x="3845" y="11189"/>
                  </a:cubicBezTo>
                  <a:lnTo>
                    <a:pt x="59516" y="67139"/>
                  </a:lnTo>
                  <a:lnTo>
                    <a:pt x="3845" y="123088"/>
                  </a:lnTo>
                  <a:cubicBezTo>
                    <a:pt x="783" y="126150"/>
                    <a:pt x="226" y="126707"/>
                    <a:pt x="226" y="128655"/>
                  </a:cubicBezTo>
                  <a:cubicBezTo>
                    <a:pt x="226" y="131717"/>
                    <a:pt x="3010" y="134223"/>
                    <a:pt x="5793" y="134223"/>
                  </a:cubicBezTo>
                  <a:cubicBezTo>
                    <a:pt x="8020" y="134223"/>
                    <a:pt x="8577" y="133666"/>
                    <a:pt x="11917" y="130326"/>
                  </a:cubicBezTo>
                  <a:lnTo>
                    <a:pt x="67310" y="74933"/>
                  </a:lnTo>
                  <a:lnTo>
                    <a:pt x="124930" y="132552"/>
                  </a:lnTo>
                  <a:cubicBezTo>
                    <a:pt x="125486" y="132831"/>
                    <a:pt x="127435" y="134223"/>
                    <a:pt x="129105" y="134223"/>
                  </a:cubicBezTo>
                  <a:cubicBezTo>
                    <a:pt x="132445" y="134223"/>
                    <a:pt x="134672" y="131717"/>
                    <a:pt x="134672" y="128655"/>
                  </a:cubicBezTo>
                  <a:cubicBezTo>
                    <a:pt x="134672" y="128099"/>
                    <a:pt x="134672" y="126985"/>
                    <a:pt x="133837" y="125594"/>
                  </a:cubicBezTo>
                  <a:cubicBezTo>
                    <a:pt x="133559" y="125037"/>
                    <a:pt x="89300" y="81335"/>
                    <a:pt x="75382" y="67139"/>
                  </a:cubicBezTo>
                  <a:lnTo>
                    <a:pt x="126321" y="16200"/>
                  </a:lnTo>
                  <a:cubicBezTo>
                    <a:pt x="127713" y="14529"/>
                    <a:pt x="131889" y="10911"/>
                    <a:pt x="133280" y="9241"/>
                  </a:cubicBezTo>
                  <a:cubicBezTo>
                    <a:pt x="133559" y="8684"/>
                    <a:pt x="134672" y="7571"/>
                    <a:pt x="134672" y="5622"/>
                  </a:cubicBezTo>
                  <a:cubicBezTo>
                    <a:pt x="134672" y="2560"/>
                    <a:pt x="132445" y="55"/>
                    <a:pt x="129105" y="55"/>
                  </a:cubicBezTo>
                  <a:cubicBezTo>
                    <a:pt x="126878" y="55"/>
                    <a:pt x="125765" y="1168"/>
                    <a:pt x="122703" y="4230"/>
                  </a:cubicBezTo>
                  <a:lnTo>
                    <a:pt x="67588" y="59345"/>
                  </a:ln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F032075-2DB6-F420-A357-90E20E94D57A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2662474" y="5990559"/>
              <a:ext cx="126095" cy="196241"/>
            </a:xfrm>
            <a:custGeom>
              <a:avLst/>
              <a:gdLst>
                <a:gd name="connsiteX0" fmla="*/ 64815 w 126095"/>
                <a:gd name="connsiteY0" fmla="*/ 3117 h 196241"/>
                <a:gd name="connsiteX1" fmla="*/ 61196 w 126095"/>
                <a:gd name="connsiteY1" fmla="*/ 55 h 196241"/>
                <a:gd name="connsiteX2" fmla="*/ 27237 w 126095"/>
                <a:gd name="connsiteY2" fmla="*/ 2838 h 196241"/>
                <a:gd name="connsiteX3" fmla="*/ 21948 w 126095"/>
                <a:gd name="connsiteY3" fmla="*/ 8406 h 196241"/>
                <a:gd name="connsiteX4" fmla="*/ 28628 w 126095"/>
                <a:gd name="connsiteY4" fmla="*/ 11746 h 196241"/>
                <a:gd name="connsiteX5" fmla="*/ 42546 w 126095"/>
                <a:gd name="connsiteY5" fmla="*/ 16478 h 196241"/>
                <a:gd name="connsiteX6" fmla="*/ 41711 w 126095"/>
                <a:gd name="connsiteY6" fmla="*/ 22045 h 196241"/>
                <a:gd name="connsiteX7" fmla="*/ 1349 w 126095"/>
                <a:gd name="connsiteY7" fmla="*/ 182378 h 196241"/>
                <a:gd name="connsiteX8" fmla="*/ 236 w 126095"/>
                <a:gd name="connsiteY8" fmla="*/ 188502 h 196241"/>
                <a:gd name="connsiteX9" fmla="*/ 8308 w 126095"/>
                <a:gd name="connsiteY9" fmla="*/ 196296 h 196241"/>
                <a:gd name="connsiteX10" fmla="*/ 17773 w 126095"/>
                <a:gd name="connsiteY10" fmla="*/ 190451 h 196241"/>
                <a:gd name="connsiteX11" fmla="*/ 33360 w 126095"/>
                <a:gd name="connsiteY11" fmla="*/ 129491 h 196241"/>
                <a:gd name="connsiteX12" fmla="*/ 65650 w 126095"/>
                <a:gd name="connsiteY12" fmla="*/ 153151 h 196241"/>
                <a:gd name="connsiteX13" fmla="*/ 64815 w 126095"/>
                <a:gd name="connsiteY13" fmla="*/ 158996 h 196241"/>
                <a:gd name="connsiteX14" fmla="*/ 63701 w 126095"/>
                <a:gd name="connsiteY14" fmla="*/ 168739 h 196241"/>
                <a:gd name="connsiteX15" fmla="*/ 89310 w 126095"/>
                <a:gd name="connsiteY15" fmla="*/ 196296 h 196241"/>
                <a:gd name="connsiteX16" fmla="*/ 111300 w 126095"/>
                <a:gd name="connsiteY16" fmla="*/ 181543 h 196241"/>
                <a:gd name="connsiteX17" fmla="*/ 121321 w 126095"/>
                <a:gd name="connsiteY17" fmla="*/ 153429 h 196241"/>
                <a:gd name="connsiteX18" fmla="*/ 117981 w 126095"/>
                <a:gd name="connsiteY18" fmla="*/ 150646 h 196241"/>
                <a:gd name="connsiteX19" fmla="*/ 114084 w 126095"/>
                <a:gd name="connsiteY19" fmla="*/ 155656 h 196241"/>
                <a:gd name="connsiteX20" fmla="*/ 89867 w 126095"/>
                <a:gd name="connsiteY20" fmla="*/ 190172 h 196241"/>
                <a:gd name="connsiteX21" fmla="*/ 80959 w 126095"/>
                <a:gd name="connsiteY21" fmla="*/ 177089 h 196241"/>
                <a:gd name="connsiteX22" fmla="*/ 83186 w 126095"/>
                <a:gd name="connsiteY22" fmla="*/ 161501 h 196241"/>
                <a:gd name="connsiteX23" fmla="*/ 84300 w 126095"/>
                <a:gd name="connsiteY23" fmla="*/ 152872 h 196241"/>
                <a:gd name="connsiteX24" fmla="*/ 43103 w 126095"/>
                <a:gd name="connsiteY24" fmla="*/ 123645 h 196241"/>
                <a:gd name="connsiteX25" fmla="*/ 67042 w 126095"/>
                <a:gd name="connsiteY25" fmla="*/ 103047 h 196241"/>
                <a:gd name="connsiteX26" fmla="*/ 106846 w 126095"/>
                <a:gd name="connsiteY26" fmla="*/ 76325 h 196241"/>
                <a:gd name="connsiteX27" fmla="*/ 109352 w 126095"/>
                <a:gd name="connsiteY27" fmla="*/ 76603 h 196241"/>
                <a:gd name="connsiteX28" fmla="*/ 115197 w 126095"/>
                <a:gd name="connsiteY28" fmla="*/ 78830 h 196241"/>
                <a:gd name="connsiteX29" fmla="*/ 116311 w 126095"/>
                <a:gd name="connsiteY29" fmla="*/ 79943 h 196241"/>
                <a:gd name="connsiteX30" fmla="*/ 100444 w 126095"/>
                <a:gd name="connsiteY30" fmla="*/ 94974 h 196241"/>
                <a:gd name="connsiteX31" fmla="*/ 111022 w 126095"/>
                <a:gd name="connsiteY31" fmla="*/ 104717 h 196241"/>
                <a:gd name="connsiteX32" fmla="*/ 126331 w 126095"/>
                <a:gd name="connsiteY32" fmla="*/ 87737 h 196241"/>
                <a:gd name="connsiteX33" fmla="*/ 107403 w 126095"/>
                <a:gd name="connsiteY33" fmla="*/ 70201 h 196241"/>
                <a:gd name="connsiteX34" fmla="*/ 66763 w 126095"/>
                <a:gd name="connsiteY34" fmla="*/ 94696 h 196241"/>
                <a:gd name="connsiteX35" fmla="*/ 35866 w 126095"/>
                <a:gd name="connsiteY35" fmla="*/ 120583 h 196241"/>
                <a:gd name="connsiteX36" fmla="*/ 64815 w 126095"/>
                <a:gd name="connsiteY36" fmla="*/ 3117 h 196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26095" h="196241">
                  <a:moveTo>
                    <a:pt x="64815" y="3117"/>
                  </a:moveTo>
                  <a:cubicBezTo>
                    <a:pt x="64815" y="2838"/>
                    <a:pt x="64815" y="55"/>
                    <a:pt x="61196" y="55"/>
                  </a:cubicBezTo>
                  <a:cubicBezTo>
                    <a:pt x="54794" y="55"/>
                    <a:pt x="34474" y="2282"/>
                    <a:pt x="27237" y="2838"/>
                  </a:cubicBezTo>
                  <a:cubicBezTo>
                    <a:pt x="25010" y="3117"/>
                    <a:pt x="21948" y="3395"/>
                    <a:pt x="21948" y="8406"/>
                  </a:cubicBezTo>
                  <a:cubicBezTo>
                    <a:pt x="21948" y="11746"/>
                    <a:pt x="24453" y="11746"/>
                    <a:pt x="28628" y="11746"/>
                  </a:cubicBezTo>
                  <a:cubicBezTo>
                    <a:pt x="41989" y="11746"/>
                    <a:pt x="42546" y="13694"/>
                    <a:pt x="42546" y="16478"/>
                  </a:cubicBezTo>
                  <a:lnTo>
                    <a:pt x="41711" y="22045"/>
                  </a:lnTo>
                  <a:lnTo>
                    <a:pt x="1349" y="182378"/>
                  </a:lnTo>
                  <a:cubicBezTo>
                    <a:pt x="236" y="186275"/>
                    <a:pt x="236" y="186832"/>
                    <a:pt x="236" y="188502"/>
                  </a:cubicBezTo>
                  <a:cubicBezTo>
                    <a:pt x="236" y="194904"/>
                    <a:pt x="5803" y="196296"/>
                    <a:pt x="8308" y="196296"/>
                  </a:cubicBezTo>
                  <a:cubicBezTo>
                    <a:pt x="11927" y="196296"/>
                    <a:pt x="16102" y="193791"/>
                    <a:pt x="17773" y="190451"/>
                  </a:cubicBezTo>
                  <a:cubicBezTo>
                    <a:pt x="19164" y="187945"/>
                    <a:pt x="31690" y="136449"/>
                    <a:pt x="33360" y="129491"/>
                  </a:cubicBezTo>
                  <a:cubicBezTo>
                    <a:pt x="42825" y="130326"/>
                    <a:pt x="65650" y="134779"/>
                    <a:pt x="65650" y="153151"/>
                  </a:cubicBezTo>
                  <a:cubicBezTo>
                    <a:pt x="65650" y="155099"/>
                    <a:pt x="65650" y="156213"/>
                    <a:pt x="64815" y="158996"/>
                  </a:cubicBezTo>
                  <a:cubicBezTo>
                    <a:pt x="64258" y="162337"/>
                    <a:pt x="63701" y="165677"/>
                    <a:pt x="63701" y="168739"/>
                  </a:cubicBezTo>
                  <a:cubicBezTo>
                    <a:pt x="63701" y="185162"/>
                    <a:pt x="74836" y="196296"/>
                    <a:pt x="89310" y="196296"/>
                  </a:cubicBezTo>
                  <a:cubicBezTo>
                    <a:pt x="97661" y="196296"/>
                    <a:pt x="105176" y="191842"/>
                    <a:pt x="111300" y="181543"/>
                  </a:cubicBezTo>
                  <a:cubicBezTo>
                    <a:pt x="118259" y="169295"/>
                    <a:pt x="121321" y="153986"/>
                    <a:pt x="121321" y="153429"/>
                  </a:cubicBezTo>
                  <a:cubicBezTo>
                    <a:pt x="121321" y="150646"/>
                    <a:pt x="118816" y="150646"/>
                    <a:pt x="117981" y="150646"/>
                  </a:cubicBezTo>
                  <a:cubicBezTo>
                    <a:pt x="115197" y="150646"/>
                    <a:pt x="114919" y="151759"/>
                    <a:pt x="114084" y="155656"/>
                  </a:cubicBezTo>
                  <a:cubicBezTo>
                    <a:pt x="108517" y="175976"/>
                    <a:pt x="102114" y="190172"/>
                    <a:pt x="89867" y="190172"/>
                  </a:cubicBezTo>
                  <a:cubicBezTo>
                    <a:pt x="84578" y="190172"/>
                    <a:pt x="80959" y="187110"/>
                    <a:pt x="80959" y="177089"/>
                  </a:cubicBezTo>
                  <a:cubicBezTo>
                    <a:pt x="80959" y="172357"/>
                    <a:pt x="82073" y="165955"/>
                    <a:pt x="83186" y="161501"/>
                  </a:cubicBezTo>
                  <a:cubicBezTo>
                    <a:pt x="84300" y="156769"/>
                    <a:pt x="84300" y="155656"/>
                    <a:pt x="84300" y="152872"/>
                  </a:cubicBezTo>
                  <a:cubicBezTo>
                    <a:pt x="84300" y="134779"/>
                    <a:pt x="66763" y="126707"/>
                    <a:pt x="43103" y="123645"/>
                  </a:cubicBezTo>
                  <a:cubicBezTo>
                    <a:pt x="51732" y="118635"/>
                    <a:pt x="60639" y="109727"/>
                    <a:pt x="67042" y="103047"/>
                  </a:cubicBezTo>
                  <a:cubicBezTo>
                    <a:pt x="80403" y="88294"/>
                    <a:pt x="93207" y="76325"/>
                    <a:pt x="106846" y="76325"/>
                  </a:cubicBezTo>
                  <a:cubicBezTo>
                    <a:pt x="108517" y="76325"/>
                    <a:pt x="108795" y="76325"/>
                    <a:pt x="109352" y="76603"/>
                  </a:cubicBezTo>
                  <a:cubicBezTo>
                    <a:pt x="112692" y="77160"/>
                    <a:pt x="112970" y="77160"/>
                    <a:pt x="115197" y="78830"/>
                  </a:cubicBezTo>
                  <a:cubicBezTo>
                    <a:pt x="115754" y="79108"/>
                    <a:pt x="115754" y="79386"/>
                    <a:pt x="116311" y="79943"/>
                  </a:cubicBezTo>
                  <a:cubicBezTo>
                    <a:pt x="102949" y="80778"/>
                    <a:pt x="100444" y="91634"/>
                    <a:pt x="100444" y="94974"/>
                  </a:cubicBezTo>
                  <a:cubicBezTo>
                    <a:pt x="100444" y="99428"/>
                    <a:pt x="103506" y="104717"/>
                    <a:pt x="111022" y="104717"/>
                  </a:cubicBezTo>
                  <a:cubicBezTo>
                    <a:pt x="118259" y="104717"/>
                    <a:pt x="126331" y="98593"/>
                    <a:pt x="126331" y="87737"/>
                  </a:cubicBezTo>
                  <a:cubicBezTo>
                    <a:pt x="126331" y="79386"/>
                    <a:pt x="119929" y="70201"/>
                    <a:pt x="107403" y="70201"/>
                  </a:cubicBezTo>
                  <a:cubicBezTo>
                    <a:pt x="99609" y="70201"/>
                    <a:pt x="86805" y="72428"/>
                    <a:pt x="66763" y="94696"/>
                  </a:cubicBezTo>
                  <a:cubicBezTo>
                    <a:pt x="57299" y="105274"/>
                    <a:pt x="46443" y="116408"/>
                    <a:pt x="35866" y="120583"/>
                  </a:cubicBezTo>
                  <a:lnTo>
                    <a:pt x="64815" y="3117"/>
                  </a:ln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1DCB536-2E9B-932F-2BCA-67A24EABC75F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2878284" y="6021456"/>
              <a:ext cx="185106" cy="185385"/>
            </a:xfrm>
            <a:custGeom>
              <a:avLst/>
              <a:gdLst>
                <a:gd name="connsiteX0" fmla="*/ 98504 w 185106"/>
                <a:gd name="connsiteY0" fmla="*/ 98315 h 185385"/>
                <a:gd name="connsiteX1" fmla="*/ 176165 w 185106"/>
                <a:gd name="connsiteY1" fmla="*/ 98315 h 185385"/>
                <a:gd name="connsiteX2" fmla="*/ 185351 w 185106"/>
                <a:gd name="connsiteY2" fmla="*/ 92748 h 185385"/>
                <a:gd name="connsiteX3" fmla="*/ 176165 w 185106"/>
                <a:gd name="connsiteY3" fmla="*/ 87180 h 185385"/>
                <a:gd name="connsiteX4" fmla="*/ 98504 w 185106"/>
                <a:gd name="connsiteY4" fmla="*/ 87180 h 185385"/>
                <a:gd name="connsiteX5" fmla="*/ 98504 w 185106"/>
                <a:gd name="connsiteY5" fmla="*/ 9241 h 185385"/>
                <a:gd name="connsiteX6" fmla="*/ 92936 w 185106"/>
                <a:gd name="connsiteY6" fmla="*/ 55 h 185385"/>
                <a:gd name="connsiteX7" fmla="*/ 87369 w 185106"/>
                <a:gd name="connsiteY7" fmla="*/ 9241 h 185385"/>
                <a:gd name="connsiteX8" fmla="*/ 87369 w 185106"/>
                <a:gd name="connsiteY8" fmla="*/ 87180 h 185385"/>
                <a:gd name="connsiteX9" fmla="*/ 9430 w 185106"/>
                <a:gd name="connsiteY9" fmla="*/ 87180 h 185385"/>
                <a:gd name="connsiteX10" fmla="*/ 244 w 185106"/>
                <a:gd name="connsiteY10" fmla="*/ 92748 h 185385"/>
                <a:gd name="connsiteX11" fmla="*/ 9430 w 185106"/>
                <a:gd name="connsiteY11" fmla="*/ 98315 h 185385"/>
                <a:gd name="connsiteX12" fmla="*/ 87369 w 185106"/>
                <a:gd name="connsiteY12" fmla="*/ 98315 h 185385"/>
                <a:gd name="connsiteX13" fmla="*/ 87369 w 185106"/>
                <a:gd name="connsiteY13" fmla="*/ 176254 h 185385"/>
                <a:gd name="connsiteX14" fmla="*/ 92936 w 185106"/>
                <a:gd name="connsiteY14" fmla="*/ 185440 h 185385"/>
                <a:gd name="connsiteX15" fmla="*/ 98504 w 185106"/>
                <a:gd name="connsiteY15" fmla="*/ 176254 h 185385"/>
                <a:gd name="connsiteX16" fmla="*/ 98504 w 185106"/>
                <a:gd name="connsiteY16" fmla="*/ 98315 h 185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5106" h="185385">
                  <a:moveTo>
                    <a:pt x="98504" y="98315"/>
                  </a:moveTo>
                  <a:lnTo>
                    <a:pt x="176165" y="98315"/>
                  </a:lnTo>
                  <a:cubicBezTo>
                    <a:pt x="180062" y="98315"/>
                    <a:pt x="185351" y="98315"/>
                    <a:pt x="185351" y="92748"/>
                  </a:cubicBezTo>
                  <a:cubicBezTo>
                    <a:pt x="185351" y="87180"/>
                    <a:pt x="180062" y="87180"/>
                    <a:pt x="176165" y="87180"/>
                  </a:cubicBezTo>
                  <a:lnTo>
                    <a:pt x="98504" y="87180"/>
                  </a:lnTo>
                  <a:lnTo>
                    <a:pt x="98504" y="9241"/>
                  </a:lnTo>
                  <a:cubicBezTo>
                    <a:pt x="98504" y="5344"/>
                    <a:pt x="98504" y="55"/>
                    <a:pt x="92936" y="55"/>
                  </a:cubicBezTo>
                  <a:cubicBezTo>
                    <a:pt x="87369" y="55"/>
                    <a:pt x="87369" y="5344"/>
                    <a:pt x="87369" y="9241"/>
                  </a:cubicBezTo>
                  <a:lnTo>
                    <a:pt x="87369" y="87180"/>
                  </a:lnTo>
                  <a:lnTo>
                    <a:pt x="9430" y="87180"/>
                  </a:lnTo>
                  <a:cubicBezTo>
                    <a:pt x="5533" y="87180"/>
                    <a:pt x="244" y="87180"/>
                    <a:pt x="244" y="92748"/>
                  </a:cubicBezTo>
                  <a:cubicBezTo>
                    <a:pt x="244" y="98315"/>
                    <a:pt x="5533" y="98315"/>
                    <a:pt x="9430" y="98315"/>
                  </a:cubicBezTo>
                  <a:lnTo>
                    <a:pt x="87369" y="98315"/>
                  </a:lnTo>
                  <a:lnTo>
                    <a:pt x="87369" y="176254"/>
                  </a:lnTo>
                  <a:cubicBezTo>
                    <a:pt x="87369" y="180151"/>
                    <a:pt x="87369" y="185440"/>
                    <a:pt x="92936" y="185440"/>
                  </a:cubicBezTo>
                  <a:cubicBezTo>
                    <a:pt x="98504" y="185440"/>
                    <a:pt x="98504" y="180151"/>
                    <a:pt x="98504" y="176254"/>
                  </a:cubicBezTo>
                  <a:lnTo>
                    <a:pt x="98504" y="98315"/>
                  </a:ln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3C21178-392A-2560-8767-5743C12102D1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3154134" y="5984435"/>
              <a:ext cx="205426" cy="199303"/>
            </a:xfrm>
            <a:custGeom>
              <a:avLst/>
              <a:gdLst>
                <a:gd name="connsiteX0" fmla="*/ 110204 w 205426"/>
                <a:gd name="connsiteY0" fmla="*/ 5065 h 199303"/>
                <a:gd name="connsiteX1" fmla="*/ 102967 w 205426"/>
                <a:gd name="connsiteY1" fmla="*/ 55 h 199303"/>
                <a:gd name="connsiteX2" fmla="*/ 95730 w 205426"/>
                <a:gd name="connsiteY2" fmla="*/ 5065 h 199303"/>
                <a:gd name="connsiteX3" fmla="*/ 1646 w 205426"/>
                <a:gd name="connsiteY3" fmla="*/ 193791 h 199303"/>
                <a:gd name="connsiteX4" fmla="*/ 254 w 205426"/>
                <a:gd name="connsiteY4" fmla="*/ 197131 h 199303"/>
                <a:gd name="connsiteX5" fmla="*/ 6378 w 205426"/>
                <a:gd name="connsiteY5" fmla="*/ 199358 h 199303"/>
                <a:gd name="connsiteX6" fmla="*/ 199557 w 205426"/>
                <a:gd name="connsiteY6" fmla="*/ 199358 h 199303"/>
                <a:gd name="connsiteX7" fmla="*/ 205681 w 205426"/>
                <a:gd name="connsiteY7" fmla="*/ 197131 h 199303"/>
                <a:gd name="connsiteX8" fmla="*/ 204289 w 205426"/>
                <a:gd name="connsiteY8" fmla="*/ 193791 h 199303"/>
                <a:gd name="connsiteX9" fmla="*/ 110204 w 205426"/>
                <a:gd name="connsiteY9" fmla="*/ 5065 h 199303"/>
                <a:gd name="connsiteX10" fmla="*/ 94060 w 205426"/>
                <a:gd name="connsiteY10" fmla="*/ 27891 h 199303"/>
                <a:gd name="connsiteX11" fmla="*/ 168938 w 205426"/>
                <a:gd name="connsiteY11" fmla="*/ 178203 h 199303"/>
                <a:gd name="connsiteX12" fmla="*/ 18904 w 205426"/>
                <a:gd name="connsiteY12" fmla="*/ 178203 h 199303"/>
                <a:gd name="connsiteX13" fmla="*/ 94060 w 205426"/>
                <a:gd name="connsiteY13" fmla="*/ 27891 h 1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5426" h="199303">
                  <a:moveTo>
                    <a:pt x="110204" y="5065"/>
                  </a:moveTo>
                  <a:cubicBezTo>
                    <a:pt x="108256" y="1447"/>
                    <a:pt x="107699" y="55"/>
                    <a:pt x="102967" y="55"/>
                  </a:cubicBezTo>
                  <a:cubicBezTo>
                    <a:pt x="98235" y="55"/>
                    <a:pt x="97678" y="1447"/>
                    <a:pt x="95730" y="5065"/>
                  </a:cubicBezTo>
                  <a:lnTo>
                    <a:pt x="1646" y="193791"/>
                  </a:lnTo>
                  <a:cubicBezTo>
                    <a:pt x="254" y="196296"/>
                    <a:pt x="254" y="196853"/>
                    <a:pt x="254" y="197131"/>
                  </a:cubicBezTo>
                  <a:cubicBezTo>
                    <a:pt x="254" y="199358"/>
                    <a:pt x="1924" y="199358"/>
                    <a:pt x="6378" y="199358"/>
                  </a:cubicBezTo>
                  <a:lnTo>
                    <a:pt x="199557" y="199358"/>
                  </a:lnTo>
                  <a:cubicBezTo>
                    <a:pt x="204010" y="199358"/>
                    <a:pt x="205681" y="199358"/>
                    <a:pt x="205681" y="197131"/>
                  </a:cubicBezTo>
                  <a:cubicBezTo>
                    <a:pt x="205681" y="196853"/>
                    <a:pt x="205681" y="196296"/>
                    <a:pt x="204289" y="193791"/>
                  </a:cubicBezTo>
                  <a:lnTo>
                    <a:pt x="110204" y="5065"/>
                  </a:lnTo>
                  <a:close/>
                  <a:moveTo>
                    <a:pt x="94060" y="27891"/>
                  </a:moveTo>
                  <a:lnTo>
                    <a:pt x="168938" y="178203"/>
                  </a:lnTo>
                  <a:lnTo>
                    <a:pt x="18904" y="178203"/>
                  </a:lnTo>
                  <a:lnTo>
                    <a:pt x="94060" y="27891"/>
                  </a:ln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A4BAC753-4311-BE3F-8D0B-BE0971EC0FC2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3384150" y="6060705"/>
              <a:ext cx="114682" cy="177034"/>
            </a:xfrm>
            <a:custGeom>
              <a:avLst/>
              <a:gdLst>
                <a:gd name="connsiteX0" fmla="*/ 114945 w 114682"/>
                <a:gd name="connsiteY0" fmla="*/ 3117 h 177034"/>
                <a:gd name="connsiteX1" fmla="*/ 112161 w 114682"/>
                <a:gd name="connsiteY1" fmla="*/ 333 h 177034"/>
                <a:gd name="connsiteX2" fmla="*/ 93233 w 114682"/>
                <a:gd name="connsiteY2" fmla="*/ 19540 h 177034"/>
                <a:gd name="connsiteX3" fmla="*/ 67346 w 114682"/>
                <a:gd name="connsiteY3" fmla="*/ 55 h 177034"/>
                <a:gd name="connsiteX4" fmla="*/ 262 w 114682"/>
                <a:gd name="connsiteY4" fmla="*/ 81613 h 177034"/>
                <a:gd name="connsiteX5" fmla="*/ 37005 w 114682"/>
                <a:gd name="connsiteY5" fmla="*/ 126150 h 177034"/>
                <a:gd name="connsiteX6" fmla="*/ 69851 w 114682"/>
                <a:gd name="connsiteY6" fmla="*/ 109449 h 177034"/>
                <a:gd name="connsiteX7" fmla="*/ 57325 w 114682"/>
                <a:gd name="connsiteY7" fmla="*/ 159275 h 177034"/>
                <a:gd name="connsiteX8" fmla="*/ 37283 w 114682"/>
                <a:gd name="connsiteY8" fmla="*/ 168460 h 177034"/>
                <a:gd name="connsiteX9" fmla="*/ 30881 w 114682"/>
                <a:gd name="connsiteY9" fmla="*/ 174028 h 177034"/>
                <a:gd name="connsiteX10" fmla="*/ 34500 w 114682"/>
                <a:gd name="connsiteY10" fmla="*/ 177089 h 177034"/>
                <a:gd name="connsiteX11" fmla="*/ 62335 w 114682"/>
                <a:gd name="connsiteY11" fmla="*/ 176254 h 177034"/>
                <a:gd name="connsiteX12" fmla="*/ 91006 w 114682"/>
                <a:gd name="connsiteY12" fmla="*/ 177089 h 177034"/>
                <a:gd name="connsiteX13" fmla="*/ 96017 w 114682"/>
                <a:gd name="connsiteY13" fmla="*/ 171522 h 177034"/>
                <a:gd name="connsiteX14" fmla="*/ 88779 w 114682"/>
                <a:gd name="connsiteY14" fmla="*/ 168460 h 177034"/>
                <a:gd name="connsiteX15" fmla="*/ 75418 w 114682"/>
                <a:gd name="connsiteY15" fmla="*/ 164007 h 177034"/>
                <a:gd name="connsiteX16" fmla="*/ 76532 w 114682"/>
                <a:gd name="connsiteY16" fmla="*/ 157883 h 177034"/>
                <a:gd name="connsiteX17" fmla="*/ 114945 w 114682"/>
                <a:gd name="connsiteY17" fmla="*/ 3117 h 177034"/>
                <a:gd name="connsiteX18" fmla="*/ 37840 w 114682"/>
                <a:gd name="connsiteY18" fmla="*/ 120026 h 177034"/>
                <a:gd name="connsiteX19" fmla="*/ 20025 w 114682"/>
                <a:gd name="connsiteY19" fmla="*/ 93861 h 177034"/>
                <a:gd name="connsiteX20" fmla="*/ 32830 w 114682"/>
                <a:gd name="connsiteY20" fmla="*/ 38468 h 177034"/>
                <a:gd name="connsiteX21" fmla="*/ 67346 w 114682"/>
                <a:gd name="connsiteY21" fmla="*/ 6179 h 177034"/>
                <a:gd name="connsiteX22" fmla="*/ 89336 w 114682"/>
                <a:gd name="connsiteY22" fmla="*/ 30674 h 177034"/>
                <a:gd name="connsiteX23" fmla="*/ 73191 w 114682"/>
                <a:gd name="connsiteY23" fmla="*/ 94418 h 177034"/>
                <a:gd name="connsiteX24" fmla="*/ 37840 w 114682"/>
                <a:gd name="connsiteY24" fmla="*/ 120026 h 177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682" h="177034">
                  <a:moveTo>
                    <a:pt x="114945" y="3117"/>
                  </a:moveTo>
                  <a:cubicBezTo>
                    <a:pt x="114945" y="2003"/>
                    <a:pt x="114110" y="333"/>
                    <a:pt x="112161" y="333"/>
                  </a:cubicBezTo>
                  <a:cubicBezTo>
                    <a:pt x="109099" y="333"/>
                    <a:pt x="97965" y="11468"/>
                    <a:pt x="93233" y="19540"/>
                  </a:cubicBezTo>
                  <a:cubicBezTo>
                    <a:pt x="87109" y="4509"/>
                    <a:pt x="76253" y="55"/>
                    <a:pt x="67346" y="55"/>
                  </a:cubicBezTo>
                  <a:cubicBezTo>
                    <a:pt x="34500" y="55"/>
                    <a:pt x="262" y="41252"/>
                    <a:pt x="262" y="81613"/>
                  </a:cubicBezTo>
                  <a:cubicBezTo>
                    <a:pt x="262" y="108892"/>
                    <a:pt x="16685" y="126150"/>
                    <a:pt x="37005" y="126150"/>
                  </a:cubicBezTo>
                  <a:cubicBezTo>
                    <a:pt x="48974" y="126150"/>
                    <a:pt x="59830" y="119470"/>
                    <a:pt x="69851" y="109449"/>
                  </a:cubicBezTo>
                  <a:cubicBezTo>
                    <a:pt x="67346" y="119191"/>
                    <a:pt x="58160" y="156769"/>
                    <a:pt x="57325" y="159275"/>
                  </a:cubicBezTo>
                  <a:cubicBezTo>
                    <a:pt x="55098" y="167069"/>
                    <a:pt x="52871" y="168182"/>
                    <a:pt x="37283" y="168460"/>
                  </a:cubicBezTo>
                  <a:cubicBezTo>
                    <a:pt x="33665" y="168460"/>
                    <a:pt x="30881" y="168460"/>
                    <a:pt x="30881" y="174028"/>
                  </a:cubicBezTo>
                  <a:cubicBezTo>
                    <a:pt x="30881" y="174306"/>
                    <a:pt x="30881" y="177089"/>
                    <a:pt x="34500" y="177089"/>
                  </a:cubicBezTo>
                  <a:cubicBezTo>
                    <a:pt x="43407" y="177089"/>
                    <a:pt x="53150" y="176254"/>
                    <a:pt x="62335" y="176254"/>
                  </a:cubicBezTo>
                  <a:cubicBezTo>
                    <a:pt x="71800" y="176254"/>
                    <a:pt x="81820" y="177089"/>
                    <a:pt x="91006" y="177089"/>
                  </a:cubicBezTo>
                  <a:cubicBezTo>
                    <a:pt x="92398" y="177089"/>
                    <a:pt x="96017" y="177089"/>
                    <a:pt x="96017" y="171522"/>
                  </a:cubicBezTo>
                  <a:cubicBezTo>
                    <a:pt x="96017" y="168460"/>
                    <a:pt x="93233" y="168460"/>
                    <a:pt x="88779" y="168460"/>
                  </a:cubicBezTo>
                  <a:cubicBezTo>
                    <a:pt x="75418" y="168460"/>
                    <a:pt x="75418" y="166512"/>
                    <a:pt x="75418" y="164007"/>
                  </a:cubicBezTo>
                  <a:cubicBezTo>
                    <a:pt x="75418" y="162058"/>
                    <a:pt x="75975" y="160388"/>
                    <a:pt x="76532" y="157883"/>
                  </a:cubicBezTo>
                  <a:lnTo>
                    <a:pt x="114945" y="3117"/>
                  </a:lnTo>
                  <a:close/>
                  <a:moveTo>
                    <a:pt x="37840" y="120026"/>
                  </a:moveTo>
                  <a:cubicBezTo>
                    <a:pt x="21139" y="120026"/>
                    <a:pt x="20025" y="98593"/>
                    <a:pt x="20025" y="93861"/>
                  </a:cubicBezTo>
                  <a:cubicBezTo>
                    <a:pt x="20025" y="80500"/>
                    <a:pt x="28098" y="50159"/>
                    <a:pt x="32830" y="38468"/>
                  </a:cubicBezTo>
                  <a:cubicBezTo>
                    <a:pt x="41459" y="17870"/>
                    <a:pt x="55933" y="6179"/>
                    <a:pt x="67346" y="6179"/>
                  </a:cubicBezTo>
                  <a:cubicBezTo>
                    <a:pt x="85439" y="6179"/>
                    <a:pt x="89336" y="28726"/>
                    <a:pt x="89336" y="30674"/>
                  </a:cubicBezTo>
                  <a:cubicBezTo>
                    <a:pt x="89336" y="32344"/>
                    <a:pt x="74026" y="93304"/>
                    <a:pt x="73191" y="94418"/>
                  </a:cubicBezTo>
                  <a:cubicBezTo>
                    <a:pt x="69016" y="102212"/>
                    <a:pt x="53428" y="120026"/>
                    <a:pt x="37840" y="120026"/>
                  </a:cubicBezTo>
                  <a:close/>
                </a:path>
              </a:pathLst>
            </a:custGeom>
            <a:solidFill>
              <a:srgbClr val="000000"/>
            </a:solidFill>
            <a:ln w="3550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33" name="Group 232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q = 1.638278\times 10^{-19} \, k +&#10;0.028535 \times 10^{-19} \, C&#10;\end{align*}&#10;%%}&#10;\end{document}" title="IguanaTex Vector Display">
            <a:extLst>
              <a:ext uri="{FF2B5EF4-FFF2-40B4-BE49-F238E27FC236}">
                <a16:creationId xmlns:a16="http://schemas.microsoft.com/office/drawing/2014/main" id="{132B09E6-C82C-6459-B410-E4174ED099FC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4992357" y="5181600"/>
            <a:ext cx="5692924" cy="297695"/>
            <a:chOff x="9968648" y="6469751"/>
            <a:chExt cx="5692924" cy="297695"/>
          </a:xfrm>
        </p:grpSpPr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012D395-21E9-5423-D741-4DAD5010812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968648" y="6590778"/>
              <a:ext cx="119742" cy="176668"/>
            </a:xfrm>
            <a:custGeom>
              <a:avLst/>
              <a:gdLst>
                <a:gd name="connsiteX0" fmla="*/ 119879 w 119742"/>
                <a:gd name="connsiteY0" fmla="*/ 3111 h 176668"/>
                <a:gd name="connsiteX1" fmla="*/ 116972 w 119742"/>
                <a:gd name="connsiteY1" fmla="*/ 333 h 176668"/>
                <a:gd name="connsiteX2" fmla="*/ 97209 w 119742"/>
                <a:gd name="connsiteY2" fmla="*/ 19500 h 176668"/>
                <a:gd name="connsiteX3" fmla="*/ 70180 w 119742"/>
                <a:gd name="connsiteY3" fmla="*/ 55 h 176668"/>
                <a:gd name="connsiteX4" fmla="*/ 136 w 119742"/>
                <a:gd name="connsiteY4" fmla="*/ 81445 h 176668"/>
                <a:gd name="connsiteX5" fmla="*/ 38500 w 119742"/>
                <a:gd name="connsiteY5" fmla="*/ 125890 h 176668"/>
                <a:gd name="connsiteX6" fmla="*/ 72795 w 119742"/>
                <a:gd name="connsiteY6" fmla="*/ 109223 h 176668"/>
                <a:gd name="connsiteX7" fmla="*/ 59717 w 119742"/>
                <a:gd name="connsiteY7" fmla="*/ 158946 h 176668"/>
                <a:gd name="connsiteX8" fmla="*/ 38791 w 119742"/>
                <a:gd name="connsiteY8" fmla="*/ 168112 h 176668"/>
                <a:gd name="connsiteX9" fmla="*/ 32106 w 119742"/>
                <a:gd name="connsiteY9" fmla="*/ 173668 h 176668"/>
                <a:gd name="connsiteX10" fmla="*/ 35884 w 119742"/>
                <a:gd name="connsiteY10" fmla="*/ 176724 h 176668"/>
                <a:gd name="connsiteX11" fmla="*/ 64948 w 119742"/>
                <a:gd name="connsiteY11" fmla="*/ 175890 h 176668"/>
                <a:gd name="connsiteX12" fmla="*/ 94884 w 119742"/>
                <a:gd name="connsiteY12" fmla="*/ 176724 h 176668"/>
                <a:gd name="connsiteX13" fmla="*/ 100115 w 119742"/>
                <a:gd name="connsiteY13" fmla="*/ 171168 h 176668"/>
                <a:gd name="connsiteX14" fmla="*/ 92559 w 119742"/>
                <a:gd name="connsiteY14" fmla="*/ 168112 h 176668"/>
                <a:gd name="connsiteX15" fmla="*/ 78608 w 119742"/>
                <a:gd name="connsiteY15" fmla="*/ 163668 h 176668"/>
                <a:gd name="connsiteX16" fmla="*/ 79771 w 119742"/>
                <a:gd name="connsiteY16" fmla="*/ 157557 h 176668"/>
                <a:gd name="connsiteX17" fmla="*/ 119879 w 119742"/>
                <a:gd name="connsiteY17" fmla="*/ 3111 h 176668"/>
                <a:gd name="connsiteX18" fmla="*/ 39372 w 119742"/>
                <a:gd name="connsiteY18" fmla="*/ 119779 h 176668"/>
                <a:gd name="connsiteX19" fmla="*/ 20771 w 119742"/>
                <a:gd name="connsiteY19" fmla="*/ 93667 h 176668"/>
                <a:gd name="connsiteX20" fmla="*/ 34141 w 119742"/>
                <a:gd name="connsiteY20" fmla="*/ 38389 h 176668"/>
                <a:gd name="connsiteX21" fmla="*/ 70180 w 119742"/>
                <a:gd name="connsiteY21" fmla="*/ 6166 h 176668"/>
                <a:gd name="connsiteX22" fmla="*/ 93140 w 119742"/>
                <a:gd name="connsiteY22" fmla="*/ 30611 h 176668"/>
                <a:gd name="connsiteX23" fmla="*/ 76283 w 119742"/>
                <a:gd name="connsiteY23" fmla="*/ 94223 h 176668"/>
                <a:gd name="connsiteX24" fmla="*/ 39372 w 119742"/>
                <a:gd name="connsiteY24" fmla="*/ 119779 h 176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9742" h="176668">
                  <a:moveTo>
                    <a:pt x="119879" y="3111"/>
                  </a:moveTo>
                  <a:cubicBezTo>
                    <a:pt x="119879" y="1999"/>
                    <a:pt x="119007" y="333"/>
                    <a:pt x="116972" y="333"/>
                  </a:cubicBezTo>
                  <a:cubicBezTo>
                    <a:pt x="113775" y="333"/>
                    <a:pt x="102150" y="11444"/>
                    <a:pt x="97209" y="19500"/>
                  </a:cubicBezTo>
                  <a:cubicBezTo>
                    <a:pt x="90815" y="4499"/>
                    <a:pt x="79480" y="55"/>
                    <a:pt x="70180" y="55"/>
                  </a:cubicBezTo>
                  <a:cubicBezTo>
                    <a:pt x="35884" y="55"/>
                    <a:pt x="136" y="41167"/>
                    <a:pt x="136" y="81445"/>
                  </a:cubicBezTo>
                  <a:cubicBezTo>
                    <a:pt x="136" y="108667"/>
                    <a:pt x="17284" y="125890"/>
                    <a:pt x="38500" y="125890"/>
                  </a:cubicBezTo>
                  <a:cubicBezTo>
                    <a:pt x="50998" y="125890"/>
                    <a:pt x="62333" y="119223"/>
                    <a:pt x="72795" y="109223"/>
                  </a:cubicBezTo>
                  <a:cubicBezTo>
                    <a:pt x="70180" y="118945"/>
                    <a:pt x="60589" y="156446"/>
                    <a:pt x="59717" y="158946"/>
                  </a:cubicBezTo>
                  <a:cubicBezTo>
                    <a:pt x="57392" y="166724"/>
                    <a:pt x="55067" y="167835"/>
                    <a:pt x="38791" y="168112"/>
                  </a:cubicBezTo>
                  <a:cubicBezTo>
                    <a:pt x="35013" y="168112"/>
                    <a:pt x="32106" y="168112"/>
                    <a:pt x="32106" y="173668"/>
                  </a:cubicBezTo>
                  <a:cubicBezTo>
                    <a:pt x="32106" y="173946"/>
                    <a:pt x="32106" y="176724"/>
                    <a:pt x="35884" y="176724"/>
                  </a:cubicBezTo>
                  <a:cubicBezTo>
                    <a:pt x="45185" y="176724"/>
                    <a:pt x="55357" y="175890"/>
                    <a:pt x="64948" y="175890"/>
                  </a:cubicBezTo>
                  <a:cubicBezTo>
                    <a:pt x="74830" y="175890"/>
                    <a:pt x="85293" y="176724"/>
                    <a:pt x="94884" y="176724"/>
                  </a:cubicBezTo>
                  <a:cubicBezTo>
                    <a:pt x="96337" y="176724"/>
                    <a:pt x="100115" y="176724"/>
                    <a:pt x="100115" y="171168"/>
                  </a:cubicBezTo>
                  <a:cubicBezTo>
                    <a:pt x="100115" y="168112"/>
                    <a:pt x="97209" y="168112"/>
                    <a:pt x="92559" y="168112"/>
                  </a:cubicBezTo>
                  <a:cubicBezTo>
                    <a:pt x="78608" y="168112"/>
                    <a:pt x="78608" y="166168"/>
                    <a:pt x="78608" y="163668"/>
                  </a:cubicBezTo>
                  <a:cubicBezTo>
                    <a:pt x="78608" y="161724"/>
                    <a:pt x="79190" y="160057"/>
                    <a:pt x="79771" y="157557"/>
                  </a:cubicBezTo>
                  <a:lnTo>
                    <a:pt x="119879" y="3111"/>
                  </a:lnTo>
                  <a:close/>
                  <a:moveTo>
                    <a:pt x="39372" y="119779"/>
                  </a:moveTo>
                  <a:cubicBezTo>
                    <a:pt x="21934" y="119779"/>
                    <a:pt x="20771" y="98389"/>
                    <a:pt x="20771" y="93667"/>
                  </a:cubicBezTo>
                  <a:cubicBezTo>
                    <a:pt x="20771" y="80334"/>
                    <a:pt x="29200" y="50056"/>
                    <a:pt x="34141" y="38389"/>
                  </a:cubicBezTo>
                  <a:cubicBezTo>
                    <a:pt x="43150" y="17833"/>
                    <a:pt x="58264" y="6166"/>
                    <a:pt x="70180" y="6166"/>
                  </a:cubicBezTo>
                  <a:cubicBezTo>
                    <a:pt x="89071" y="6166"/>
                    <a:pt x="93140" y="28666"/>
                    <a:pt x="93140" y="30611"/>
                  </a:cubicBezTo>
                  <a:cubicBezTo>
                    <a:pt x="93140" y="32278"/>
                    <a:pt x="77155" y="93112"/>
                    <a:pt x="76283" y="94223"/>
                  </a:cubicBezTo>
                  <a:cubicBezTo>
                    <a:pt x="71924" y="102001"/>
                    <a:pt x="55648" y="119779"/>
                    <a:pt x="39372" y="119779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5DE2087-2783-C255-D4E2-6E441295918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194201" y="6611612"/>
              <a:ext cx="193273" cy="65000"/>
            </a:xfrm>
            <a:custGeom>
              <a:avLst/>
              <a:gdLst>
                <a:gd name="connsiteX0" fmla="*/ 183536 w 193273"/>
                <a:gd name="connsiteY0" fmla="*/ 11166 h 65000"/>
                <a:gd name="connsiteX1" fmla="*/ 193418 w 193273"/>
                <a:gd name="connsiteY1" fmla="*/ 5611 h 65000"/>
                <a:gd name="connsiteX2" fmla="*/ 183827 w 193273"/>
                <a:gd name="connsiteY2" fmla="*/ 55 h 65000"/>
                <a:gd name="connsiteX3" fmla="*/ 9735 w 193273"/>
                <a:gd name="connsiteY3" fmla="*/ 55 h 65000"/>
                <a:gd name="connsiteX4" fmla="*/ 144 w 193273"/>
                <a:gd name="connsiteY4" fmla="*/ 5611 h 65000"/>
                <a:gd name="connsiteX5" fmla="*/ 10025 w 193273"/>
                <a:gd name="connsiteY5" fmla="*/ 11166 h 65000"/>
                <a:gd name="connsiteX6" fmla="*/ 183536 w 193273"/>
                <a:gd name="connsiteY6" fmla="*/ 11166 h 65000"/>
                <a:gd name="connsiteX7" fmla="*/ 183827 w 193273"/>
                <a:gd name="connsiteY7" fmla="*/ 65056 h 65000"/>
                <a:gd name="connsiteX8" fmla="*/ 193418 w 193273"/>
                <a:gd name="connsiteY8" fmla="*/ 59500 h 65000"/>
                <a:gd name="connsiteX9" fmla="*/ 183536 w 193273"/>
                <a:gd name="connsiteY9" fmla="*/ 53944 h 65000"/>
                <a:gd name="connsiteX10" fmla="*/ 10025 w 193273"/>
                <a:gd name="connsiteY10" fmla="*/ 53944 h 65000"/>
                <a:gd name="connsiteX11" fmla="*/ 144 w 193273"/>
                <a:gd name="connsiteY11" fmla="*/ 59500 h 65000"/>
                <a:gd name="connsiteX12" fmla="*/ 9735 w 193273"/>
                <a:gd name="connsiteY12" fmla="*/ 65056 h 65000"/>
                <a:gd name="connsiteX13" fmla="*/ 183827 w 193273"/>
                <a:gd name="connsiteY13" fmla="*/ 65056 h 6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3273" h="65000">
                  <a:moveTo>
                    <a:pt x="183536" y="11166"/>
                  </a:moveTo>
                  <a:cubicBezTo>
                    <a:pt x="187895" y="11166"/>
                    <a:pt x="193418" y="11166"/>
                    <a:pt x="193418" y="5611"/>
                  </a:cubicBezTo>
                  <a:cubicBezTo>
                    <a:pt x="193418" y="55"/>
                    <a:pt x="187895" y="55"/>
                    <a:pt x="183827" y="55"/>
                  </a:cubicBezTo>
                  <a:lnTo>
                    <a:pt x="9735" y="55"/>
                  </a:lnTo>
                  <a:cubicBezTo>
                    <a:pt x="5666" y="55"/>
                    <a:pt x="144" y="55"/>
                    <a:pt x="144" y="5611"/>
                  </a:cubicBezTo>
                  <a:cubicBezTo>
                    <a:pt x="144" y="11166"/>
                    <a:pt x="5666" y="11166"/>
                    <a:pt x="10025" y="11166"/>
                  </a:cubicBezTo>
                  <a:lnTo>
                    <a:pt x="183536" y="11166"/>
                  </a:lnTo>
                  <a:close/>
                  <a:moveTo>
                    <a:pt x="183827" y="65056"/>
                  </a:moveTo>
                  <a:cubicBezTo>
                    <a:pt x="187895" y="65056"/>
                    <a:pt x="193418" y="65056"/>
                    <a:pt x="193418" y="59500"/>
                  </a:cubicBezTo>
                  <a:cubicBezTo>
                    <a:pt x="193418" y="53944"/>
                    <a:pt x="187895" y="53944"/>
                    <a:pt x="183536" y="53944"/>
                  </a:cubicBezTo>
                  <a:lnTo>
                    <a:pt x="10025" y="53944"/>
                  </a:lnTo>
                  <a:cubicBezTo>
                    <a:pt x="5666" y="53944"/>
                    <a:pt x="144" y="53944"/>
                    <a:pt x="144" y="59500"/>
                  </a:cubicBezTo>
                  <a:cubicBezTo>
                    <a:pt x="144" y="65056"/>
                    <a:pt x="5666" y="65056"/>
                    <a:pt x="9735" y="65056"/>
                  </a:cubicBezTo>
                  <a:lnTo>
                    <a:pt x="183827" y="65056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D0FBCDA-EBC9-9925-2F37-E06335B14DA3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510575" y="6528555"/>
              <a:ext cx="95910" cy="185002"/>
            </a:xfrm>
            <a:custGeom>
              <a:avLst/>
              <a:gdLst>
                <a:gd name="connsiteX0" fmla="*/ 59735 w 95910"/>
                <a:gd name="connsiteY0" fmla="*/ 7277 h 185002"/>
                <a:gd name="connsiteX1" fmla="*/ 53050 w 95910"/>
                <a:gd name="connsiteY1" fmla="*/ 55 h 185002"/>
                <a:gd name="connsiteX2" fmla="*/ 154 w 95910"/>
                <a:gd name="connsiteY2" fmla="*/ 17833 h 185002"/>
                <a:gd name="connsiteX3" fmla="*/ 154 w 95910"/>
                <a:gd name="connsiteY3" fmla="*/ 26444 h 185002"/>
                <a:gd name="connsiteX4" fmla="*/ 38228 w 95910"/>
                <a:gd name="connsiteY4" fmla="*/ 19222 h 185002"/>
                <a:gd name="connsiteX5" fmla="*/ 38228 w 95910"/>
                <a:gd name="connsiteY5" fmla="*/ 163112 h 185002"/>
                <a:gd name="connsiteX6" fmla="*/ 11198 w 95910"/>
                <a:gd name="connsiteY6" fmla="*/ 176446 h 185002"/>
                <a:gd name="connsiteX7" fmla="*/ 1898 w 95910"/>
                <a:gd name="connsiteY7" fmla="*/ 176446 h 185002"/>
                <a:gd name="connsiteX8" fmla="*/ 1898 w 95910"/>
                <a:gd name="connsiteY8" fmla="*/ 185057 h 185002"/>
                <a:gd name="connsiteX9" fmla="*/ 48981 w 95910"/>
                <a:gd name="connsiteY9" fmla="*/ 184224 h 185002"/>
                <a:gd name="connsiteX10" fmla="*/ 96065 w 95910"/>
                <a:gd name="connsiteY10" fmla="*/ 185057 h 185002"/>
                <a:gd name="connsiteX11" fmla="*/ 96065 w 95910"/>
                <a:gd name="connsiteY11" fmla="*/ 176446 h 185002"/>
                <a:gd name="connsiteX12" fmla="*/ 86764 w 95910"/>
                <a:gd name="connsiteY12" fmla="*/ 176446 h 185002"/>
                <a:gd name="connsiteX13" fmla="*/ 59735 w 95910"/>
                <a:gd name="connsiteY13" fmla="*/ 163112 h 185002"/>
                <a:gd name="connsiteX14" fmla="*/ 59735 w 95910"/>
                <a:gd name="connsiteY14" fmla="*/ 7277 h 1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910" h="185002">
                  <a:moveTo>
                    <a:pt x="59735" y="7277"/>
                  </a:moveTo>
                  <a:cubicBezTo>
                    <a:pt x="59735" y="610"/>
                    <a:pt x="59735" y="55"/>
                    <a:pt x="53050" y="55"/>
                  </a:cubicBezTo>
                  <a:cubicBezTo>
                    <a:pt x="35031" y="17833"/>
                    <a:pt x="9455" y="17833"/>
                    <a:pt x="154" y="17833"/>
                  </a:cubicBezTo>
                  <a:lnTo>
                    <a:pt x="154" y="26444"/>
                  </a:lnTo>
                  <a:cubicBezTo>
                    <a:pt x="5967" y="26444"/>
                    <a:pt x="23115" y="26444"/>
                    <a:pt x="38228" y="19222"/>
                  </a:cubicBezTo>
                  <a:lnTo>
                    <a:pt x="38228" y="163112"/>
                  </a:lnTo>
                  <a:cubicBezTo>
                    <a:pt x="38228" y="173113"/>
                    <a:pt x="37356" y="176446"/>
                    <a:pt x="11198" y="176446"/>
                  </a:cubicBezTo>
                  <a:lnTo>
                    <a:pt x="1898" y="176446"/>
                  </a:lnTo>
                  <a:lnTo>
                    <a:pt x="1898" y="185057"/>
                  </a:lnTo>
                  <a:cubicBezTo>
                    <a:pt x="12070" y="184224"/>
                    <a:pt x="37356" y="184224"/>
                    <a:pt x="48981" y="184224"/>
                  </a:cubicBezTo>
                  <a:cubicBezTo>
                    <a:pt x="60607" y="184224"/>
                    <a:pt x="85892" y="184224"/>
                    <a:pt x="96065" y="185057"/>
                  </a:cubicBezTo>
                  <a:lnTo>
                    <a:pt x="96065" y="176446"/>
                  </a:lnTo>
                  <a:lnTo>
                    <a:pt x="86764" y="176446"/>
                  </a:lnTo>
                  <a:cubicBezTo>
                    <a:pt x="60607" y="176446"/>
                    <a:pt x="59735" y="173390"/>
                    <a:pt x="59735" y="163112"/>
                  </a:cubicBezTo>
                  <a:lnTo>
                    <a:pt x="59735" y="7277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D75782A-B41F-DD02-9F22-3BAB9B42DE9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655023" y="6684113"/>
              <a:ext cx="30807" cy="29444"/>
            </a:xfrm>
            <a:custGeom>
              <a:avLst/>
              <a:gdLst>
                <a:gd name="connsiteX0" fmla="*/ 30967 w 30807"/>
                <a:gd name="connsiteY0" fmla="*/ 14777 h 29444"/>
                <a:gd name="connsiteX1" fmla="*/ 15563 w 30807"/>
                <a:gd name="connsiteY1" fmla="*/ 55 h 29444"/>
                <a:gd name="connsiteX2" fmla="*/ 159 w 30807"/>
                <a:gd name="connsiteY2" fmla="*/ 14777 h 29444"/>
                <a:gd name="connsiteX3" fmla="*/ 15563 w 30807"/>
                <a:gd name="connsiteY3" fmla="*/ 29500 h 29444"/>
                <a:gd name="connsiteX4" fmla="*/ 30967 w 30807"/>
                <a:gd name="connsiteY4" fmla="*/ 14777 h 2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07" h="29444">
                  <a:moveTo>
                    <a:pt x="30967" y="14777"/>
                  </a:moveTo>
                  <a:cubicBezTo>
                    <a:pt x="30967" y="6722"/>
                    <a:pt x="23991" y="55"/>
                    <a:pt x="15563" y="55"/>
                  </a:cubicBezTo>
                  <a:cubicBezTo>
                    <a:pt x="7134" y="55"/>
                    <a:pt x="159" y="6722"/>
                    <a:pt x="159" y="14777"/>
                  </a:cubicBezTo>
                  <a:cubicBezTo>
                    <a:pt x="159" y="22833"/>
                    <a:pt x="7134" y="29500"/>
                    <a:pt x="15563" y="29500"/>
                  </a:cubicBezTo>
                  <a:cubicBezTo>
                    <a:pt x="23991" y="29500"/>
                    <a:pt x="30967" y="22833"/>
                    <a:pt x="30967" y="1477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32D22FC7-6742-1375-B576-D567F3D192F1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722968" y="6528555"/>
              <a:ext cx="120614" cy="191113"/>
            </a:xfrm>
            <a:custGeom>
              <a:avLst/>
              <a:gdLst>
                <a:gd name="connsiteX0" fmla="*/ 26319 w 120614"/>
                <a:gd name="connsiteY0" fmla="*/ 93945 h 191113"/>
                <a:gd name="connsiteX1" fmla="*/ 26319 w 120614"/>
                <a:gd name="connsiteY1" fmla="*/ 87278 h 191113"/>
                <a:gd name="connsiteX2" fmla="*/ 77181 w 120614"/>
                <a:gd name="connsiteY2" fmla="*/ 6999 h 191113"/>
                <a:gd name="connsiteX3" fmla="*/ 102757 w 120614"/>
                <a:gd name="connsiteY3" fmla="*/ 18111 h 191113"/>
                <a:gd name="connsiteX4" fmla="*/ 86772 w 120614"/>
                <a:gd name="connsiteY4" fmla="*/ 30611 h 191113"/>
                <a:gd name="connsiteX5" fmla="*/ 100141 w 120614"/>
                <a:gd name="connsiteY5" fmla="*/ 43389 h 191113"/>
                <a:gd name="connsiteX6" fmla="*/ 113511 w 120614"/>
                <a:gd name="connsiteY6" fmla="*/ 30055 h 191113"/>
                <a:gd name="connsiteX7" fmla="*/ 76600 w 120614"/>
                <a:gd name="connsiteY7" fmla="*/ 55 h 191113"/>
                <a:gd name="connsiteX8" fmla="*/ 162 w 120614"/>
                <a:gd name="connsiteY8" fmla="*/ 97278 h 191113"/>
                <a:gd name="connsiteX9" fmla="*/ 60905 w 120614"/>
                <a:gd name="connsiteY9" fmla="*/ 191168 h 191113"/>
                <a:gd name="connsiteX10" fmla="*/ 120777 w 120614"/>
                <a:gd name="connsiteY10" fmla="*/ 128390 h 191113"/>
                <a:gd name="connsiteX11" fmla="*/ 62649 w 120614"/>
                <a:gd name="connsiteY11" fmla="*/ 66445 h 191113"/>
                <a:gd name="connsiteX12" fmla="*/ 26319 w 120614"/>
                <a:gd name="connsiteY12" fmla="*/ 93945 h 191113"/>
                <a:gd name="connsiteX13" fmla="*/ 60905 w 120614"/>
                <a:gd name="connsiteY13" fmla="*/ 183390 h 191113"/>
                <a:gd name="connsiteX14" fmla="*/ 32132 w 120614"/>
                <a:gd name="connsiteY14" fmla="*/ 162557 h 191113"/>
                <a:gd name="connsiteX15" fmla="*/ 26901 w 120614"/>
                <a:gd name="connsiteY15" fmla="*/ 122279 h 191113"/>
                <a:gd name="connsiteX16" fmla="*/ 62358 w 120614"/>
                <a:gd name="connsiteY16" fmla="*/ 72834 h 191113"/>
                <a:gd name="connsiteX17" fmla="*/ 89388 w 120614"/>
                <a:gd name="connsiteY17" fmla="*/ 90056 h 191113"/>
                <a:gd name="connsiteX18" fmla="*/ 94619 w 120614"/>
                <a:gd name="connsiteY18" fmla="*/ 128112 h 191113"/>
                <a:gd name="connsiteX19" fmla="*/ 89678 w 120614"/>
                <a:gd name="connsiteY19" fmla="*/ 165335 h 191113"/>
                <a:gd name="connsiteX20" fmla="*/ 60905 w 120614"/>
                <a:gd name="connsiteY20" fmla="*/ 183390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614" h="191113">
                  <a:moveTo>
                    <a:pt x="26319" y="93945"/>
                  </a:moveTo>
                  <a:lnTo>
                    <a:pt x="26319" y="87278"/>
                  </a:lnTo>
                  <a:cubicBezTo>
                    <a:pt x="26319" y="17000"/>
                    <a:pt x="62358" y="6999"/>
                    <a:pt x="77181" y="6999"/>
                  </a:cubicBezTo>
                  <a:cubicBezTo>
                    <a:pt x="84156" y="6999"/>
                    <a:pt x="96363" y="8666"/>
                    <a:pt x="102757" y="18111"/>
                  </a:cubicBezTo>
                  <a:cubicBezTo>
                    <a:pt x="98397" y="18111"/>
                    <a:pt x="86772" y="18111"/>
                    <a:pt x="86772" y="30611"/>
                  </a:cubicBezTo>
                  <a:cubicBezTo>
                    <a:pt x="86772" y="39222"/>
                    <a:pt x="93747" y="43389"/>
                    <a:pt x="100141" y="43389"/>
                  </a:cubicBezTo>
                  <a:cubicBezTo>
                    <a:pt x="104791" y="43389"/>
                    <a:pt x="113511" y="40889"/>
                    <a:pt x="113511" y="30055"/>
                  </a:cubicBezTo>
                  <a:cubicBezTo>
                    <a:pt x="113511" y="13388"/>
                    <a:pt x="100723" y="55"/>
                    <a:pt x="76600" y="55"/>
                  </a:cubicBezTo>
                  <a:cubicBezTo>
                    <a:pt x="39398" y="55"/>
                    <a:pt x="162" y="35889"/>
                    <a:pt x="162" y="97278"/>
                  </a:cubicBezTo>
                  <a:cubicBezTo>
                    <a:pt x="162" y="171446"/>
                    <a:pt x="33876" y="191168"/>
                    <a:pt x="60905" y="191168"/>
                  </a:cubicBezTo>
                  <a:cubicBezTo>
                    <a:pt x="93166" y="191168"/>
                    <a:pt x="120777" y="165057"/>
                    <a:pt x="120777" y="128390"/>
                  </a:cubicBezTo>
                  <a:cubicBezTo>
                    <a:pt x="120777" y="93112"/>
                    <a:pt x="94910" y="66445"/>
                    <a:pt x="62649" y="66445"/>
                  </a:cubicBezTo>
                  <a:cubicBezTo>
                    <a:pt x="42886" y="66445"/>
                    <a:pt x="32132" y="80611"/>
                    <a:pt x="26319" y="93945"/>
                  </a:cubicBezTo>
                  <a:close/>
                  <a:moveTo>
                    <a:pt x="60905" y="183390"/>
                  </a:moveTo>
                  <a:cubicBezTo>
                    <a:pt x="42595" y="183390"/>
                    <a:pt x="33876" y="166724"/>
                    <a:pt x="32132" y="162557"/>
                  </a:cubicBezTo>
                  <a:cubicBezTo>
                    <a:pt x="26901" y="149501"/>
                    <a:pt x="26901" y="127279"/>
                    <a:pt x="26901" y="122279"/>
                  </a:cubicBezTo>
                  <a:cubicBezTo>
                    <a:pt x="26901" y="100612"/>
                    <a:pt x="36201" y="72834"/>
                    <a:pt x="62358" y="72834"/>
                  </a:cubicBezTo>
                  <a:cubicBezTo>
                    <a:pt x="67009" y="72834"/>
                    <a:pt x="80378" y="72834"/>
                    <a:pt x="89388" y="90056"/>
                  </a:cubicBezTo>
                  <a:cubicBezTo>
                    <a:pt x="94619" y="100334"/>
                    <a:pt x="94619" y="114501"/>
                    <a:pt x="94619" y="128112"/>
                  </a:cubicBezTo>
                  <a:cubicBezTo>
                    <a:pt x="94619" y="141445"/>
                    <a:pt x="94619" y="155335"/>
                    <a:pt x="89678" y="165335"/>
                  </a:cubicBezTo>
                  <a:cubicBezTo>
                    <a:pt x="80959" y="182002"/>
                    <a:pt x="67590" y="183390"/>
                    <a:pt x="60905" y="183390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333B2A8-16DF-D95D-B777-B0218EACF246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0868287" y="6528555"/>
              <a:ext cx="120614" cy="191113"/>
            </a:xfrm>
            <a:custGeom>
              <a:avLst/>
              <a:gdLst>
                <a:gd name="connsiteX0" fmla="*/ 72245 w 120614"/>
                <a:gd name="connsiteY0" fmla="*/ 87278 h 191113"/>
                <a:gd name="connsiteX1" fmla="*/ 112934 w 120614"/>
                <a:gd name="connsiteY1" fmla="*/ 38389 h 191113"/>
                <a:gd name="connsiteX2" fmla="*/ 59457 w 120614"/>
                <a:gd name="connsiteY2" fmla="*/ 55 h 191113"/>
                <a:gd name="connsiteX3" fmla="*/ 8014 w 120614"/>
                <a:gd name="connsiteY3" fmla="*/ 37833 h 191113"/>
                <a:gd name="connsiteX4" fmla="*/ 22837 w 120614"/>
                <a:gd name="connsiteY4" fmla="*/ 52278 h 191113"/>
                <a:gd name="connsiteX5" fmla="*/ 37659 w 120614"/>
                <a:gd name="connsiteY5" fmla="*/ 38111 h 191113"/>
                <a:gd name="connsiteX6" fmla="*/ 19640 w 120614"/>
                <a:gd name="connsiteY6" fmla="*/ 24222 h 191113"/>
                <a:gd name="connsiteX7" fmla="*/ 58294 w 120614"/>
                <a:gd name="connsiteY7" fmla="*/ 6999 h 191113"/>
                <a:gd name="connsiteX8" fmla="*/ 86196 w 120614"/>
                <a:gd name="connsiteY8" fmla="*/ 38111 h 191113"/>
                <a:gd name="connsiteX9" fmla="*/ 78058 w 120614"/>
                <a:gd name="connsiteY9" fmla="*/ 69778 h 191113"/>
                <a:gd name="connsiteX10" fmla="*/ 52191 w 120614"/>
                <a:gd name="connsiteY10" fmla="*/ 84223 h 191113"/>
                <a:gd name="connsiteX11" fmla="*/ 40856 w 120614"/>
                <a:gd name="connsiteY11" fmla="*/ 85056 h 191113"/>
                <a:gd name="connsiteX12" fmla="*/ 36497 w 120614"/>
                <a:gd name="connsiteY12" fmla="*/ 88389 h 191113"/>
                <a:gd name="connsiteX13" fmla="*/ 43472 w 120614"/>
                <a:gd name="connsiteY13" fmla="*/ 91445 h 191113"/>
                <a:gd name="connsiteX14" fmla="*/ 56260 w 120614"/>
                <a:gd name="connsiteY14" fmla="*/ 91445 h 191113"/>
                <a:gd name="connsiteX15" fmla="*/ 90846 w 120614"/>
                <a:gd name="connsiteY15" fmla="*/ 137557 h 191113"/>
                <a:gd name="connsiteX16" fmla="*/ 58004 w 120614"/>
                <a:gd name="connsiteY16" fmla="*/ 183390 h 191113"/>
                <a:gd name="connsiteX17" fmla="*/ 13536 w 120614"/>
                <a:gd name="connsiteY17" fmla="*/ 162279 h 191113"/>
                <a:gd name="connsiteX18" fmla="*/ 32718 w 120614"/>
                <a:gd name="connsiteY18" fmla="*/ 147001 h 191113"/>
                <a:gd name="connsiteX19" fmla="*/ 16443 w 120614"/>
                <a:gd name="connsiteY19" fmla="*/ 131445 h 191113"/>
                <a:gd name="connsiteX20" fmla="*/ 167 w 120614"/>
                <a:gd name="connsiteY20" fmla="*/ 147557 h 191113"/>
                <a:gd name="connsiteX21" fmla="*/ 58876 w 120614"/>
                <a:gd name="connsiteY21" fmla="*/ 191168 h 191113"/>
                <a:gd name="connsiteX22" fmla="*/ 120781 w 120614"/>
                <a:gd name="connsiteY22" fmla="*/ 137557 h 191113"/>
                <a:gd name="connsiteX23" fmla="*/ 72245 w 120614"/>
                <a:gd name="connsiteY23" fmla="*/ 87278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0614" h="191113">
                  <a:moveTo>
                    <a:pt x="72245" y="87278"/>
                  </a:moveTo>
                  <a:cubicBezTo>
                    <a:pt x="96077" y="79778"/>
                    <a:pt x="112934" y="60333"/>
                    <a:pt x="112934" y="38389"/>
                  </a:cubicBezTo>
                  <a:cubicBezTo>
                    <a:pt x="112934" y="15611"/>
                    <a:pt x="87358" y="55"/>
                    <a:pt x="59457" y="55"/>
                  </a:cubicBezTo>
                  <a:cubicBezTo>
                    <a:pt x="30103" y="55"/>
                    <a:pt x="8014" y="16722"/>
                    <a:pt x="8014" y="37833"/>
                  </a:cubicBezTo>
                  <a:cubicBezTo>
                    <a:pt x="8014" y="47000"/>
                    <a:pt x="14408" y="52278"/>
                    <a:pt x="22837" y="52278"/>
                  </a:cubicBezTo>
                  <a:cubicBezTo>
                    <a:pt x="31846" y="52278"/>
                    <a:pt x="37659" y="46167"/>
                    <a:pt x="37659" y="38111"/>
                  </a:cubicBezTo>
                  <a:cubicBezTo>
                    <a:pt x="37659" y="24222"/>
                    <a:pt x="23999" y="24222"/>
                    <a:pt x="19640" y="24222"/>
                  </a:cubicBezTo>
                  <a:cubicBezTo>
                    <a:pt x="28649" y="10611"/>
                    <a:pt x="47831" y="6999"/>
                    <a:pt x="58294" y="6999"/>
                  </a:cubicBezTo>
                  <a:cubicBezTo>
                    <a:pt x="70211" y="6999"/>
                    <a:pt x="86196" y="13111"/>
                    <a:pt x="86196" y="38111"/>
                  </a:cubicBezTo>
                  <a:cubicBezTo>
                    <a:pt x="86196" y="41444"/>
                    <a:pt x="85614" y="57556"/>
                    <a:pt x="78058" y="69778"/>
                  </a:cubicBezTo>
                  <a:cubicBezTo>
                    <a:pt x="69339" y="83111"/>
                    <a:pt x="59457" y="83945"/>
                    <a:pt x="52191" y="84223"/>
                  </a:cubicBezTo>
                  <a:cubicBezTo>
                    <a:pt x="49866" y="84500"/>
                    <a:pt x="42891" y="85056"/>
                    <a:pt x="40856" y="85056"/>
                  </a:cubicBezTo>
                  <a:cubicBezTo>
                    <a:pt x="38531" y="85334"/>
                    <a:pt x="36497" y="85611"/>
                    <a:pt x="36497" y="88389"/>
                  </a:cubicBezTo>
                  <a:cubicBezTo>
                    <a:pt x="36497" y="91445"/>
                    <a:pt x="38531" y="91445"/>
                    <a:pt x="43472" y="91445"/>
                  </a:cubicBezTo>
                  <a:lnTo>
                    <a:pt x="56260" y="91445"/>
                  </a:lnTo>
                  <a:cubicBezTo>
                    <a:pt x="80092" y="91445"/>
                    <a:pt x="90846" y="110334"/>
                    <a:pt x="90846" y="137557"/>
                  </a:cubicBezTo>
                  <a:cubicBezTo>
                    <a:pt x="90846" y="175335"/>
                    <a:pt x="70792" y="183390"/>
                    <a:pt x="58004" y="183390"/>
                  </a:cubicBezTo>
                  <a:cubicBezTo>
                    <a:pt x="45506" y="183390"/>
                    <a:pt x="23709" y="178668"/>
                    <a:pt x="13536" y="162279"/>
                  </a:cubicBezTo>
                  <a:cubicBezTo>
                    <a:pt x="23709" y="163668"/>
                    <a:pt x="32718" y="157557"/>
                    <a:pt x="32718" y="147001"/>
                  </a:cubicBezTo>
                  <a:cubicBezTo>
                    <a:pt x="32718" y="137001"/>
                    <a:pt x="24871" y="131445"/>
                    <a:pt x="16443" y="131445"/>
                  </a:cubicBezTo>
                  <a:cubicBezTo>
                    <a:pt x="9467" y="131445"/>
                    <a:pt x="167" y="135334"/>
                    <a:pt x="167" y="147557"/>
                  </a:cubicBezTo>
                  <a:cubicBezTo>
                    <a:pt x="167" y="172835"/>
                    <a:pt x="27196" y="191168"/>
                    <a:pt x="58876" y="191168"/>
                  </a:cubicBezTo>
                  <a:cubicBezTo>
                    <a:pt x="94333" y="191168"/>
                    <a:pt x="120781" y="165890"/>
                    <a:pt x="120781" y="137557"/>
                  </a:cubicBezTo>
                  <a:cubicBezTo>
                    <a:pt x="120781" y="114778"/>
                    <a:pt x="102471" y="93112"/>
                    <a:pt x="72245" y="87278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1743AD7F-FB95-0F67-6895-F71BF11CC8A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013606" y="6528555"/>
              <a:ext cx="120614" cy="191113"/>
            </a:xfrm>
            <a:custGeom>
              <a:avLst/>
              <a:gdLst>
                <a:gd name="connsiteX0" fmla="*/ 35339 w 120614"/>
                <a:gd name="connsiteY0" fmla="*/ 58111 h 191113"/>
                <a:gd name="connsiteX1" fmla="*/ 20807 w 120614"/>
                <a:gd name="connsiteY1" fmla="*/ 35611 h 191113"/>
                <a:gd name="connsiteX2" fmla="*/ 60334 w 120614"/>
                <a:gd name="connsiteY2" fmla="*/ 6999 h 191113"/>
                <a:gd name="connsiteX3" fmla="*/ 100151 w 120614"/>
                <a:gd name="connsiteY3" fmla="*/ 41444 h 191113"/>
                <a:gd name="connsiteX4" fmla="*/ 71378 w 120614"/>
                <a:gd name="connsiteY4" fmla="*/ 80334 h 191113"/>
                <a:gd name="connsiteX5" fmla="*/ 35339 w 120614"/>
                <a:gd name="connsiteY5" fmla="*/ 58111 h 191113"/>
                <a:gd name="connsiteX6" fmla="*/ 77772 w 120614"/>
                <a:gd name="connsiteY6" fmla="*/ 84500 h 191113"/>
                <a:gd name="connsiteX7" fmla="*/ 112939 w 120614"/>
                <a:gd name="connsiteY7" fmla="*/ 41444 h 191113"/>
                <a:gd name="connsiteX8" fmla="*/ 60624 w 120614"/>
                <a:gd name="connsiteY8" fmla="*/ 55 h 191113"/>
                <a:gd name="connsiteX9" fmla="*/ 8019 w 120614"/>
                <a:gd name="connsiteY9" fmla="*/ 46444 h 191113"/>
                <a:gd name="connsiteX10" fmla="*/ 20807 w 120614"/>
                <a:gd name="connsiteY10" fmla="*/ 77000 h 191113"/>
                <a:gd name="connsiteX11" fmla="*/ 42024 w 120614"/>
                <a:gd name="connsiteY11" fmla="*/ 92000 h 191113"/>
                <a:gd name="connsiteX12" fmla="*/ 172 w 120614"/>
                <a:gd name="connsiteY12" fmla="*/ 143112 h 191113"/>
                <a:gd name="connsiteX13" fmla="*/ 60334 w 120614"/>
                <a:gd name="connsiteY13" fmla="*/ 191168 h 191113"/>
                <a:gd name="connsiteX14" fmla="*/ 120786 w 120614"/>
                <a:gd name="connsiteY14" fmla="*/ 138390 h 191113"/>
                <a:gd name="connsiteX15" fmla="*/ 106545 w 120614"/>
                <a:gd name="connsiteY15" fmla="*/ 104223 h 191113"/>
                <a:gd name="connsiteX16" fmla="*/ 77772 w 120614"/>
                <a:gd name="connsiteY16" fmla="*/ 84500 h 191113"/>
                <a:gd name="connsiteX17" fmla="*/ 48708 w 120614"/>
                <a:gd name="connsiteY17" fmla="*/ 96167 h 191113"/>
                <a:gd name="connsiteX18" fmla="*/ 84457 w 120614"/>
                <a:gd name="connsiteY18" fmla="*/ 117834 h 191113"/>
                <a:gd name="connsiteX19" fmla="*/ 106255 w 120614"/>
                <a:gd name="connsiteY19" fmla="*/ 148390 h 191113"/>
                <a:gd name="connsiteX20" fmla="*/ 60624 w 120614"/>
                <a:gd name="connsiteY20" fmla="*/ 183390 h 191113"/>
                <a:gd name="connsiteX21" fmla="*/ 14704 w 120614"/>
                <a:gd name="connsiteY21" fmla="*/ 143112 h 191113"/>
                <a:gd name="connsiteX22" fmla="*/ 48708 w 120614"/>
                <a:gd name="connsiteY22" fmla="*/ 9616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0614" h="191113">
                  <a:moveTo>
                    <a:pt x="35339" y="58111"/>
                  </a:moveTo>
                  <a:cubicBezTo>
                    <a:pt x="21970" y="49778"/>
                    <a:pt x="20807" y="40333"/>
                    <a:pt x="20807" y="35611"/>
                  </a:cubicBezTo>
                  <a:cubicBezTo>
                    <a:pt x="20807" y="18666"/>
                    <a:pt x="39699" y="6999"/>
                    <a:pt x="60334" y="6999"/>
                  </a:cubicBezTo>
                  <a:cubicBezTo>
                    <a:pt x="81550" y="6999"/>
                    <a:pt x="100151" y="21444"/>
                    <a:pt x="100151" y="41444"/>
                  </a:cubicBezTo>
                  <a:cubicBezTo>
                    <a:pt x="100151" y="57278"/>
                    <a:pt x="88816" y="70611"/>
                    <a:pt x="71378" y="80334"/>
                  </a:cubicBezTo>
                  <a:lnTo>
                    <a:pt x="35339" y="58111"/>
                  </a:lnTo>
                  <a:close/>
                  <a:moveTo>
                    <a:pt x="77772" y="84500"/>
                  </a:moveTo>
                  <a:cubicBezTo>
                    <a:pt x="98698" y="74222"/>
                    <a:pt x="112939" y="59778"/>
                    <a:pt x="112939" y="41444"/>
                  </a:cubicBezTo>
                  <a:cubicBezTo>
                    <a:pt x="112939" y="15888"/>
                    <a:pt x="87073" y="55"/>
                    <a:pt x="60624" y="55"/>
                  </a:cubicBezTo>
                  <a:cubicBezTo>
                    <a:pt x="31561" y="55"/>
                    <a:pt x="8019" y="20611"/>
                    <a:pt x="8019" y="46444"/>
                  </a:cubicBezTo>
                  <a:cubicBezTo>
                    <a:pt x="8019" y="51444"/>
                    <a:pt x="8600" y="63945"/>
                    <a:pt x="20807" y="77000"/>
                  </a:cubicBezTo>
                  <a:cubicBezTo>
                    <a:pt x="24004" y="80334"/>
                    <a:pt x="34758" y="87278"/>
                    <a:pt x="42024" y="92000"/>
                  </a:cubicBezTo>
                  <a:cubicBezTo>
                    <a:pt x="25167" y="100056"/>
                    <a:pt x="172" y="115612"/>
                    <a:pt x="172" y="143112"/>
                  </a:cubicBezTo>
                  <a:cubicBezTo>
                    <a:pt x="172" y="172557"/>
                    <a:pt x="29817" y="191168"/>
                    <a:pt x="60334" y="191168"/>
                  </a:cubicBezTo>
                  <a:cubicBezTo>
                    <a:pt x="93176" y="191168"/>
                    <a:pt x="120786" y="168112"/>
                    <a:pt x="120786" y="138390"/>
                  </a:cubicBezTo>
                  <a:cubicBezTo>
                    <a:pt x="120786" y="128390"/>
                    <a:pt x="117589" y="115890"/>
                    <a:pt x="106545" y="104223"/>
                  </a:cubicBezTo>
                  <a:cubicBezTo>
                    <a:pt x="101023" y="98389"/>
                    <a:pt x="96373" y="95612"/>
                    <a:pt x="77772" y="84500"/>
                  </a:cubicBezTo>
                  <a:close/>
                  <a:moveTo>
                    <a:pt x="48708" y="96167"/>
                  </a:moveTo>
                  <a:lnTo>
                    <a:pt x="84457" y="117834"/>
                  </a:lnTo>
                  <a:cubicBezTo>
                    <a:pt x="92595" y="123112"/>
                    <a:pt x="106255" y="131445"/>
                    <a:pt x="106255" y="148390"/>
                  </a:cubicBezTo>
                  <a:cubicBezTo>
                    <a:pt x="106255" y="168946"/>
                    <a:pt x="84457" y="183390"/>
                    <a:pt x="60624" y="183390"/>
                  </a:cubicBezTo>
                  <a:cubicBezTo>
                    <a:pt x="35630" y="183390"/>
                    <a:pt x="14704" y="166168"/>
                    <a:pt x="14704" y="143112"/>
                  </a:cubicBezTo>
                  <a:cubicBezTo>
                    <a:pt x="14704" y="127001"/>
                    <a:pt x="24004" y="109223"/>
                    <a:pt x="48708" y="9616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2BEFE356-4BCC-227E-B297-75BBFB098B1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161251" y="6528555"/>
              <a:ext cx="115964" cy="185002"/>
            </a:xfrm>
            <a:custGeom>
              <a:avLst/>
              <a:gdLst>
                <a:gd name="connsiteX0" fmla="*/ 22556 w 115964"/>
                <a:gd name="connsiteY0" fmla="*/ 163668 h 185002"/>
                <a:gd name="connsiteX1" fmla="*/ 53364 w 115964"/>
                <a:gd name="connsiteY1" fmla="*/ 135057 h 185002"/>
                <a:gd name="connsiteX2" fmla="*/ 116141 w 115964"/>
                <a:gd name="connsiteY2" fmla="*/ 53944 h 185002"/>
                <a:gd name="connsiteX3" fmla="*/ 54526 w 115964"/>
                <a:gd name="connsiteY3" fmla="*/ 55 h 185002"/>
                <a:gd name="connsiteX4" fmla="*/ 177 w 115964"/>
                <a:gd name="connsiteY4" fmla="*/ 50333 h 185002"/>
                <a:gd name="connsiteX5" fmla="*/ 15581 w 115964"/>
                <a:gd name="connsiteY5" fmla="*/ 65889 h 185002"/>
                <a:gd name="connsiteX6" fmla="*/ 30694 w 115964"/>
                <a:gd name="connsiteY6" fmla="*/ 51167 h 185002"/>
                <a:gd name="connsiteX7" fmla="*/ 15290 w 115964"/>
                <a:gd name="connsiteY7" fmla="*/ 36722 h 185002"/>
                <a:gd name="connsiteX8" fmla="*/ 11512 w 115964"/>
                <a:gd name="connsiteY8" fmla="*/ 37000 h 185002"/>
                <a:gd name="connsiteX9" fmla="*/ 50748 w 115964"/>
                <a:gd name="connsiteY9" fmla="*/ 8666 h 185002"/>
                <a:gd name="connsiteX10" fmla="*/ 89693 w 115964"/>
                <a:gd name="connsiteY10" fmla="*/ 53944 h 185002"/>
                <a:gd name="connsiteX11" fmla="*/ 59176 w 115964"/>
                <a:gd name="connsiteY11" fmla="*/ 115334 h 185002"/>
                <a:gd name="connsiteX12" fmla="*/ 3374 w 115964"/>
                <a:gd name="connsiteY12" fmla="*/ 174779 h 185002"/>
                <a:gd name="connsiteX13" fmla="*/ 177 w 115964"/>
                <a:gd name="connsiteY13" fmla="*/ 185057 h 185002"/>
                <a:gd name="connsiteX14" fmla="*/ 108003 w 115964"/>
                <a:gd name="connsiteY14" fmla="*/ 185057 h 185002"/>
                <a:gd name="connsiteX15" fmla="*/ 116141 w 115964"/>
                <a:gd name="connsiteY15" fmla="*/ 136723 h 185002"/>
                <a:gd name="connsiteX16" fmla="*/ 108875 w 115964"/>
                <a:gd name="connsiteY16" fmla="*/ 136723 h 185002"/>
                <a:gd name="connsiteX17" fmla="*/ 102481 w 115964"/>
                <a:gd name="connsiteY17" fmla="*/ 161446 h 185002"/>
                <a:gd name="connsiteX18" fmla="*/ 74871 w 115964"/>
                <a:gd name="connsiteY18" fmla="*/ 163668 h 185002"/>
                <a:gd name="connsiteX19" fmla="*/ 22556 w 115964"/>
                <a:gd name="connsiteY19" fmla="*/ 163668 h 1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5964" h="185002">
                  <a:moveTo>
                    <a:pt x="22556" y="163668"/>
                  </a:moveTo>
                  <a:lnTo>
                    <a:pt x="53364" y="135057"/>
                  </a:lnTo>
                  <a:cubicBezTo>
                    <a:pt x="98703" y="96723"/>
                    <a:pt x="116141" y="81723"/>
                    <a:pt x="116141" y="53944"/>
                  </a:cubicBezTo>
                  <a:cubicBezTo>
                    <a:pt x="116141" y="22277"/>
                    <a:pt x="89984" y="55"/>
                    <a:pt x="54526" y="55"/>
                  </a:cubicBezTo>
                  <a:cubicBezTo>
                    <a:pt x="21684" y="55"/>
                    <a:pt x="177" y="25611"/>
                    <a:pt x="177" y="50333"/>
                  </a:cubicBezTo>
                  <a:cubicBezTo>
                    <a:pt x="177" y="65889"/>
                    <a:pt x="14709" y="65889"/>
                    <a:pt x="15581" y="65889"/>
                  </a:cubicBezTo>
                  <a:cubicBezTo>
                    <a:pt x="20522" y="65889"/>
                    <a:pt x="30694" y="62556"/>
                    <a:pt x="30694" y="51167"/>
                  </a:cubicBezTo>
                  <a:cubicBezTo>
                    <a:pt x="30694" y="43944"/>
                    <a:pt x="25462" y="36722"/>
                    <a:pt x="15290" y="36722"/>
                  </a:cubicBezTo>
                  <a:cubicBezTo>
                    <a:pt x="12965" y="36722"/>
                    <a:pt x="12384" y="36722"/>
                    <a:pt x="11512" y="37000"/>
                  </a:cubicBezTo>
                  <a:cubicBezTo>
                    <a:pt x="18196" y="18944"/>
                    <a:pt x="33891" y="8666"/>
                    <a:pt x="50748" y="8666"/>
                  </a:cubicBezTo>
                  <a:cubicBezTo>
                    <a:pt x="77196" y="8666"/>
                    <a:pt x="89693" y="31166"/>
                    <a:pt x="89693" y="53944"/>
                  </a:cubicBezTo>
                  <a:cubicBezTo>
                    <a:pt x="89693" y="76167"/>
                    <a:pt x="75161" y="98112"/>
                    <a:pt x="59176" y="115334"/>
                  </a:cubicBezTo>
                  <a:lnTo>
                    <a:pt x="3374" y="174779"/>
                  </a:lnTo>
                  <a:cubicBezTo>
                    <a:pt x="177" y="177835"/>
                    <a:pt x="177" y="178390"/>
                    <a:pt x="177" y="185057"/>
                  </a:cubicBezTo>
                  <a:lnTo>
                    <a:pt x="108003" y="185057"/>
                  </a:lnTo>
                  <a:lnTo>
                    <a:pt x="116141" y="136723"/>
                  </a:lnTo>
                  <a:lnTo>
                    <a:pt x="108875" y="136723"/>
                  </a:lnTo>
                  <a:cubicBezTo>
                    <a:pt x="107422" y="145057"/>
                    <a:pt x="105388" y="157279"/>
                    <a:pt x="102481" y="161446"/>
                  </a:cubicBezTo>
                  <a:cubicBezTo>
                    <a:pt x="100447" y="163668"/>
                    <a:pt x="81265" y="163668"/>
                    <a:pt x="74871" y="163668"/>
                  </a:cubicBezTo>
                  <a:lnTo>
                    <a:pt x="22556" y="163668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46F4CF4F-51C5-CA13-0D19-EE9C0E94FCC8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1308314" y="6525778"/>
              <a:ext cx="124683" cy="193891"/>
            </a:xfrm>
            <a:custGeom>
              <a:avLst/>
              <a:gdLst>
                <a:gd name="connsiteX0" fmla="*/ 122250 w 124683"/>
                <a:gd name="connsiteY0" fmla="*/ 18666 h 193891"/>
                <a:gd name="connsiteX1" fmla="*/ 124865 w 124683"/>
                <a:gd name="connsiteY1" fmla="*/ 8944 h 193891"/>
                <a:gd name="connsiteX2" fmla="*/ 54240 w 124683"/>
                <a:gd name="connsiteY2" fmla="*/ 8944 h 193891"/>
                <a:gd name="connsiteX3" fmla="*/ 17039 w 124683"/>
                <a:gd name="connsiteY3" fmla="*/ 55 h 193891"/>
                <a:gd name="connsiteX4" fmla="*/ 9773 w 124683"/>
                <a:gd name="connsiteY4" fmla="*/ 55 h 193891"/>
                <a:gd name="connsiteX5" fmla="*/ 182 w 124683"/>
                <a:gd name="connsiteY5" fmla="*/ 57278 h 193891"/>
                <a:gd name="connsiteX6" fmla="*/ 7448 w 124683"/>
                <a:gd name="connsiteY6" fmla="*/ 57278 h 193891"/>
                <a:gd name="connsiteX7" fmla="*/ 14714 w 124683"/>
                <a:gd name="connsiteY7" fmla="*/ 32000 h 193891"/>
                <a:gd name="connsiteX8" fmla="*/ 43196 w 124683"/>
                <a:gd name="connsiteY8" fmla="*/ 30333 h 193891"/>
                <a:gd name="connsiteX9" fmla="*/ 103358 w 124683"/>
                <a:gd name="connsiteY9" fmla="*/ 30333 h 193891"/>
                <a:gd name="connsiteX10" fmla="*/ 70807 w 124683"/>
                <a:gd name="connsiteY10" fmla="*/ 74222 h 193891"/>
                <a:gd name="connsiteX11" fmla="*/ 35058 w 124683"/>
                <a:gd name="connsiteY11" fmla="*/ 178668 h 193891"/>
                <a:gd name="connsiteX12" fmla="*/ 48428 w 124683"/>
                <a:gd name="connsiteY12" fmla="*/ 193946 h 193891"/>
                <a:gd name="connsiteX13" fmla="*/ 61797 w 124683"/>
                <a:gd name="connsiteY13" fmla="*/ 178668 h 193891"/>
                <a:gd name="connsiteX14" fmla="*/ 61797 w 124683"/>
                <a:gd name="connsiteY14" fmla="*/ 164501 h 193891"/>
                <a:gd name="connsiteX15" fmla="*/ 64994 w 124683"/>
                <a:gd name="connsiteY15" fmla="*/ 118945 h 193891"/>
                <a:gd name="connsiteX16" fmla="*/ 83014 w 124683"/>
                <a:gd name="connsiteY16" fmla="*/ 71445 h 193891"/>
                <a:gd name="connsiteX17" fmla="*/ 122250 w 124683"/>
                <a:gd name="connsiteY17" fmla="*/ 18666 h 19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4683" h="193891">
                  <a:moveTo>
                    <a:pt x="122250" y="18666"/>
                  </a:moveTo>
                  <a:cubicBezTo>
                    <a:pt x="124865" y="15333"/>
                    <a:pt x="124865" y="14777"/>
                    <a:pt x="124865" y="8944"/>
                  </a:cubicBezTo>
                  <a:lnTo>
                    <a:pt x="54240" y="8944"/>
                  </a:lnTo>
                  <a:cubicBezTo>
                    <a:pt x="18783" y="8944"/>
                    <a:pt x="18201" y="5333"/>
                    <a:pt x="17039" y="55"/>
                  </a:cubicBezTo>
                  <a:lnTo>
                    <a:pt x="9773" y="55"/>
                  </a:lnTo>
                  <a:lnTo>
                    <a:pt x="182" y="57278"/>
                  </a:lnTo>
                  <a:lnTo>
                    <a:pt x="7448" y="57278"/>
                  </a:lnTo>
                  <a:cubicBezTo>
                    <a:pt x="8320" y="52833"/>
                    <a:pt x="10935" y="35333"/>
                    <a:pt x="14714" y="32000"/>
                  </a:cubicBezTo>
                  <a:cubicBezTo>
                    <a:pt x="16748" y="30333"/>
                    <a:pt x="39418" y="30333"/>
                    <a:pt x="43196" y="30333"/>
                  </a:cubicBezTo>
                  <a:lnTo>
                    <a:pt x="103358" y="30333"/>
                  </a:lnTo>
                  <a:cubicBezTo>
                    <a:pt x="100161" y="34778"/>
                    <a:pt x="77201" y="65056"/>
                    <a:pt x="70807" y="74222"/>
                  </a:cubicBezTo>
                  <a:cubicBezTo>
                    <a:pt x="44649" y="111723"/>
                    <a:pt x="35058" y="150334"/>
                    <a:pt x="35058" y="178668"/>
                  </a:cubicBezTo>
                  <a:cubicBezTo>
                    <a:pt x="35058" y="181446"/>
                    <a:pt x="35058" y="193946"/>
                    <a:pt x="48428" y="193946"/>
                  </a:cubicBezTo>
                  <a:cubicBezTo>
                    <a:pt x="61797" y="193946"/>
                    <a:pt x="61797" y="181446"/>
                    <a:pt x="61797" y="178668"/>
                  </a:cubicBezTo>
                  <a:lnTo>
                    <a:pt x="61797" y="164501"/>
                  </a:lnTo>
                  <a:cubicBezTo>
                    <a:pt x="61797" y="149223"/>
                    <a:pt x="62669" y="133945"/>
                    <a:pt x="64994" y="118945"/>
                  </a:cubicBezTo>
                  <a:cubicBezTo>
                    <a:pt x="66157" y="112556"/>
                    <a:pt x="70225" y="88667"/>
                    <a:pt x="83014" y="71445"/>
                  </a:cubicBezTo>
                  <a:lnTo>
                    <a:pt x="122250" y="18666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C75E678D-7AD0-CD3D-EDAA-4491A385AEA0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1449564" y="6528555"/>
              <a:ext cx="120614" cy="191113"/>
            </a:xfrm>
            <a:custGeom>
              <a:avLst/>
              <a:gdLst>
                <a:gd name="connsiteX0" fmla="*/ 35354 w 120614"/>
                <a:gd name="connsiteY0" fmla="*/ 58111 h 191113"/>
                <a:gd name="connsiteX1" fmla="*/ 20822 w 120614"/>
                <a:gd name="connsiteY1" fmla="*/ 35611 h 191113"/>
                <a:gd name="connsiteX2" fmla="*/ 60349 w 120614"/>
                <a:gd name="connsiteY2" fmla="*/ 6999 h 191113"/>
                <a:gd name="connsiteX3" fmla="*/ 100166 w 120614"/>
                <a:gd name="connsiteY3" fmla="*/ 41444 h 191113"/>
                <a:gd name="connsiteX4" fmla="*/ 71393 w 120614"/>
                <a:gd name="connsiteY4" fmla="*/ 80334 h 191113"/>
                <a:gd name="connsiteX5" fmla="*/ 35354 w 120614"/>
                <a:gd name="connsiteY5" fmla="*/ 58111 h 191113"/>
                <a:gd name="connsiteX6" fmla="*/ 77787 w 120614"/>
                <a:gd name="connsiteY6" fmla="*/ 84500 h 191113"/>
                <a:gd name="connsiteX7" fmla="*/ 112954 w 120614"/>
                <a:gd name="connsiteY7" fmla="*/ 41444 h 191113"/>
                <a:gd name="connsiteX8" fmla="*/ 60639 w 120614"/>
                <a:gd name="connsiteY8" fmla="*/ 55 h 191113"/>
                <a:gd name="connsiteX9" fmla="*/ 8034 w 120614"/>
                <a:gd name="connsiteY9" fmla="*/ 46444 h 191113"/>
                <a:gd name="connsiteX10" fmla="*/ 20822 w 120614"/>
                <a:gd name="connsiteY10" fmla="*/ 77000 h 191113"/>
                <a:gd name="connsiteX11" fmla="*/ 42039 w 120614"/>
                <a:gd name="connsiteY11" fmla="*/ 92000 h 191113"/>
                <a:gd name="connsiteX12" fmla="*/ 187 w 120614"/>
                <a:gd name="connsiteY12" fmla="*/ 143112 h 191113"/>
                <a:gd name="connsiteX13" fmla="*/ 60349 w 120614"/>
                <a:gd name="connsiteY13" fmla="*/ 191168 h 191113"/>
                <a:gd name="connsiteX14" fmla="*/ 120801 w 120614"/>
                <a:gd name="connsiteY14" fmla="*/ 138390 h 191113"/>
                <a:gd name="connsiteX15" fmla="*/ 106560 w 120614"/>
                <a:gd name="connsiteY15" fmla="*/ 104223 h 191113"/>
                <a:gd name="connsiteX16" fmla="*/ 77787 w 120614"/>
                <a:gd name="connsiteY16" fmla="*/ 84500 h 191113"/>
                <a:gd name="connsiteX17" fmla="*/ 48723 w 120614"/>
                <a:gd name="connsiteY17" fmla="*/ 96167 h 191113"/>
                <a:gd name="connsiteX18" fmla="*/ 84472 w 120614"/>
                <a:gd name="connsiteY18" fmla="*/ 117834 h 191113"/>
                <a:gd name="connsiteX19" fmla="*/ 106270 w 120614"/>
                <a:gd name="connsiteY19" fmla="*/ 148390 h 191113"/>
                <a:gd name="connsiteX20" fmla="*/ 60639 w 120614"/>
                <a:gd name="connsiteY20" fmla="*/ 183390 h 191113"/>
                <a:gd name="connsiteX21" fmla="*/ 14719 w 120614"/>
                <a:gd name="connsiteY21" fmla="*/ 143112 h 191113"/>
                <a:gd name="connsiteX22" fmla="*/ 48723 w 120614"/>
                <a:gd name="connsiteY22" fmla="*/ 9616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0614" h="191113">
                  <a:moveTo>
                    <a:pt x="35354" y="58111"/>
                  </a:moveTo>
                  <a:cubicBezTo>
                    <a:pt x="21985" y="49778"/>
                    <a:pt x="20822" y="40333"/>
                    <a:pt x="20822" y="35611"/>
                  </a:cubicBezTo>
                  <a:cubicBezTo>
                    <a:pt x="20822" y="18666"/>
                    <a:pt x="39714" y="6999"/>
                    <a:pt x="60349" y="6999"/>
                  </a:cubicBezTo>
                  <a:cubicBezTo>
                    <a:pt x="81565" y="6999"/>
                    <a:pt x="100166" y="21444"/>
                    <a:pt x="100166" y="41444"/>
                  </a:cubicBezTo>
                  <a:cubicBezTo>
                    <a:pt x="100166" y="57278"/>
                    <a:pt x="88831" y="70611"/>
                    <a:pt x="71393" y="80334"/>
                  </a:cubicBezTo>
                  <a:lnTo>
                    <a:pt x="35354" y="58111"/>
                  </a:lnTo>
                  <a:close/>
                  <a:moveTo>
                    <a:pt x="77787" y="84500"/>
                  </a:moveTo>
                  <a:cubicBezTo>
                    <a:pt x="98713" y="74222"/>
                    <a:pt x="112954" y="59778"/>
                    <a:pt x="112954" y="41444"/>
                  </a:cubicBezTo>
                  <a:cubicBezTo>
                    <a:pt x="112954" y="15888"/>
                    <a:pt x="87087" y="55"/>
                    <a:pt x="60639" y="55"/>
                  </a:cubicBezTo>
                  <a:cubicBezTo>
                    <a:pt x="31576" y="55"/>
                    <a:pt x="8034" y="20611"/>
                    <a:pt x="8034" y="46444"/>
                  </a:cubicBezTo>
                  <a:cubicBezTo>
                    <a:pt x="8034" y="51444"/>
                    <a:pt x="8615" y="63945"/>
                    <a:pt x="20822" y="77000"/>
                  </a:cubicBezTo>
                  <a:cubicBezTo>
                    <a:pt x="24019" y="80334"/>
                    <a:pt x="34773" y="87278"/>
                    <a:pt x="42039" y="92000"/>
                  </a:cubicBezTo>
                  <a:cubicBezTo>
                    <a:pt x="25182" y="100056"/>
                    <a:pt x="187" y="115612"/>
                    <a:pt x="187" y="143112"/>
                  </a:cubicBezTo>
                  <a:cubicBezTo>
                    <a:pt x="187" y="172557"/>
                    <a:pt x="29832" y="191168"/>
                    <a:pt x="60349" y="191168"/>
                  </a:cubicBezTo>
                  <a:cubicBezTo>
                    <a:pt x="93191" y="191168"/>
                    <a:pt x="120801" y="168112"/>
                    <a:pt x="120801" y="138390"/>
                  </a:cubicBezTo>
                  <a:cubicBezTo>
                    <a:pt x="120801" y="128390"/>
                    <a:pt x="117604" y="115890"/>
                    <a:pt x="106560" y="104223"/>
                  </a:cubicBezTo>
                  <a:cubicBezTo>
                    <a:pt x="101038" y="98389"/>
                    <a:pt x="96388" y="95612"/>
                    <a:pt x="77787" y="84500"/>
                  </a:cubicBezTo>
                  <a:close/>
                  <a:moveTo>
                    <a:pt x="48723" y="96167"/>
                  </a:moveTo>
                  <a:lnTo>
                    <a:pt x="84472" y="117834"/>
                  </a:lnTo>
                  <a:cubicBezTo>
                    <a:pt x="92610" y="123112"/>
                    <a:pt x="106270" y="131445"/>
                    <a:pt x="106270" y="148390"/>
                  </a:cubicBezTo>
                  <a:cubicBezTo>
                    <a:pt x="106270" y="168946"/>
                    <a:pt x="84472" y="183390"/>
                    <a:pt x="60639" y="183390"/>
                  </a:cubicBezTo>
                  <a:cubicBezTo>
                    <a:pt x="35645" y="183390"/>
                    <a:pt x="14719" y="166168"/>
                    <a:pt x="14719" y="143112"/>
                  </a:cubicBezTo>
                  <a:cubicBezTo>
                    <a:pt x="14719" y="127001"/>
                    <a:pt x="24019" y="109223"/>
                    <a:pt x="48723" y="9616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622D9151-4935-ACD1-1849-4F3AE37EFB7D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1689985" y="6577167"/>
              <a:ext cx="140377" cy="133890"/>
            </a:xfrm>
            <a:custGeom>
              <a:avLst/>
              <a:gdLst>
                <a:gd name="connsiteX0" fmla="*/ 70528 w 140377"/>
                <a:gd name="connsiteY0" fmla="*/ 59222 h 133890"/>
                <a:gd name="connsiteX1" fmla="*/ 12401 w 140377"/>
                <a:gd name="connsiteY1" fmla="*/ 3944 h 133890"/>
                <a:gd name="connsiteX2" fmla="*/ 6007 w 140377"/>
                <a:gd name="connsiteY2" fmla="*/ 55 h 133890"/>
                <a:gd name="connsiteX3" fmla="*/ 194 w 140377"/>
                <a:gd name="connsiteY3" fmla="*/ 5611 h 133890"/>
                <a:gd name="connsiteX4" fmla="*/ 3972 w 140377"/>
                <a:gd name="connsiteY4" fmla="*/ 11166 h 133890"/>
                <a:gd name="connsiteX5" fmla="*/ 62100 w 140377"/>
                <a:gd name="connsiteY5" fmla="*/ 67000 h 133890"/>
                <a:gd name="connsiteX6" fmla="*/ 3972 w 140377"/>
                <a:gd name="connsiteY6" fmla="*/ 122834 h 133890"/>
                <a:gd name="connsiteX7" fmla="*/ 194 w 140377"/>
                <a:gd name="connsiteY7" fmla="*/ 128390 h 133890"/>
                <a:gd name="connsiteX8" fmla="*/ 6007 w 140377"/>
                <a:gd name="connsiteY8" fmla="*/ 133945 h 133890"/>
                <a:gd name="connsiteX9" fmla="*/ 12401 w 140377"/>
                <a:gd name="connsiteY9" fmla="*/ 130056 h 133890"/>
                <a:gd name="connsiteX10" fmla="*/ 70238 w 140377"/>
                <a:gd name="connsiteY10" fmla="*/ 74778 h 133890"/>
                <a:gd name="connsiteX11" fmla="*/ 130400 w 140377"/>
                <a:gd name="connsiteY11" fmla="*/ 132279 h 133890"/>
                <a:gd name="connsiteX12" fmla="*/ 134759 w 140377"/>
                <a:gd name="connsiteY12" fmla="*/ 133945 h 133890"/>
                <a:gd name="connsiteX13" fmla="*/ 140572 w 140377"/>
                <a:gd name="connsiteY13" fmla="*/ 128390 h 133890"/>
                <a:gd name="connsiteX14" fmla="*/ 139700 w 140377"/>
                <a:gd name="connsiteY14" fmla="*/ 125334 h 133890"/>
                <a:gd name="connsiteX15" fmla="*/ 78666 w 140377"/>
                <a:gd name="connsiteY15" fmla="*/ 67000 h 133890"/>
                <a:gd name="connsiteX16" fmla="*/ 131853 w 140377"/>
                <a:gd name="connsiteY16" fmla="*/ 16166 h 133890"/>
                <a:gd name="connsiteX17" fmla="*/ 139119 w 140377"/>
                <a:gd name="connsiteY17" fmla="*/ 9222 h 133890"/>
                <a:gd name="connsiteX18" fmla="*/ 140572 w 140377"/>
                <a:gd name="connsiteY18" fmla="*/ 5611 h 133890"/>
                <a:gd name="connsiteX19" fmla="*/ 134759 w 140377"/>
                <a:gd name="connsiteY19" fmla="*/ 55 h 133890"/>
                <a:gd name="connsiteX20" fmla="*/ 128075 w 140377"/>
                <a:gd name="connsiteY20" fmla="*/ 4222 h 133890"/>
                <a:gd name="connsiteX21" fmla="*/ 70528 w 140377"/>
                <a:gd name="connsiteY21" fmla="*/ 59222 h 13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0377" h="133890">
                  <a:moveTo>
                    <a:pt x="70528" y="59222"/>
                  </a:moveTo>
                  <a:lnTo>
                    <a:pt x="12401" y="3944"/>
                  </a:lnTo>
                  <a:cubicBezTo>
                    <a:pt x="8913" y="610"/>
                    <a:pt x="8332" y="55"/>
                    <a:pt x="6007" y="55"/>
                  </a:cubicBezTo>
                  <a:cubicBezTo>
                    <a:pt x="3100" y="55"/>
                    <a:pt x="194" y="2555"/>
                    <a:pt x="194" y="5611"/>
                  </a:cubicBezTo>
                  <a:cubicBezTo>
                    <a:pt x="194" y="7555"/>
                    <a:pt x="775" y="8111"/>
                    <a:pt x="3972" y="11166"/>
                  </a:cubicBezTo>
                  <a:lnTo>
                    <a:pt x="62100" y="67000"/>
                  </a:lnTo>
                  <a:lnTo>
                    <a:pt x="3972" y="122834"/>
                  </a:lnTo>
                  <a:cubicBezTo>
                    <a:pt x="775" y="125890"/>
                    <a:pt x="194" y="126445"/>
                    <a:pt x="194" y="128390"/>
                  </a:cubicBezTo>
                  <a:cubicBezTo>
                    <a:pt x="194" y="131445"/>
                    <a:pt x="3100" y="133945"/>
                    <a:pt x="6007" y="133945"/>
                  </a:cubicBezTo>
                  <a:cubicBezTo>
                    <a:pt x="8332" y="133945"/>
                    <a:pt x="8913" y="133390"/>
                    <a:pt x="12401" y="130056"/>
                  </a:cubicBezTo>
                  <a:lnTo>
                    <a:pt x="70238" y="74778"/>
                  </a:lnTo>
                  <a:lnTo>
                    <a:pt x="130400" y="132279"/>
                  </a:lnTo>
                  <a:cubicBezTo>
                    <a:pt x="130981" y="132556"/>
                    <a:pt x="133015" y="133945"/>
                    <a:pt x="134759" y="133945"/>
                  </a:cubicBezTo>
                  <a:cubicBezTo>
                    <a:pt x="138247" y="133945"/>
                    <a:pt x="140572" y="131445"/>
                    <a:pt x="140572" y="128390"/>
                  </a:cubicBezTo>
                  <a:cubicBezTo>
                    <a:pt x="140572" y="127834"/>
                    <a:pt x="140572" y="126723"/>
                    <a:pt x="139700" y="125334"/>
                  </a:cubicBezTo>
                  <a:cubicBezTo>
                    <a:pt x="139409" y="124779"/>
                    <a:pt x="93198" y="81167"/>
                    <a:pt x="78666" y="67000"/>
                  </a:cubicBezTo>
                  <a:lnTo>
                    <a:pt x="131853" y="16166"/>
                  </a:lnTo>
                  <a:cubicBezTo>
                    <a:pt x="133306" y="14500"/>
                    <a:pt x="137666" y="10888"/>
                    <a:pt x="139119" y="9222"/>
                  </a:cubicBezTo>
                  <a:cubicBezTo>
                    <a:pt x="139409" y="8666"/>
                    <a:pt x="140572" y="7555"/>
                    <a:pt x="140572" y="5611"/>
                  </a:cubicBezTo>
                  <a:cubicBezTo>
                    <a:pt x="140572" y="2555"/>
                    <a:pt x="138247" y="55"/>
                    <a:pt x="134759" y="55"/>
                  </a:cubicBezTo>
                  <a:cubicBezTo>
                    <a:pt x="132434" y="55"/>
                    <a:pt x="131272" y="1166"/>
                    <a:pt x="128075" y="4222"/>
                  </a:cubicBezTo>
                  <a:lnTo>
                    <a:pt x="70528" y="59222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40C419A8-97E2-52AC-C1B3-0DD47573799B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1963765" y="6528555"/>
              <a:ext cx="95910" cy="185002"/>
            </a:xfrm>
            <a:custGeom>
              <a:avLst/>
              <a:gdLst>
                <a:gd name="connsiteX0" fmla="*/ 59785 w 95910"/>
                <a:gd name="connsiteY0" fmla="*/ 7277 h 185002"/>
                <a:gd name="connsiteX1" fmla="*/ 53100 w 95910"/>
                <a:gd name="connsiteY1" fmla="*/ 55 h 185002"/>
                <a:gd name="connsiteX2" fmla="*/ 204 w 95910"/>
                <a:gd name="connsiteY2" fmla="*/ 17833 h 185002"/>
                <a:gd name="connsiteX3" fmla="*/ 204 w 95910"/>
                <a:gd name="connsiteY3" fmla="*/ 26444 h 185002"/>
                <a:gd name="connsiteX4" fmla="*/ 38278 w 95910"/>
                <a:gd name="connsiteY4" fmla="*/ 19222 h 185002"/>
                <a:gd name="connsiteX5" fmla="*/ 38278 w 95910"/>
                <a:gd name="connsiteY5" fmla="*/ 163112 h 185002"/>
                <a:gd name="connsiteX6" fmla="*/ 11248 w 95910"/>
                <a:gd name="connsiteY6" fmla="*/ 176446 h 185002"/>
                <a:gd name="connsiteX7" fmla="*/ 1948 w 95910"/>
                <a:gd name="connsiteY7" fmla="*/ 176446 h 185002"/>
                <a:gd name="connsiteX8" fmla="*/ 1948 w 95910"/>
                <a:gd name="connsiteY8" fmla="*/ 185057 h 185002"/>
                <a:gd name="connsiteX9" fmla="*/ 49031 w 95910"/>
                <a:gd name="connsiteY9" fmla="*/ 184224 h 185002"/>
                <a:gd name="connsiteX10" fmla="*/ 96114 w 95910"/>
                <a:gd name="connsiteY10" fmla="*/ 185057 h 185002"/>
                <a:gd name="connsiteX11" fmla="*/ 96114 w 95910"/>
                <a:gd name="connsiteY11" fmla="*/ 176446 h 185002"/>
                <a:gd name="connsiteX12" fmla="*/ 86814 w 95910"/>
                <a:gd name="connsiteY12" fmla="*/ 176446 h 185002"/>
                <a:gd name="connsiteX13" fmla="*/ 59785 w 95910"/>
                <a:gd name="connsiteY13" fmla="*/ 163112 h 185002"/>
                <a:gd name="connsiteX14" fmla="*/ 59785 w 95910"/>
                <a:gd name="connsiteY14" fmla="*/ 7277 h 1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910" h="185002">
                  <a:moveTo>
                    <a:pt x="59785" y="7277"/>
                  </a:moveTo>
                  <a:cubicBezTo>
                    <a:pt x="59785" y="610"/>
                    <a:pt x="59785" y="55"/>
                    <a:pt x="53100" y="55"/>
                  </a:cubicBezTo>
                  <a:cubicBezTo>
                    <a:pt x="35081" y="17833"/>
                    <a:pt x="9504" y="17833"/>
                    <a:pt x="204" y="17833"/>
                  </a:cubicBezTo>
                  <a:lnTo>
                    <a:pt x="204" y="26444"/>
                  </a:lnTo>
                  <a:cubicBezTo>
                    <a:pt x="6017" y="26444"/>
                    <a:pt x="23164" y="26444"/>
                    <a:pt x="38278" y="19222"/>
                  </a:cubicBezTo>
                  <a:lnTo>
                    <a:pt x="38278" y="163112"/>
                  </a:lnTo>
                  <a:cubicBezTo>
                    <a:pt x="38278" y="173113"/>
                    <a:pt x="37406" y="176446"/>
                    <a:pt x="11248" y="176446"/>
                  </a:cubicBezTo>
                  <a:lnTo>
                    <a:pt x="1948" y="176446"/>
                  </a:lnTo>
                  <a:lnTo>
                    <a:pt x="1948" y="185057"/>
                  </a:lnTo>
                  <a:cubicBezTo>
                    <a:pt x="12120" y="184224"/>
                    <a:pt x="37406" y="184224"/>
                    <a:pt x="49031" y="184224"/>
                  </a:cubicBezTo>
                  <a:cubicBezTo>
                    <a:pt x="60657" y="184224"/>
                    <a:pt x="85942" y="184224"/>
                    <a:pt x="96114" y="185057"/>
                  </a:cubicBezTo>
                  <a:lnTo>
                    <a:pt x="96114" y="176446"/>
                  </a:lnTo>
                  <a:lnTo>
                    <a:pt x="86814" y="176446"/>
                  </a:lnTo>
                  <a:cubicBezTo>
                    <a:pt x="60657" y="176446"/>
                    <a:pt x="59785" y="173390"/>
                    <a:pt x="59785" y="163112"/>
                  </a:cubicBezTo>
                  <a:lnTo>
                    <a:pt x="59785" y="7277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EB316144-7F73-23A2-0C41-0ED58942803F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094552" y="6528555"/>
              <a:ext cx="122358" cy="191113"/>
            </a:xfrm>
            <a:custGeom>
              <a:avLst/>
              <a:gdLst>
                <a:gd name="connsiteX0" fmla="*/ 122567 w 122358"/>
                <a:gd name="connsiteY0" fmla="*/ 96167 h 191113"/>
                <a:gd name="connsiteX1" fmla="*/ 110942 w 122358"/>
                <a:gd name="connsiteY1" fmla="*/ 31166 h 191113"/>
                <a:gd name="connsiteX2" fmla="*/ 61533 w 122358"/>
                <a:gd name="connsiteY2" fmla="*/ 55 h 191113"/>
                <a:gd name="connsiteX3" fmla="*/ 10963 w 122358"/>
                <a:gd name="connsiteY3" fmla="*/ 33111 h 191113"/>
                <a:gd name="connsiteX4" fmla="*/ 209 w 122358"/>
                <a:gd name="connsiteY4" fmla="*/ 96167 h 191113"/>
                <a:gd name="connsiteX5" fmla="*/ 13288 w 122358"/>
                <a:gd name="connsiteY5" fmla="*/ 163112 h 191113"/>
                <a:gd name="connsiteX6" fmla="*/ 61243 w 122358"/>
                <a:gd name="connsiteY6" fmla="*/ 191168 h 191113"/>
                <a:gd name="connsiteX7" fmla="*/ 111814 w 122358"/>
                <a:gd name="connsiteY7" fmla="*/ 158946 h 191113"/>
                <a:gd name="connsiteX8" fmla="*/ 122567 w 122358"/>
                <a:gd name="connsiteY8" fmla="*/ 96167 h 191113"/>
                <a:gd name="connsiteX9" fmla="*/ 61243 w 122358"/>
                <a:gd name="connsiteY9" fmla="*/ 185057 h 191113"/>
                <a:gd name="connsiteX10" fmla="*/ 27529 w 122358"/>
                <a:gd name="connsiteY10" fmla="*/ 151446 h 191113"/>
                <a:gd name="connsiteX11" fmla="*/ 24332 w 122358"/>
                <a:gd name="connsiteY11" fmla="*/ 92834 h 191113"/>
                <a:gd name="connsiteX12" fmla="*/ 26657 w 122358"/>
                <a:gd name="connsiteY12" fmla="*/ 41722 h 191113"/>
                <a:gd name="connsiteX13" fmla="*/ 61243 w 122358"/>
                <a:gd name="connsiteY13" fmla="*/ 6166 h 191113"/>
                <a:gd name="connsiteX14" fmla="*/ 95538 w 122358"/>
                <a:gd name="connsiteY14" fmla="*/ 38666 h 191113"/>
                <a:gd name="connsiteX15" fmla="*/ 98444 w 122358"/>
                <a:gd name="connsiteY15" fmla="*/ 92834 h 191113"/>
                <a:gd name="connsiteX16" fmla="*/ 95247 w 122358"/>
                <a:gd name="connsiteY16" fmla="*/ 150334 h 191113"/>
                <a:gd name="connsiteX17" fmla="*/ 61243 w 122358"/>
                <a:gd name="connsiteY17" fmla="*/ 18505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358" h="191113">
                  <a:moveTo>
                    <a:pt x="122567" y="96167"/>
                  </a:moveTo>
                  <a:cubicBezTo>
                    <a:pt x="122567" y="73945"/>
                    <a:pt x="121114" y="51722"/>
                    <a:pt x="110942" y="31166"/>
                  </a:cubicBezTo>
                  <a:cubicBezTo>
                    <a:pt x="97573" y="4499"/>
                    <a:pt x="73740" y="55"/>
                    <a:pt x="61533" y="55"/>
                  </a:cubicBezTo>
                  <a:cubicBezTo>
                    <a:pt x="44095" y="55"/>
                    <a:pt x="22879" y="7277"/>
                    <a:pt x="10963" y="33111"/>
                  </a:cubicBezTo>
                  <a:cubicBezTo>
                    <a:pt x="1662" y="52278"/>
                    <a:pt x="209" y="73945"/>
                    <a:pt x="209" y="96167"/>
                  </a:cubicBezTo>
                  <a:cubicBezTo>
                    <a:pt x="209" y="117001"/>
                    <a:pt x="1372" y="142001"/>
                    <a:pt x="13288" y="163112"/>
                  </a:cubicBezTo>
                  <a:cubicBezTo>
                    <a:pt x="25785" y="185613"/>
                    <a:pt x="47002" y="191168"/>
                    <a:pt x="61243" y="191168"/>
                  </a:cubicBezTo>
                  <a:cubicBezTo>
                    <a:pt x="76937" y="191168"/>
                    <a:pt x="99026" y="185335"/>
                    <a:pt x="111814" y="158946"/>
                  </a:cubicBezTo>
                  <a:cubicBezTo>
                    <a:pt x="121114" y="139779"/>
                    <a:pt x="122567" y="118112"/>
                    <a:pt x="122567" y="96167"/>
                  </a:cubicBezTo>
                  <a:close/>
                  <a:moveTo>
                    <a:pt x="61243" y="185057"/>
                  </a:moveTo>
                  <a:cubicBezTo>
                    <a:pt x="49908" y="185057"/>
                    <a:pt x="32760" y="178113"/>
                    <a:pt x="27529" y="151446"/>
                  </a:cubicBezTo>
                  <a:cubicBezTo>
                    <a:pt x="24332" y="134779"/>
                    <a:pt x="24332" y="109223"/>
                    <a:pt x="24332" y="92834"/>
                  </a:cubicBezTo>
                  <a:cubicBezTo>
                    <a:pt x="24332" y="75056"/>
                    <a:pt x="24332" y="56722"/>
                    <a:pt x="26657" y="41722"/>
                  </a:cubicBezTo>
                  <a:cubicBezTo>
                    <a:pt x="32179" y="8666"/>
                    <a:pt x="53977" y="6166"/>
                    <a:pt x="61243" y="6166"/>
                  </a:cubicBezTo>
                  <a:cubicBezTo>
                    <a:pt x="70834" y="6166"/>
                    <a:pt x="90016" y="11166"/>
                    <a:pt x="95538" y="38666"/>
                  </a:cubicBezTo>
                  <a:cubicBezTo>
                    <a:pt x="98444" y="54222"/>
                    <a:pt x="98444" y="75334"/>
                    <a:pt x="98444" y="92834"/>
                  </a:cubicBezTo>
                  <a:cubicBezTo>
                    <a:pt x="98444" y="113667"/>
                    <a:pt x="98444" y="132556"/>
                    <a:pt x="95247" y="150334"/>
                  </a:cubicBezTo>
                  <a:cubicBezTo>
                    <a:pt x="90888" y="176724"/>
                    <a:pt x="74322" y="185057"/>
                    <a:pt x="61243" y="18505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11DE5A1-91EF-C6D1-C836-A21664CB31FC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250509" y="6545391"/>
              <a:ext cx="137529" cy="9527"/>
            </a:xfrm>
            <a:custGeom>
              <a:avLst/>
              <a:gdLst>
                <a:gd name="connsiteX0" fmla="*/ 129606 w 137529"/>
                <a:gd name="connsiteY0" fmla="*/ 9579 h 9527"/>
                <a:gd name="connsiteX1" fmla="*/ 137744 w 137529"/>
                <a:gd name="connsiteY1" fmla="*/ 4912 h 9527"/>
                <a:gd name="connsiteX2" fmla="*/ 129606 w 137529"/>
                <a:gd name="connsiteY2" fmla="*/ 51 h 9527"/>
                <a:gd name="connsiteX3" fmla="*/ 8352 w 137529"/>
                <a:gd name="connsiteY3" fmla="*/ 51 h 9527"/>
                <a:gd name="connsiteX4" fmla="*/ 214 w 137529"/>
                <a:gd name="connsiteY4" fmla="*/ 4718 h 9527"/>
                <a:gd name="connsiteX5" fmla="*/ 8352 w 137529"/>
                <a:gd name="connsiteY5" fmla="*/ 9579 h 9527"/>
                <a:gd name="connsiteX6" fmla="*/ 129606 w 137529"/>
                <a:gd name="connsiteY6" fmla="*/ 9579 h 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529" h="9527">
                  <a:moveTo>
                    <a:pt x="129606" y="9579"/>
                  </a:moveTo>
                  <a:cubicBezTo>
                    <a:pt x="132861" y="9579"/>
                    <a:pt x="137744" y="9579"/>
                    <a:pt x="137744" y="4912"/>
                  </a:cubicBezTo>
                  <a:cubicBezTo>
                    <a:pt x="137744" y="51"/>
                    <a:pt x="133064" y="51"/>
                    <a:pt x="129606" y="51"/>
                  </a:cubicBezTo>
                  <a:lnTo>
                    <a:pt x="8352" y="51"/>
                  </a:lnTo>
                  <a:cubicBezTo>
                    <a:pt x="5097" y="51"/>
                    <a:pt x="214" y="51"/>
                    <a:pt x="214" y="4718"/>
                  </a:cubicBezTo>
                  <a:cubicBezTo>
                    <a:pt x="214" y="9579"/>
                    <a:pt x="4893" y="9579"/>
                    <a:pt x="8352" y="9579"/>
                  </a:cubicBezTo>
                  <a:lnTo>
                    <a:pt x="129606" y="9579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56E99F0-4AD1-FBD0-04EA-8BDB30AC3FA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2432361" y="6469751"/>
              <a:ext cx="74054" cy="129112"/>
            </a:xfrm>
            <a:custGeom>
              <a:avLst/>
              <a:gdLst>
                <a:gd name="connsiteX0" fmla="*/ 46199 w 74054"/>
                <a:gd name="connsiteY0" fmla="*/ 5495 h 129112"/>
                <a:gd name="connsiteX1" fmla="*/ 40096 w 74054"/>
                <a:gd name="connsiteY1" fmla="*/ 51 h 129112"/>
                <a:gd name="connsiteX2" fmla="*/ 220 w 74054"/>
                <a:gd name="connsiteY2" fmla="*/ 12495 h 129112"/>
                <a:gd name="connsiteX3" fmla="*/ 220 w 74054"/>
                <a:gd name="connsiteY3" fmla="*/ 19495 h 129112"/>
                <a:gd name="connsiteX4" fmla="*/ 29720 w 74054"/>
                <a:gd name="connsiteY4" fmla="*/ 14051 h 129112"/>
                <a:gd name="connsiteX5" fmla="*/ 29720 w 74054"/>
                <a:gd name="connsiteY5" fmla="*/ 113219 h 129112"/>
                <a:gd name="connsiteX6" fmla="*/ 9375 w 74054"/>
                <a:gd name="connsiteY6" fmla="*/ 122163 h 129112"/>
                <a:gd name="connsiteX7" fmla="*/ 1644 w 74054"/>
                <a:gd name="connsiteY7" fmla="*/ 122163 h 129112"/>
                <a:gd name="connsiteX8" fmla="*/ 1644 w 74054"/>
                <a:gd name="connsiteY8" fmla="*/ 129163 h 129112"/>
                <a:gd name="connsiteX9" fmla="*/ 37858 w 74054"/>
                <a:gd name="connsiteY9" fmla="*/ 128386 h 129112"/>
                <a:gd name="connsiteX10" fmla="*/ 74275 w 74054"/>
                <a:gd name="connsiteY10" fmla="*/ 129163 h 129112"/>
                <a:gd name="connsiteX11" fmla="*/ 74275 w 74054"/>
                <a:gd name="connsiteY11" fmla="*/ 122163 h 129112"/>
                <a:gd name="connsiteX12" fmla="*/ 66544 w 74054"/>
                <a:gd name="connsiteY12" fmla="*/ 122163 h 129112"/>
                <a:gd name="connsiteX13" fmla="*/ 46199 w 74054"/>
                <a:gd name="connsiteY13" fmla="*/ 113219 h 129112"/>
                <a:gd name="connsiteX14" fmla="*/ 46199 w 74054"/>
                <a:gd name="connsiteY14" fmla="*/ 5495 h 12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054" h="129112">
                  <a:moveTo>
                    <a:pt x="46199" y="5495"/>
                  </a:moveTo>
                  <a:cubicBezTo>
                    <a:pt x="46199" y="245"/>
                    <a:pt x="45792" y="51"/>
                    <a:pt x="40096" y="51"/>
                  </a:cubicBezTo>
                  <a:cubicBezTo>
                    <a:pt x="27075" y="12301"/>
                    <a:pt x="8561" y="12495"/>
                    <a:pt x="220" y="12495"/>
                  </a:cubicBezTo>
                  <a:lnTo>
                    <a:pt x="220" y="19495"/>
                  </a:lnTo>
                  <a:cubicBezTo>
                    <a:pt x="5103" y="19495"/>
                    <a:pt x="18530" y="19495"/>
                    <a:pt x="29720" y="14051"/>
                  </a:cubicBezTo>
                  <a:lnTo>
                    <a:pt x="29720" y="113219"/>
                  </a:lnTo>
                  <a:cubicBezTo>
                    <a:pt x="29720" y="119636"/>
                    <a:pt x="29720" y="122163"/>
                    <a:pt x="9375" y="122163"/>
                  </a:cubicBezTo>
                  <a:lnTo>
                    <a:pt x="1644" y="122163"/>
                  </a:lnTo>
                  <a:lnTo>
                    <a:pt x="1644" y="129163"/>
                  </a:lnTo>
                  <a:cubicBezTo>
                    <a:pt x="5306" y="128969"/>
                    <a:pt x="30330" y="128386"/>
                    <a:pt x="37858" y="128386"/>
                  </a:cubicBezTo>
                  <a:cubicBezTo>
                    <a:pt x="44165" y="128386"/>
                    <a:pt x="69799" y="128969"/>
                    <a:pt x="74275" y="129163"/>
                  </a:cubicBezTo>
                  <a:lnTo>
                    <a:pt x="74275" y="122163"/>
                  </a:lnTo>
                  <a:lnTo>
                    <a:pt x="66544" y="122163"/>
                  </a:lnTo>
                  <a:cubicBezTo>
                    <a:pt x="46199" y="122163"/>
                    <a:pt x="46199" y="119636"/>
                    <a:pt x="46199" y="113219"/>
                  </a:cubicBezTo>
                  <a:lnTo>
                    <a:pt x="46199" y="5495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B7B7946E-CAA8-897B-68C1-53AAC81F338F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2537024" y="6469751"/>
              <a:ext cx="93585" cy="133001"/>
            </a:xfrm>
            <a:custGeom>
              <a:avLst/>
              <a:gdLst>
                <a:gd name="connsiteX0" fmla="*/ 74279 w 93585"/>
                <a:gd name="connsiteY0" fmla="*/ 71218 h 133001"/>
                <a:gd name="connsiteX1" fmla="*/ 37048 w 93585"/>
                <a:gd name="connsiteY1" fmla="*/ 126830 h 133001"/>
                <a:gd name="connsiteX2" fmla="*/ 16296 w 93585"/>
                <a:gd name="connsiteY2" fmla="*/ 120413 h 133001"/>
                <a:gd name="connsiteX3" fmla="*/ 25248 w 93585"/>
                <a:gd name="connsiteY3" fmla="*/ 111274 h 133001"/>
                <a:gd name="connsiteX4" fmla="*/ 15686 w 93585"/>
                <a:gd name="connsiteY4" fmla="*/ 102135 h 133001"/>
                <a:gd name="connsiteX5" fmla="*/ 5921 w 93585"/>
                <a:gd name="connsiteY5" fmla="*/ 111663 h 133001"/>
                <a:gd name="connsiteX6" fmla="*/ 37251 w 93585"/>
                <a:gd name="connsiteY6" fmla="*/ 133052 h 133001"/>
                <a:gd name="connsiteX7" fmla="*/ 93809 w 93585"/>
                <a:gd name="connsiteY7" fmla="*/ 65190 h 133001"/>
                <a:gd name="connsiteX8" fmla="*/ 47627 w 93585"/>
                <a:gd name="connsiteY8" fmla="*/ 51 h 133001"/>
                <a:gd name="connsiteX9" fmla="*/ 15279 w 93585"/>
                <a:gd name="connsiteY9" fmla="*/ 11912 h 133001"/>
                <a:gd name="connsiteX10" fmla="*/ 224 w 93585"/>
                <a:gd name="connsiteY10" fmla="*/ 43412 h 133001"/>
                <a:gd name="connsiteX11" fmla="*/ 44575 w 93585"/>
                <a:gd name="connsiteY11" fmla="*/ 86385 h 133001"/>
                <a:gd name="connsiteX12" fmla="*/ 74279 w 93585"/>
                <a:gd name="connsiteY12" fmla="*/ 67329 h 133001"/>
                <a:gd name="connsiteX13" fmla="*/ 74279 w 93585"/>
                <a:gd name="connsiteY13" fmla="*/ 71218 h 133001"/>
                <a:gd name="connsiteX14" fmla="*/ 45593 w 93585"/>
                <a:gd name="connsiteY14" fmla="*/ 80941 h 133001"/>
                <a:gd name="connsiteX15" fmla="*/ 24434 w 93585"/>
                <a:gd name="connsiteY15" fmla="*/ 69468 h 133001"/>
                <a:gd name="connsiteX16" fmla="*/ 19755 w 93585"/>
                <a:gd name="connsiteY16" fmla="*/ 43412 h 133001"/>
                <a:gd name="connsiteX17" fmla="*/ 25655 w 93585"/>
                <a:gd name="connsiteY17" fmla="*/ 16579 h 133001"/>
                <a:gd name="connsiteX18" fmla="*/ 47831 w 93585"/>
                <a:gd name="connsiteY18" fmla="*/ 5690 h 133001"/>
                <a:gd name="connsiteX19" fmla="*/ 67565 w 93585"/>
                <a:gd name="connsiteY19" fmla="*/ 16968 h 133001"/>
                <a:gd name="connsiteX20" fmla="*/ 73668 w 93585"/>
                <a:gd name="connsiteY20" fmla="*/ 45551 h 133001"/>
                <a:gd name="connsiteX21" fmla="*/ 45593 w 93585"/>
                <a:gd name="connsiteY21" fmla="*/ 80941 h 13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85" h="133001">
                  <a:moveTo>
                    <a:pt x="74279" y="71218"/>
                  </a:moveTo>
                  <a:cubicBezTo>
                    <a:pt x="74279" y="119441"/>
                    <a:pt x="49255" y="126830"/>
                    <a:pt x="37048" y="126830"/>
                  </a:cubicBezTo>
                  <a:cubicBezTo>
                    <a:pt x="32572" y="126830"/>
                    <a:pt x="21789" y="126441"/>
                    <a:pt x="16296" y="120413"/>
                  </a:cubicBezTo>
                  <a:cubicBezTo>
                    <a:pt x="24638" y="119636"/>
                    <a:pt x="25248" y="113024"/>
                    <a:pt x="25248" y="111274"/>
                  </a:cubicBezTo>
                  <a:cubicBezTo>
                    <a:pt x="25248" y="106413"/>
                    <a:pt x="21789" y="102135"/>
                    <a:pt x="15686" y="102135"/>
                  </a:cubicBezTo>
                  <a:cubicBezTo>
                    <a:pt x="9583" y="102135"/>
                    <a:pt x="5921" y="106024"/>
                    <a:pt x="5921" y="111663"/>
                  </a:cubicBezTo>
                  <a:cubicBezTo>
                    <a:pt x="5921" y="124886"/>
                    <a:pt x="17517" y="133052"/>
                    <a:pt x="37251" y="133052"/>
                  </a:cubicBezTo>
                  <a:cubicBezTo>
                    <a:pt x="66344" y="133052"/>
                    <a:pt x="93809" y="106802"/>
                    <a:pt x="93809" y="65190"/>
                  </a:cubicBezTo>
                  <a:cubicBezTo>
                    <a:pt x="93809" y="16968"/>
                    <a:pt x="71430" y="51"/>
                    <a:pt x="47627" y="51"/>
                  </a:cubicBezTo>
                  <a:cubicBezTo>
                    <a:pt x="40913" y="51"/>
                    <a:pt x="26876" y="1023"/>
                    <a:pt x="15279" y="11912"/>
                  </a:cubicBezTo>
                  <a:cubicBezTo>
                    <a:pt x="8362" y="18329"/>
                    <a:pt x="224" y="25912"/>
                    <a:pt x="224" y="43412"/>
                  </a:cubicBezTo>
                  <a:cubicBezTo>
                    <a:pt x="224" y="68107"/>
                    <a:pt x="20772" y="86385"/>
                    <a:pt x="44575" y="86385"/>
                  </a:cubicBezTo>
                  <a:cubicBezTo>
                    <a:pt x="60851" y="86385"/>
                    <a:pt x="69599" y="76079"/>
                    <a:pt x="74279" y="67329"/>
                  </a:cubicBezTo>
                  <a:lnTo>
                    <a:pt x="74279" y="71218"/>
                  </a:lnTo>
                  <a:close/>
                  <a:moveTo>
                    <a:pt x="45593" y="80941"/>
                  </a:moveTo>
                  <a:cubicBezTo>
                    <a:pt x="37658" y="80941"/>
                    <a:pt x="30131" y="78413"/>
                    <a:pt x="24434" y="69468"/>
                  </a:cubicBezTo>
                  <a:cubicBezTo>
                    <a:pt x="19755" y="62274"/>
                    <a:pt x="19755" y="54107"/>
                    <a:pt x="19755" y="43412"/>
                  </a:cubicBezTo>
                  <a:cubicBezTo>
                    <a:pt x="19755" y="32135"/>
                    <a:pt x="19755" y="24357"/>
                    <a:pt x="25655" y="16579"/>
                  </a:cubicBezTo>
                  <a:cubicBezTo>
                    <a:pt x="30538" y="9773"/>
                    <a:pt x="37251" y="5690"/>
                    <a:pt x="47831" y="5690"/>
                  </a:cubicBezTo>
                  <a:cubicBezTo>
                    <a:pt x="58206" y="5690"/>
                    <a:pt x="64310" y="11912"/>
                    <a:pt x="67565" y="16968"/>
                  </a:cubicBezTo>
                  <a:cubicBezTo>
                    <a:pt x="73058" y="25134"/>
                    <a:pt x="73668" y="38746"/>
                    <a:pt x="73668" y="45551"/>
                  </a:cubicBezTo>
                  <a:cubicBezTo>
                    <a:pt x="73668" y="70829"/>
                    <a:pt x="58410" y="80941"/>
                    <a:pt x="45593" y="80941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4D73B024-3A53-E6F8-FF95-4FA186EB216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2720844" y="6520778"/>
              <a:ext cx="131658" cy="195835"/>
            </a:xfrm>
            <a:custGeom>
              <a:avLst/>
              <a:gdLst>
                <a:gd name="connsiteX0" fmla="*/ 67658 w 131658"/>
                <a:gd name="connsiteY0" fmla="*/ 3111 h 195835"/>
                <a:gd name="connsiteX1" fmla="*/ 63880 w 131658"/>
                <a:gd name="connsiteY1" fmla="*/ 55 h 195835"/>
                <a:gd name="connsiteX2" fmla="*/ 28422 w 131658"/>
                <a:gd name="connsiteY2" fmla="*/ 2833 h 195835"/>
                <a:gd name="connsiteX3" fmla="*/ 22900 w 131658"/>
                <a:gd name="connsiteY3" fmla="*/ 8388 h 195835"/>
                <a:gd name="connsiteX4" fmla="*/ 29875 w 131658"/>
                <a:gd name="connsiteY4" fmla="*/ 11722 h 195835"/>
                <a:gd name="connsiteX5" fmla="*/ 44407 w 131658"/>
                <a:gd name="connsiteY5" fmla="*/ 16444 h 195835"/>
                <a:gd name="connsiteX6" fmla="*/ 43535 w 131658"/>
                <a:gd name="connsiteY6" fmla="*/ 22000 h 195835"/>
                <a:gd name="connsiteX7" fmla="*/ 1393 w 131658"/>
                <a:gd name="connsiteY7" fmla="*/ 182002 h 195835"/>
                <a:gd name="connsiteX8" fmla="*/ 230 w 131658"/>
                <a:gd name="connsiteY8" fmla="*/ 188113 h 195835"/>
                <a:gd name="connsiteX9" fmla="*/ 8659 w 131658"/>
                <a:gd name="connsiteY9" fmla="*/ 195891 h 195835"/>
                <a:gd name="connsiteX10" fmla="*/ 18540 w 131658"/>
                <a:gd name="connsiteY10" fmla="*/ 190057 h 195835"/>
                <a:gd name="connsiteX11" fmla="*/ 34816 w 131658"/>
                <a:gd name="connsiteY11" fmla="*/ 129223 h 195835"/>
                <a:gd name="connsiteX12" fmla="*/ 68530 w 131658"/>
                <a:gd name="connsiteY12" fmla="*/ 152835 h 195835"/>
                <a:gd name="connsiteX13" fmla="*/ 67658 w 131658"/>
                <a:gd name="connsiteY13" fmla="*/ 158668 h 195835"/>
                <a:gd name="connsiteX14" fmla="*/ 66496 w 131658"/>
                <a:gd name="connsiteY14" fmla="*/ 168390 h 195835"/>
                <a:gd name="connsiteX15" fmla="*/ 93234 w 131658"/>
                <a:gd name="connsiteY15" fmla="*/ 195891 h 195835"/>
                <a:gd name="connsiteX16" fmla="*/ 116195 w 131658"/>
                <a:gd name="connsiteY16" fmla="*/ 181168 h 195835"/>
                <a:gd name="connsiteX17" fmla="*/ 126658 w 131658"/>
                <a:gd name="connsiteY17" fmla="*/ 153112 h 195835"/>
                <a:gd name="connsiteX18" fmla="*/ 123170 w 131658"/>
                <a:gd name="connsiteY18" fmla="*/ 150334 h 195835"/>
                <a:gd name="connsiteX19" fmla="*/ 119101 w 131658"/>
                <a:gd name="connsiteY19" fmla="*/ 155335 h 195835"/>
                <a:gd name="connsiteX20" fmla="*/ 93816 w 131658"/>
                <a:gd name="connsiteY20" fmla="*/ 189779 h 195835"/>
                <a:gd name="connsiteX21" fmla="*/ 84515 w 131658"/>
                <a:gd name="connsiteY21" fmla="*/ 176724 h 195835"/>
                <a:gd name="connsiteX22" fmla="*/ 86840 w 131658"/>
                <a:gd name="connsiteY22" fmla="*/ 161168 h 195835"/>
                <a:gd name="connsiteX23" fmla="*/ 88003 w 131658"/>
                <a:gd name="connsiteY23" fmla="*/ 152557 h 195835"/>
                <a:gd name="connsiteX24" fmla="*/ 44988 w 131658"/>
                <a:gd name="connsiteY24" fmla="*/ 123390 h 195835"/>
                <a:gd name="connsiteX25" fmla="*/ 69983 w 131658"/>
                <a:gd name="connsiteY25" fmla="*/ 102834 h 195835"/>
                <a:gd name="connsiteX26" fmla="*/ 111544 w 131658"/>
                <a:gd name="connsiteY26" fmla="*/ 76167 h 195835"/>
                <a:gd name="connsiteX27" fmla="*/ 114160 w 131658"/>
                <a:gd name="connsiteY27" fmla="*/ 76445 h 195835"/>
                <a:gd name="connsiteX28" fmla="*/ 120264 w 131658"/>
                <a:gd name="connsiteY28" fmla="*/ 78667 h 195835"/>
                <a:gd name="connsiteX29" fmla="*/ 121426 w 131658"/>
                <a:gd name="connsiteY29" fmla="*/ 79778 h 195835"/>
                <a:gd name="connsiteX30" fmla="*/ 104860 w 131658"/>
                <a:gd name="connsiteY30" fmla="*/ 94778 h 195835"/>
                <a:gd name="connsiteX31" fmla="*/ 115904 w 131658"/>
                <a:gd name="connsiteY31" fmla="*/ 104501 h 195835"/>
                <a:gd name="connsiteX32" fmla="*/ 131889 w 131658"/>
                <a:gd name="connsiteY32" fmla="*/ 87556 h 195835"/>
                <a:gd name="connsiteX33" fmla="*/ 112126 w 131658"/>
                <a:gd name="connsiteY33" fmla="*/ 70056 h 195835"/>
                <a:gd name="connsiteX34" fmla="*/ 69693 w 131658"/>
                <a:gd name="connsiteY34" fmla="*/ 94500 h 195835"/>
                <a:gd name="connsiteX35" fmla="*/ 37432 w 131658"/>
                <a:gd name="connsiteY35" fmla="*/ 120334 h 195835"/>
                <a:gd name="connsiteX36" fmla="*/ 67658 w 131658"/>
                <a:gd name="connsiteY36" fmla="*/ 3111 h 19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31658" h="195835">
                  <a:moveTo>
                    <a:pt x="67658" y="3111"/>
                  </a:moveTo>
                  <a:cubicBezTo>
                    <a:pt x="67658" y="2833"/>
                    <a:pt x="67658" y="55"/>
                    <a:pt x="63880" y="55"/>
                  </a:cubicBezTo>
                  <a:cubicBezTo>
                    <a:pt x="57195" y="55"/>
                    <a:pt x="35979" y="2277"/>
                    <a:pt x="28422" y="2833"/>
                  </a:cubicBezTo>
                  <a:cubicBezTo>
                    <a:pt x="26097" y="3111"/>
                    <a:pt x="22900" y="3388"/>
                    <a:pt x="22900" y="8388"/>
                  </a:cubicBezTo>
                  <a:cubicBezTo>
                    <a:pt x="22900" y="11722"/>
                    <a:pt x="25516" y="11722"/>
                    <a:pt x="29875" y="11722"/>
                  </a:cubicBezTo>
                  <a:cubicBezTo>
                    <a:pt x="43826" y="11722"/>
                    <a:pt x="44407" y="13666"/>
                    <a:pt x="44407" y="16444"/>
                  </a:cubicBezTo>
                  <a:lnTo>
                    <a:pt x="43535" y="22000"/>
                  </a:lnTo>
                  <a:lnTo>
                    <a:pt x="1393" y="182002"/>
                  </a:lnTo>
                  <a:cubicBezTo>
                    <a:pt x="230" y="185890"/>
                    <a:pt x="230" y="186446"/>
                    <a:pt x="230" y="188113"/>
                  </a:cubicBezTo>
                  <a:cubicBezTo>
                    <a:pt x="230" y="194502"/>
                    <a:pt x="6043" y="195891"/>
                    <a:pt x="8659" y="195891"/>
                  </a:cubicBezTo>
                  <a:cubicBezTo>
                    <a:pt x="12437" y="195891"/>
                    <a:pt x="16797" y="193391"/>
                    <a:pt x="18540" y="190057"/>
                  </a:cubicBezTo>
                  <a:cubicBezTo>
                    <a:pt x="19994" y="187557"/>
                    <a:pt x="33072" y="136168"/>
                    <a:pt x="34816" y="129223"/>
                  </a:cubicBezTo>
                  <a:cubicBezTo>
                    <a:pt x="44698" y="130056"/>
                    <a:pt x="68530" y="134501"/>
                    <a:pt x="68530" y="152835"/>
                  </a:cubicBezTo>
                  <a:cubicBezTo>
                    <a:pt x="68530" y="154779"/>
                    <a:pt x="68530" y="155890"/>
                    <a:pt x="67658" y="158668"/>
                  </a:cubicBezTo>
                  <a:cubicBezTo>
                    <a:pt x="67077" y="162001"/>
                    <a:pt x="66496" y="165335"/>
                    <a:pt x="66496" y="168390"/>
                  </a:cubicBezTo>
                  <a:cubicBezTo>
                    <a:pt x="66496" y="184779"/>
                    <a:pt x="78121" y="195891"/>
                    <a:pt x="93234" y="195891"/>
                  </a:cubicBezTo>
                  <a:cubicBezTo>
                    <a:pt x="101953" y="195891"/>
                    <a:pt x="109801" y="191446"/>
                    <a:pt x="116195" y="181168"/>
                  </a:cubicBezTo>
                  <a:cubicBezTo>
                    <a:pt x="123461" y="168946"/>
                    <a:pt x="126658" y="153668"/>
                    <a:pt x="126658" y="153112"/>
                  </a:cubicBezTo>
                  <a:cubicBezTo>
                    <a:pt x="126658" y="150334"/>
                    <a:pt x="124042" y="150334"/>
                    <a:pt x="123170" y="150334"/>
                  </a:cubicBezTo>
                  <a:cubicBezTo>
                    <a:pt x="120264" y="150334"/>
                    <a:pt x="119973" y="151446"/>
                    <a:pt x="119101" y="155335"/>
                  </a:cubicBezTo>
                  <a:cubicBezTo>
                    <a:pt x="113288" y="175613"/>
                    <a:pt x="106604" y="189779"/>
                    <a:pt x="93816" y="189779"/>
                  </a:cubicBezTo>
                  <a:cubicBezTo>
                    <a:pt x="88293" y="189779"/>
                    <a:pt x="84515" y="186724"/>
                    <a:pt x="84515" y="176724"/>
                  </a:cubicBezTo>
                  <a:cubicBezTo>
                    <a:pt x="84515" y="172001"/>
                    <a:pt x="85678" y="165612"/>
                    <a:pt x="86840" y="161168"/>
                  </a:cubicBezTo>
                  <a:cubicBezTo>
                    <a:pt x="88003" y="156446"/>
                    <a:pt x="88003" y="155335"/>
                    <a:pt x="88003" y="152557"/>
                  </a:cubicBezTo>
                  <a:cubicBezTo>
                    <a:pt x="88003" y="134501"/>
                    <a:pt x="69693" y="126445"/>
                    <a:pt x="44988" y="123390"/>
                  </a:cubicBezTo>
                  <a:cubicBezTo>
                    <a:pt x="53998" y="118390"/>
                    <a:pt x="63299" y="109501"/>
                    <a:pt x="69983" y="102834"/>
                  </a:cubicBezTo>
                  <a:cubicBezTo>
                    <a:pt x="83934" y="88112"/>
                    <a:pt x="97303" y="76167"/>
                    <a:pt x="111544" y="76167"/>
                  </a:cubicBezTo>
                  <a:cubicBezTo>
                    <a:pt x="113288" y="76167"/>
                    <a:pt x="113579" y="76167"/>
                    <a:pt x="114160" y="76445"/>
                  </a:cubicBezTo>
                  <a:cubicBezTo>
                    <a:pt x="117648" y="77000"/>
                    <a:pt x="117938" y="77000"/>
                    <a:pt x="120264" y="78667"/>
                  </a:cubicBezTo>
                  <a:cubicBezTo>
                    <a:pt x="120845" y="78945"/>
                    <a:pt x="120845" y="79223"/>
                    <a:pt x="121426" y="79778"/>
                  </a:cubicBezTo>
                  <a:cubicBezTo>
                    <a:pt x="107476" y="80611"/>
                    <a:pt x="104860" y="91445"/>
                    <a:pt x="104860" y="94778"/>
                  </a:cubicBezTo>
                  <a:cubicBezTo>
                    <a:pt x="104860" y="99223"/>
                    <a:pt x="108057" y="104501"/>
                    <a:pt x="115904" y="104501"/>
                  </a:cubicBezTo>
                  <a:cubicBezTo>
                    <a:pt x="123461" y="104501"/>
                    <a:pt x="131889" y="98389"/>
                    <a:pt x="131889" y="87556"/>
                  </a:cubicBezTo>
                  <a:cubicBezTo>
                    <a:pt x="131889" y="79223"/>
                    <a:pt x="125204" y="70056"/>
                    <a:pt x="112126" y="70056"/>
                  </a:cubicBezTo>
                  <a:cubicBezTo>
                    <a:pt x="103988" y="70056"/>
                    <a:pt x="90619" y="72278"/>
                    <a:pt x="69693" y="94500"/>
                  </a:cubicBezTo>
                  <a:cubicBezTo>
                    <a:pt x="59811" y="105056"/>
                    <a:pt x="48476" y="116167"/>
                    <a:pt x="37432" y="120334"/>
                  </a:cubicBezTo>
                  <a:lnTo>
                    <a:pt x="67658" y="3111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C96445D-ADC7-7BE4-D9CA-BFC2EFBD503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2946176" y="6551611"/>
              <a:ext cx="193273" cy="185002"/>
            </a:xfrm>
            <a:custGeom>
              <a:avLst/>
              <a:gdLst>
                <a:gd name="connsiteX0" fmla="*/ 102833 w 193273"/>
                <a:gd name="connsiteY0" fmla="*/ 98112 h 185002"/>
                <a:gd name="connsiteX1" fmla="*/ 183921 w 193273"/>
                <a:gd name="connsiteY1" fmla="*/ 98112 h 185002"/>
                <a:gd name="connsiteX2" fmla="*/ 193512 w 193273"/>
                <a:gd name="connsiteY2" fmla="*/ 92556 h 185002"/>
                <a:gd name="connsiteX3" fmla="*/ 183921 w 193273"/>
                <a:gd name="connsiteY3" fmla="*/ 87000 h 185002"/>
                <a:gd name="connsiteX4" fmla="*/ 102833 w 193273"/>
                <a:gd name="connsiteY4" fmla="*/ 87000 h 185002"/>
                <a:gd name="connsiteX5" fmla="*/ 102833 w 193273"/>
                <a:gd name="connsiteY5" fmla="*/ 9222 h 185002"/>
                <a:gd name="connsiteX6" fmla="*/ 97020 w 193273"/>
                <a:gd name="connsiteY6" fmla="*/ 55 h 185002"/>
                <a:gd name="connsiteX7" fmla="*/ 91208 w 193273"/>
                <a:gd name="connsiteY7" fmla="*/ 9222 h 185002"/>
                <a:gd name="connsiteX8" fmla="*/ 91208 w 193273"/>
                <a:gd name="connsiteY8" fmla="*/ 87000 h 185002"/>
                <a:gd name="connsiteX9" fmla="*/ 9829 w 193273"/>
                <a:gd name="connsiteY9" fmla="*/ 87000 h 185002"/>
                <a:gd name="connsiteX10" fmla="*/ 238 w 193273"/>
                <a:gd name="connsiteY10" fmla="*/ 92556 h 185002"/>
                <a:gd name="connsiteX11" fmla="*/ 9829 w 193273"/>
                <a:gd name="connsiteY11" fmla="*/ 98112 h 185002"/>
                <a:gd name="connsiteX12" fmla="*/ 91208 w 193273"/>
                <a:gd name="connsiteY12" fmla="*/ 98112 h 185002"/>
                <a:gd name="connsiteX13" fmla="*/ 91208 w 193273"/>
                <a:gd name="connsiteY13" fmla="*/ 175890 h 185002"/>
                <a:gd name="connsiteX14" fmla="*/ 97020 w 193273"/>
                <a:gd name="connsiteY14" fmla="*/ 185057 h 185002"/>
                <a:gd name="connsiteX15" fmla="*/ 102833 w 193273"/>
                <a:gd name="connsiteY15" fmla="*/ 175890 h 185002"/>
                <a:gd name="connsiteX16" fmla="*/ 102833 w 193273"/>
                <a:gd name="connsiteY16" fmla="*/ 98112 h 1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3273" h="185002">
                  <a:moveTo>
                    <a:pt x="102833" y="98112"/>
                  </a:moveTo>
                  <a:lnTo>
                    <a:pt x="183921" y="98112"/>
                  </a:lnTo>
                  <a:cubicBezTo>
                    <a:pt x="187990" y="98112"/>
                    <a:pt x="193512" y="98112"/>
                    <a:pt x="193512" y="92556"/>
                  </a:cubicBezTo>
                  <a:cubicBezTo>
                    <a:pt x="193512" y="87000"/>
                    <a:pt x="187990" y="87000"/>
                    <a:pt x="183921" y="87000"/>
                  </a:cubicBezTo>
                  <a:lnTo>
                    <a:pt x="102833" y="87000"/>
                  </a:lnTo>
                  <a:lnTo>
                    <a:pt x="102833" y="9222"/>
                  </a:lnTo>
                  <a:cubicBezTo>
                    <a:pt x="102833" y="5333"/>
                    <a:pt x="102833" y="55"/>
                    <a:pt x="97020" y="55"/>
                  </a:cubicBezTo>
                  <a:cubicBezTo>
                    <a:pt x="91208" y="55"/>
                    <a:pt x="91208" y="5333"/>
                    <a:pt x="91208" y="9222"/>
                  </a:cubicBezTo>
                  <a:lnTo>
                    <a:pt x="91208" y="87000"/>
                  </a:lnTo>
                  <a:lnTo>
                    <a:pt x="9829" y="87000"/>
                  </a:lnTo>
                  <a:cubicBezTo>
                    <a:pt x="5760" y="87000"/>
                    <a:pt x="238" y="87000"/>
                    <a:pt x="238" y="92556"/>
                  </a:cubicBezTo>
                  <a:cubicBezTo>
                    <a:pt x="238" y="98112"/>
                    <a:pt x="5760" y="98112"/>
                    <a:pt x="9829" y="98112"/>
                  </a:cubicBezTo>
                  <a:lnTo>
                    <a:pt x="91208" y="98112"/>
                  </a:lnTo>
                  <a:lnTo>
                    <a:pt x="91208" y="175890"/>
                  </a:lnTo>
                  <a:cubicBezTo>
                    <a:pt x="91208" y="179779"/>
                    <a:pt x="91208" y="185057"/>
                    <a:pt x="97020" y="185057"/>
                  </a:cubicBezTo>
                  <a:cubicBezTo>
                    <a:pt x="102833" y="185057"/>
                    <a:pt x="102833" y="179779"/>
                    <a:pt x="102833" y="175890"/>
                  </a:cubicBezTo>
                  <a:lnTo>
                    <a:pt x="102833" y="98112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51D0CFF0-BB5A-4092-76A0-55288B6E993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231872" y="6528555"/>
              <a:ext cx="122358" cy="191113"/>
            </a:xfrm>
            <a:custGeom>
              <a:avLst/>
              <a:gdLst>
                <a:gd name="connsiteX0" fmla="*/ 122606 w 122358"/>
                <a:gd name="connsiteY0" fmla="*/ 96167 h 191113"/>
                <a:gd name="connsiteX1" fmla="*/ 110981 w 122358"/>
                <a:gd name="connsiteY1" fmla="*/ 31166 h 191113"/>
                <a:gd name="connsiteX2" fmla="*/ 61572 w 122358"/>
                <a:gd name="connsiteY2" fmla="*/ 55 h 191113"/>
                <a:gd name="connsiteX3" fmla="*/ 11002 w 122358"/>
                <a:gd name="connsiteY3" fmla="*/ 33111 h 191113"/>
                <a:gd name="connsiteX4" fmla="*/ 248 w 122358"/>
                <a:gd name="connsiteY4" fmla="*/ 96167 h 191113"/>
                <a:gd name="connsiteX5" fmla="*/ 13327 w 122358"/>
                <a:gd name="connsiteY5" fmla="*/ 163112 h 191113"/>
                <a:gd name="connsiteX6" fmla="*/ 61282 w 122358"/>
                <a:gd name="connsiteY6" fmla="*/ 191168 h 191113"/>
                <a:gd name="connsiteX7" fmla="*/ 111853 w 122358"/>
                <a:gd name="connsiteY7" fmla="*/ 158946 h 191113"/>
                <a:gd name="connsiteX8" fmla="*/ 122606 w 122358"/>
                <a:gd name="connsiteY8" fmla="*/ 96167 h 191113"/>
                <a:gd name="connsiteX9" fmla="*/ 61282 w 122358"/>
                <a:gd name="connsiteY9" fmla="*/ 185057 h 191113"/>
                <a:gd name="connsiteX10" fmla="*/ 27568 w 122358"/>
                <a:gd name="connsiteY10" fmla="*/ 151446 h 191113"/>
                <a:gd name="connsiteX11" fmla="*/ 24371 w 122358"/>
                <a:gd name="connsiteY11" fmla="*/ 92834 h 191113"/>
                <a:gd name="connsiteX12" fmla="*/ 26696 w 122358"/>
                <a:gd name="connsiteY12" fmla="*/ 41722 h 191113"/>
                <a:gd name="connsiteX13" fmla="*/ 61282 w 122358"/>
                <a:gd name="connsiteY13" fmla="*/ 6166 h 191113"/>
                <a:gd name="connsiteX14" fmla="*/ 95577 w 122358"/>
                <a:gd name="connsiteY14" fmla="*/ 38666 h 191113"/>
                <a:gd name="connsiteX15" fmla="*/ 98483 w 122358"/>
                <a:gd name="connsiteY15" fmla="*/ 92834 h 191113"/>
                <a:gd name="connsiteX16" fmla="*/ 95286 w 122358"/>
                <a:gd name="connsiteY16" fmla="*/ 150334 h 191113"/>
                <a:gd name="connsiteX17" fmla="*/ 61282 w 122358"/>
                <a:gd name="connsiteY17" fmla="*/ 18505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358" h="191113">
                  <a:moveTo>
                    <a:pt x="122606" y="96167"/>
                  </a:moveTo>
                  <a:cubicBezTo>
                    <a:pt x="122606" y="73945"/>
                    <a:pt x="121153" y="51722"/>
                    <a:pt x="110981" y="31166"/>
                  </a:cubicBezTo>
                  <a:cubicBezTo>
                    <a:pt x="97612" y="4499"/>
                    <a:pt x="73779" y="55"/>
                    <a:pt x="61572" y="55"/>
                  </a:cubicBezTo>
                  <a:cubicBezTo>
                    <a:pt x="44134" y="55"/>
                    <a:pt x="22918" y="7277"/>
                    <a:pt x="11002" y="33111"/>
                  </a:cubicBezTo>
                  <a:cubicBezTo>
                    <a:pt x="1701" y="52278"/>
                    <a:pt x="248" y="73945"/>
                    <a:pt x="248" y="96167"/>
                  </a:cubicBezTo>
                  <a:cubicBezTo>
                    <a:pt x="248" y="117001"/>
                    <a:pt x="1411" y="142001"/>
                    <a:pt x="13327" y="163112"/>
                  </a:cubicBezTo>
                  <a:cubicBezTo>
                    <a:pt x="25824" y="185613"/>
                    <a:pt x="47041" y="191168"/>
                    <a:pt x="61282" y="191168"/>
                  </a:cubicBezTo>
                  <a:cubicBezTo>
                    <a:pt x="76976" y="191168"/>
                    <a:pt x="99065" y="185335"/>
                    <a:pt x="111853" y="158946"/>
                  </a:cubicBezTo>
                  <a:cubicBezTo>
                    <a:pt x="121153" y="139779"/>
                    <a:pt x="122606" y="118112"/>
                    <a:pt x="122606" y="96167"/>
                  </a:cubicBezTo>
                  <a:close/>
                  <a:moveTo>
                    <a:pt x="61282" y="185057"/>
                  </a:moveTo>
                  <a:cubicBezTo>
                    <a:pt x="49947" y="185057"/>
                    <a:pt x="32799" y="178113"/>
                    <a:pt x="27568" y="151446"/>
                  </a:cubicBezTo>
                  <a:cubicBezTo>
                    <a:pt x="24371" y="134779"/>
                    <a:pt x="24371" y="109223"/>
                    <a:pt x="24371" y="92834"/>
                  </a:cubicBezTo>
                  <a:cubicBezTo>
                    <a:pt x="24371" y="75056"/>
                    <a:pt x="24371" y="56722"/>
                    <a:pt x="26696" y="41722"/>
                  </a:cubicBezTo>
                  <a:cubicBezTo>
                    <a:pt x="32218" y="8666"/>
                    <a:pt x="54016" y="6166"/>
                    <a:pt x="61282" y="6166"/>
                  </a:cubicBezTo>
                  <a:cubicBezTo>
                    <a:pt x="70873" y="6166"/>
                    <a:pt x="90055" y="11166"/>
                    <a:pt x="95577" y="38666"/>
                  </a:cubicBezTo>
                  <a:cubicBezTo>
                    <a:pt x="98483" y="54222"/>
                    <a:pt x="98483" y="75334"/>
                    <a:pt x="98483" y="92834"/>
                  </a:cubicBezTo>
                  <a:cubicBezTo>
                    <a:pt x="98483" y="113667"/>
                    <a:pt x="98483" y="132556"/>
                    <a:pt x="95286" y="150334"/>
                  </a:cubicBezTo>
                  <a:cubicBezTo>
                    <a:pt x="90927" y="176724"/>
                    <a:pt x="74361" y="185057"/>
                    <a:pt x="61282" y="18505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748965A-4997-BEF8-6D92-F80C285F201C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3390851" y="6684113"/>
              <a:ext cx="30807" cy="29444"/>
            </a:xfrm>
            <a:custGeom>
              <a:avLst/>
              <a:gdLst>
                <a:gd name="connsiteX0" fmla="*/ 31061 w 30807"/>
                <a:gd name="connsiteY0" fmla="*/ 14777 h 29444"/>
                <a:gd name="connsiteX1" fmla="*/ 15657 w 30807"/>
                <a:gd name="connsiteY1" fmla="*/ 55 h 29444"/>
                <a:gd name="connsiteX2" fmla="*/ 253 w 30807"/>
                <a:gd name="connsiteY2" fmla="*/ 14777 h 29444"/>
                <a:gd name="connsiteX3" fmla="*/ 15657 w 30807"/>
                <a:gd name="connsiteY3" fmla="*/ 29500 h 29444"/>
                <a:gd name="connsiteX4" fmla="*/ 31061 w 30807"/>
                <a:gd name="connsiteY4" fmla="*/ 14777 h 2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07" h="29444">
                  <a:moveTo>
                    <a:pt x="31061" y="14777"/>
                  </a:moveTo>
                  <a:cubicBezTo>
                    <a:pt x="31061" y="6722"/>
                    <a:pt x="24085" y="55"/>
                    <a:pt x="15657" y="55"/>
                  </a:cubicBezTo>
                  <a:cubicBezTo>
                    <a:pt x="7228" y="55"/>
                    <a:pt x="253" y="6722"/>
                    <a:pt x="253" y="14777"/>
                  </a:cubicBezTo>
                  <a:cubicBezTo>
                    <a:pt x="253" y="22833"/>
                    <a:pt x="7228" y="29500"/>
                    <a:pt x="15657" y="29500"/>
                  </a:cubicBezTo>
                  <a:cubicBezTo>
                    <a:pt x="24085" y="29500"/>
                    <a:pt x="31061" y="22833"/>
                    <a:pt x="31061" y="1477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3970ECCB-DED7-EBA9-A309-3020BE697DE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3457924" y="6528555"/>
              <a:ext cx="122358" cy="191113"/>
            </a:xfrm>
            <a:custGeom>
              <a:avLst/>
              <a:gdLst>
                <a:gd name="connsiteX0" fmla="*/ 122614 w 122358"/>
                <a:gd name="connsiteY0" fmla="*/ 96167 h 191113"/>
                <a:gd name="connsiteX1" fmla="*/ 110989 w 122358"/>
                <a:gd name="connsiteY1" fmla="*/ 31166 h 191113"/>
                <a:gd name="connsiteX2" fmla="*/ 61580 w 122358"/>
                <a:gd name="connsiteY2" fmla="*/ 55 h 191113"/>
                <a:gd name="connsiteX3" fmla="*/ 11009 w 122358"/>
                <a:gd name="connsiteY3" fmla="*/ 33111 h 191113"/>
                <a:gd name="connsiteX4" fmla="*/ 256 w 122358"/>
                <a:gd name="connsiteY4" fmla="*/ 96167 h 191113"/>
                <a:gd name="connsiteX5" fmla="*/ 13334 w 122358"/>
                <a:gd name="connsiteY5" fmla="*/ 163112 h 191113"/>
                <a:gd name="connsiteX6" fmla="*/ 61290 w 122358"/>
                <a:gd name="connsiteY6" fmla="*/ 191168 h 191113"/>
                <a:gd name="connsiteX7" fmla="*/ 111861 w 122358"/>
                <a:gd name="connsiteY7" fmla="*/ 158946 h 191113"/>
                <a:gd name="connsiteX8" fmla="*/ 122614 w 122358"/>
                <a:gd name="connsiteY8" fmla="*/ 96167 h 191113"/>
                <a:gd name="connsiteX9" fmla="*/ 61290 w 122358"/>
                <a:gd name="connsiteY9" fmla="*/ 185057 h 191113"/>
                <a:gd name="connsiteX10" fmla="*/ 27576 w 122358"/>
                <a:gd name="connsiteY10" fmla="*/ 151446 h 191113"/>
                <a:gd name="connsiteX11" fmla="*/ 24379 w 122358"/>
                <a:gd name="connsiteY11" fmla="*/ 92834 h 191113"/>
                <a:gd name="connsiteX12" fmla="*/ 26704 w 122358"/>
                <a:gd name="connsiteY12" fmla="*/ 41722 h 191113"/>
                <a:gd name="connsiteX13" fmla="*/ 61290 w 122358"/>
                <a:gd name="connsiteY13" fmla="*/ 6166 h 191113"/>
                <a:gd name="connsiteX14" fmla="*/ 95585 w 122358"/>
                <a:gd name="connsiteY14" fmla="*/ 38666 h 191113"/>
                <a:gd name="connsiteX15" fmla="*/ 98491 w 122358"/>
                <a:gd name="connsiteY15" fmla="*/ 92834 h 191113"/>
                <a:gd name="connsiteX16" fmla="*/ 95294 w 122358"/>
                <a:gd name="connsiteY16" fmla="*/ 150334 h 191113"/>
                <a:gd name="connsiteX17" fmla="*/ 61290 w 122358"/>
                <a:gd name="connsiteY17" fmla="*/ 18505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358" h="191113">
                  <a:moveTo>
                    <a:pt x="122614" y="96167"/>
                  </a:moveTo>
                  <a:cubicBezTo>
                    <a:pt x="122614" y="73945"/>
                    <a:pt x="121161" y="51722"/>
                    <a:pt x="110989" y="31166"/>
                  </a:cubicBezTo>
                  <a:cubicBezTo>
                    <a:pt x="97619" y="4499"/>
                    <a:pt x="73787" y="55"/>
                    <a:pt x="61580" y="55"/>
                  </a:cubicBezTo>
                  <a:cubicBezTo>
                    <a:pt x="44142" y="55"/>
                    <a:pt x="22925" y="7277"/>
                    <a:pt x="11009" y="33111"/>
                  </a:cubicBezTo>
                  <a:cubicBezTo>
                    <a:pt x="1709" y="52278"/>
                    <a:pt x="256" y="73945"/>
                    <a:pt x="256" y="96167"/>
                  </a:cubicBezTo>
                  <a:cubicBezTo>
                    <a:pt x="256" y="117001"/>
                    <a:pt x="1418" y="142001"/>
                    <a:pt x="13334" y="163112"/>
                  </a:cubicBezTo>
                  <a:cubicBezTo>
                    <a:pt x="25832" y="185613"/>
                    <a:pt x="47048" y="191168"/>
                    <a:pt x="61290" y="191168"/>
                  </a:cubicBezTo>
                  <a:cubicBezTo>
                    <a:pt x="76984" y="191168"/>
                    <a:pt x="99072" y="185335"/>
                    <a:pt x="111861" y="158946"/>
                  </a:cubicBezTo>
                  <a:cubicBezTo>
                    <a:pt x="121161" y="139779"/>
                    <a:pt x="122614" y="118112"/>
                    <a:pt x="122614" y="96167"/>
                  </a:cubicBezTo>
                  <a:close/>
                  <a:moveTo>
                    <a:pt x="61290" y="185057"/>
                  </a:moveTo>
                  <a:cubicBezTo>
                    <a:pt x="49955" y="185057"/>
                    <a:pt x="32807" y="178113"/>
                    <a:pt x="27576" y="151446"/>
                  </a:cubicBezTo>
                  <a:cubicBezTo>
                    <a:pt x="24379" y="134779"/>
                    <a:pt x="24379" y="109223"/>
                    <a:pt x="24379" y="92834"/>
                  </a:cubicBezTo>
                  <a:cubicBezTo>
                    <a:pt x="24379" y="75056"/>
                    <a:pt x="24379" y="56722"/>
                    <a:pt x="26704" y="41722"/>
                  </a:cubicBezTo>
                  <a:cubicBezTo>
                    <a:pt x="32226" y="8666"/>
                    <a:pt x="54024" y="6166"/>
                    <a:pt x="61290" y="6166"/>
                  </a:cubicBezTo>
                  <a:cubicBezTo>
                    <a:pt x="70881" y="6166"/>
                    <a:pt x="90063" y="11166"/>
                    <a:pt x="95585" y="38666"/>
                  </a:cubicBezTo>
                  <a:cubicBezTo>
                    <a:pt x="98491" y="54222"/>
                    <a:pt x="98491" y="75334"/>
                    <a:pt x="98491" y="92834"/>
                  </a:cubicBezTo>
                  <a:cubicBezTo>
                    <a:pt x="98491" y="113667"/>
                    <a:pt x="98491" y="132556"/>
                    <a:pt x="95294" y="150334"/>
                  </a:cubicBezTo>
                  <a:cubicBezTo>
                    <a:pt x="90935" y="176724"/>
                    <a:pt x="74368" y="185057"/>
                    <a:pt x="61290" y="18505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784BED6-A605-C238-C997-DBC8F4884E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3606441" y="6528555"/>
              <a:ext cx="115964" cy="185002"/>
            </a:xfrm>
            <a:custGeom>
              <a:avLst/>
              <a:gdLst>
                <a:gd name="connsiteX0" fmla="*/ 22640 w 115964"/>
                <a:gd name="connsiteY0" fmla="*/ 163668 h 185002"/>
                <a:gd name="connsiteX1" fmla="*/ 53447 w 115964"/>
                <a:gd name="connsiteY1" fmla="*/ 135057 h 185002"/>
                <a:gd name="connsiteX2" fmla="*/ 116225 w 115964"/>
                <a:gd name="connsiteY2" fmla="*/ 53944 h 185002"/>
                <a:gd name="connsiteX3" fmla="*/ 54610 w 115964"/>
                <a:gd name="connsiteY3" fmla="*/ 55 h 185002"/>
                <a:gd name="connsiteX4" fmla="*/ 261 w 115964"/>
                <a:gd name="connsiteY4" fmla="*/ 50333 h 185002"/>
                <a:gd name="connsiteX5" fmla="*/ 15664 w 115964"/>
                <a:gd name="connsiteY5" fmla="*/ 65889 h 185002"/>
                <a:gd name="connsiteX6" fmla="*/ 30778 w 115964"/>
                <a:gd name="connsiteY6" fmla="*/ 51167 h 185002"/>
                <a:gd name="connsiteX7" fmla="*/ 15374 w 115964"/>
                <a:gd name="connsiteY7" fmla="*/ 36722 h 185002"/>
                <a:gd name="connsiteX8" fmla="*/ 11596 w 115964"/>
                <a:gd name="connsiteY8" fmla="*/ 37000 h 185002"/>
                <a:gd name="connsiteX9" fmla="*/ 50832 w 115964"/>
                <a:gd name="connsiteY9" fmla="*/ 8666 h 185002"/>
                <a:gd name="connsiteX10" fmla="*/ 89777 w 115964"/>
                <a:gd name="connsiteY10" fmla="*/ 53944 h 185002"/>
                <a:gd name="connsiteX11" fmla="*/ 59260 w 115964"/>
                <a:gd name="connsiteY11" fmla="*/ 115334 h 185002"/>
                <a:gd name="connsiteX12" fmla="*/ 3458 w 115964"/>
                <a:gd name="connsiteY12" fmla="*/ 174779 h 185002"/>
                <a:gd name="connsiteX13" fmla="*/ 261 w 115964"/>
                <a:gd name="connsiteY13" fmla="*/ 185057 h 185002"/>
                <a:gd name="connsiteX14" fmla="*/ 108087 w 115964"/>
                <a:gd name="connsiteY14" fmla="*/ 185057 h 185002"/>
                <a:gd name="connsiteX15" fmla="*/ 116225 w 115964"/>
                <a:gd name="connsiteY15" fmla="*/ 136723 h 185002"/>
                <a:gd name="connsiteX16" fmla="*/ 108959 w 115964"/>
                <a:gd name="connsiteY16" fmla="*/ 136723 h 185002"/>
                <a:gd name="connsiteX17" fmla="*/ 102565 w 115964"/>
                <a:gd name="connsiteY17" fmla="*/ 161446 h 185002"/>
                <a:gd name="connsiteX18" fmla="*/ 74955 w 115964"/>
                <a:gd name="connsiteY18" fmla="*/ 163668 h 185002"/>
                <a:gd name="connsiteX19" fmla="*/ 22640 w 115964"/>
                <a:gd name="connsiteY19" fmla="*/ 163668 h 1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5964" h="185002">
                  <a:moveTo>
                    <a:pt x="22640" y="163668"/>
                  </a:moveTo>
                  <a:lnTo>
                    <a:pt x="53447" y="135057"/>
                  </a:lnTo>
                  <a:cubicBezTo>
                    <a:pt x="98787" y="96723"/>
                    <a:pt x="116225" y="81723"/>
                    <a:pt x="116225" y="53944"/>
                  </a:cubicBezTo>
                  <a:cubicBezTo>
                    <a:pt x="116225" y="22277"/>
                    <a:pt x="90068" y="55"/>
                    <a:pt x="54610" y="55"/>
                  </a:cubicBezTo>
                  <a:cubicBezTo>
                    <a:pt x="21768" y="55"/>
                    <a:pt x="261" y="25611"/>
                    <a:pt x="261" y="50333"/>
                  </a:cubicBezTo>
                  <a:cubicBezTo>
                    <a:pt x="261" y="65889"/>
                    <a:pt x="14793" y="65889"/>
                    <a:pt x="15664" y="65889"/>
                  </a:cubicBezTo>
                  <a:cubicBezTo>
                    <a:pt x="20605" y="65889"/>
                    <a:pt x="30778" y="62556"/>
                    <a:pt x="30778" y="51167"/>
                  </a:cubicBezTo>
                  <a:cubicBezTo>
                    <a:pt x="30778" y="43944"/>
                    <a:pt x="25546" y="36722"/>
                    <a:pt x="15374" y="36722"/>
                  </a:cubicBezTo>
                  <a:cubicBezTo>
                    <a:pt x="13049" y="36722"/>
                    <a:pt x="12467" y="36722"/>
                    <a:pt x="11596" y="37000"/>
                  </a:cubicBezTo>
                  <a:cubicBezTo>
                    <a:pt x="18280" y="18944"/>
                    <a:pt x="33975" y="8666"/>
                    <a:pt x="50832" y="8666"/>
                  </a:cubicBezTo>
                  <a:cubicBezTo>
                    <a:pt x="77280" y="8666"/>
                    <a:pt x="89777" y="31166"/>
                    <a:pt x="89777" y="53944"/>
                  </a:cubicBezTo>
                  <a:cubicBezTo>
                    <a:pt x="89777" y="76167"/>
                    <a:pt x="75245" y="98112"/>
                    <a:pt x="59260" y="115334"/>
                  </a:cubicBezTo>
                  <a:lnTo>
                    <a:pt x="3458" y="174779"/>
                  </a:lnTo>
                  <a:cubicBezTo>
                    <a:pt x="261" y="177835"/>
                    <a:pt x="261" y="178390"/>
                    <a:pt x="261" y="185057"/>
                  </a:cubicBezTo>
                  <a:lnTo>
                    <a:pt x="108087" y="185057"/>
                  </a:lnTo>
                  <a:lnTo>
                    <a:pt x="116225" y="136723"/>
                  </a:lnTo>
                  <a:lnTo>
                    <a:pt x="108959" y="136723"/>
                  </a:lnTo>
                  <a:cubicBezTo>
                    <a:pt x="107506" y="145057"/>
                    <a:pt x="105471" y="157279"/>
                    <a:pt x="102565" y="161446"/>
                  </a:cubicBezTo>
                  <a:cubicBezTo>
                    <a:pt x="100531" y="163668"/>
                    <a:pt x="81349" y="163668"/>
                    <a:pt x="74955" y="163668"/>
                  </a:cubicBezTo>
                  <a:lnTo>
                    <a:pt x="22640" y="163668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7D78796-3F35-FF4D-4F12-E61E5CD8C1E2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3749435" y="6528555"/>
              <a:ext cx="120614" cy="191113"/>
            </a:xfrm>
            <a:custGeom>
              <a:avLst/>
              <a:gdLst>
                <a:gd name="connsiteX0" fmla="*/ 35433 w 120614"/>
                <a:gd name="connsiteY0" fmla="*/ 58111 h 191113"/>
                <a:gd name="connsiteX1" fmla="*/ 20901 w 120614"/>
                <a:gd name="connsiteY1" fmla="*/ 35611 h 191113"/>
                <a:gd name="connsiteX2" fmla="*/ 60428 w 120614"/>
                <a:gd name="connsiteY2" fmla="*/ 6999 h 191113"/>
                <a:gd name="connsiteX3" fmla="*/ 100245 w 120614"/>
                <a:gd name="connsiteY3" fmla="*/ 41444 h 191113"/>
                <a:gd name="connsiteX4" fmla="*/ 71472 w 120614"/>
                <a:gd name="connsiteY4" fmla="*/ 80334 h 191113"/>
                <a:gd name="connsiteX5" fmla="*/ 35433 w 120614"/>
                <a:gd name="connsiteY5" fmla="*/ 58111 h 191113"/>
                <a:gd name="connsiteX6" fmla="*/ 77866 w 120614"/>
                <a:gd name="connsiteY6" fmla="*/ 84500 h 191113"/>
                <a:gd name="connsiteX7" fmla="*/ 113033 w 120614"/>
                <a:gd name="connsiteY7" fmla="*/ 41444 h 191113"/>
                <a:gd name="connsiteX8" fmla="*/ 60718 w 120614"/>
                <a:gd name="connsiteY8" fmla="*/ 55 h 191113"/>
                <a:gd name="connsiteX9" fmla="*/ 8113 w 120614"/>
                <a:gd name="connsiteY9" fmla="*/ 46444 h 191113"/>
                <a:gd name="connsiteX10" fmla="*/ 20901 w 120614"/>
                <a:gd name="connsiteY10" fmla="*/ 77000 h 191113"/>
                <a:gd name="connsiteX11" fmla="*/ 42117 w 120614"/>
                <a:gd name="connsiteY11" fmla="*/ 92000 h 191113"/>
                <a:gd name="connsiteX12" fmla="*/ 266 w 120614"/>
                <a:gd name="connsiteY12" fmla="*/ 143112 h 191113"/>
                <a:gd name="connsiteX13" fmla="*/ 60428 w 120614"/>
                <a:gd name="connsiteY13" fmla="*/ 191168 h 191113"/>
                <a:gd name="connsiteX14" fmla="*/ 120880 w 120614"/>
                <a:gd name="connsiteY14" fmla="*/ 138390 h 191113"/>
                <a:gd name="connsiteX15" fmla="*/ 106639 w 120614"/>
                <a:gd name="connsiteY15" fmla="*/ 104223 h 191113"/>
                <a:gd name="connsiteX16" fmla="*/ 77866 w 120614"/>
                <a:gd name="connsiteY16" fmla="*/ 84500 h 191113"/>
                <a:gd name="connsiteX17" fmla="*/ 48802 w 120614"/>
                <a:gd name="connsiteY17" fmla="*/ 96167 h 191113"/>
                <a:gd name="connsiteX18" fmla="*/ 84551 w 120614"/>
                <a:gd name="connsiteY18" fmla="*/ 117834 h 191113"/>
                <a:gd name="connsiteX19" fmla="*/ 106348 w 120614"/>
                <a:gd name="connsiteY19" fmla="*/ 148390 h 191113"/>
                <a:gd name="connsiteX20" fmla="*/ 60718 w 120614"/>
                <a:gd name="connsiteY20" fmla="*/ 183390 h 191113"/>
                <a:gd name="connsiteX21" fmla="*/ 14798 w 120614"/>
                <a:gd name="connsiteY21" fmla="*/ 143112 h 191113"/>
                <a:gd name="connsiteX22" fmla="*/ 48802 w 120614"/>
                <a:gd name="connsiteY22" fmla="*/ 9616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0614" h="191113">
                  <a:moveTo>
                    <a:pt x="35433" y="58111"/>
                  </a:moveTo>
                  <a:cubicBezTo>
                    <a:pt x="22063" y="49778"/>
                    <a:pt x="20901" y="40333"/>
                    <a:pt x="20901" y="35611"/>
                  </a:cubicBezTo>
                  <a:cubicBezTo>
                    <a:pt x="20901" y="18666"/>
                    <a:pt x="39792" y="6999"/>
                    <a:pt x="60428" y="6999"/>
                  </a:cubicBezTo>
                  <a:cubicBezTo>
                    <a:pt x="81644" y="6999"/>
                    <a:pt x="100245" y="21444"/>
                    <a:pt x="100245" y="41444"/>
                  </a:cubicBezTo>
                  <a:cubicBezTo>
                    <a:pt x="100245" y="57278"/>
                    <a:pt x="88910" y="70611"/>
                    <a:pt x="71472" y="80334"/>
                  </a:cubicBezTo>
                  <a:lnTo>
                    <a:pt x="35433" y="58111"/>
                  </a:lnTo>
                  <a:close/>
                  <a:moveTo>
                    <a:pt x="77866" y="84500"/>
                  </a:moveTo>
                  <a:cubicBezTo>
                    <a:pt x="98792" y="74222"/>
                    <a:pt x="113033" y="59778"/>
                    <a:pt x="113033" y="41444"/>
                  </a:cubicBezTo>
                  <a:cubicBezTo>
                    <a:pt x="113033" y="15888"/>
                    <a:pt x="87166" y="55"/>
                    <a:pt x="60718" y="55"/>
                  </a:cubicBezTo>
                  <a:cubicBezTo>
                    <a:pt x="31655" y="55"/>
                    <a:pt x="8113" y="20611"/>
                    <a:pt x="8113" y="46444"/>
                  </a:cubicBezTo>
                  <a:cubicBezTo>
                    <a:pt x="8113" y="51444"/>
                    <a:pt x="8694" y="63945"/>
                    <a:pt x="20901" y="77000"/>
                  </a:cubicBezTo>
                  <a:cubicBezTo>
                    <a:pt x="24098" y="80334"/>
                    <a:pt x="34852" y="87278"/>
                    <a:pt x="42117" y="92000"/>
                  </a:cubicBezTo>
                  <a:cubicBezTo>
                    <a:pt x="25261" y="100056"/>
                    <a:pt x="266" y="115612"/>
                    <a:pt x="266" y="143112"/>
                  </a:cubicBezTo>
                  <a:cubicBezTo>
                    <a:pt x="266" y="172557"/>
                    <a:pt x="29911" y="191168"/>
                    <a:pt x="60428" y="191168"/>
                  </a:cubicBezTo>
                  <a:cubicBezTo>
                    <a:pt x="93270" y="191168"/>
                    <a:pt x="120880" y="168112"/>
                    <a:pt x="120880" y="138390"/>
                  </a:cubicBezTo>
                  <a:cubicBezTo>
                    <a:pt x="120880" y="128390"/>
                    <a:pt x="117683" y="115890"/>
                    <a:pt x="106639" y="104223"/>
                  </a:cubicBezTo>
                  <a:cubicBezTo>
                    <a:pt x="101117" y="98389"/>
                    <a:pt x="96467" y="95612"/>
                    <a:pt x="77866" y="84500"/>
                  </a:cubicBezTo>
                  <a:close/>
                  <a:moveTo>
                    <a:pt x="48802" y="96167"/>
                  </a:moveTo>
                  <a:lnTo>
                    <a:pt x="84551" y="117834"/>
                  </a:lnTo>
                  <a:cubicBezTo>
                    <a:pt x="92688" y="123112"/>
                    <a:pt x="106348" y="131445"/>
                    <a:pt x="106348" y="148390"/>
                  </a:cubicBezTo>
                  <a:cubicBezTo>
                    <a:pt x="106348" y="168946"/>
                    <a:pt x="84551" y="183390"/>
                    <a:pt x="60718" y="183390"/>
                  </a:cubicBezTo>
                  <a:cubicBezTo>
                    <a:pt x="35723" y="183390"/>
                    <a:pt x="14798" y="166168"/>
                    <a:pt x="14798" y="143112"/>
                  </a:cubicBezTo>
                  <a:cubicBezTo>
                    <a:pt x="14798" y="127001"/>
                    <a:pt x="24098" y="109223"/>
                    <a:pt x="48802" y="9616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F5B31811-64EC-3183-67FF-10800C8CE5DE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3897079" y="6528555"/>
              <a:ext cx="115964" cy="191113"/>
            </a:xfrm>
            <a:custGeom>
              <a:avLst/>
              <a:gdLst>
                <a:gd name="connsiteX0" fmla="*/ 116235 w 115964"/>
                <a:gd name="connsiteY0" fmla="*/ 129223 h 191113"/>
                <a:gd name="connsiteX1" fmla="*/ 61014 w 115964"/>
                <a:gd name="connsiteY1" fmla="*/ 68389 h 191113"/>
                <a:gd name="connsiteX2" fmla="*/ 24103 w 115964"/>
                <a:gd name="connsiteY2" fmla="*/ 82556 h 191113"/>
                <a:gd name="connsiteX3" fmla="*/ 24103 w 115964"/>
                <a:gd name="connsiteY3" fmla="*/ 28389 h 191113"/>
                <a:gd name="connsiteX4" fmla="*/ 48807 w 115964"/>
                <a:gd name="connsiteY4" fmla="*/ 32000 h 191113"/>
                <a:gd name="connsiteX5" fmla="*/ 104900 w 115964"/>
                <a:gd name="connsiteY5" fmla="*/ 3111 h 191113"/>
                <a:gd name="connsiteX6" fmla="*/ 101994 w 115964"/>
                <a:gd name="connsiteY6" fmla="*/ 55 h 191113"/>
                <a:gd name="connsiteX7" fmla="*/ 99669 w 115964"/>
                <a:gd name="connsiteY7" fmla="*/ 888 h 191113"/>
                <a:gd name="connsiteX8" fmla="*/ 60142 w 115964"/>
                <a:gd name="connsiteY8" fmla="*/ 8944 h 191113"/>
                <a:gd name="connsiteX9" fmla="*/ 21487 w 115964"/>
                <a:gd name="connsiteY9" fmla="*/ 1166 h 191113"/>
                <a:gd name="connsiteX10" fmla="*/ 18000 w 115964"/>
                <a:gd name="connsiteY10" fmla="*/ 333 h 191113"/>
                <a:gd name="connsiteX11" fmla="*/ 15093 w 115964"/>
                <a:gd name="connsiteY11" fmla="*/ 6999 h 191113"/>
                <a:gd name="connsiteX12" fmla="*/ 15093 w 115964"/>
                <a:gd name="connsiteY12" fmla="*/ 89223 h 191113"/>
                <a:gd name="connsiteX13" fmla="*/ 19162 w 115964"/>
                <a:gd name="connsiteY13" fmla="*/ 96445 h 191113"/>
                <a:gd name="connsiteX14" fmla="*/ 22940 w 115964"/>
                <a:gd name="connsiteY14" fmla="*/ 93945 h 191113"/>
                <a:gd name="connsiteX15" fmla="*/ 60433 w 115964"/>
                <a:gd name="connsiteY15" fmla="*/ 74500 h 191113"/>
                <a:gd name="connsiteX16" fmla="*/ 85137 w 115964"/>
                <a:gd name="connsiteY16" fmla="*/ 92278 h 191113"/>
                <a:gd name="connsiteX17" fmla="*/ 90368 w 115964"/>
                <a:gd name="connsiteY17" fmla="*/ 127279 h 191113"/>
                <a:gd name="connsiteX18" fmla="*/ 83393 w 115964"/>
                <a:gd name="connsiteY18" fmla="*/ 165335 h 191113"/>
                <a:gd name="connsiteX19" fmla="*/ 52295 w 115964"/>
                <a:gd name="connsiteY19" fmla="*/ 183390 h 191113"/>
                <a:gd name="connsiteX20" fmla="*/ 9571 w 115964"/>
                <a:gd name="connsiteY20" fmla="*/ 152279 h 191113"/>
                <a:gd name="connsiteX21" fmla="*/ 14512 w 115964"/>
                <a:gd name="connsiteY21" fmla="*/ 152835 h 191113"/>
                <a:gd name="connsiteX22" fmla="*/ 29044 w 115964"/>
                <a:gd name="connsiteY22" fmla="*/ 139223 h 191113"/>
                <a:gd name="connsiteX23" fmla="*/ 14512 w 115964"/>
                <a:gd name="connsiteY23" fmla="*/ 125612 h 191113"/>
                <a:gd name="connsiteX24" fmla="*/ 271 w 115964"/>
                <a:gd name="connsiteY24" fmla="*/ 140334 h 191113"/>
                <a:gd name="connsiteX25" fmla="*/ 52876 w 115964"/>
                <a:gd name="connsiteY25" fmla="*/ 191168 h 191113"/>
                <a:gd name="connsiteX26" fmla="*/ 116235 w 115964"/>
                <a:gd name="connsiteY26" fmla="*/ 129223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964" h="191113">
                  <a:moveTo>
                    <a:pt x="116235" y="129223"/>
                  </a:moveTo>
                  <a:cubicBezTo>
                    <a:pt x="116235" y="96167"/>
                    <a:pt x="92403" y="68389"/>
                    <a:pt x="61014" y="68389"/>
                  </a:cubicBezTo>
                  <a:cubicBezTo>
                    <a:pt x="47063" y="68389"/>
                    <a:pt x="34566" y="72834"/>
                    <a:pt x="24103" y="82556"/>
                  </a:cubicBezTo>
                  <a:lnTo>
                    <a:pt x="24103" y="28389"/>
                  </a:lnTo>
                  <a:cubicBezTo>
                    <a:pt x="29916" y="30055"/>
                    <a:pt x="39507" y="32000"/>
                    <a:pt x="48807" y="32000"/>
                  </a:cubicBezTo>
                  <a:cubicBezTo>
                    <a:pt x="84556" y="32000"/>
                    <a:pt x="104900" y="6722"/>
                    <a:pt x="104900" y="3111"/>
                  </a:cubicBezTo>
                  <a:cubicBezTo>
                    <a:pt x="104900" y="1444"/>
                    <a:pt x="104028" y="55"/>
                    <a:pt x="101994" y="55"/>
                  </a:cubicBezTo>
                  <a:cubicBezTo>
                    <a:pt x="101703" y="55"/>
                    <a:pt x="101122" y="55"/>
                    <a:pt x="99669" y="888"/>
                  </a:cubicBezTo>
                  <a:cubicBezTo>
                    <a:pt x="93856" y="3388"/>
                    <a:pt x="79615" y="8944"/>
                    <a:pt x="60142" y="8944"/>
                  </a:cubicBezTo>
                  <a:cubicBezTo>
                    <a:pt x="48516" y="8944"/>
                    <a:pt x="35147" y="6999"/>
                    <a:pt x="21487" y="1166"/>
                  </a:cubicBezTo>
                  <a:cubicBezTo>
                    <a:pt x="19162" y="333"/>
                    <a:pt x="18581" y="333"/>
                    <a:pt x="18000" y="333"/>
                  </a:cubicBezTo>
                  <a:cubicBezTo>
                    <a:pt x="15093" y="333"/>
                    <a:pt x="15093" y="2555"/>
                    <a:pt x="15093" y="6999"/>
                  </a:cubicBezTo>
                  <a:lnTo>
                    <a:pt x="15093" y="89223"/>
                  </a:lnTo>
                  <a:cubicBezTo>
                    <a:pt x="15093" y="94223"/>
                    <a:pt x="15093" y="96445"/>
                    <a:pt x="19162" y="96445"/>
                  </a:cubicBezTo>
                  <a:cubicBezTo>
                    <a:pt x="21197" y="96445"/>
                    <a:pt x="21778" y="95612"/>
                    <a:pt x="22940" y="93945"/>
                  </a:cubicBezTo>
                  <a:cubicBezTo>
                    <a:pt x="26137" y="89500"/>
                    <a:pt x="36891" y="74500"/>
                    <a:pt x="60433" y="74500"/>
                  </a:cubicBezTo>
                  <a:cubicBezTo>
                    <a:pt x="75546" y="74500"/>
                    <a:pt x="82812" y="87278"/>
                    <a:pt x="85137" y="92278"/>
                  </a:cubicBezTo>
                  <a:cubicBezTo>
                    <a:pt x="89787" y="102556"/>
                    <a:pt x="90368" y="113390"/>
                    <a:pt x="90368" y="127279"/>
                  </a:cubicBezTo>
                  <a:cubicBezTo>
                    <a:pt x="90368" y="137001"/>
                    <a:pt x="90368" y="153668"/>
                    <a:pt x="83393" y="165335"/>
                  </a:cubicBezTo>
                  <a:cubicBezTo>
                    <a:pt x="76418" y="176168"/>
                    <a:pt x="65664" y="183390"/>
                    <a:pt x="52295" y="183390"/>
                  </a:cubicBezTo>
                  <a:cubicBezTo>
                    <a:pt x="31078" y="183390"/>
                    <a:pt x="14512" y="168668"/>
                    <a:pt x="9571" y="152279"/>
                  </a:cubicBezTo>
                  <a:cubicBezTo>
                    <a:pt x="10443" y="152557"/>
                    <a:pt x="11315" y="152835"/>
                    <a:pt x="14512" y="152835"/>
                  </a:cubicBezTo>
                  <a:cubicBezTo>
                    <a:pt x="24103" y="152835"/>
                    <a:pt x="29044" y="145890"/>
                    <a:pt x="29044" y="139223"/>
                  </a:cubicBezTo>
                  <a:cubicBezTo>
                    <a:pt x="29044" y="132556"/>
                    <a:pt x="24103" y="125612"/>
                    <a:pt x="14512" y="125612"/>
                  </a:cubicBezTo>
                  <a:cubicBezTo>
                    <a:pt x="10443" y="125612"/>
                    <a:pt x="271" y="127556"/>
                    <a:pt x="271" y="140334"/>
                  </a:cubicBezTo>
                  <a:cubicBezTo>
                    <a:pt x="271" y="164224"/>
                    <a:pt x="20325" y="191168"/>
                    <a:pt x="52876" y="191168"/>
                  </a:cubicBezTo>
                  <a:cubicBezTo>
                    <a:pt x="86590" y="191168"/>
                    <a:pt x="116235" y="164501"/>
                    <a:pt x="116235" y="129223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D5422942-DF21-64D8-CA33-DE6FE0560E5C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4040073" y="6528555"/>
              <a:ext cx="120614" cy="191113"/>
            </a:xfrm>
            <a:custGeom>
              <a:avLst/>
              <a:gdLst>
                <a:gd name="connsiteX0" fmla="*/ 72354 w 120614"/>
                <a:gd name="connsiteY0" fmla="*/ 87278 h 191113"/>
                <a:gd name="connsiteX1" fmla="*/ 113043 w 120614"/>
                <a:gd name="connsiteY1" fmla="*/ 38389 h 191113"/>
                <a:gd name="connsiteX2" fmla="*/ 59566 w 120614"/>
                <a:gd name="connsiteY2" fmla="*/ 55 h 191113"/>
                <a:gd name="connsiteX3" fmla="*/ 8123 w 120614"/>
                <a:gd name="connsiteY3" fmla="*/ 37833 h 191113"/>
                <a:gd name="connsiteX4" fmla="*/ 22945 w 120614"/>
                <a:gd name="connsiteY4" fmla="*/ 52278 h 191113"/>
                <a:gd name="connsiteX5" fmla="*/ 37768 w 120614"/>
                <a:gd name="connsiteY5" fmla="*/ 38111 h 191113"/>
                <a:gd name="connsiteX6" fmla="*/ 19748 w 120614"/>
                <a:gd name="connsiteY6" fmla="*/ 24222 h 191113"/>
                <a:gd name="connsiteX7" fmla="*/ 58403 w 120614"/>
                <a:gd name="connsiteY7" fmla="*/ 6999 h 191113"/>
                <a:gd name="connsiteX8" fmla="*/ 86304 w 120614"/>
                <a:gd name="connsiteY8" fmla="*/ 38111 h 191113"/>
                <a:gd name="connsiteX9" fmla="*/ 78166 w 120614"/>
                <a:gd name="connsiteY9" fmla="*/ 69778 h 191113"/>
                <a:gd name="connsiteX10" fmla="*/ 52300 w 120614"/>
                <a:gd name="connsiteY10" fmla="*/ 84223 h 191113"/>
                <a:gd name="connsiteX11" fmla="*/ 40965 w 120614"/>
                <a:gd name="connsiteY11" fmla="*/ 85056 h 191113"/>
                <a:gd name="connsiteX12" fmla="*/ 36605 w 120614"/>
                <a:gd name="connsiteY12" fmla="*/ 88389 h 191113"/>
                <a:gd name="connsiteX13" fmla="*/ 43581 w 120614"/>
                <a:gd name="connsiteY13" fmla="*/ 91445 h 191113"/>
                <a:gd name="connsiteX14" fmla="*/ 56369 w 120614"/>
                <a:gd name="connsiteY14" fmla="*/ 91445 h 191113"/>
                <a:gd name="connsiteX15" fmla="*/ 90955 w 120614"/>
                <a:gd name="connsiteY15" fmla="*/ 137557 h 191113"/>
                <a:gd name="connsiteX16" fmla="*/ 58112 w 120614"/>
                <a:gd name="connsiteY16" fmla="*/ 183390 h 191113"/>
                <a:gd name="connsiteX17" fmla="*/ 13645 w 120614"/>
                <a:gd name="connsiteY17" fmla="*/ 162279 h 191113"/>
                <a:gd name="connsiteX18" fmla="*/ 32827 w 120614"/>
                <a:gd name="connsiteY18" fmla="*/ 147001 h 191113"/>
                <a:gd name="connsiteX19" fmla="*/ 16551 w 120614"/>
                <a:gd name="connsiteY19" fmla="*/ 131445 h 191113"/>
                <a:gd name="connsiteX20" fmla="*/ 276 w 120614"/>
                <a:gd name="connsiteY20" fmla="*/ 147557 h 191113"/>
                <a:gd name="connsiteX21" fmla="*/ 58984 w 120614"/>
                <a:gd name="connsiteY21" fmla="*/ 191168 h 191113"/>
                <a:gd name="connsiteX22" fmla="*/ 120890 w 120614"/>
                <a:gd name="connsiteY22" fmla="*/ 137557 h 191113"/>
                <a:gd name="connsiteX23" fmla="*/ 72354 w 120614"/>
                <a:gd name="connsiteY23" fmla="*/ 87278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0614" h="191113">
                  <a:moveTo>
                    <a:pt x="72354" y="87278"/>
                  </a:moveTo>
                  <a:cubicBezTo>
                    <a:pt x="96186" y="79778"/>
                    <a:pt x="113043" y="60333"/>
                    <a:pt x="113043" y="38389"/>
                  </a:cubicBezTo>
                  <a:cubicBezTo>
                    <a:pt x="113043" y="15611"/>
                    <a:pt x="87467" y="55"/>
                    <a:pt x="59566" y="55"/>
                  </a:cubicBezTo>
                  <a:cubicBezTo>
                    <a:pt x="30211" y="55"/>
                    <a:pt x="8123" y="16722"/>
                    <a:pt x="8123" y="37833"/>
                  </a:cubicBezTo>
                  <a:cubicBezTo>
                    <a:pt x="8123" y="47000"/>
                    <a:pt x="14517" y="52278"/>
                    <a:pt x="22945" y="52278"/>
                  </a:cubicBezTo>
                  <a:cubicBezTo>
                    <a:pt x="31955" y="52278"/>
                    <a:pt x="37768" y="46167"/>
                    <a:pt x="37768" y="38111"/>
                  </a:cubicBezTo>
                  <a:cubicBezTo>
                    <a:pt x="37768" y="24222"/>
                    <a:pt x="24108" y="24222"/>
                    <a:pt x="19748" y="24222"/>
                  </a:cubicBezTo>
                  <a:cubicBezTo>
                    <a:pt x="28758" y="10611"/>
                    <a:pt x="47940" y="6999"/>
                    <a:pt x="58403" y="6999"/>
                  </a:cubicBezTo>
                  <a:cubicBezTo>
                    <a:pt x="70319" y="6999"/>
                    <a:pt x="86304" y="13111"/>
                    <a:pt x="86304" y="38111"/>
                  </a:cubicBezTo>
                  <a:cubicBezTo>
                    <a:pt x="86304" y="41444"/>
                    <a:pt x="85723" y="57556"/>
                    <a:pt x="78166" y="69778"/>
                  </a:cubicBezTo>
                  <a:cubicBezTo>
                    <a:pt x="69447" y="83111"/>
                    <a:pt x="59566" y="83945"/>
                    <a:pt x="52300" y="84223"/>
                  </a:cubicBezTo>
                  <a:cubicBezTo>
                    <a:pt x="49975" y="84500"/>
                    <a:pt x="42999" y="85056"/>
                    <a:pt x="40965" y="85056"/>
                  </a:cubicBezTo>
                  <a:cubicBezTo>
                    <a:pt x="38640" y="85334"/>
                    <a:pt x="36605" y="85611"/>
                    <a:pt x="36605" y="88389"/>
                  </a:cubicBezTo>
                  <a:cubicBezTo>
                    <a:pt x="36605" y="91445"/>
                    <a:pt x="38640" y="91445"/>
                    <a:pt x="43581" y="91445"/>
                  </a:cubicBezTo>
                  <a:lnTo>
                    <a:pt x="56369" y="91445"/>
                  </a:lnTo>
                  <a:cubicBezTo>
                    <a:pt x="80201" y="91445"/>
                    <a:pt x="90955" y="110334"/>
                    <a:pt x="90955" y="137557"/>
                  </a:cubicBezTo>
                  <a:cubicBezTo>
                    <a:pt x="90955" y="175335"/>
                    <a:pt x="70901" y="183390"/>
                    <a:pt x="58112" y="183390"/>
                  </a:cubicBezTo>
                  <a:cubicBezTo>
                    <a:pt x="45615" y="183390"/>
                    <a:pt x="23817" y="178668"/>
                    <a:pt x="13645" y="162279"/>
                  </a:cubicBezTo>
                  <a:cubicBezTo>
                    <a:pt x="23817" y="163668"/>
                    <a:pt x="32827" y="157557"/>
                    <a:pt x="32827" y="147001"/>
                  </a:cubicBezTo>
                  <a:cubicBezTo>
                    <a:pt x="32827" y="137001"/>
                    <a:pt x="24980" y="131445"/>
                    <a:pt x="16551" y="131445"/>
                  </a:cubicBezTo>
                  <a:cubicBezTo>
                    <a:pt x="9576" y="131445"/>
                    <a:pt x="276" y="135334"/>
                    <a:pt x="276" y="147557"/>
                  </a:cubicBezTo>
                  <a:cubicBezTo>
                    <a:pt x="276" y="172835"/>
                    <a:pt x="27305" y="191168"/>
                    <a:pt x="58984" y="191168"/>
                  </a:cubicBezTo>
                  <a:cubicBezTo>
                    <a:pt x="94442" y="191168"/>
                    <a:pt x="120890" y="165890"/>
                    <a:pt x="120890" y="137557"/>
                  </a:cubicBezTo>
                  <a:cubicBezTo>
                    <a:pt x="120890" y="114778"/>
                    <a:pt x="102580" y="93112"/>
                    <a:pt x="72354" y="87278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AE478C5-C475-BC0C-615D-DFEBC206A6E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4187718" y="6528555"/>
              <a:ext cx="115964" cy="191113"/>
            </a:xfrm>
            <a:custGeom>
              <a:avLst/>
              <a:gdLst>
                <a:gd name="connsiteX0" fmla="*/ 116245 w 115964"/>
                <a:gd name="connsiteY0" fmla="*/ 129223 h 191113"/>
                <a:gd name="connsiteX1" fmla="*/ 61024 w 115964"/>
                <a:gd name="connsiteY1" fmla="*/ 68389 h 191113"/>
                <a:gd name="connsiteX2" fmla="*/ 24113 w 115964"/>
                <a:gd name="connsiteY2" fmla="*/ 82556 h 191113"/>
                <a:gd name="connsiteX3" fmla="*/ 24113 w 115964"/>
                <a:gd name="connsiteY3" fmla="*/ 28389 h 191113"/>
                <a:gd name="connsiteX4" fmla="*/ 48817 w 115964"/>
                <a:gd name="connsiteY4" fmla="*/ 32000 h 191113"/>
                <a:gd name="connsiteX5" fmla="*/ 104910 w 115964"/>
                <a:gd name="connsiteY5" fmla="*/ 3111 h 191113"/>
                <a:gd name="connsiteX6" fmla="*/ 102004 w 115964"/>
                <a:gd name="connsiteY6" fmla="*/ 55 h 191113"/>
                <a:gd name="connsiteX7" fmla="*/ 99679 w 115964"/>
                <a:gd name="connsiteY7" fmla="*/ 888 h 191113"/>
                <a:gd name="connsiteX8" fmla="*/ 60152 w 115964"/>
                <a:gd name="connsiteY8" fmla="*/ 8944 h 191113"/>
                <a:gd name="connsiteX9" fmla="*/ 21497 w 115964"/>
                <a:gd name="connsiteY9" fmla="*/ 1166 h 191113"/>
                <a:gd name="connsiteX10" fmla="*/ 18010 w 115964"/>
                <a:gd name="connsiteY10" fmla="*/ 333 h 191113"/>
                <a:gd name="connsiteX11" fmla="*/ 15103 w 115964"/>
                <a:gd name="connsiteY11" fmla="*/ 6999 h 191113"/>
                <a:gd name="connsiteX12" fmla="*/ 15103 w 115964"/>
                <a:gd name="connsiteY12" fmla="*/ 89223 h 191113"/>
                <a:gd name="connsiteX13" fmla="*/ 19172 w 115964"/>
                <a:gd name="connsiteY13" fmla="*/ 96445 h 191113"/>
                <a:gd name="connsiteX14" fmla="*/ 22950 w 115964"/>
                <a:gd name="connsiteY14" fmla="*/ 93945 h 191113"/>
                <a:gd name="connsiteX15" fmla="*/ 60443 w 115964"/>
                <a:gd name="connsiteY15" fmla="*/ 74500 h 191113"/>
                <a:gd name="connsiteX16" fmla="*/ 85147 w 115964"/>
                <a:gd name="connsiteY16" fmla="*/ 92278 h 191113"/>
                <a:gd name="connsiteX17" fmla="*/ 90378 w 115964"/>
                <a:gd name="connsiteY17" fmla="*/ 127279 h 191113"/>
                <a:gd name="connsiteX18" fmla="*/ 83403 w 115964"/>
                <a:gd name="connsiteY18" fmla="*/ 165335 h 191113"/>
                <a:gd name="connsiteX19" fmla="*/ 52305 w 115964"/>
                <a:gd name="connsiteY19" fmla="*/ 183390 h 191113"/>
                <a:gd name="connsiteX20" fmla="*/ 9581 w 115964"/>
                <a:gd name="connsiteY20" fmla="*/ 152279 h 191113"/>
                <a:gd name="connsiteX21" fmla="*/ 14522 w 115964"/>
                <a:gd name="connsiteY21" fmla="*/ 152835 h 191113"/>
                <a:gd name="connsiteX22" fmla="*/ 29054 w 115964"/>
                <a:gd name="connsiteY22" fmla="*/ 139223 h 191113"/>
                <a:gd name="connsiteX23" fmla="*/ 14522 w 115964"/>
                <a:gd name="connsiteY23" fmla="*/ 125612 h 191113"/>
                <a:gd name="connsiteX24" fmla="*/ 281 w 115964"/>
                <a:gd name="connsiteY24" fmla="*/ 140334 h 191113"/>
                <a:gd name="connsiteX25" fmla="*/ 52886 w 115964"/>
                <a:gd name="connsiteY25" fmla="*/ 191168 h 191113"/>
                <a:gd name="connsiteX26" fmla="*/ 116245 w 115964"/>
                <a:gd name="connsiteY26" fmla="*/ 129223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15964" h="191113">
                  <a:moveTo>
                    <a:pt x="116245" y="129223"/>
                  </a:moveTo>
                  <a:cubicBezTo>
                    <a:pt x="116245" y="96167"/>
                    <a:pt x="92413" y="68389"/>
                    <a:pt x="61024" y="68389"/>
                  </a:cubicBezTo>
                  <a:cubicBezTo>
                    <a:pt x="47073" y="68389"/>
                    <a:pt x="34576" y="72834"/>
                    <a:pt x="24113" y="82556"/>
                  </a:cubicBezTo>
                  <a:lnTo>
                    <a:pt x="24113" y="28389"/>
                  </a:lnTo>
                  <a:cubicBezTo>
                    <a:pt x="29926" y="30055"/>
                    <a:pt x="39517" y="32000"/>
                    <a:pt x="48817" y="32000"/>
                  </a:cubicBezTo>
                  <a:cubicBezTo>
                    <a:pt x="84566" y="32000"/>
                    <a:pt x="104910" y="6722"/>
                    <a:pt x="104910" y="3111"/>
                  </a:cubicBezTo>
                  <a:cubicBezTo>
                    <a:pt x="104910" y="1444"/>
                    <a:pt x="104038" y="55"/>
                    <a:pt x="102004" y="55"/>
                  </a:cubicBezTo>
                  <a:cubicBezTo>
                    <a:pt x="101713" y="55"/>
                    <a:pt x="101132" y="55"/>
                    <a:pt x="99679" y="888"/>
                  </a:cubicBezTo>
                  <a:cubicBezTo>
                    <a:pt x="93866" y="3388"/>
                    <a:pt x="79625" y="8944"/>
                    <a:pt x="60152" y="8944"/>
                  </a:cubicBezTo>
                  <a:cubicBezTo>
                    <a:pt x="48526" y="8944"/>
                    <a:pt x="35157" y="6999"/>
                    <a:pt x="21497" y="1166"/>
                  </a:cubicBezTo>
                  <a:cubicBezTo>
                    <a:pt x="19172" y="333"/>
                    <a:pt x="18591" y="333"/>
                    <a:pt x="18010" y="333"/>
                  </a:cubicBezTo>
                  <a:cubicBezTo>
                    <a:pt x="15103" y="333"/>
                    <a:pt x="15103" y="2555"/>
                    <a:pt x="15103" y="6999"/>
                  </a:cubicBezTo>
                  <a:lnTo>
                    <a:pt x="15103" y="89223"/>
                  </a:lnTo>
                  <a:cubicBezTo>
                    <a:pt x="15103" y="94223"/>
                    <a:pt x="15103" y="96445"/>
                    <a:pt x="19172" y="96445"/>
                  </a:cubicBezTo>
                  <a:cubicBezTo>
                    <a:pt x="21207" y="96445"/>
                    <a:pt x="21788" y="95612"/>
                    <a:pt x="22950" y="93945"/>
                  </a:cubicBezTo>
                  <a:cubicBezTo>
                    <a:pt x="26147" y="89500"/>
                    <a:pt x="36901" y="74500"/>
                    <a:pt x="60443" y="74500"/>
                  </a:cubicBezTo>
                  <a:cubicBezTo>
                    <a:pt x="75556" y="74500"/>
                    <a:pt x="82822" y="87278"/>
                    <a:pt x="85147" y="92278"/>
                  </a:cubicBezTo>
                  <a:cubicBezTo>
                    <a:pt x="89797" y="102556"/>
                    <a:pt x="90378" y="113390"/>
                    <a:pt x="90378" y="127279"/>
                  </a:cubicBezTo>
                  <a:cubicBezTo>
                    <a:pt x="90378" y="137001"/>
                    <a:pt x="90378" y="153668"/>
                    <a:pt x="83403" y="165335"/>
                  </a:cubicBezTo>
                  <a:cubicBezTo>
                    <a:pt x="76428" y="176168"/>
                    <a:pt x="65674" y="183390"/>
                    <a:pt x="52305" y="183390"/>
                  </a:cubicBezTo>
                  <a:cubicBezTo>
                    <a:pt x="31088" y="183390"/>
                    <a:pt x="14522" y="168668"/>
                    <a:pt x="9581" y="152279"/>
                  </a:cubicBezTo>
                  <a:cubicBezTo>
                    <a:pt x="10453" y="152557"/>
                    <a:pt x="11325" y="152835"/>
                    <a:pt x="14522" y="152835"/>
                  </a:cubicBezTo>
                  <a:cubicBezTo>
                    <a:pt x="24113" y="152835"/>
                    <a:pt x="29054" y="145890"/>
                    <a:pt x="29054" y="139223"/>
                  </a:cubicBezTo>
                  <a:cubicBezTo>
                    <a:pt x="29054" y="132556"/>
                    <a:pt x="24113" y="125612"/>
                    <a:pt x="14522" y="125612"/>
                  </a:cubicBezTo>
                  <a:cubicBezTo>
                    <a:pt x="10453" y="125612"/>
                    <a:pt x="281" y="127556"/>
                    <a:pt x="281" y="140334"/>
                  </a:cubicBezTo>
                  <a:cubicBezTo>
                    <a:pt x="281" y="164224"/>
                    <a:pt x="20335" y="191168"/>
                    <a:pt x="52886" y="191168"/>
                  </a:cubicBezTo>
                  <a:cubicBezTo>
                    <a:pt x="86600" y="191168"/>
                    <a:pt x="116245" y="164501"/>
                    <a:pt x="116245" y="129223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2CBE897-26B2-35AE-5899-FB5B16A0F52F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4425813" y="6577167"/>
              <a:ext cx="140377" cy="133890"/>
            </a:xfrm>
            <a:custGeom>
              <a:avLst/>
              <a:gdLst>
                <a:gd name="connsiteX0" fmla="*/ 70622 w 140377"/>
                <a:gd name="connsiteY0" fmla="*/ 59222 h 133890"/>
                <a:gd name="connsiteX1" fmla="*/ 12495 w 140377"/>
                <a:gd name="connsiteY1" fmla="*/ 3944 h 133890"/>
                <a:gd name="connsiteX2" fmla="*/ 6101 w 140377"/>
                <a:gd name="connsiteY2" fmla="*/ 55 h 133890"/>
                <a:gd name="connsiteX3" fmla="*/ 288 w 140377"/>
                <a:gd name="connsiteY3" fmla="*/ 5611 h 133890"/>
                <a:gd name="connsiteX4" fmla="*/ 4066 w 140377"/>
                <a:gd name="connsiteY4" fmla="*/ 11166 h 133890"/>
                <a:gd name="connsiteX5" fmla="*/ 62194 w 140377"/>
                <a:gd name="connsiteY5" fmla="*/ 67000 h 133890"/>
                <a:gd name="connsiteX6" fmla="*/ 4066 w 140377"/>
                <a:gd name="connsiteY6" fmla="*/ 122834 h 133890"/>
                <a:gd name="connsiteX7" fmla="*/ 288 w 140377"/>
                <a:gd name="connsiteY7" fmla="*/ 128390 h 133890"/>
                <a:gd name="connsiteX8" fmla="*/ 6101 w 140377"/>
                <a:gd name="connsiteY8" fmla="*/ 133945 h 133890"/>
                <a:gd name="connsiteX9" fmla="*/ 12495 w 140377"/>
                <a:gd name="connsiteY9" fmla="*/ 130056 h 133890"/>
                <a:gd name="connsiteX10" fmla="*/ 70331 w 140377"/>
                <a:gd name="connsiteY10" fmla="*/ 74778 h 133890"/>
                <a:gd name="connsiteX11" fmla="*/ 130493 w 140377"/>
                <a:gd name="connsiteY11" fmla="*/ 132279 h 133890"/>
                <a:gd name="connsiteX12" fmla="*/ 134853 w 140377"/>
                <a:gd name="connsiteY12" fmla="*/ 133945 h 133890"/>
                <a:gd name="connsiteX13" fmla="*/ 140666 w 140377"/>
                <a:gd name="connsiteY13" fmla="*/ 128390 h 133890"/>
                <a:gd name="connsiteX14" fmla="*/ 139794 w 140377"/>
                <a:gd name="connsiteY14" fmla="*/ 125334 h 133890"/>
                <a:gd name="connsiteX15" fmla="*/ 78760 w 140377"/>
                <a:gd name="connsiteY15" fmla="*/ 67000 h 133890"/>
                <a:gd name="connsiteX16" fmla="*/ 131947 w 140377"/>
                <a:gd name="connsiteY16" fmla="*/ 16166 h 133890"/>
                <a:gd name="connsiteX17" fmla="*/ 139213 w 140377"/>
                <a:gd name="connsiteY17" fmla="*/ 9222 h 133890"/>
                <a:gd name="connsiteX18" fmla="*/ 140666 w 140377"/>
                <a:gd name="connsiteY18" fmla="*/ 5611 h 133890"/>
                <a:gd name="connsiteX19" fmla="*/ 134853 w 140377"/>
                <a:gd name="connsiteY19" fmla="*/ 55 h 133890"/>
                <a:gd name="connsiteX20" fmla="*/ 128168 w 140377"/>
                <a:gd name="connsiteY20" fmla="*/ 4222 h 133890"/>
                <a:gd name="connsiteX21" fmla="*/ 70622 w 140377"/>
                <a:gd name="connsiteY21" fmla="*/ 59222 h 13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0377" h="133890">
                  <a:moveTo>
                    <a:pt x="70622" y="59222"/>
                  </a:moveTo>
                  <a:lnTo>
                    <a:pt x="12495" y="3944"/>
                  </a:lnTo>
                  <a:cubicBezTo>
                    <a:pt x="9007" y="610"/>
                    <a:pt x="8426" y="55"/>
                    <a:pt x="6101" y="55"/>
                  </a:cubicBezTo>
                  <a:cubicBezTo>
                    <a:pt x="3194" y="55"/>
                    <a:pt x="288" y="2555"/>
                    <a:pt x="288" y="5611"/>
                  </a:cubicBezTo>
                  <a:cubicBezTo>
                    <a:pt x="288" y="7555"/>
                    <a:pt x="869" y="8111"/>
                    <a:pt x="4066" y="11166"/>
                  </a:cubicBezTo>
                  <a:lnTo>
                    <a:pt x="62194" y="67000"/>
                  </a:lnTo>
                  <a:lnTo>
                    <a:pt x="4066" y="122834"/>
                  </a:lnTo>
                  <a:cubicBezTo>
                    <a:pt x="869" y="125890"/>
                    <a:pt x="288" y="126445"/>
                    <a:pt x="288" y="128390"/>
                  </a:cubicBezTo>
                  <a:cubicBezTo>
                    <a:pt x="288" y="131445"/>
                    <a:pt x="3194" y="133945"/>
                    <a:pt x="6101" y="133945"/>
                  </a:cubicBezTo>
                  <a:cubicBezTo>
                    <a:pt x="8426" y="133945"/>
                    <a:pt x="9007" y="133390"/>
                    <a:pt x="12495" y="130056"/>
                  </a:cubicBezTo>
                  <a:lnTo>
                    <a:pt x="70331" y="74778"/>
                  </a:lnTo>
                  <a:lnTo>
                    <a:pt x="130493" y="132279"/>
                  </a:lnTo>
                  <a:cubicBezTo>
                    <a:pt x="131075" y="132556"/>
                    <a:pt x="133109" y="133945"/>
                    <a:pt x="134853" y="133945"/>
                  </a:cubicBezTo>
                  <a:cubicBezTo>
                    <a:pt x="138341" y="133945"/>
                    <a:pt x="140666" y="131445"/>
                    <a:pt x="140666" y="128390"/>
                  </a:cubicBezTo>
                  <a:cubicBezTo>
                    <a:pt x="140666" y="127834"/>
                    <a:pt x="140666" y="126723"/>
                    <a:pt x="139794" y="125334"/>
                  </a:cubicBezTo>
                  <a:cubicBezTo>
                    <a:pt x="139503" y="124779"/>
                    <a:pt x="93292" y="81167"/>
                    <a:pt x="78760" y="67000"/>
                  </a:cubicBezTo>
                  <a:lnTo>
                    <a:pt x="131947" y="16166"/>
                  </a:lnTo>
                  <a:cubicBezTo>
                    <a:pt x="133400" y="14500"/>
                    <a:pt x="137759" y="10888"/>
                    <a:pt x="139213" y="9222"/>
                  </a:cubicBezTo>
                  <a:cubicBezTo>
                    <a:pt x="139503" y="8666"/>
                    <a:pt x="140666" y="7555"/>
                    <a:pt x="140666" y="5611"/>
                  </a:cubicBezTo>
                  <a:cubicBezTo>
                    <a:pt x="140666" y="2555"/>
                    <a:pt x="138341" y="55"/>
                    <a:pt x="134853" y="55"/>
                  </a:cubicBezTo>
                  <a:cubicBezTo>
                    <a:pt x="132528" y="55"/>
                    <a:pt x="131365" y="1166"/>
                    <a:pt x="128168" y="4222"/>
                  </a:cubicBezTo>
                  <a:lnTo>
                    <a:pt x="70622" y="59222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8A93F691-E302-5FC6-BCBF-17C67E5491FE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4699593" y="6528555"/>
              <a:ext cx="95910" cy="185002"/>
            </a:xfrm>
            <a:custGeom>
              <a:avLst/>
              <a:gdLst>
                <a:gd name="connsiteX0" fmla="*/ 59878 w 95910"/>
                <a:gd name="connsiteY0" fmla="*/ 7277 h 185002"/>
                <a:gd name="connsiteX1" fmla="*/ 53194 w 95910"/>
                <a:gd name="connsiteY1" fmla="*/ 55 h 185002"/>
                <a:gd name="connsiteX2" fmla="*/ 298 w 95910"/>
                <a:gd name="connsiteY2" fmla="*/ 17833 h 185002"/>
                <a:gd name="connsiteX3" fmla="*/ 298 w 95910"/>
                <a:gd name="connsiteY3" fmla="*/ 26444 h 185002"/>
                <a:gd name="connsiteX4" fmla="*/ 38371 w 95910"/>
                <a:gd name="connsiteY4" fmla="*/ 19222 h 185002"/>
                <a:gd name="connsiteX5" fmla="*/ 38371 w 95910"/>
                <a:gd name="connsiteY5" fmla="*/ 163112 h 185002"/>
                <a:gd name="connsiteX6" fmla="*/ 11342 w 95910"/>
                <a:gd name="connsiteY6" fmla="*/ 176446 h 185002"/>
                <a:gd name="connsiteX7" fmla="*/ 2042 w 95910"/>
                <a:gd name="connsiteY7" fmla="*/ 176446 h 185002"/>
                <a:gd name="connsiteX8" fmla="*/ 2042 w 95910"/>
                <a:gd name="connsiteY8" fmla="*/ 185057 h 185002"/>
                <a:gd name="connsiteX9" fmla="*/ 49125 w 95910"/>
                <a:gd name="connsiteY9" fmla="*/ 184224 h 185002"/>
                <a:gd name="connsiteX10" fmla="*/ 96208 w 95910"/>
                <a:gd name="connsiteY10" fmla="*/ 185057 h 185002"/>
                <a:gd name="connsiteX11" fmla="*/ 96208 w 95910"/>
                <a:gd name="connsiteY11" fmla="*/ 176446 h 185002"/>
                <a:gd name="connsiteX12" fmla="*/ 86908 w 95910"/>
                <a:gd name="connsiteY12" fmla="*/ 176446 h 185002"/>
                <a:gd name="connsiteX13" fmla="*/ 59878 w 95910"/>
                <a:gd name="connsiteY13" fmla="*/ 163112 h 185002"/>
                <a:gd name="connsiteX14" fmla="*/ 59878 w 95910"/>
                <a:gd name="connsiteY14" fmla="*/ 7277 h 1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5910" h="185002">
                  <a:moveTo>
                    <a:pt x="59878" y="7277"/>
                  </a:moveTo>
                  <a:cubicBezTo>
                    <a:pt x="59878" y="610"/>
                    <a:pt x="59878" y="55"/>
                    <a:pt x="53194" y="55"/>
                  </a:cubicBezTo>
                  <a:cubicBezTo>
                    <a:pt x="35174" y="17833"/>
                    <a:pt x="9598" y="17833"/>
                    <a:pt x="298" y="17833"/>
                  </a:cubicBezTo>
                  <a:lnTo>
                    <a:pt x="298" y="26444"/>
                  </a:lnTo>
                  <a:cubicBezTo>
                    <a:pt x="6111" y="26444"/>
                    <a:pt x="23258" y="26444"/>
                    <a:pt x="38371" y="19222"/>
                  </a:cubicBezTo>
                  <a:lnTo>
                    <a:pt x="38371" y="163112"/>
                  </a:lnTo>
                  <a:cubicBezTo>
                    <a:pt x="38371" y="173113"/>
                    <a:pt x="37499" y="176446"/>
                    <a:pt x="11342" y="176446"/>
                  </a:cubicBezTo>
                  <a:lnTo>
                    <a:pt x="2042" y="176446"/>
                  </a:lnTo>
                  <a:lnTo>
                    <a:pt x="2042" y="185057"/>
                  </a:lnTo>
                  <a:cubicBezTo>
                    <a:pt x="12214" y="184224"/>
                    <a:pt x="37499" y="184224"/>
                    <a:pt x="49125" y="184224"/>
                  </a:cubicBezTo>
                  <a:cubicBezTo>
                    <a:pt x="60750" y="184224"/>
                    <a:pt x="86036" y="184224"/>
                    <a:pt x="96208" y="185057"/>
                  </a:cubicBezTo>
                  <a:lnTo>
                    <a:pt x="96208" y="176446"/>
                  </a:lnTo>
                  <a:lnTo>
                    <a:pt x="86908" y="176446"/>
                  </a:lnTo>
                  <a:cubicBezTo>
                    <a:pt x="60750" y="176446"/>
                    <a:pt x="59878" y="173390"/>
                    <a:pt x="59878" y="163112"/>
                  </a:cubicBezTo>
                  <a:lnTo>
                    <a:pt x="59878" y="7277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41CF247-3870-A386-F37D-18E79E070B5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4830381" y="6528555"/>
              <a:ext cx="122358" cy="191113"/>
            </a:xfrm>
            <a:custGeom>
              <a:avLst/>
              <a:gdLst>
                <a:gd name="connsiteX0" fmla="*/ 122661 w 122358"/>
                <a:gd name="connsiteY0" fmla="*/ 96167 h 191113"/>
                <a:gd name="connsiteX1" fmla="*/ 111036 w 122358"/>
                <a:gd name="connsiteY1" fmla="*/ 31166 h 191113"/>
                <a:gd name="connsiteX2" fmla="*/ 61627 w 122358"/>
                <a:gd name="connsiteY2" fmla="*/ 55 h 191113"/>
                <a:gd name="connsiteX3" fmla="*/ 11056 w 122358"/>
                <a:gd name="connsiteY3" fmla="*/ 33111 h 191113"/>
                <a:gd name="connsiteX4" fmla="*/ 303 w 122358"/>
                <a:gd name="connsiteY4" fmla="*/ 96167 h 191113"/>
                <a:gd name="connsiteX5" fmla="*/ 13381 w 122358"/>
                <a:gd name="connsiteY5" fmla="*/ 163112 h 191113"/>
                <a:gd name="connsiteX6" fmla="*/ 61337 w 122358"/>
                <a:gd name="connsiteY6" fmla="*/ 191168 h 191113"/>
                <a:gd name="connsiteX7" fmla="*/ 111908 w 122358"/>
                <a:gd name="connsiteY7" fmla="*/ 158946 h 191113"/>
                <a:gd name="connsiteX8" fmla="*/ 122661 w 122358"/>
                <a:gd name="connsiteY8" fmla="*/ 96167 h 191113"/>
                <a:gd name="connsiteX9" fmla="*/ 61337 w 122358"/>
                <a:gd name="connsiteY9" fmla="*/ 185057 h 191113"/>
                <a:gd name="connsiteX10" fmla="*/ 27623 w 122358"/>
                <a:gd name="connsiteY10" fmla="*/ 151446 h 191113"/>
                <a:gd name="connsiteX11" fmla="*/ 24426 w 122358"/>
                <a:gd name="connsiteY11" fmla="*/ 92834 h 191113"/>
                <a:gd name="connsiteX12" fmla="*/ 26751 w 122358"/>
                <a:gd name="connsiteY12" fmla="*/ 41722 h 191113"/>
                <a:gd name="connsiteX13" fmla="*/ 61337 w 122358"/>
                <a:gd name="connsiteY13" fmla="*/ 6166 h 191113"/>
                <a:gd name="connsiteX14" fmla="*/ 95632 w 122358"/>
                <a:gd name="connsiteY14" fmla="*/ 38666 h 191113"/>
                <a:gd name="connsiteX15" fmla="*/ 98538 w 122358"/>
                <a:gd name="connsiteY15" fmla="*/ 92834 h 191113"/>
                <a:gd name="connsiteX16" fmla="*/ 95341 w 122358"/>
                <a:gd name="connsiteY16" fmla="*/ 150334 h 191113"/>
                <a:gd name="connsiteX17" fmla="*/ 61337 w 122358"/>
                <a:gd name="connsiteY17" fmla="*/ 185057 h 191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2358" h="191113">
                  <a:moveTo>
                    <a:pt x="122661" y="96167"/>
                  </a:moveTo>
                  <a:cubicBezTo>
                    <a:pt x="122661" y="73945"/>
                    <a:pt x="121208" y="51722"/>
                    <a:pt x="111036" y="31166"/>
                  </a:cubicBezTo>
                  <a:cubicBezTo>
                    <a:pt x="97666" y="4499"/>
                    <a:pt x="73834" y="55"/>
                    <a:pt x="61627" y="55"/>
                  </a:cubicBezTo>
                  <a:cubicBezTo>
                    <a:pt x="44189" y="55"/>
                    <a:pt x="22972" y="7277"/>
                    <a:pt x="11056" y="33111"/>
                  </a:cubicBezTo>
                  <a:cubicBezTo>
                    <a:pt x="1756" y="52278"/>
                    <a:pt x="303" y="73945"/>
                    <a:pt x="303" y="96167"/>
                  </a:cubicBezTo>
                  <a:cubicBezTo>
                    <a:pt x="303" y="117001"/>
                    <a:pt x="1465" y="142001"/>
                    <a:pt x="13381" y="163112"/>
                  </a:cubicBezTo>
                  <a:cubicBezTo>
                    <a:pt x="25879" y="185613"/>
                    <a:pt x="47095" y="191168"/>
                    <a:pt x="61337" y="191168"/>
                  </a:cubicBezTo>
                  <a:cubicBezTo>
                    <a:pt x="77031" y="191168"/>
                    <a:pt x="99120" y="185335"/>
                    <a:pt x="111908" y="158946"/>
                  </a:cubicBezTo>
                  <a:cubicBezTo>
                    <a:pt x="121208" y="139779"/>
                    <a:pt x="122661" y="118112"/>
                    <a:pt x="122661" y="96167"/>
                  </a:cubicBezTo>
                  <a:close/>
                  <a:moveTo>
                    <a:pt x="61337" y="185057"/>
                  </a:moveTo>
                  <a:cubicBezTo>
                    <a:pt x="50002" y="185057"/>
                    <a:pt x="32854" y="178113"/>
                    <a:pt x="27623" y="151446"/>
                  </a:cubicBezTo>
                  <a:cubicBezTo>
                    <a:pt x="24426" y="134779"/>
                    <a:pt x="24426" y="109223"/>
                    <a:pt x="24426" y="92834"/>
                  </a:cubicBezTo>
                  <a:cubicBezTo>
                    <a:pt x="24426" y="75056"/>
                    <a:pt x="24426" y="56722"/>
                    <a:pt x="26751" y="41722"/>
                  </a:cubicBezTo>
                  <a:cubicBezTo>
                    <a:pt x="32273" y="8666"/>
                    <a:pt x="54071" y="6166"/>
                    <a:pt x="61337" y="6166"/>
                  </a:cubicBezTo>
                  <a:cubicBezTo>
                    <a:pt x="70928" y="6166"/>
                    <a:pt x="90110" y="11166"/>
                    <a:pt x="95632" y="38666"/>
                  </a:cubicBezTo>
                  <a:cubicBezTo>
                    <a:pt x="98538" y="54222"/>
                    <a:pt x="98538" y="75334"/>
                    <a:pt x="98538" y="92834"/>
                  </a:cubicBezTo>
                  <a:cubicBezTo>
                    <a:pt x="98538" y="113667"/>
                    <a:pt x="98538" y="132556"/>
                    <a:pt x="95341" y="150334"/>
                  </a:cubicBezTo>
                  <a:cubicBezTo>
                    <a:pt x="90982" y="176724"/>
                    <a:pt x="74415" y="185057"/>
                    <a:pt x="61337" y="185057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A5C3D98E-3275-3671-A148-609E9ADDED34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4986337" y="6545391"/>
              <a:ext cx="137529" cy="9527"/>
            </a:xfrm>
            <a:custGeom>
              <a:avLst/>
              <a:gdLst>
                <a:gd name="connsiteX0" fmla="*/ 129700 w 137529"/>
                <a:gd name="connsiteY0" fmla="*/ 9579 h 9527"/>
                <a:gd name="connsiteX1" fmla="*/ 137837 w 137529"/>
                <a:gd name="connsiteY1" fmla="*/ 4912 h 9527"/>
                <a:gd name="connsiteX2" fmla="*/ 129700 w 137529"/>
                <a:gd name="connsiteY2" fmla="*/ 51 h 9527"/>
                <a:gd name="connsiteX3" fmla="*/ 8446 w 137529"/>
                <a:gd name="connsiteY3" fmla="*/ 51 h 9527"/>
                <a:gd name="connsiteX4" fmla="*/ 308 w 137529"/>
                <a:gd name="connsiteY4" fmla="*/ 4718 h 9527"/>
                <a:gd name="connsiteX5" fmla="*/ 8446 w 137529"/>
                <a:gd name="connsiteY5" fmla="*/ 9579 h 9527"/>
                <a:gd name="connsiteX6" fmla="*/ 129700 w 137529"/>
                <a:gd name="connsiteY6" fmla="*/ 9579 h 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529" h="9527">
                  <a:moveTo>
                    <a:pt x="129700" y="9579"/>
                  </a:moveTo>
                  <a:cubicBezTo>
                    <a:pt x="132955" y="9579"/>
                    <a:pt x="137837" y="9579"/>
                    <a:pt x="137837" y="4912"/>
                  </a:cubicBezTo>
                  <a:cubicBezTo>
                    <a:pt x="137837" y="51"/>
                    <a:pt x="133158" y="51"/>
                    <a:pt x="129700" y="51"/>
                  </a:cubicBezTo>
                  <a:lnTo>
                    <a:pt x="8446" y="51"/>
                  </a:lnTo>
                  <a:cubicBezTo>
                    <a:pt x="5190" y="51"/>
                    <a:pt x="308" y="51"/>
                    <a:pt x="308" y="4718"/>
                  </a:cubicBezTo>
                  <a:cubicBezTo>
                    <a:pt x="308" y="9579"/>
                    <a:pt x="4987" y="9579"/>
                    <a:pt x="8446" y="9579"/>
                  </a:cubicBezTo>
                  <a:lnTo>
                    <a:pt x="129700" y="9579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3C7F417-0B85-78B6-C056-50987DCB369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5168190" y="6469751"/>
              <a:ext cx="74054" cy="129112"/>
            </a:xfrm>
            <a:custGeom>
              <a:avLst/>
              <a:gdLst>
                <a:gd name="connsiteX0" fmla="*/ 46293 w 74054"/>
                <a:gd name="connsiteY0" fmla="*/ 5495 h 129112"/>
                <a:gd name="connsiteX1" fmla="*/ 40189 w 74054"/>
                <a:gd name="connsiteY1" fmla="*/ 51 h 129112"/>
                <a:gd name="connsiteX2" fmla="*/ 314 w 74054"/>
                <a:gd name="connsiteY2" fmla="*/ 12495 h 129112"/>
                <a:gd name="connsiteX3" fmla="*/ 314 w 74054"/>
                <a:gd name="connsiteY3" fmla="*/ 19495 h 129112"/>
                <a:gd name="connsiteX4" fmla="*/ 29814 w 74054"/>
                <a:gd name="connsiteY4" fmla="*/ 14051 h 129112"/>
                <a:gd name="connsiteX5" fmla="*/ 29814 w 74054"/>
                <a:gd name="connsiteY5" fmla="*/ 113219 h 129112"/>
                <a:gd name="connsiteX6" fmla="*/ 9469 w 74054"/>
                <a:gd name="connsiteY6" fmla="*/ 122163 h 129112"/>
                <a:gd name="connsiteX7" fmla="*/ 1738 w 74054"/>
                <a:gd name="connsiteY7" fmla="*/ 122163 h 129112"/>
                <a:gd name="connsiteX8" fmla="*/ 1738 w 74054"/>
                <a:gd name="connsiteY8" fmla="*/ 129163 h 129112"/>
                <a:gd name="connsiteX9" fmla="*/ 37952 w 74054"/>
                <a:gd name="connsiteY9" fmla="*/ 128386 h 129112"/>
                <a:gd name="connsiteX10" fmla="*/ 74368 w 74054"/>
                <a:gd name="connsiteY10" fmla="*/ 129163 h 129112"/>
                <a:gd name="connsiteX11" fmla="*/ 74368 w 74054"/>
                <a:gd name="connsiteY11" fmla="*/ 122163 h 129112"/>
                <a:gd name="connsiteX12" fmla="*/ 66637 w 74054"/>
                <a:gd name="connsiteY12" fmla="*/ 122163 h 129112"/>
                <a:gd name="connsiteX13" fmla="*/ 46293 w 74054"/>
                <a:gd name="connsiteY13" fmla="*/ 113219 h 129112"/>
                <a:gd name="connsiteX14" fmla="*/ 46293 w 74054"/>
                <a:gd name="connsiteY14" fmla="*/ 5495 h 12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054" h="129112">
                  <a:moveTo>
                    <a:pt x="46293" y="5495"/>
                  </a:moveTo>
                  <a:cubicBezTo>
                    <a:pt x="46293" y="245"/>
                    <a:pt x="45886" y="51"/>
                    <a:pt x="40189" y="51"/>
                  </a:cubicBezTo>
                  <a:cubicBezTo>
                    <a:pt x="27169" y="12301"/>
                    <a:pt x="8655" y="12495"/>
                    <a:pt x="314" y="12495"/>
                  </a:cubicBezTo>
                  <a:lnTo>
                    <a:pt x="314" y="19495"/>
                  </a:lnTo>
                  <a:cubicBezTo>
                    <a:pt x="5197" y="19495"/>
                    <a:pt x="18624" y="19495"/>
                    <a:pt x="29814" y="14051"/>
                  </a:cubicBezTo>
                  <a:lnTo>
                    <a:pt x="29814" y="113219"/>
                  </a:lnTo>
                  <a:cubicBezTo>
                    <a:pt x="29814" y="119636"/>
                    <a:pt x="29814" y="122163"/>
                    <a:pt x="9469" y="122163"/>
                  </a:cubicBezTo>
                  <a:lnTo>
                    <a:pt x="1738" y="122163"/>
                  </a:lnTo>
                  <a:lnTo>
                    <a:pt x="1738" y="129163"/>
                  </a:lnTo>
                  <a:cubicBezTo>
                    <a:pt x="5400" y="128969"/>
                    <a:pt x="30424" y="128386"/>
                    <a:pt x="37952" y="128386"/>
                  </a:cubicBezTo>
                  <a:cubicBezTo>
                    <a:pt x="44258" y="128386"/>
                    <a:pt x="69893" y="128969"/>
                    <a:pt x="74368" y="129163"/>
                  </a:cubicBezTo>
                  <a:lnTo>
                    <a:pt x="74368" y="122163"/>
                  </a:lnTo>
                  <a:lnTo>
                    <a:pt x="66637" y="122163"/>
                  </a:lnTo>
                  <a:cubicBezTo>
                    <a:pt x="46293" y="122163"/>
                    <a:pt x="46293" y="119636"/>
                    <a:pt x="46293" y="113219"/>
                  </a:cubicBezTo>
                  <a:lnTo>
                    <a:pt x="46293" y="5495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BF8F5355-744D-CBA7-8019-72F9D359005B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5272852" y="6469751"/>
              <a:ext cx="93585" cy="133001"/>
            </a:xfrm>
            <a:custGeom>
              <a:avLst/>
              <a:gdLst>
                <a:gd name="connsiteX0" fmla="*/ 74372 w 93585"/>
                <a:gd name="connsiteY0" fmla="*/ 71218 h 133001"/>
                <a:gd name="connsiteX1" fmla="*/ 37142 w 93585"/>
                <a:gd name="connsiteY1" fmla="*/ 126830 h 133001"/>
                <a:gd name="connsiteX2" fmla="*/ 16390 w 93585"/>
                <a:gd name="connsiteY2" fmla="*/ 120413 h 133001"/>
                <a:gd name="connsiteX3" fmla="*/ 25342 w 93585"/>
                <a:gd name="connsiteY3" fmla="*/ 111274 h 133001"/>
                <a:gd name="connsiteX4" fmla="*/ 15780 w 93585"/>
                <a:gd name="connsiteY4" fmla="*/ 102135 h 133001"/>
                <a:gd name="connsiteX5" fmla="*/ 6014 w 93585"/>
                <a:gd name="connsiteY5" fmla="*/ 111663 h 133001"/>
                <a:gd name="connsiteX6" fmla="*/ 37345 w 93585"/>
                <a:gd name="connsiteY6" fmla="*/ 133052 h 133001"/>
                <a:gd name="connsiteX7" fmla="*/ 93903 w 93585"/>
                <a:gd name="connsiteY7" fmla="*/ 65190 h 133001"/>
                <a:gd name="connsiteX8" fmla="*/ 47721 w 93585"/>
                <a:gd name="connsiteY8" fmla="*/ 51 h 133001"/>
                <a:gd name="connsiteX9" fmla="*/ 15373 w 93585"/>
                <a:gd name="connsiteY9" fmla="*/ 11912 h 133001"/>
                <a:gd name="connsiteX10" fmla="*/ 318 w 93585"/>
                <a:gd name="connsiteY10" fmla="*/ 43412 h 133001"/>
                <a:gd name="connsiteX11" fmla="*/ 44669 w 93585"/>
                <a:gd name="connsiteY11" fmla="*/ 86385 h 133001"/>
                <a:gd name="connsiteX12" fmla="*/ 74372 w 93585"/>
                <a:gd name="connsiteY12" fmla="*/ 67329 h 133001"/>
                <a:gd name="connsiteX13" fmla="*/ 74372 w 93585"/>
                <a:gd name="connsiteY13" fmla="*/ 71218 h 133001"/>
                <a:gd name="connsiteX14" fmla="*/ 45686 w 93585"/>
                <a:gd name="connsiteY14" fmla="*/ 80941 h 133001"/>
                <a:gd name="connsiteX15" fmla="*/ 24528 w 93585"/>
                <a:gd name="connsiteY15" fmla="*/ 69468 h 133001"/>
                <a:gd name="connsiteX16" fmla="*/ 19849 w 93585"/>
                <a:gd name="connsiteY16" fmla="*/ 43412 h 133001"/>
                <a:gd name="connsiteX17" fmla="*/ 25749 w 93585"/>
                <a:gd name="connsiteY17" fmla="*/ 16579 h 133001"/>
                <a:gd name="connsiteX18" fmla="*/ 47924 w 93585"/>
                <a:gd name="connsiteY18" fmla="*/ 5690 h 133001"/>
                <a:gd name="connsiteX19" fmla="*/ 67659 w 93585"/>
                <a:gd name="connsiteY19" fmla="*/ 16968 h 133001"/>
                <a:gd name="connsiteX20" fmla="*/ 73762 w 93585"/>
                <a:gd name="connsiteY20" fmla="*/ 45551 h 133001"/>
                <a:gd name="connsiteX21" fmla="*/ 45686 w 93585"/>
                <a:gd name="connsiteY21" fmla="*/ 80941 h 13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85" h="133001">
                  <a:moveTo>
                    <a:pt x="74372" y="71218"/>
                  </a:moveTo>
                  <a:cubicBezTo>
                    <a:pt x="74372" y="119441"/>
                    <a:pt x="49348" y="126830"/>
                    <a:pt x="37142" y="126830"/>
                  </a:cubicBezTo>
                  <a:cubicBezTo>
                    <a:pt x="32666" y="126830"/>
                    <a:pt x="21883" y="126441"/>
                    <a:pt x="16390" y="120413"/>
                  </a:cubicBezTo>
                  <a:cubicBezTo>
                    <a:pt x="24731" y="119636"/>
                    <a:pt x="25342" y="113024"/>
                    <a:pt x="25342" y="111274"/>
                  </a:cubicBezTo>
                  <a:cubicBezTo>
                    <a:pt x="25342" y="106413"/>
                    <a:pt x="21883" y="102135"/>
                    <a:pt x="15780" y="102135"/>
                  </a:cubicBezTo>
                  <a:cubicBezTo>
                    <a:pt x="9676" y="102135"/>
                    <a:pt x="6014" y="106024"/>
                    <a:pt x="6014" y="111663"/>
                  </a:cubicBezTo>
                  <a:cubicBezTo>
                    <a:pt x="6014" y="124886"/>
                    <a:pt x="17611" y="133052"/>
                    <a:pt x="37345" y="133052"/>
                  </a:cubicBezTo>
                  <a:cubicBezTo>
                    <a:pt x="66438" y="133052"/>
                    <a:pt x="93903" y="106802"/>
                    <a:pt x="93903" y="65190"/>
                  </a:cubicBezTo>
                  <a:cubicBezTo>
                    <a:pt x="93903" y="16968"/>
                    <a:pt x="71524" y="51"/>
                    <a:pt x="47721" y="51"/>
                  </a:cubicBezTo>
                  <a:cubicBezTo>
                    <a:pt x="41007" y="51"/>
                    <a:pt x="26969" y="1023"/>
                    <a:pt x="15373" y="11912"/>
                  </a:cubicBezTo>
                  <a:cubicBezTo>
                    <a:pt x="8456" y="18329"/>
                    <a:pt x="318" y="25912"/>
                    <a:pt x="318" y="43412"/>
                  </a:cubicBezTo>
                  <a:cubicBezTo>
                    <a:pt x="318" y="68107"/>
                    <a:pt x="20866" y="86385"/>
                    <a:pt x="44669" y="86385"/>
                  </a:cubicBezTo>
                  <a:cubicBezTo>
                    <a:pt x="60945" y="86385"/>
                    <a:pt x="69693" y="76079"/>
                    <a:pt x="74372" y="67329"/>
                  </a:cubicBezTo>
                  <a:lnTo>
                    <a:pt x="74372" y="71218"/>
                  </a:lnTo>
                  <a:close/>
                  <a:moveTo>
                    <a:pt x="45686" y="80941"/>
                  </a:moveTo>
                  <a:cubicBezTo>
                    <a:pt x="37752" y="80941"/>
                    <a:pt x="30225" y="78413"/>
                    <a:pt x="24528" y="69468"/>
                  </a:cubicBezTo>
                  <a:cubicBezTo>
                    <a:pt x="19849" y="62274"/>
                    <a:pt x="19849" y="54107"/>
                    <a:pt x="19849" y="43412"/>
                  </a:cubicBezTo>
                  <a:cubicBezTo>
                    <a:pt x="19849" y="32135"/>
                    <a:pt x="19849" y="24357"/>
                    <a:pt x="25749" y="16579"/>
                  </a:cubicBezTo>
                  <a:cubicBezTo>
                    <a:pt x="30631" y="9773"/>
                    <a:pt x="37345" y="5690"/>
                    <a:pt x="47924" y="5690"/>
                  </a:cubicBezTo>
                  <a:cubicBezTo>
                    <a:pt x="58300" y="5690"/>
                    <a:pt x="64404" y="11912"/>
                    <a:pt x="67659" y="16968"/>
                  </a:cubicBezTo>
                  <a:cubicBezTo>
                    <a:pt x="73152" y="25134"/>
                    <a:pt x="73762" y="38746"/>
                    <a:pt x="73762" y="45551"/>
                  </a:cubicBezTo>
                  <a:cubicBezTo>
                    <a:pt x="73762" y="70829"/>
                    <a:pt x="58504" y="80941"/>
                    <a:pt x="45686" y="80941"/>
                  </a:cubicBez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2245664-11A9-F993-C41E-A23AEE3911EB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5455220" y="6517722"/>
              <a:ext cx="206352" cy="201946"/>
            </a:xfrm>
            <a:custGeom>
              <a:avLst/>
              <a:gdLst>
                <a:gd name="connsiteX0" fmla="*/ 206677 w 206352"/>
                <a:gd name="connsiteY0" fmla="*/ 2833 h 201946"/>
                <a:gd name="connsiteX1" fmla="*/ 203480 w 206352"/>
                <a:gd name="connsiteY1" fmla="*/ 55 h 201946"/>
                <a:gd name="connsiteX2" fmla="*/ 199120 w 206352"/>
                <a:gd name="connsiteY2" fmla="*/ 3388 h 201946"/>
                <a:gd name="connsiteX3" fmla="*/ 178776 w 206352"/>
                <a:gd name="connsiteY3" fmla="*/ 24777 h 201946"/>
                <a:gd name="connsiteX4" fmla="*/ 130530 w 206352"/>
                <a:gd name="connsiteY4" fmla="*/ 55 h 201946"/>
                <a:gd name="connsiteX5" fmla="*/ 324 w 206352"/>
                <a:gd name="connsiteY5" fmla="*/ 125890 h 201946"/>
                <a:gd name="connsiteX6" fmla="*/ 79087 w 206352"/>
                <a:gd name="connsiteY6" fmla="*/ 202002 h 201946"/>
                <a:gd name="connsiteX7" fmla="*/ 141865 w 206352"/>
                <a:gd name="connsiteY7" fmla="*/ 178113 h 201946"/>
                <a:gd name="connsiteX8" fmla="*/ 173835 w 206352"/>
                <a:gd name="connsiteY8" fmla="*/ 129223 h 201946"/>
                <a:gd name="connsiteX9" fmla="*/ 170347 w 206352"/>
                <a:gd name="connsiteY9" fmla="*/ 126445 h 201946"/>
                <a:gd name="connsiteX10" fmla="*/ 166569 w 206352"/>
                <a:gd name="connsiteY10" fmla="*/ 129223 h 201946"/>
                <a:gd name="connsiteX11" fmla="*/ 137214 w 206352"/>
                <a:gd name="connsiteY11" fmla="*/ 173113 h 201946"/>
                <a:gd name="connsiteX12" fmla="*/ 83737 w 206352"/>
                <a:gd name="connsiteY12" fmla="*/ 193391 h 201946"/>
                <a:gd name="connsiteX13" fmla="*/ 26772 w 206352"/>
                <a:gd name="connsiteY13" fmla="*/ 135612 h 201946"/>
                <a:gd name="connsiteX14" fmla="*/ 61939 w 206352"/>
                <a:gd name="connsiteY14" fmla="*/ 42278 h 201946"/>
                <a:gd name="connsiteX15" fmla="*/ 132855 w 206352"/>
                <a:gd name="connsiteY15" fmla="*/ 8666 h 201946"/>
                <a:gd name="connsiteX16" fmla="*/ 179647 w 206352"/>
                <a:gd name="connsiteY16" fmla="*/ 62278 h 201946"/>
                <a:gd name="connsiteX17" fmla="*/ 178776 w 206352"/>
                <a:gd name="connsiteY17" fmla="*/ 76445 h 201946"/>
                <a:gd name="connsiteX18" fmla="*/ 183135 w 206352"/>
                <a:gd name="connsiteY18" fmla="*/ 79223 h 201946"/>
                <a:gd name="connsiteX19" fmla="*/ 188367 w 206352"/>
                <a:gd name="connsiteY19" fmla="*/ 73667 h 201946"/>
                <a:gd name="connsiteX20" fmla="*/ 206677 w 206352"/>
                <a:gd name="connsiteY20" fmla="*/ 2833 h 201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6352" h="201946">
                  <a:moveTo>
                    <a:pt x="206677" y="2833"/>
                  </a:moveTo>
                  <a:cubicBezTo>
                    <a:pt x="206677" y="1999"/>
                    <a:pt x="206095" y="55"/>
                    <a:pt x="203480" y="55"/>
                  </a:cubicBezTo>
                  <a:cubicBezTo>
                    <a:pt x="202608" y="55"/>
                    <a:pt x="202317" y="333"/>
                    <a:pt x="199120" y="3388"/>
                  </a:cubicBezTo>
                  <a:lnTo>
                    <a:pt x="178776" y="24777"/>
                  </a:lnTo>
                  <a:cubicBezTo>
                    <a:pt x="176160" y="20889"/>
                    <a:pt x="162790" y="55"/>
                    <a:pt x="130530" y="55"/>
                  </a:cubicBezTo>
                  <a:cubicBezTo>
                    <a:pt x="65718" y="55"/>
                    <a:pt x="324" y="61445"/>
                    <a:pt x="324" y="125890"/>
                  </a:cubicBezTo>
                  <a:cubicBezTo>
                    <a:pt x="324" y="171724"/>
                    <a:pt x="34619" y="202002"/>
                    <a:pt x="79087" y="202002"/>
                  </a:cubicBezTo>
                  <a:cubicBezTo>
                    <a:pt x="104372" y="202002"/>
                    <a:pt x="126461" y="190890"/>
                    <a:pt x="141865" y="178113"/>
                  </a:cubicBezTo>
                  <a:cubicBezTo>
                    <a:pt x="168894" y="155335"/>
                    <a:pt x="173835" y="130056"/>
                    <a:pt x="173835" y="129223"/>
                  </a:cubicBezTo>
                  <a:cubicBezTo>
                    <a:pt x="173835" y="126445"/>
                    <a:pt x="170928" y="126445"/>
                    <a:pt x="170347" y="126445"/>
                  </a:cubicBezTo>
                  <a:cubicBezTo>
                    <a:pt x="168603" y="126445"/>
                    <a:pt x="167150" y="127001"/>
                    <a:pt x="166569" y="129223"/>
                  </a:cubicBezTo>
                  <a:cubicBezTo>
                    <a:pt x="163953" y="137279"/>
                    <a:pt x="157268" y="157001"/>
                    <a:pt x="137214" y="173113"/>
                  </a:cubicBezTo>
                  <a:cubicBezTo>
                    <a:pt x="117160" y="188668"/>
                    <a:pt x="98850" y="193391"/>
                    <a:pt x="83737" y="193391"/>
                  </a:cubicBezTo>
                  <a:cubicBezTo>
                    <a:pt x="57580" y="193391"/>
                    <a:pt x="26772" y="178946"/>
                    <a:pt x="26772" y="135612"/>
                  </a:cubicBezTo>
                  <a:cubicBezTo>
                    <a:pt x="26772" y="119779"/>
                    <a:pt x="32875" y="74778"/>
                    <a:pt x="61939" y="42278"/>
                  </a:cubicBezTo>
                  <a:cubicBezTo>
                    <a:pt x="79668" y="22555"/>
                    <a:pt x="106988" y="8666"/>
                    <a:pt x="132855" y="8666"/>
                  </a:cubicBezTo>
                  <a:cubicBezTo>
                    <a:pt x="162500" y="8666"/>
                    <a:pt x="179647" y="30055"/>
                    <a:pt x="179647" y="62278"/>
                  </a:cubicBezTo>
                  <a:cubicBezTo>
                    <a:pt x="179647" y="73389"/>
                    <a:pt x="178776" y="73667"/>
                    <a:pt x="178776" y="76445"/>
                  </a:cubicBezTo>
                  <a:cubicBezTo>
                    <a:pt x="178776" y="79223"/>
                    <a:pt x="181973" y="79223"/>
                    <a:pt x="183135" y="79223"/>
                  </a:cubicBezTo>
                  <a:cubicBezTo>
                    <a:pt x="186913" y="79223"/>
                    <a:pt x="186913" y="78667"/>
                    <a:pt x="188367" y="73667"/>
                  </a:cubicBezTo>
                  <a:lnTo>
                    <a:pt x="206677" y="2833"/>
                  </a:lnTo>
                  <a:close/>
                </a:path>
              </a:pathLst>
            </a:custGeom>
            <a:solidFill>
              <a:srgbClr val="000000"/>
            </a:solidFill>
            <a:ln w="3547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pic>
        <p:nvPicPr>
          <p:cNvPr id="269" name="Picture 268">
            <a:extLst>
              <a:ext uri="{FF2B5EF4-FFF2-40B4-BE49-F238E27FC236}">
                <a16:creationId xmlns:a16="http://schemas.microsoft.com/office/drawing/2014/main" id="{E949B93B-E348-1A2A-2567-048F22957166}"/>
              </a:ext>
            </a:extLst>
          </p:cNvPr>
          <p:cNvPicPr>
            <a:picLocks noChangeAspect="1"/>
          </p:cNvPicPr>
          <p:nvPr/>
        </p:nvPicPr>
        <p:blipFill>
          <a:blip r:embed="rId9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1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3374" y="2834898"/>
            <a:ext cx="3848334" cy="445999"/>
          </a:xfrm>
          <a:prstGeom prst="rect">
            <a:avLst/>
          </a:prstGeom>
        </p:spPr>
      </p:pic>
      <p:grpSp>
        <p:nvGrpSpPr>
          <p:cNvPr id="307" name="Group 306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it{* Reference Value}&#10;\end{align*}&#10;%%}&#10;\end{document}" title="IguanaTex Vector Display">
            <a:extLst>
              <a:ext uri="{FF2B5EF4-FFF2-40B4-BE49-F238E27FC236}">
                <a16:creationId xmlns:a16="http://schemas.microsoft.com/office/drawing/2014/main" id="{EA610D73-008F-6DB5-AFE2-AECCAF057CC8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3796050" y="3310330"/>
            <a:ext cx="1541004" cy="209441"/>
            <a:chOff x="7714027" y="4543884"/>
            <a:chExt cx="1541004" cy="209441"/>
          </a:xfrm>
        </p:grpSpPr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3A6561D7-8E70-BDAB-CF65-7E96074460C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714027" y="4543884"/>
              <a:ext cx="78298" cy="94523"/>
            </a:xfrm>
            <a:custGeom>
              <a:avLst/>
              <a:gdLst>
                <a:gd name="connsiteX0" fmla="*/ 35106 w 78298"/>
                <a:gd name="connsiteY0" fmla="*/ 87121 h 94523"/>
                <a:gd name="connsiteX1" fmla="*/ 40555 w 78298"/>
                <a:gd name="connsiteY1" fmla="*/ 51812 h 94523"/>
                <a:gd name="connsiteX2" fmla="*/ 58717 w 78298"/>
                <a:gd name="connsiteY2" fmla="*/ 71112 h 94523"/>
                <a:gd name="connsiteX3" fmla="*/ 62753 w 78298"/>
                <a:gd name="connsiteY3" fmla="*/ 73524 h 94523"/>
                <a:gd name="connsiteX4" fmla="*/ 69211 w 78298"/>
                <a:gd name="connsiteY4" fmla="*/ 66506 h 94523"/>
                <a:gd name="connsiteX5" fmla="*/ 66184 w 78298"/>
                <a:gd name="connsiteY5" fmla="*/ 62339 h 94523"/>
                <a:gd name="connsiteX6" fmla="*/ 43380 w 78298"/>
                <a:gd name="connsiteY6" fmla="*/ 47426 h 94523"/>
                <a:gd name="connsiteX7" fmla="*/ 73650 w 78298"/>
                <a:gd name="connsiteY7" fmla="*/ 32074 h 94523"/>
                <a:gd name="connsiteX8" fmla="*/ 78494 w 78298"/>
                <a:gd name="connsiteY8" fmla="*/ 25495 h 94523"/>
                <a:gd name="connsiteX9" fmla="*/ 74457 w 78298"/>
                <a:gd name="connsiteY9" fmla="*/ 21109 h 94523"/>
                <a:gd name="connsiteX10" fmla="*/ 71027 w 78298"/>
                <a:gd name="connsiteY10" fmla="*/ 22425 h 94523"/>
                <a:gd name="connsiteX11" fmla="*/ 42775 w 78298"/>
                <a:gd name="connsiteY11" fmla="*/ 42821 h 94523"/>
                <a:gd name="connsiteX12" fmla="*/ 53470 w 78298"/>
                <a:gd name="connsiteY12" fmla="*/ 7511 h 94523"/>
                <a:gd name="connsiteX13" fmla="*/ 54277 w 78298"/>
                <a:gd name="connsiteY13" fmla="*/ 4003 h 94523"/>
                <a:gd name="connsiteX14" fmla="*/ 50241 w 78298"/>
                <a:gd name="connsiteY14" fmla="*/ 55 h 94523"/>
                <a:gd name="connsiteX15" fmla="*/ 43582 w 78298"/>
                <a:gd name="connsiteY15" fmla="*/ 7511 h 94523"/>
                <a:gd name="connsiteX16" fmla="*/ 38133 w 78298"/>
                <a:gd name="connsiteY16" fmla="*/ 42821 h 94523"/>
                <a:gd name="connsiteX17" fmla="*/ 19971 w 78298"/>
                <a:gd name="connsiteY17" fmla="*/ 23521 h 94523"/>
                <a:gd name="connsiteX18" fmla="*/ 16137 w 78298"/>
                <a:gd name="connsiteY18" fmla="*/ 21109 h 94523"/>
                <a:gd name="connsiteX19" fmla="*/ 9680 w 78298"/>
                <a:gd name="connsiteY19" fmla="*/ 28127 h 94523"/>
                <a:gd name="connsiteX20" fmla="*/ 12505 w 78298"/>
                <a:gd name="connsiteY20" fmla="*/ 32074 h 94523"/>
                <a:gd name="connsiteX21" fmla="*/ 35308 w 78298"/>
                <a:gd name="connsiteY21" fmla="*/ 47207 h 94523"/>
                <a:gd name="connsiteX22" fmla="*/ 5038 w 78298"/>
                <a:gd name="connsiteY22" fmla="*/ 62559 h 94523"/>
                <a:gd name="connsiteX23" fmla="*/ 195 w 78298"/>
                <a:gd name="connsiteY23" fmla="*/ 69138 h 94523"/>
                <a:gd name="connsiteX24" fmla="*/ 4231 w 78298"/>
                <a:gd name="connsiteY24" fmla="*/ 73524 h 94523"/>
                <a:gd name="connsiteX25" fmla="*/ 7662 w 78298"/>
                <a:gd name="connsiteY25" fmla="*/ 72208 h 94523"/>
                <a:gd name="connsiteX26" fmla="*/ 36115 w 78298"/>
                <a:gd name="connsiteY26" fmla="*/ 51812 h 94523"/>
                <a:gd name="connsiteX27" fmla="*/ 25218 w 78298"/>
                <a:gd name="connsiteY27" fmla="*/ 87121 h 94523"/>
                <a:gd name="connsiteX28" fmla="*/ 24411 w 78298"/>
                <a:gd name="connsiteY28" fmla="*/ 90630 h 94523"/>
                <a:gd name="connsiteX29" fmla="*/ 28649 w 78298"/>
                <a:gd name="connsiteY29" fmla="*/ 94578 h 94523"/>
                <a:gd name="connsiteX30" fmla="*/ 35106 w 78298"/>
                <a:gd name="connsiteY30" fmla="*/ 87121 h 94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8298" h="94523">
                  <a:moveTo>
                    <a:pt x="35106" y="87121"/>
                  </a:moveTo>
                  <a:lnTo>
                    <a:pt x="40555" y="51812"/>
                  </a:lnTo>
                  <a:lnTo>
                    <a:pt x="58717" y="71112"/>
                  </a:lnTo>
                  <a:cubicBezTo>
                    <a:pt x="60735" y="73305"/>
                    <a:pt x="61340" y="73524"/>
                    <a:pt x="62753" y="73524"/>
                  </a:cubicBezTo>
                  <a:cubicBezTo>
                    <a:pt x="65780" y="73524"/>
                    <a:pt x="69211" y="70015"/>
                    <a:pt x="69211" y="66506"/>
                  </a:cubicBezTo>
                  <a:cubicBezTo>
                    <a:pt x="69211" y="64313"/>
                    <a:pt x="67798" y="63436"/>
                    <a:pt x="66184" y="62339"/>
                  </a:cubicBezTo>
                  <a:lnTo>
                    <a:pt x="43380" y="47426"/>
                  </a:lnTo>
                  <a:lnTo>
                    <a:pt x="73650" y="32074"/>
                  </a:lnTo>
                  <a:cubicBezTo>
                    <a:pt x="75668" y="31197"/>
                    <a:pt x="78494" y="29223"/>
                    <a:pt x="78494" y="25495"/>
                  </a:cubicBezTo>
                  <a:cubicBezTo>
                    <a:pt x="78494" y="24837"/>
                    <a:pt x="78292" y="21109"/>
                    <a:pt x="74457" y="21109"/>
                  </a:cubicBezTo>
                  <a:cubicBezTo>
                    <a:pt x="72843" y="21109"/>
                    <a:pt x="71632" y="21986"/>
                    <a:pt x="71027" y="22425"/>
                  </a:cubicBezTo>
                  <a:lnTo>
                    <a:pt x="42775" y="42821"/>
                  </a:lnTo>
                  <a:lnTo>
                    <a:pt x="53470" y="7511"/>
                  </a:lnTo>
                  <a:cubicBezTo>
                    <a:pt x="53672" y="6634"/>
                    <a:pt x="54277" y="4880"/>
                    <a:pt x="54277" y="4003"/>
                  </a:cubicBezTo>
                  <a:cubicBezTo>
                    <a:pt x="54277" y="1590"/>
                    <a:pt x="52259" y="55"/>
                    <a:pt x="50241" y="55"/>
                  </a:cubicBezTo>
                  <a:cubicBezTo>
                    <a:pt x="44793" y="55"/>
                    <a:pt x="43784" y="5976"/>
                    <a:pt x="43582" y="7511"/>
                  </a:cubicBezTo>
                  <a:lnTo>
                    <a:pt x="38133" y="42821"/>
                  </a:lnTo>
                  <a:lnTo>
                    <a:pt x="19971" y="23521"/>
                  </a:lnTo>
                  <a:cubicBezTo>
                    <a:pt x="18155" y="21547"/>
                    <a:pt x="17752" y="21109"/>
                    <a:pt x="16137" y="21109"/>
                  </a:cubicBezTo>
                  <a:cubicBezTo>
                    <a:pt x="12707" y="21109"/>
                    <a:pt x="9680" y="24837"/>
                    <a:pt x="9680" y="28127"/>
                  </a:cubicBezTo>
                  <a:cubicBezTo>
                    <a:pt x="9680" y="30101"/>
                    <a:pt x="10285" y="30539"/>
                    <a:pt x="12505" y="32074"/>
                  </a:cubicBezTo>
                  <a:lnTo>
                    <a:pt x="35308" y="47207"/>
                  </a:lnTo>
                  <a:lnTo>
                    <a:pt x="5038" y="62559"/>
                  </a:lnTo>
                  <a:cubicBezTo>
                    <a:pt x="800" y="64752"/>
                    <a:pt x="195" y="67164"/>
                    <a:pt x="195" y="69138"/>
                  </a:cubicBezTo>
                  <a:cubicBezTo>
                    <a:pt x="195" y="71770"/>
                    <a:pt x="1809" y="73524"/>
                    <a:pt x="4231" y="73524"/>
                  </a:cubicBezTo>
                  <a:cubicBezTo>
                    <a:pt x="5845" y="73524"/>
                    <a:pt x="6653" y="72866"/>
                    <a:pt x="7662" y="72208"/>
                  </a:cubicBezTo>
                  <a:lnTo>
                    <a:pt x="36115" y="51812"/>
                  </a:lnTo>
                  <a:lnTo>
                    <a:pt x="25218" y="87121"/>
                  </a:lnTo>
                  <a:cubicBezTo>
                    <a:pt x="25016" y="87999"/>
                    <a:pt x="24411" y="89534"/>
                    <a:pt x="24411" y="90630"/>
                  </a:cubicBezTo>
                  <a:cubicBezTo>
                    <a:pt x="24411" y="92823"/>
                    <a:pt x="26025" y="94578"/>
                    <a:pt x="28649" y="94578"/>
                  </a:cubicBezTo>
                  <a:cubicBezTo>
                    <a:pt x="33896" y="94578"/>
                    <a:pt x="34905" y="88876"/>
                    <a:pt x="35106" y="87121"/>
                  </a:cubicBez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94E77566-DC7F-5A18-47A7-AB1B2EDF24A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862731" y="4558578"/>
              <a:ext cx="133188" cy="154614"/>
            </a:xfrm>
            <a:custGeom>
              <a:avLst/>
              <a:gdLst>
                <a:gd name="connsiteX0" fmla="*/ 65385 w 133188"/>
                <a:gd name="connsiteY0" fmla="*/ 14749 h 154614"/>
                <a:gd name="connsiteX1" fmla="*/ 69825 w 133188"/>
                <a:gd name="connsiteY1" fmla="*/ 7292 h 154614"/>
                <a:gd name="connsiteX2" fmla="*/ 81529 w 133188"/>
                <a:gd name="connsiteY2" fmla="*/ 6854 h 154614"/>
                <a:gd name="connsiteX3" fmla="*/ 114221 w 133188"/>
                <a:gd name="connsiteY3" fmla="*/ 27469 h 154614"/>
                <a:gd name="connsiteX4" fmla="*/ 102516 w 133188"/>
                <a:gd name="connsiteY4" fmla="*/ 61023 h 154614"/>
                <a:gd name="connsiteX5" fmla="*/ 72650 w 133188"/>
                <a:gd name="connsiteY5" fmla="*/ 72428 h 154614"/>
                <a:gd name="connsiteX6" fmla="*/ 52268 w 133188"/>
                <a:gd name="connsiteY6" fmla="*/ 72428 h 154614"/>
                <a:gd name="connsiteX7" fmla="*/ 65385 w 133188"/>
                <a:gd name="connsiteY7" fmla="*/ 14749 h 154614"/>
                <a:gd name="connsiteX8" fmla="*/ 90005 w 133188"/>
                <a:gd name="connsiteY8" fmla="*/ 75498 h 154614"/>
                <a:gd name="connsiteX9" fmla="*/ 132383 w 133188"/>
                <a:gd name="connsiteY9" fmla="*/ 32513 h 154614"/>
                <a:gd name="connsiteX10" fmla="*/ 91821 w 133188"/>
                <a:gd name="connsiteY10" fmla="*/ 55 h 154614"/>
                <a:gd name="connsiteX11" fmla="*/ 38546 w 133188"/>
                <a:gd name="connsiteY11" fmla="*/ 55 h 154614"/>
                <a:gd name="connsiteX12" fmla="*/ 33097 w 133188"/>
                <a:gd name="connsiteY12" fmla="*/ 4222 h 154614"/>
                <a:gd name="connsiteX13" fmla="*/ 38546 w 133188"/>
                <a:gd name="connsiteY13" fmla="*/ 6854 h 154614"/>
                <a:gd name="connsiteX14" fmla="*/ 50250 w 133188"/>
                <a:gd name="connsiteY14" fmla="*/ 10582 h 154614"/>
                <a:gd name="connsiteX15" fmla="*/ 49443 w 133188"/>
                <a:gd name="connsiteY15" fmla="*/ 14749 h 154614"/>
                <a:gd name="connsiteX16" fmla="*/ 22200 w 133188"/>
                <a:gd name="connsiteY16" fmla="*/ 133835 h 154614"/>
                <a:gd name="connsiteX17" fmla="*/ 5652 w 133188"/>
                <a:gd name="connsiteY17" fmla="*/ 143046 h 154614"/>
                <a:gd name="connsiteX18" fmla="*/ 204 w 133188"/>
                <a:gd name="connsiteY18" fmla="*/ 147213 h 154614"/>
                <a:gd name="connsiteX19" fmla="*/ 3029 w 133188"/>
                <a:gd name="connsiteY19" fmla="*/ 149844 h 154614"/>
                <a:gd name="connsiteX20" fmla="*/ 26438 w 133188"/>
                <a:gd name="connsiteY20" fmla="*/ 149186 h 154614"/>
                <a:gd name="connsiteX21" fmla="*/ 50452 w 133188"/>
                <a:gd name="connsiteY21" fmla="*/ 149844 h 154614"/>
                <a:gd name="connsiteX22" fmla="*/ 54286 w 133188"/>
                <a:gd name="connsiteY22" fmla="*/ 145897 h 154614"/>
                <a:gd name="connsiteX23" fmla="*/ 48838 w 133188"/>
                <a:gd name="connsiteY23" fmla="*/ 143046 h 154614"/>
                <a:gd name="connsiteX24" fmla="*/ 37133 w 133188"/>
                <a:gd name="connsiteY24" fmla="*/ 139317 h 154614"/>
                <a:gd name="connsiteX25" fmla="*/ 37940 w 133188"/>
                <a:gd name="connsiteY25" fmla="*/ 134931 h 154614"/>
                <a:gd name="connsiteX26" fmla="*/ 51057 w 133188"/>
                <a:gd name="connsiteY26" fmla="*/ 77252 h 154614"/>
                <a:gd name="connsiteX27" fmla="*/ 72852 w 133188"/>
                <a:gd name="connsiteY27" fmla="*/ 77252 h 154614"/>
                <a:gd name="connsiteX28" fmla="*/ 91821 w 133188"/>
                <a:gd name="connsiteY28" fmla="*/ 96552 h 154614"/>
                <a:gd name="connsiteX29" fmla="*/ 88390 w 133188"/>
                <a:gd name="connsiteY29" fmla="*/ 113877 h 154614"/>
                <a:gd name="connsiteX30" fmla="*/ 85363 w 133188"/>
                <a:gd name="connsiteY30" fmla="*/ 131422 h 154614"/>
                <a:gd name="connsiteX31" fmla="*/ 110387 w 133188"/>
                <a:gd name="connsiteY31" fmla="*/ 154669 h 154614"/>
                <a:gd name="connsiteX32" fmla="*/ 133392 w 133188"/>
                <a:gd name="connsiteY32" fmla="*/ 129668 h 154614"/>
                <a:gd name="connsiteX33" fmla="*/ 130365 w 133188"/>
                <a:gd name="connsiteY33" fmla="*/ 126817 h 154614"/>
                <a:gd name="connsiteX34" fmla="*/ 126934 w 133188"/>
                <a:gd name="connsiteY34" fmla="*/ 130545 h 154614"/>
                <a:gd name="connsiteX35" fmla="*/ 111194 w 133188"/>
                <a:gd name="connsiteY35" fmla="*/ 149844 h 154614"/>
                <a:gd name="connsiteX36" fmla="*/ 104534 w 133188"/>
                <a:gd name="connsiteY36" fmla="*/ 136905 h 154614"/>
                <a:gd name="connsiteX37" fmla="*/ 105745 w 133188"/>
                <a:gd name="connsiteY37" fmla="*/ 120237 h 154614"/>
                <a:gd name="connsiteX38" fmla="*/ 107360 w 133188"/>
                <a:gd name="connsiteY38" fmla="*/ 100938 h 154614"/>
                <a:gd name="connsiteX39" fmla="*/ 90005 w 133188"/>
                <a:gd name="connsiteY39" fmla="*/ 75498 h 15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33188" h="154614">
                  <a:moveTo>
                    <a:pt x="65385" y="14749"/>
                  </a:moveTo>
                  <a:cubicBezTo>
                    <a:pt x="66798" y="8169"/>
                    <a:pt x="68412" y="7731"/>
                    <a:pt x="69825" y="7292"/>
                  </a:cubicBezTo>
                  <a:cubicBezTo>
                    <a:pt x="71237" y="6854"/>
                    <a:pt x="77695" y="6854"/>
                    <a:pt x="81529" y="6854"/>
                  </a:cubicBezTo>
                  <a:cubicBezTo>
                    <a:pt x="94444" y="6854"/>
                    <a:pt x="114221" y="6854"/>
                    <a:pt x="114221" y="27469"/>
                  </a:cubicBezTo>
                  <a:cubicBezTo>
                    <a:pt x="114221" y="28785"/>
                    <a:pt x="113414" y="49181"/>
                    <a:pt x="102516" y="61023"/>
                  </a:cubicBezTo>
                  <a:cubicBezTo>
                    <a:pt x="96462" y="67383"/>
                    <a:pt x="86372" y="72428"/>
                    <a:pt x="72650" y="72428"/>
                  </a:cubicBezTo>
                  <a:lnTo>
                    <a:pt x="52268" y="72428"/>
                  </a:lnTo>
                  <a:lnTo>
                    <a:pt x="65385" y="14749"/>
                  </a:lnTo>
                  <a:close/>
                  <a:moveTo>
                    <a:pt x="90005" y="75498"/>
                  </a:moveTo>
                  <a:cubicBezTo>
                    <a:pt x="118660" y="67603"/>
                    <a:pt x="132383" y="48523"/>
                    <a:pt x="132383" y="32513"/>
                  </a:cubicBezTo>
                  <a:cubicBezTo>
                    <a:pt x="132383" y="15187"/>
                    <a:pt x="117046" y="55"/>
                    <a:pt x="91821" y="55"/>
                  </a:cubicBezTo>
                  <a:lnTo>
                    <a:pt x="38546" y="55"/>
                  </a:lnTo>
                  <a:cubicBezTo>
                    <a:pt x="35317" y="55"/>
                    <a:pt x="33097" y="55"/>
                    <a:pt x="33097" y="4222"/>
                  </a:cubicBezTo>
                  <a:cubicBezTo>
                    <a:pt x="33097" y="6854"/>
                    <a:pt x="34712" y="6854"/>
                    <a:pt x="38546" y="6854"/>
                  </a:cubicBezTo>
                  <a:cubicBezTo>
                    <a:pt x="44802" y="6854"/>
                    <a:pt x="50250" y="6854"/>
                    <a:pt x="50250" y="10582"/>
                  </a:cubicBezTo>
                  <a:cubicBezTo>
                    <a:pt x="50250" y="11240"/>
                    <a:pt x="50250" y="11678"/>
                    <a:pt x="49443" y="14749"/>
                  </a:cubicBezTo>
                  <a:lnTo>
                    <a:pt x="22200" y="133835"/>
                  </a:lnTo>
                  <a:cubicBezTo>
                    <a:pt x="20586" y="141291"/>
                    <a:pt x="19375" y="143046"/>
                    <a:pt x="5652" y="143046"/>
                  </a:cubicBezTo>
                  <a:cubicBezTo>
                    <a:pt x="2423" y="143046"/>
                    <a:pt x="204" y="143046"/>
                    <a:pt x="204" y="147213"/>
                  </a:cubicBezTo>
                  <a:cubicBezTo>
                    <a:pt x="204" y="149844"/>
                    <a:pt x="2423" y="149844"/>
                    <a:pt x="3029" y="149844"/>
                  </a:cubicBezTo>
                  <a:cubicBezTo>
                    <a:pt x="10697" y="149844"/>
                    <a:pt x="18769" y="149186"/>
                    <a:pt x="26438" y="149186"/>
                  </a:cubicBezTo>
                  <a:cubicBezTo>
                    <a:pt x="34308" y="149186"/>
                    <a:pt x="42582" y="149844"/>
                    <a:pt x="50452" y="149844"/>
                  </a:cubicBezTo>
                  <a:cubicBezTo>
                    <a:pt x="51865" y="149844"/>
                    <a:pt x="54286" y="149844"/>
                    <a:pt x="54286" y="145897"/>
                  </a:cubicBezTo>
                  <a:cubicBezTo>
                    <a:pt x="54286" y="143046"/>
                    <a:pt x="52874" y="143046"/>
                    <a:pt x="48838" y="143046"/>
                  </a:cubicBezTo>
                  <a:cubicBezTo>
                    <a:pt x="37133" y="143046"/>
                    <a:pt x="37133" y="141291"/>
                    <a:pt x="37133" y="139317"/>
                  </a:cubicBezTo>
                  <a:cubicBezTo>
                    <a:pt x="37133" y="138440"/>
                    <a:pt x="37133" y="138001"/>
                    <a:pt x="37940" y="134931"/>
                  </a:cubicBezTo>
                  <a:lnTo>
                    <a:pt x="51057" y="77252"/>
                  </a:lnTo>
                  <a:lnTo>
                    <a:pt x="72852" y="77252"/>
                  </a:lnTo>
                  <a:cubicBezTo>
                    <a:pt x="81327" y="77252"/>
                    <a:pt x="91821" y="80761"/>
                    <a:pt x="91821" y="96552"/>
                  </a:cubicBezTo>
                  <a:cubicBezTo>
                    <a:pt x="91821" y="99622"/>
                    <a:pt x="91216" y="101596"/>
                    <a:pt x="88390" y="113877"/>
                  </a:cubicBezTo>
                  <a:cubicBezTo>
                    <a:pt x="86171" y="124185"/>
                    <a:pt x="85363" y="127255"/>
                    <a:pt x="85363" y="131422"/>
                  </a:cubicBezTo>
                  <a:cubicBezTo>
                    <a:pt x="85363" y="147651"/>
                    <a:pt x="97673" y="154669"/>
                    <a:pt x="110387" y="154669"/>
                  </a:cubicBezTo>
                  <a:cubicBezTo>
                    <a:pt x="127338" y="154669"/>
                    <a:pt x="133392" y="131422"/>
                    <a:pt x="133392" y="129668"/>
                  </a:cubicBezTo>
                  <a:cubicBezTo>
                    <a:pt x="133392" y="128133"/>
                    <a:pt x="132988" y="126817"/>
                    <a:pt x="130365" y="126817"/>
                  </a:cubicBezTo>
                  <a:cubicBezTo>
                    <a:pt x="127741" y="126817"/>
                    <a:pt x="127540" y="127913"/>
                    <a:pt x="126934" y="130545"/>
                  </a:cubicBezTo>
                  <a:cubicBezTo>
                    <a:pt x="123504" y="142826"/>
                    <a:pt x="117450" y="149844"/>
                    <a:pt x="111194" y="149844"/>
                  </a:cubicBezTo>
                  <a:cubicBezTo>
                    <a:pt x="105140" y="149844"/>
                    <a:pt x="104534" y="143923"/>
                    <a:pt x="104534" y="136905"/>
                  </a:cubicBezTo>
                  <a:cubicBezTo>
                    <a:pt x="104534" y="131203"/>
                    <a:pt x="105140" y="125939"/>
                    <a:pt x="105745" y="120237"/>
                  </a:cubicBezTo>
                  <a:cubicBezTo>
                    <a:pt x="106351" y="115193"/>
                    <a:pt x="107360" y="105543"/>
                    <a:pt x="107360" y="100938"/>
                  </a:cubicBezTo>
                  <a:cubicBezTo>
                    <a:pt x="107360" y="88657"/>
                    <a:pt x="100297" y="79445"/>
                    <a:pt x="90005" y="75498"/>
                  </a:cubicBez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B2062AA6-4967-5E4C-1C56-231FBD04660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8009909" y="4611432"/>
              <a:ext cx="71437" cy="99347"/>
            </a:xfrm>
            <a:custGeom>
              <a:avLst/>
              <a:gdLst>
                <a:gd name="connsiteX0" fmla="*/ 25435 w 71437"/>
                <a:gd name="connsiteY0" fmla="*/ 46330 h 99347"/>
                <a:gd name="connsiteX1" fmla="*/ 54697 w 71437"/>
                <a:gd name="connsiteY1" fmla="*/ 41505 h 99347"/>
                <a:gd name="connsiteX2" fmla="*/ 70639 w 71437"/>
                <a:gd name="connsiteY2" fmla="*/ 18696 h 99347"/>
                <a:gd name="connsiteX3" fmla="*/ 50257 w 71437"/>
                <a:gd name="connsiteY3" fmla="*/ 55 h 99347"/>
                <a:gd name="connsiteX4" fmla="*/ 210 w 71437"/>
                <a:gd name="connsiteY4" fmla="*/ 61023 h 99347"/>
                <a:gd name="connsiteX5" fmla="*/ 29068 w 71437"/>
                <a:gd name="connsiteY5" fmla="*/ 99403 h 99347"/>
                <a:gd name="connsiteX6" fmla="*/ 71648 w 71437"/>
                <a:gd name="connsiteY6" fmla="*/ 74182 h 99347"/>
                <a:gd name="connsiteX7" fmla="*/ 68419 w 71437"/>
                <a:gd name="connsiteY7" fmla="*/ 70673 h 99347"/>
                <a:gd name="connsiteX8" fmla="*/ 65796 w 71437"/>
                <a:gd name="connsiteY8" fmla="*/ 73085 h 99347"/>
                <a:gd name="connsiteX9" fmla="*/ 29471 w 71437"/>
                <a:gd name="connsiteY9" fmla="*/ 94578 h 99347"/>
                <a:gd name="connsiteX10" fmla="*/ 14135 w 71437"/>
                <a:gd name="connsiteY10" fmla="*/ 70454 h 99347"/>
                <a:gd name="connsiteX11" fmla="*/ 17565 w 71437"/>
                <a:gd name="connsiteY11" fmla="*/ 46330 h 99347"/>
                <a:gd name="connsiteX12" fmla="*/ 25435 w 71437"/>
                <a:gd name="connsiteY12" fmla="*/ 46330 h 99347"/>
                <a:gd name="connsiteX13" fmla="*/ 18776 w 71437"/>
                <a:gd name="connsiteY13" fmla="*/ 41505 h 99347"/>
                <a:gd name="connsiteX14" fmla="*/ 50257 w 71437"/>
                <a:gd name="connsiteY14" fmla="*/ 4880 h 99347"/>
                <a:gd name="connsiteX15" fmla="*/ 62970 w 71437"/>
                <a:gd name="connsiteY15" fmla="*/ 18258 h 99347"/>
                <a:gd name="connsiteX16" fmla="*/ 23014 w 71437"/>
                <a:gd name="connsiteY16" fmla="*/ 41505 h 99347"/>
                <a:gd name="connsiteX17" fmla="*/ 18776 w 71437"/>
                <a:gd name="connsiteY17" fmla="*/ 41505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37" h="99347">
                  <a:moveTo>
                    <a:pt x="25435" y="46330"/>
                  </a:moveTo>
                  <a:cubicBezTo>
                    <a:pt x="31489" y="46330"/>
                    <a:pt x="45010" y="45672"/>
                    <a:pt x="54697" y="41505"/>
                  </a:cubicBezTo>
                  <a:cubicBezTo>
                    <a:pt x="70639" y="34487"/>
                    <a:pt x="70639" y="20232"/>
                    <a:pt x="70639" y="18696"/>
                  </a:cubicBezTo>
                  <a:cubicBezTo>
                    <a:pt x="70639" y="8608"/>
                    <a:pt x="63172" y="55"/>
                    <a:pt x="50257" y="55"/>
                  </a:cubicBezTo>
                  <a:cubicBezTo>
                    <a:pt x="29068" y="55"/>
                    <a:pt x="210" y="22205"/>
                    <a:pt x="210" y="61023"/>
                  </a:cubicBezTo>
                  <a:cubicBezTo>
                    <a:pt x="210" y="80761"/>
                    <a:pt x="9897" y="99403"/>
                    <a:pt x="29068" y="99403"/>
                  </a:cubicBezTo>
                  <a:cubicBezTo>
                    <a:pt x="54898" y="99403"/>
                    <a:pt x="71648" y="77472"/>
                    <a:pt x="71648" y="74182"/>
                  </a:cubicBezTo>
                  <a:cubicBezTo>
                    <a:pt x="71648" y="73085"/>
                    <a:pt x="70033" y="70673"/>
                    <a:pt x="68419" y="70673"/>
                  </a:cubicBezTo>
                  <a:cubicBezTo>
                    <a:pt x="67612" y="70673"/>
                    <a:pt x="67410" y="70892"/>
                    <a:pt x="65796" y="73085"/>
                  </a:cubicBezTo>
                  <a:cubicBezTo>
                    <a:pt x="50862" y="93701"/>
                    <a:pt x="32902" y="94578"/>
                    <a:pt x="29471" y="94578"/>
                  </a:cubicBezTo>
                  <a:cubicBezTo>
                    <a:pt x="16354" y="94578"/>
                    <a:pt x="14135" y="79007"/>
                    <a:pt x="14135" y="70454"/>
                  </a:cubicBezTo>
                  <a:cubicBezTo>
                    <a:pt x="14135" y="62120"/>
                    <a:pt x="16153" y="52251"/>
                    <a:pt x="17565" y="46330"/>
                  </a:cubicBezTo>
                  <a:lnTo>
                    <a:pt x="25435" y="46330"/>
                  </a:lnTo>
                  <a:close/>
                  <a:moveTo>
                    <a:pt x="18776" y="41505"/>
                  </a:moveTo>
                  <a:cubicBezTo>
                    <a:pt x="27453" y="5538"/>
                    <a:pt x="48239" y="4880"/>
                    <a:pt x="50257" y="4880"/>
                  </a:cubicBezTo>
                  <a:cubicBezTo>
                    <a:pt x="58329" y="4880"/>
                    <a:pt x="62970" y="10801"/>
                    <a:pt x="62970" y="18258"/>
                  </a:cubicBezTo>
                  <a:cubicBezTo>
                    <a:pt x="62970" y="41505"/>
                    <a:pt x="29673" y="41505"/>
                    <a:pt x="23014" y="41505"/>
                  </a:cubicBezTo>
                  <a:lnTo>
                    <a:pt x="18776" y="41505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F0460A9E-B43F-8C98-64CC-0A164335322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074686" y="4553753"/>
              <a:ext cx="96258" cy="199572"/>
            </a:xfrm>
            <a:custGeom>
              <a:avLst/>
              <a:gdLst>
                <a:gd name="connsiteX0" fmla="*/ 61159 w 96258"/>
                <a:gd name="connsiteY0" fmla="*/ 66945 h 199572"/>
                <a:gd name="connsiteX1" fmla="*/ 77706 w 96258"/>
                <a:gd name="connsiteY1" fmla="*/ 66945 h 199572"/>
                <a:gd name="connsiteX2" fmla="*/ 83155 w 96258"/>
                <a:gd name="connsiteY2" fmla="*/ 62997 h 199572"/>
                <a:gd name="connsiteX3" fmla="*/ 78110 w 96258"/>
                <a:gd name="connsiteY3" fmla="*/ 60146 h 199572"/>
                <a:gd name="connsiteX4" fmla="*/ 62369 w 96258"/>
                <a:gd name="connsiteY4" fmla="*/ 60146 h 199572"/>
                <a:gd name="connsiteX5" fmla="*/ 68827 w 96258"/>
                <a:gd name="connsiteY5" fmla="*/ 24618 h 199572"/>
                <a:gd name="connsiteX6" fmla="*/ 79926 w 96258"/>
                <a:gd name="connsiteY6" fmla="*/ 4880 h 199572"/>
                <a:gd name="connsiteX7" fmla="*/ 88402 w 96258"/>
                <a:gd name="connsiteY7" fmla="*/ 8827 h 199572"/>
                <a:gd name="connsiteX8" fmla="*/ 79523 w 96258"/>
                <a:gd name="connsiteY8" fmla="*/ 19574 h 199572"/>
                <a:gd name="connsiteX9" fmla="*/ 86384 w 96258"/>
                <a:gd name="connsiteY9" fmla="*/ 26592 h 199572"/>
                <a:gd name="connsiteX10" fmla="*/ 96474 w 96258"/>
                <a:gd name="connsiteY10" fmla="*/ 14529 h 199572"/>
                <a:gd name="connsiteX11" fmla="*/ 79926 w 96258"/>
                <a:gd name="connsiteY11" fmla="*/ 55 h 199572"/>
                <a:gd name="connsiteX12" fmla="*/ 53692 w 96258"/>
                <a:gd name="connsiteY12" fmla="*/ 36022 h 199572"/>
                <a:gd name="connsiteX13" fmla="*/ 49454 w 96258"/>
                <a:gd name="connsiteY13" fmla="*/ 60146 h 199572"/>
                <a:gd name="connsiteX14" fmla="*/ 36135 w 96258"/>
                <a:gd name="connsiteY14" fmla="*/ 60146 h 199572"/>
                <a:gd name="connsiteX15" fmla="*/ 30687 w 96258"/>
                <a:gd name="connsiteY15" fmla="*/ 64532 h 199572"/>
                <a:gd name="connsiteX16" fmla="*/ 35732 w 96258"/>
                <a:gd name="connsiteY16" fmla="*/ 66945 h 199572"/>
                <a:gd name="connsiteX17" fmla="*/ 48243 w 96258"/>
                <a:gd name="connsiteY17" fmla="*/ 66945 h 199572"/>
                <a:gd name="connsiteX18" fmla="*/ 33512 w 96258"/>
                <a:gd name="connsiteY18" fmla="*/ 148748 h 199572"/>
                <a:gd name="connsiteX19" fmla="*/ 27862 w 96258"/>
                <a:gd name="connsiteY19" fmla="*/ 175942 h 199572"/>
                <a:gd name="connsiteX20" fmla="*/ 16359 w 96258"/>
                <a:gd name="connsiteY20" fmla="*/ 194803 h 199572"/>
                <a:gd name="connsiteX21" fmla="*/ 8287 w 96258"/>
                <a:gd name="connsiteY21" fmla="*/ 190855 h 199572"/>
                <a:gd name="connsiteX22" fmla="*/ 17166 w 96258"/>
                <a:gd name="connsiteY22" fmla="*/ 180109 h 199572"/>
                <a:gd name="connsiteX23" fmla="*/ 10305 w 96258"/>
                <a:gd name="connsiteY23" fmla="*/ 173091 h 199572"/>
                <a:gd name="connsiteX24" fmla="*/ 215 w 96258"/>
                <a:gd name="connsiteY24" fmla="*/ 185153 h 199572"/>
                <a:gd name="connsiteX25" fmla="*/ 16359 w 96258"/>
                <a:gd name="connsiteY25" fmla="*/ 199628 h 199572"/>
                <a:gd name="connsiteX26" fmla="*/ 47033 w 96258"/>
                <a:gd name="connsiteY26" fmla="*/ 145677 h 199572"/>
                <a:gd name="connsiteX27" fmla="*/ 61159 w 96258"/>
                <a:gd name="connsiteY27" fmla="*/ 66945 h 19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6258" h="199572">
                  <a:moveTo>
                    <a:pt x="61159" y="66945"/>
                  </a:moveTo>
                  <a:lnTo>
                    <a:pt x="77706" y="66945"/>
                  </a:lnTo>
                  <a:cubicBezTo>
                    <a:pt x="81137" y="66945"/>
                    <a:pt x="83155" y="66945"/>
                    <a:pt x="83155" y="62997"/>
                  </a:cubicBezTo>
                  <a:cubicBezTo>
                    <a:pt x="83155" y="60146"/>
                    <a:pt x="81541" y="60146"/>
                    <a:pt x="78110" y="60146"/>
                  </a:cubicBezTo>
                  <a:lnTo>
                    <a:pt x="62369" y="60146"/>
                  </a:lnTo>
                  <a:cubicBezTo>
                    <a:pt x="65195" y="43917"/>
                    <a:pt x="65800" y="39969"/>
                    <a:pt x="68827" y="24618"/>
                  </a:cubicBezTo>
                  <a:cubicBezTo>
                    <a:pt x="70442" y="16503"/>
                    <a:pt x="72661" y="4880"/>
                    <a:pt x="79926" y="4880"/>
                  </a:cubicBezTo>
                  <a:cubicBezTo>
                    <a:pt x="81541" y="4880"/>
                    <a:pt x="85778" y="5318"/>
                    <a:pt x="88402" y="8827"/>
                  </a:cubicBezTo>
                  <a:cubicBezTo>
                    <a:pt x="82348" y="9924"/>
                    <a:pt x="79523" y="15187"/>
                    <a:pt x="79523" y="19574"/>
                  </a:cubicBezTo>
                  <a:cubicBezTo>
                    <a:pt x="79523" y="24398"/>
                    <a:pt x="83155" y="26592"/>
                    <a:pt x="86384" y="26592"/>
                  </a:cubicBezTo>
                  <a:cubicBezTo>
                    <a:pt x="91429" y="26592"/>
                    <a:pt x="96474" y="22205"/>
                    <a:pt x="96474" y="14529"/>
                  </a:cubicBezTo>
                  <a:cubicBezTo>
                    <a:pt x="96474" y="5099"/>
                    <a:pt x="88200" y="55"/>
                    <a:pt x="79926" y="55"/>
                  </a:cubicBezTo>
                  <a:cubicBezTo>
                    <a:pt x="60150" y="55"/>
                    <a:pt x="55105" y="28565"/>
                    <a:pt x="53692" y="36022"/>
                  </a:cubicBezTo>
                  <a:lnTo>
                    <a:pt x="49454" y="60146"/>
                  </a:lnTo>
                  <a:lnTo>
                    <a:pt x="36135" y="60146"/>
                  </a:lnTo>
                  <a:cubicBezTo>
                    <a:pt x="32907" y="60146"/>
                    <a:pt x="30687" y="60146"/>
                    <a:pt x="30687" y="64532"/>
                  </a:cubicBezTo>
                  <a:cubicBezTo>
                    <a:pt x="30687" y="66945"/>
                    <a:pt x="32705" y="66945"/>
                    <a:pt x="35732" y="66945"/>
                  </a:cubicBezTo>
                  <a:lnTo>
                    <a:pt x="48243" y="66945"/>
                  </a:lnTo>
                  <a:lnTo>
                    <a:pt x="33512" y="148748"/>
                  </a:lnTo>
                  <a:cubicBezTo>
                    <a:pt x="31090" y="162345"/>
                    <a:pt x="29072" y="171337"/>
                    <a:pt x="27862" y="175942"/>
                  </a:cubicBezTo>
                  <a:cubicBezTo>
                    <a:pt x="26247" y="183399"/>
                    <a:pt x="23624" y="194803"/>
                    <a:pt x="16359" y="194803"/>
                  </a:cubicBezTo>
                  <a:cubicBezTo>
                    <a:pt x="14341" y="194803"/>
                    <a:pt x="10507" y="194145"/>
                    <a:pt x="8287" y="190855"/>
                  </a:cubicBezTo>
                  <a:cubicBezTo>
                    <a:pt x="14341" y="189759"/>
                    <a:pt x="17166" y="184495"/>
                    <a:pt x="17166" y="180109"/>
                  </a:cubicBezTo>
                  <a:cubicBezTo>
                    <a:pt x="17166" y="175284"/>
                    <a:pt x="13534" y="173091"/>
                    <a:pt x="10305" y="173091"/>
                  </a:cubicBezTo>
                  <a:cubicBezTo>
                    <a:pt x="5260" y="173091"/>
                    <a:pt x="215" y="177477"/>
                    <a:pt x="215" y="185153"/>
                  </a:cubicBezTo>
                  <a:cubicBezTo>
                    <a:pt x="215" y="195022"/>
                    <a:pt x="8892" y="199628"/>
                    <a:pt x="16359" y="199628"/>
                  </a:cubicBezTo>
                  <a:cubicBezTo>
                    <a:pt x="37346" y="199628"/>
                    <a:pt x="45620" y="153573"/>
                    <a:pt x="47033" y="145677"/>
                  </a:cubicBezTo>
                  <a:lnTo>
                    <a:pt x="61159" y="66945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5E3DFE20-6773-FB3C-CB4C-8DBE4C09CE0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8164622" y="4611432"/>
              <a:ext cx="71437" cy="99347"/>
            </a:xfrm>
            <a:custGeom>
              <a:avLst/>
              <a:gdLst>
                <a:gd name="connsiteX0" fmla="*/ 25443 w 71437"/>
                <a:gd name="connsiteY0" fmla="*/ 46330 h 99347"/>
                <a:gd name="connsiteX1" fmla="*/ 54704 w 71437"/>
                <a:gd name="connsiteY1" fmla="*/ 41505 h 99347"/>
                <a:gd name="connsiteX2" fmla="*/ 70646 w 71437"/>
                <a:gd name="connsiteY2" fmla="*/ 18696 h 99347"/>
                <a:gd name="connsiteX3" fmla="*/ 50265 w 71437"/>
                <a:gd name="connsiteY3" fmla="*/ 55 h 99347"/>
                <a:gd name="connsiteX4" fmla="*/ 218 w 71437"/>
                <a:gd name="connsiteY4" fmla="*/ 61023 h 99347"/>
                <a:gd name="connsiteX5" fmla="*/ 29076 w 71437"/>
                <a:gd name="connsiteY5" fmla="*/ 99403 h 99347"/>
                <a:gd name="connsiteX6" fmla="*/ 71655 w 71437"/>
                <a:gd name="connsiteY6" fmla="*/ 74182 h 99347"/>
                <a:gd name="connsiteX7" fmla="*/ 68427 w 71437"/>
                <a:gd name="connsiteY7" fmla="*/ 70673 h 99347"/>
                <a:gd name="connsiteX8" fmla="*/ 65803 w 71437"/>
                <a:gd name="connsiteY8" fmla="*/ 73085 h 99347"/>
                <a:gd name="connsiteX9" fmla="*/ 29479 w 71437"/>
                <a:gd name="connsiteY9" fmla="*/ 94578 h 99347"/>
                <a:gd name="connsiteX10" fmla="*/ 14142 w 71437"/>
                <a:gd name="connsiteY10" fmla="*/ 70454 h 99347"/>
                <a:gd name="connsiteX11" fmla="*/ 17573 w 71437"/>
                <a:gd name="connsiteY11" fmla="*/ 46330 h 99347"/>
                <a:gd name="connsiteX12" fmla="*/ 25443 w 71437"/>
                <a:gd name="connsiteY12" fmla="*/ 46330 h 99347"/>
                <a:gd name="connsiteX13" fmla="*/ 18784 w 71437"/>
                <a:gd name="connsiteY13" fmla="*/ 41505 h 99347"/>
                <a:gd name="connsiteX14" fmla="*/ 50265 w 71437"/>
                <a:gd name="connsiteY14" fmla="*/ 4880 h 99347"/>
                <a:gd name="connsiteX15" fmla="*/ 62978 w 71437"/>
                <a:gd name="connsiteY15" fmla="*/ 18258 h 99347"/>
                <a:gd name="connsiteX16" fmla="*/ 23021 w 71437"/>
                <a:gd name="connsiteY16" fmla="*/ 41505 h 99347"/>
                <a:gd name="connsiteX17" fmla="*/ 18784 w 71437"/>
                <a:gd name="connsiteY17" fmla="*/ 41505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37" h="99347">
                  <a:moveTo>
                    <a:pt x="25443" y="46330"/>
                  </a:moveTo>
                  <a:cubicBezTo>
                    <a:pt x="31497" y="46330"/>
                    <a:pt x="45018" y="45672"/>
                    <a:pt x="54704" y="41505"/>
                  </a:cubicBezTo>
                  <a:cubicBezTo>
                    <a:pt x="70646" y="34487"/>
                    <a:pt x="70646" y="20232"/>
                    <a:pt x="70646" y="18696"/>
                  </a:cubicBezTo>
                  <a:cubicBezTo>
                    <a:pt x="70646" y="8608"/>
                    <a:pt x="63180" y="55"/>
                    <a:pt x="50265" y="55"/>
                  </a:cubicBezTo>
                  <a:cubicBezTo>
                    <a:pt x="29076" y="55"/>
                    <a:pt x="218" y="22205"/>
                    <a:pt x="218" y="61023"/>
                  </a:cubicBezTo>
                  <a:cubicBezTo>
                    <a:pt x="218" y="80761"/>
                    <a:pt x="9904" y="99403"/>
                    <a:pt x="29076" y="99403"/>
                  </a:cubicBezTo>
                  <a:cubicBezTo>
                    <a:pt x="54906" y="99403"/>
                    <a:pt x="71655" y="77472"/>
                    <a:pt x="71655" y="74182"/>
                  </a:cubicBezTo>
                  <a:cubicBezTo>
                    <a:pt x="71655" y="73085"/>
                    <a:pt x="70041" y="70673"/>
                    <a:pt x="68427" y="70673"/>
                  </a:cubicBezTo>
                  <a:cubicBezTo>
                    <a:pt x="67619" y="70673"/>
                    <a:pt x="67418" y="70892"/>
                    <a:pt x="65803" y="73085"/>
                  </a:cubicBezTo>
                  <a:cubicBezTo>
                    <a:pt x="50870" y="93701"/>
                    <a:pt x="32910" y="94578"/>
                    <a:pt x="29479" y="94578"/>
                  </a:cubicBezTo>
                  <a:cubicBezTo>
                    <a:pt x="16362" y="94578"/>
                    <a:pt x="14142" y="79007"/>
                    <a:pt x="14142" y="70454"/>
                  </a:cubicBezTo>
                  <a:cubicBezTo>
                    <a:pt x="14142" y="62120"/>
                    <a:pt x="16160" y="52251"/>
                    <a:pt x="17573" y="46330"/>
                  </a:cubicBezTo>
                  <a:lnTo>
                    <a:pt x="25443" y="46330"/>
                  </a:lnTo>
                  <a:close/>
                  <a:moveTo>
                    <a:pt x="18784" y="41505"/>
                  </a:moveTo>
                  <a:cubicBezTo>
                    <a:pt x="27461" y="5538"/>
                    <a:pt x="48247" y="4880"/>
                    <a:pt x="50265" y="4880"/>
                  </a:cubicBezTo>
                  <a:cubicBezTo>
                    <a:pt x="58337" y="4880"/>
                    <a:pt x="62978" y="10801"/>
                    <a:pt x="62978" y="18258"/>
                  </a:cubicBezTo>
                  <a:cubicBezTo>
                    <a:pt x="62978" y="41505"/>
                    <a:pt x="29681" y="41505"/>
                    <a:pt x="23021" y="41505"/>
                  </a:cubicBezTo>
                  <a:lnTo>
                    <a:pt x="18784" y="41505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AE1D750-5467-6455-868B-8C22CCA192F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251194" y="4611432"/>
              <a:ext cx="81930" cy="99347"/>
            </a:xfrm>
            <a:custGeom>
              <a:avLst/>
              <a:gdLst>
                <a:gd name="connsiteX0" fmla="*/ 35538 w 81930"/>
                <a:gd name="connsiteY0" fmla="*/ 33829 h 99347"/>
                <a:gd name="connsiteX1" fmla="*/ 62175 w 81930"/>
                <a:gd name="connsiteY1" fmla="*/ 4880 h 99347"/>
                <a:gd name="connsiteX2" fmla="*/ 72871 w 81930"/>
                <a:gd name="connsiteY2" fmla="*/ 7950 h 99347"/>
                <a:gd name="connsiteX3" fmla="*/ 65202 w 81930"/>
                <a:gd name="connsiteY3" fmla="*/ 18477 h 99347"/>
                <a:gd name="connsiteX4" fmla="*/ 72265 w 81930"/>
                <a:gd name="connsiteY4" fmla="*/ 25495 h 99347"/>
                <a:gd name="connsiteX5" fmla="*/ 82154 w 81930"/>
                <a:gd name="connsiteY5" fmla="*/ 13872 h 99347"/>
                <a:gd name="connsiteX6" fmla="*/ 62377 w 81930"/>
                <a:gd name="connsiteY6" fmla="*/ 55 h 99347"/>
                <a:gd name="connsiteX7" fmla="*/ 37959 w 81930"/>
                <a:gd name="connsiteY7" fmla="*/ 15845 h 99347"/>
                <a:gd name="connsiteX8" fmla="*/ 21210 w 81930"/>
                <a:gd name="connsiteY8" fmla="*/ 55 h 99347"/>
                <a:gd name="connsiteX9" fmla="*/ 6680 w 81930"/>
                <a:gd name="connsiteY9" fmla="*/ 11678 h 99347"/>
                <a:gd name="connsiteX10" fmla="*/ 223 w 81930"/>
                <a:gd name="connsiteY10" fmla="*/ 33829 h 99347"/>
                <a:gd name="connsiteX11" fmla="*/ 3250 w 81930"/>
                <a:gd name="connsiteY11" fmla="*/ 36022 h 99347"/>
                <a:gd name="connsiteX12" fmla="*/ 7084 w 81930"/>
                <a:gd name="connsiteY12" fmla="*/ 30978 h 99347"/>
                <a:gd name="connsiteX13" fmla="*/ 20806 w 81930"/>
                <a:gd name="connsiteY13" fmla="*/ 4880 h 99347"/>
                <a:gd name="connsiteX14" fmla="*/ 26053 w 81930"/>
                <a:gd name="connsiteY14" fmla="*/ 13652 h 99347"/>
                <a:gd name="connsiteX15" fmla="*/ 24641 w 81930"/>
                <a:gd name="connsiteY15" fmla="*/ 24837 h 99347"/>
                <a:gd name="connsiteX16" fmla="*/ 9505 w 81930"/>
                <a:gd name="connsiteY16" fmla="*/ 90630 h 99347"/>
                <a:gd name="connsiteX17" fmla="*/ 8900 w 81930"/>
                <a:gd name="connsiteY17" fmla="*/ 93701 h 99347"/>
                <a:gd name="connsiteX18" fmla="*/ 14550 w 81930"/>
                <a:gd name="connsiteY18" fmla="*/ 99403 h 99347"/>
                <a:gd name="connsiteX19" fmla="*/ 22421 w 81930"/>
                <a:gd name="connsiteY19" fmla="*/ 91288 h 99347"/>
                <a:gd name="connsiteX20" fmla="*/ 35538 w 81930"/>
                <a:gd name="connsiteY20" fmla="*/ 33829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1930" h="99347">
                  <a:moveTo>
                    <a:pt x="35538" y="33829"/>
                  </a:moveTo>
                  <a:cubicBezTo>
                    <a:pt x="35740" y="33171"/>
                    <a:pt x="44821" y="4880"/>
                    <a:pt x="62175" y="4880"/>
                  </a:cubicBezTo>
                  <a:cubicBezTo>
                    <a:pt x="63184" y="4880"/>
                    <a:pt x="68835" y="4880"/>
                    <a:pt x="72871" y="7950"/>
                  </a:cubicBezTo>
                  <a:cubicBezTo>
                    <a:pt x="65808" y="10363"/>
                    <a:pt x="65202" y="17381"/>
                    <a:pt x="65202" y="18477"/>
                  </a:cubicBezTo>
                  <a:cubicBezTo>
                    <a:pt x="65202" y="21328"/>
                    <a:pt x="67019" y="25495"/>
                    <a:pt x="72265" y="25495"/>
                  </a:cubicBezTo>
                  <a:cubicBezTo>
                    <a:pt x="75898" y="25495"/>
                    <a:pt x="82154" y="22425"/>
                    <a:pt x="82154" y="13872"/>
                  </a:cubicBezTo>
                  <a:cubicBezTo>
                    <a:pt x="82154" y="2467"/>
                    <a:pt x="69037" y="55"/>
                    <a:pt x="62377" y="55"/>
                  </a:cubicBezTo>
                  <a:cubicBezTo>
                    <a:pt x="48453" y="55"/>
                    <a:pt x="41188" y="11020"/>
                    <a:pt x="37959" y="15845"/>
                  </a:cubicBezTo>
                  <a:cubicBezTo>
                    <a:pt x="35740" y="4222"/>
                    <a:pt x="27869" y="55"/>
                    <a:pt x="21210" y="55"/>
                  </a:cubicBezTo>
                  <a:cubicBezTo>
                    <a:pt x="13945" y="55"/>
                    <a:pt x="9909" y="5099"/>
                    <a:pt x="6680" y="11678"/>
                  </a:cubicBezTo>
                  <a:cubicBezTo>
                    <a:pt x="2846" y="20451"/>
                    <a:pt x="223" y="33390"/>
                    <a:pt x="223" y="33829"/>
                  </a:cubicBezTo>
                  <a:cubicBezTo>
                    <a:pt x="223" y="36022"/>
                    <a:pt x="2241" y="36022"/>
                    <a:pt x="3250" y="36022"/>
                  </a:cubicBezTo>
                  <a:cubicBezTo>
                    <a:pt x="5873" y="36022"/>
                    <a:pt x="6075" y="35803"/>
                    <a:pt x="7084" y="30978"/>
                  </a:cubicBezTo>
                  <a:cubicBezTo>
                    <a:pt x="10716" y="15626"/>
                    <a:pt x="14550" y="4880"/>
                    <a:pt x="20806" y="4880"/>
                  </a:cubicBezTo>
                  <a:cubicBezTo>
                    <a:pt x="26053" y="4880"/>
                    <a:pt x="26053" y="11240"/>
                    <a:pt x="26053" y="13652"/>
                  </a:cubicBezTo>
                  <a:cubicBezTo>
                    <a:pt x="26053" y="17161"/>
                    <a:pt x="25448" y="21328"/>
                    <a:pt x="24641" y="24837"/>
                  </a:cubicBezTo>
                  <a:lnTo>
                    <a:pt x="9505" y="90630"/>
                  </a:lnTo>
                  <a:cubicBezTo>
                    <a:pt x="9102" y="91946"/>
                    <a:pt x="8900" y="93043"/>
                    <a:pt x="8900" y="93701"/>
                  </a:cubicBezTo>
                  <a:cubicBezTo>
                    <a:pt x="8900" y="96113"/>
                    <a:pt x="10514" y="99403"/>
                    <a:pt x="14550" y="99403"/>
                  </a:cubicBezTo>
                  <a:cubicBezTo>
                    <a:pt x="20604" y="99403"/>
                    <a:pt x="22017" y="93043"/>
                    <a:pt x="22421" y="91288"/>
                  </a:cubicBezTo>
                  <a:lnTo>
                    <a:pt x="35538" y="33829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4BD09F55-C750-E25A-B2DA-2CBDA48A0EB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332227" y="4611432"/>
              <a:ext cx="71437" cy="99347"/>
            </a:xfrm>
            <a:custGeom>
              <a:avLst/>
              <a:gdLst>
                <a:gd name="connsiteX0" fmla="*/ 25451 w 71437"/>
                <a:gd name="connsiteY0" fmla="*/ 46330 h 99347"/>
                <a:gd name="connsiteX1" fmla="*/ 54712 w 71437"/>
                <a:gd name="connsiteY1" fmla="*/ 41505 h 99347"/>
                <a:gd name="connsiteX2" fmla="*/ 70655 w 71437"/>
                <a:gd name="connsiteY2" fmla="*/ 18696 h 99347"/>
                <a:gd name="connsiteX3" fmla="*/ 50273 w 71437"/>
                <a:gd name="connsiteY3" fmla="*/ 55 h 99347"/>
                <a:gd name="connsiteX4" fmla="*/ 226 w 71437"/>
                <a:gd name="connsiteY4" fmla="*/ 61023 h 99347"/>
                <a:gd name="connsiteX5" fmla="*/ 29084 w 71437"/>
                <a:gd name="connsiteY5" fmla="*/ 99403 h 99347"/>
                <a:gd name="connsiteX6" fmla="*/ 71664 w 71437"/>
                <a:gd name="connsiteY6" fmla="*/ 74182 h 99347"/>
                <a:gd name="connsiteX7" fmla="*/ 68435 w 71437"/>
                <a:gd name="connsiteY7" fmla="*/ 70673 h 99347"/>
                <a:gd name="connsiteX8" fmla="*/ 65811 w 71437"/>
                <a:gd name="connsiteY8" fmla="*/ 73085 h 99347"/>
                <a:gd name="connsiteX9" fmla="*/ 29487 w 71437"/>
                <a:gd name="connsiteY9" fmla="*/ 94578 h 99347"/>
                <a:gd name="connsiteX10" fmla="*/ 14151 w 71437"/>
                <a:gd name="connsiteY10" fmla="*/ 70454 h 99347"/>
                <a:gd name="connsiteX11" fmla="*/ 17581 w 71437"/>
                <a:gd name="connsiteY11" fmla="*/ 46330 h 99347"/>
                <a:gd name="connsiteX12" fmla="*/ 25451 w 71437"/>
                <a:gd name="connsiteY12" fmla="*/ 46330 h 99347"/>
                <a:gd name="connsiteX13" fmla="*/ 18792 w 71437"/>
                <a:gd name="connsiteY13" fmla="*/ 41505 h 99347"/>
                <a:gd name="connsiteX14" fmla="*/ 50273 w 71437"/>
                <a:gd name="connsiteY14" fmla="*/ 4880 h 99347"/>
                <a:gd name="connsiteX15" fmla="*/ 62986 w 71437"/>
                <a:gd name="connsiteY15" fmla="*/ 18258 h 99347"/>
                <a:gd name="connsiteX16" fmla="*/ 23030 w 71437"/>
                <a:gd name="connsiteY16" fmla="*/ 41505 h 99347"/>
                <a:gd name="connsiteX17" fmla="*/ 18792 w 71437"/>
                <a:gd name="connsiteY17" fmla="*/ 41505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37" h="99347">
                  <a:moveTo>
                    <a:pt x="25451" y="46330"/>
                  </a:moveTo>
                  <a:cubicBezTo>
                    <a:pt x="31505" y="46330"/>
                    <a:pt x="45026" y="45672"/>
                    <a:pt x="54712" y="41505"/>
                  </a:cubicBezTo>
                  <a:cubicBezTo>
                    <a:pt x="70655" y="34487"/>
                    <a:pt x="70655" y="20232"/>
                    <a:pt x="70655" y="18696"/>
                  </a:cubicBezTo>
                  <a:cubicBezTo>
                    <a:pt x="70655" y="8608"/>
                    <a:pt x="63188" y="55"/>
                    <a:pt x="50273" y="55"/>
                  </a:cubicBezTo>
                  <a:cubicBezTo>
                    <a:pt x="29084" y="55"/>
                    <a:pt x="226" y="22205"/>
                    <a:pt x="226" y="61023"/>
                  </a:cubicBezTo>
                  <a:cubicBezTo>
                    <a:pt x="226" y="80761"/>
                    <a:pt x="9913" y="99403"/>
                    <a:pt x="29084" y="99403"/>
                  </a:cubicBezTo>
                  <a:cubicBezTo>
                    <a:pt x="54914" y="99403"/>
                    <a:pt x="71664" y="77472"/>
                    <a:pt x="71664" y="74182"/>
                  </a:cubicBezTo>
                  <a:cubicBezTo>
                    <a:pt x="71664" y="73085"/>
                    <a:pt x="70049" y="70673"/>
                    <a:pt x="68435" y="70673"/>
                  </a:cubicBezTo>
                  <a:cubicBezTo>
                    <a:pt x="67628" y="70673"/>
                    <a:pt x="67426" y="70892"/>
                    <a:pt x="65811" y="73085"/>
                  </a:cubicBezTo>
                  <a:cubicBezTo>
                    <a:pt x="50878" y="93701"/>
                    <a:pt x="32918" y="94578"/>
                    <a:pt x="29487" y="94578"/>
                  </a:cubicBezTo>
                  <a:cubicBezTo>
                    <a:pt x="16370" y="94578"/>
                    <a:pt x="14151" y="79007"/>
                    <a:pt x="14151" y="70454"/>
                  </a:cubicBezTo>
                  <a:cubicBezTo>
                    <a:pt x="14151" y="62120"/>
                    <a:pt x="16169" y="52251"/>
                    <a:pt x="17581" y="46330"/>
                  </a:cubicBezTo>
                  <a:lnTo>
                    <a:pt x="25451" y="46330"/>
                  </a:lnTo>
                  <a:close/>
                  <a:moveTo>
                    <a:pt x="18792" y="41505"/>
                  </a:moveTo>
                  <a:cubicBezTo>
                    <a:pt x="27469" y="5538"/>
                    <a:pt x="48255" y="4880"/>
                    <a:pt x="50273" y="4880"/>
                  </a:cubicBezTo>
                  <a:cubicBezTo>
                    <a:pt x="58345" y="4880"/>
                    <a:pt x="62986" y="10801"/>
                    <a:pt x="62986" y="18258"/>
                  </a:cubicBezTo>
                  <a:cubicBezTo>
                    <a:pt x="62986" y="41505"/>
                    <a:pt x="29689" y="41505"/>
                    <a:pt x="23030" y="41505"/>
                  </a:cubicBezTo>
                  <a:lnTo>
                    <a:pt x="18792" y="41505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E946783F-C1EB-13FA-5698-6745BA5FC2B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418799" y="4611432"/>
              <a:ext cx="101505" cy="99347"/>
            </a:xfrm>
            <a:custGeom>
              <a:avLst/>
              <a:gdLst>
                <a:gd name="connsiteX0" fmla="*/ 29896 w 101505"/>
                <a:gd name="connsiteY0" fmla="*/ 58611 h 99347"/>
                <a:gd name="connsiteX1" fmla="*/ 33124 w 101505"/>
                <a:gd name="connsiteY1" fmla="*/ 44356 h 99347"/>
                <a:gd name="connsiteX2" fmla="*/ 39178 w 101505"/>
                <a:gd name="connsiteY2" fmla="*/ 26592 h 99347"/>
                <a:gd name="connsiteX3" fmla="*/ 66421 w 101505"/>
                <a:gd name="connsiteY3" fmla="*/ 4880 h 99347"/>
                <a:gd name="connsiteX4" fmla="*/ 75704 w 101505"/>
                <a:gd name="connsiteY4" fmla="*/ 19354 h 99347"/>
                <a:gd name="connsiteX5" fmla="*/ 64000 w 101505"/>
                <a:gd name="connsiteY5" fmla="*/ 67822 h 99347"/>
                <a:gd name="connsiteX6" fmla="*/ 60771 w 101505"/>
                <a:gd name="connsiteY6" fmla="*/ 81858 h 99347"/>
                <a:gd name="connsiteX7" fmla="*/ 76108 w 101505"/>
                <a:gd name="connsiteY7" fmla="*/ 99403 h 99347"/>
                <a:gd name="connsiteX8" fmla="*/ 101736 w 101505"/>
                <a:gd name="connsiteY8" fmla="*/ 65629 h 99347"/>
                <a:gd name="connsiteX9" fmla="*/ 98709 w 101505"/>
                <a:gd name="connsiteY9" fmla="*/ 63436 h 99347"/>
                <a:gd name="connsiteX10" fmla="*/ 95279 w 101505"/>
                <a:gd name="connsiteY10" fmla="*/ 67164 h 99347"/>
                <a:gd name="connsiteX11" fmla="*/ 76511 w 101505"/>
                <a:gd name="connsiteY11" fmla="*/ 94578 h 99347"/>
                <a:gd name="connsiteX12" fmla="*/ 72072 w 101505"/>
                <a:gd name="connsiteY12" fmla="*/ 88218 h 99347"/>
                <a:gd name="connsiteX13" fmla="*/ 75704 w 101505"/>
                <a:gd name="connsiteY13" fmla="*/ 71770 h 99347"/>
                <a:gd name="connsiteX14" fmla="*/ 88014 w 101505"/>
                <a:gd name="connsiteY14" fmla="*/ 22863 h 99347"/>
                <a:gd name="connsiteX15" fmla="*/ 67027 w 101505"/>
                <a:gd name="connsiteY15" fmla="*/ 55 h 99347"/>
                <a:gd name="connsiteX16" fmla="*/ 38169 w 101505"/>
                <a:gd name="connsiteY16" fmla="*/ 17381 h 99347"/>
                <a:gd name="connsiteX17" fmla="*/ 21218 w 101505"/>
                <a:gd name="connsiteY17" fmla="*/ 55 h 99347"/>
                <a:gd name="connsiteX18" fmla="*/ 6689 w 101505"/>
                <a:gd name="connsiteY18" fmla="*/ 11678 h 99347"/>
                <a:gd name="connsiteX19" fmla="*/ 231 w 101505"/>
                <a:gd name="connsiteY19" fmla="*/ 33829 h 99347"/>
                <a:gd name="connsiteX20" fmla="*/ 3258 w 101505"/>
                <a:gd name="connsiteY20" fmla="*/ 36022 h 99347"/>
                <a:gd name="connsiteX21" fmla="*/ 7092 w 101505"/>
                <a:gd name="connsiteY21" fmla="*/ 30978 h 99347"/>
                <a:gd name="connsiteX22" fmla="*/ 20815 w 101505"/>
                <a:gd name="connsiteY22" fmla="*/ 4880 h 99347"/>
                <a:gd name="connsiteX23" fmla="*/ 26061 w 101505"/>
                <a:gd name="connsiteY23" fmla="*/ 13652 h 99347"/>
                <a:gd name="connsiteX24" fmla="*/ 24649 w 101505"/>
                <a:gd name="connsiteY24" fmla="*/ 24837 h 99347"/>
                <a:gd name="connsiteX25" fmla="*/ 9514 w 101505"/>
                <a:gd name="connsiteY25" fmla="*/ 90630 h 99347"/>
                <a:gd name="connsiteX26" fmla="*/ 8908 w 101505"/>
                <a:gd name="connsiteY26" fmla="*/ 93701 h 99347"/>
                <a:gd name="connsiteX27" fmla="*/ 14559 w 101505"/>
                <a:gd name="connsiteY27" fmla="*/ 99403 h 99347"/>
                <a:gd name="connsiteX28" fmla="*/ 21824 w 101505"/>
                <a:gd name="connsiteY28" fmla="*/ 93701 h 99347"/>
                <a:gd name="connsiteX29" fmla="*/ 29896 w 101505"/>
                <a:gd name="connsiteY29" fmla="*/ 58611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1505" h="99347">
                  <a:moveTo>
                    <a:pt x="29896" y="58611"/>
                  </a:moveTo>
                  <a:cubicBezTo>
                    <a:pt x="30905" y="53786"/>
                    <a:pt x="32115" y="49181"/>
                    <a:pt x="33124" y="44356"/>
                  </a:cubicBezTo>
                  <a:cubicBezTo>
                    <a:pt x="35748" y="33171"/>
                    <a:pt x="35748" y="32952"/>
                    <a:pt x="39178" y="26592"/>
                  </a:cubicBezTo>
                  <a:cubicBezTo>
                    <a:pt x="42004" y="21328"/>
                    <a:pt x="51085" y="4880"/>
                    <a:pt x="66421" y="4880"/>
                  </a:cubicBezTo>
                  <a:cubicBezTo>
                    <a:pt x="75301" y="4880"/>
                    <a:pt x="75704" y="14749"/>
                    <a:pt x="75704" y="19354"/>
                  </a:cubicBezTo>
                  <a:cubicBezTo>
                    <a:pt x="75704" y="32952"/>
                    <a:pt x="66825" y="59050"/>
                    <a:pt x="64000" y="67822"/>
                  </a:cubicBezTo>
                  <a:cubicBezTo>
                    <a:pt x="61376" y="75279"/>
                    <a:pt x="60771" y="77252"/>
                    <a:pt x="60771" y="81858"/>
                  </a:cubicBezTo>
                  <a:cubicBezTo>
                    <a:pt x="60771" y="91508"/>
                    <a:pt x="66421" y="99403"/>
                    <a:pt x="76108" y="99403"/>
                  </a:cubicBezTo>
                  <a:cubicBezTo>
                    <a:pt x="94875" y="99403"/>
                    <a:pt x="101736" y="66725"/>
                    <a:pt x="101736" y="65629"/>
                  </a:cubicBezTo>
                  <a:cubicBezTo>
                    <a:pt x="101736" y="63436"/>
                    <a:pt x="100122" y="63436"/>
                    <a:pt x="98709" y="63436"/>
                  </a:cubicBezTo>
                  <a:cubicBezTo>
                    <a:pt x="96086" y="63436"/>
                    <a:pt x="96086" y="63874"/>
                    <a:pt x="95279" y="67164"/>
                  </a:cubicBezTo>
                  <a:cubicBezTo>
                    <a:pt x="93664" y="73085"/>
                    <a:pt x="88216" y="94578"/>
                    <a:pt x="76511" y="94578"/>
                  </a:cubicBezTo>
                  <a:cubicBezTo>
                    <a:pt x="72274" y="94578"/>
                    <a:pt x="72072" y="91288"/>
                    <a:pt x="72072" y="88218"/>
                  </a:cubicBezTo>
                  <a:cubicBezTo>
                    <a:pt x="72072" y="82735"/>
                    <a:pt x="74090" y="77033"/>
                    <a:pt x="75704" y="71770"/>
                  </a:cubicBezTo>
                  <a:cubicBezTo>
                    <a:pt x="79740" y="60146"/>
                    <a:pt x="88014" y="35583"/>
                    <a:pt x="88014" y="22863"/>
                  </a:cubicBezTo>
                  <a:cubicBezTo>
                    <a:pt x="88014" y="4880"/>
                    <a:pt x="76915" y="55"/>
                    <a:pt x="67027" y="55"/>
                  </a:cubicBezTo>
                  <a:cubicBezTo>
                    <a:pt x="50479" y="55"/>
                    <a:pt x="40793" y="13214"/>
                    <a:pt x="38169" y="17381"/>
                  </a:cubicBezTo>
                  <a:cubicBezTo>
                    <a:pt x="36757" y="6634"/>
                    <a:pt x="29896" y="55"/>
                    <a:pt x="21218" y="55"/>
                  </a:cubicBezTo>
                  <a:cubicBezTo>
                    <a:pt x="13953" y="55"/>
                    <a:pt x="9917" y="5099"/>
                    <a:pt x="6689" y="11678"/>
                  </a:cubicBezTo>
                  <a:cubicBezTo>
                    <a:pt x="2854" y="20451"/>
                    <a:pt x="231" y="33390"/>
                    <a:pt x="231" y="33829"/>
                  </a:cubicBezTo>
                  <a:cubicBezTo>
                    <a:pt x="231" y="36022"/>
                    <a:pt x="2249" y="36022"/>
                    <a:pt x="3258" y="36022"/>
                  </a:cubicBezTo>
                  <a:cubicBezTo>
                    <a:pt x="5881" y="36022"/>
                    <a:pt x="6083" y="35803"/>
                    <a:pt x="7092" y="30978"/>
                  </a:cubicBezTo>
                  <a:cubicBezTo>
                    <a:pt x="10725" y="15626"/>
                    <a:pt x="14559" y="4880"/>
                    <a:pt x="20815" y="4880"/>
                  </a:cubicBezTo>
                  <a:cubicBezTo>
                    <a:pt x="26061" y="4880"/>
                    <a:pt x="26061" y="11240"/>
                    <a:pt x="26061" y="13652"/>
                  </a:cubicBezTo>
                  <a:cubicBezTo>
                    <a:pt x="26061" y="17161"/>
                    <a:pt x="25456" y="21328"/>
                    <a:pt x="24649" y="24837"/>
                  </a:cubicBezTo>
                  <a:lnTo>
                    <a:pt x="9514" y="90630"/>
                  </a:lnTo>
                  <a:cubicBezTo>
                    <a:pt x="9110" y="91946"/>
                    <a:pt x="8908" y="93043"/>
                    <a:pt x="8908" y="93701"/>
                  </a:cubicBezTo>
                  <a:cubicBezTo>
                    <a:pt x="8908" y="96113"/>
                    <a:pt x="10523" y="99403"/>
                    <a:pt x="14559" y="99403"/>
                  </a:cubicBezTo>
                  <a:cubicBezTo>
                    <a:pt x="16980" y="99403"/>
                    <a:pt x="20411" y="97868"/>
                    <a:pt x="21824" y="93701"/>
                  </a:cubicBezTo>
                  <a:lnTo>
                    <a:pt x="29896" y="58611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6258929D-E4B0-BAFA-3A78-8FD1B9E432E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37703" y="4611432"/>
              <a:ext cx="72648" cy="99347"/>
            </a:xfrm>
            <a:custGeom>
              <a:avLst/>
              <a:gdLst>
                <a:gd name="connsiteX0" fmla="*/ 65822 w 72648"/>
                <a:gd name="connsiteY0" fmla="*/ 14310 h 99347"/>
                <a:gd name="connsiteX1" fmla="*/ 55732 w 72648"/>
                <a:gd name="connsiteY1" fmla="*/ 25056 h 99347"/>
                <a:gd name="connsiteX2" fmla="*/ 62593 w 72648"/>
                <a:gd name="connsiteY2" fmla="*/ 32074 h 99347"/>
                <a:gd name="connsiteX3" fmla="*/ 72885 w 72648"/>
                <a:gd name="connsiteY3" fmla="*/ 18916 h 99347"/>
                <a:gd name="connsiteX4" fmla="*/ 51292 w 72648"/>
                <a:gd name="connsiteY4" fmla="*/ 55 h 99347"/>
                <a:gd name="connsiteX5" fmla="*/ 237 w 72648"/>
                <a:gd name="connsiteY5" fmla="*/ 63216 h 99347"/>
                <a:gd name="connsiteX6" fmla="*/ 29901 w 72648"/>
                <a:gd name="connsiteY6" fmla="*/ 99403 h 99347"/>
                <a:gd name="connsiteX7" fmla="*/ 72481 w 72648"/>
                <a:gd name="connsiteY7" fmla="*/ 74182 h 99347"/>
                <a:gd name="connsiteX8" fmla="*/ 69252 w 72648"/>
                <a:gd name="connsiteY8" fmla="*/ 70673 h 99347"/>
                <a:gd name="connsiteX9" fmla="*/ 66629 w 72648"/>
                <a:gd name="connsiteY9" fmla="*/ 73085 h 99347"/>
                <a:gd name="connsiteX10" fmla="*/ 30305 w 72648"/>
                <a:gd name="connsiteY10" fmla="*/ 94578 h 99347"/>
                <a:gd name="connsiteX11" fmla="*/ 14363 w 72648"/>
                <a:gd name="connsiteY11" fmla="*/ 71989 h 99347"/>
                <a:gd name="connsiteX12" fmla="*/ 25058 w 72648"/>
                <a:gd name="connsiteY12" fmla="*/ 26811 h 99347"/>
                <a:gd name="connsiteX13" fmla="*/ 51494 w 72648"/>
                <a:gd name="connsiteY13" fmla="*/ 4880 h 99347"/>
                <a:gd name="connsiteX14" fmla="*/ 65822 w 72648"/>
                <a:gd name="connsiteY14" fmla="*/ 14310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2648" h="99347">
                  <a:moveTo>
                    <a:pt x="65822" y="14310"/>
                  </a:moveTo>
                  <a:cubicBezTo>
                    <a:pt x="55732" y="15626"/>
                    <a:pt x="55732" y="24618"/>
                    <a:pt x="55732" y="25056"/>
                  </a:cubicBezTo>
                  <a:cubicBezTo>
                    <a:pt x="55732" y="28565"/>
                    <a:pt x="57951" y="32074"/>
                    <a:pt x="62593" y="32074"/>
                  </a:cubicBezTo>
                  <a:cubicBezTo>
                    <a:pt x="68041" y="32074"/>
                    <a:pt x="72885" y="27249"/>
                    <a:pt x="72885" y="18916"/>
                  </a:cubicBezTo>
                  <a:cubicBezTo>
                    <a:pt x="72885" y="8169"/>
                    <a:pt x="64207" y="55"/>
                    <a:pt x="51292" y="55"/>
                  </a:cubicBezTo>
                  <a:cubicBezTo>
                    <a:pt x="26269" y="55"/>
                    <a:pt x="237" y="31197"/>
                    <a:pt x="237" y="63216"/>
                  </a:cubicBezTo>
                  <a:cubicBezTo>
                    <a:pt x="237" y="84928"/>
                    <a:pt x="12143" y="99403"/>
                    <a:pt x="29901" y="99403"/>
                  </a:cubicBezTo>
                  <a:cubicBezTo>
                    <a:pt x="55732" y="99403"/>
                    <a:pt x="72481" y="77472"/>
                    <a:pt x="72481" y="74182"/>
                  </a:cubicBezTo>
                  <a:cubicBezTo>
                    <a:pt x="72481" y="73085"/>
                    <a:pt x="70867" y="70673"/>
                    <a:pt x="69252" y="70673"/>
                  </a:cubicBezTo>
                  <a:cubicBezTo>
                    <a:pt x="68445" y="70673"/>
                    <a:pt x="68243" y="70892"/>
                    <a:pt x="66629" y="73085"/>
                  </a:cubicBezTo>
                  <a:cubicBezTo>
                    <a:pt x="51696" y="93701"/>
                    <a:pt x="33735" y="94578"/>
                    <a:pt x="30305" y="94578"/>
                  </a:cubicBezTo>
                  <a:cubicBezTo>
                    <a:pt x="19408" y="94578"/>
                    <a:pt x="14363" y="84709"/>
                    <a:pt x="14363" y="71989"/>
                  </a:cubicBezTo>
                  <a:cubicBezTo>
                    <a:pt x="14363" y="60365"/>
                    <a:pt x="19811" y="37338"/>
                    <a:pt x="25058" y="26811"/>
                  </a:cubicBezTo>
                  <a:cubicBezTo>
                    <a:pt x="32323" y="12556"/>
                    <a:pt x="42413" y="4880"/>
                    <a:pt x="51494" y="4880"/>
                  </a:cubicBezTo>
                  <a:cubicBezTo>
                    <a:pt x="53714" y="4880"/>
                    <a:pt x="62795" y="5318"/>
                    <a:pt x="65822" y="14310"/>
                  </a:cubicBez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D269D68-BE6F-2074-2A29-B973DFD2BB5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8621023" y="4611432"/>
              <a:ext cx="71437" cy="99347"/>
            </a:xfrm>
            <a:custGeom>
              <a:avLst/>
              <a:gdLst>
                <a:gd name="connsiteX0" fmla="*/ 25466 w 71437"/>
                <a:gd name="connsiteY0" fmla="*/ 46330 h 99347"/>
                <a:gd name="connsiteX1" fmla="*/ 54727 w 71437"/>
                <a:gd name="connsiteY1" fmla="*/ 41505 h 99347"/>
                <a:gd name="connsiteX2" fmla="*/ 70669 w 71437"/>
                <a:gd name="connsiteY2" fmla="*/ 18696 h 99347"/>
                <a:gd name="connsiteX3" fmla="*/ 50287 w 71437"/>
                <a:gd name="connsiteY3" fmla="*/ 55 h 99347"/>
                <a:gd name="connsiteX4" fmla="*/ 241 w 71437"/>
                <a:gd name="connsiteY4" fmla="*/ 61023 h 99347"/>
                <a:gd name="connsiteX5" fmla="*/ 29098 w 71437"/>
                <a:gd name="connsiteY5" fmla="*/ 99403 h 99347"/>
                <a:gd name="connsiteX6" fmla="*/ 71678 w 71437"/>
                <a:gd name="connsiteY6" fmla="*/ 74182 h 99347"/>
                <a:gd name="connsiteX7" fmla="*/ 68449 w 71437"/>
                <a:gd name="connsiteY7" fmla="*/ 70673 h 99347"/>
                <a:gd name="connsiteX8" fmla="*/ 65826 w 71437"/>
                <a:gd name="connsiteY8" fmla="*/ 73085 h 99347"/>
                <a:gd name="connsiteX9" fmla="*/ 29502 w 71437"/>
                <a:gd name="connsiteY9" fmla="*/ 94578 h 99347"/>
                <a:gd name="connsiteX10" fmla="*/ 14165 w 71437"/>
                <a:gd name="connsiteY10" fmla="*/ 70454 h 99347"/>
                <a:gd name="connsiteX11" fmla="*/ 17595 w 71437"/>
                <a:gd name="connsiteY11" fmla="*/ 46330 h 99347"/>
                <a:gd name="connsiteX12" fmla="*/ 25466 w 71437"/>
                <a:gd name="connsiteY12" fmla="*/ 46330 h 99347"/>
                <a:gd name="connsiteX13" fmla="*/ 18806 w 71437"/>
                <a:gd name="connsiteY13" fmla="*/ 41505 h 99347"/>
                <a:gd name="connsiteX14" fmla="*/ 50287 w 71437"/>
                <a:gd name="connsiteY14" fmla="*/ 4880 h 99347"/>
                <a:gd name="connsiteX15" fmla="*/ 63000 w 71437"/>
                <a:gd name="connsiteY15" fmla="*/ 18258 h 99347"/>
                <a:gd name="connsiteX16" fmla="*/ 23044 w 71437"/>
                <a:gd name="connsiteY16" fmla="*/ 41505 h 99347"/>
                <a:gd name="connsiteX17" fmla="*/ 18806 w 71437"/>
                <a:gd name="connsiteY17" fmla="*/ 41505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37" h="99347">
                  <a:moveTo>
                    <a:pt x="25466" y="46330"/>
                  </a:moveTo>
                  <a:cubicBezTo>
                    <a:pt x="31520" y="46330"/>
                    <a:pt x="45040" y="45672"/>
                    <a:pt x="54727" y="41505"/>
                  </a:cubicBezTo>
                  <a:cubicBezTo>
                    <a:pt x="70669" y="34487"/>
                    <a:pt x="70669" y="20232"/>
                    <a:pt x="70669" y="18696"/>
                  </a:cubicBezTo>
                  <a:cubicBezTo>
                    <a:pt x="70669" y="8608"/>
                    <a:pt x="63202" y="55"/>
                    <a:pt x="50287" y="55"/>
                  </a:cubicBezTo>
                  <a:cubicBezTo>
                    <a:pt x="29098" y="55"/>
                    <a:pt x="241" y="22205"/>
                    <a:pt x="241" y="61023"/>
                  </a:cubicBezTo>
                  <a:cubicBezTo>
                    <a:pt x="241" y="80761"/>
                    <a:pt x="9927" y="99403"/>
                    <a:pt x="29098" y="99403"/>
                  </a:cubicBezTo>
                  <a:cubicBezTo>
                    <a:pt x="54928" y="99403"/>
                    <a:pt x="71678" y="77472"/>
                    <a:pt x="71678" y="74182"/>
                  </a:cubicBezTo>
                  <a:cubicBezTo>
                    <a:pt x="71678" y="73085"/>
                    <a:pt x="70063" y="70673"/>
                    <a:pt x="68449" y="70673"/>
                  </a:cubicBezTo>
                  <a:cubicBezTo>
                    <a:pt x="67642" y="70673"/>
                    <a:pt x="67440" y="70892"/>
                    <a:pt x="65826" y="73085"/>
                  </a:cubicBezTo>
                  <a:cubicBezTo>
                    <a:pt x="50892" y="93701"/>
                    <a:pt x="32932" y="94578"/>
                    <a:pt x="29502" y="94578"/>
                  </a:cubicBezTo>
                  <a:cubicBezTo>
                    <a:pt x="16385" y="94578"/>
                    <a:pt x="14165" y="79007"/>
                    <a:pt x="14165" y="70454"/>
                  </a:cubicBezTo>
                  <a:cubicBezTo>
                    <a:pt x="14165" y="62120"/>
                    <a:pt x="16183" y="52251"/>
                    <a:pt x="17595" y="46330"/>
                  </a:cubicBezTo>
                  <a:lnTo>
                    <a:pt x="25466" y="46330"/>
                  </a:lnTo>
                  <a:close/>
                  <a:moveTo>
                    <a:pt x="18806" y="41505"/>
                  </a:moveTo>
                  <a:cubicBezTo>
                    <a:pt x="27484" y="5538"/>
                    <a:pt x="48269" y="4880"/>
                    <a:pt x="50287" y="4880"/>
                  </a:cubicBezTo>
                  <a:cubicBezTo>
                    <a:pt x="58359" y="4880"/>
                    <a:pt x="63000" y="10801"/>
                    <a:pt x="63000" y="18258"/>
                  </a:cubicBezTo>
                  <a:cubicBezTo>
                    <a:pt x="63000" y="41505"/>
                    <a:pt x="29703" y="41505"/>
                    <a:pt x="23044" y="41505"/>
                  </a:cubicBezTo>
                  <a:lnTo>
                    <a:pt x="18806" y="41505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94E0D97-2B57-7422-8AB1-BB9B2A01AB0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8805221" y="4558578"/>
              <a:ext cx="132986" cy="154614"/>
            </a:xfrm>
            <a:custGeom>
              <a:avLst/>
              <a:gdLst>
                <a:gd name="connsiteX0" fmla="*/ 106799 w 132986"/>
                <a:gd name="connsiteY0" fmla="*/ 24618 h 154614"/>
                <a:gd name="connsiteX1" fmla="*/ 129401 w 132986"/>
                <a:gd name="connsiteY1" fmla="*/ 6854 h 154614"/>
                <a:gd name="connsiteX2" fmla="*/ 133235 w 132986"/>
                <a:gd name="connsiteY2" fmla="*/ 2467 h 154614"/>
                <a:gd name="connsiteX3" fmla="*/ 130612 w 132986"/>
                <a:gd name="connsiteY3" fmla="*/ 55 h 154614"/>
                <a:gd name="connsiteX4" fmla="*/ 115275 w 132986"/>
                <a:gd name="connsiteY4" fmla="*/ 713 h 154614"/>
                <a:gd name="connsiteX5" fmla="*/ 96709 w 132986"/>
                <a:gd name="connsiteY5" fmla="*/ 55 h 154614"/>
                <a:gd name="connsiteX6" fmla="*/ 93077 w 132986"/>
                <a:gd name="connsiteY6" fmla="*/ 4222 h 154614"/>
                <a:gd name="connsiteX7" fmla="*/ 96306 w 132986"/>
                <a:gd name="connsiteY7" fmla="*/ 6854 h 154614"/>
                <a:gd name="connsiteX8" fmla="*/ 104378 w 132986"/>
                <a:gd name="connsiteY8" fmla="*/ 13872 h 154614"/>
                <a:gd name="connsiteX9" fmla="*/ 101351 w 132986"/>
                <a:gd name="connsiteY9" fmla="*/ 22644 h 154614"/>
                <a:gd name="connsiteX10" fmla="*/ 43030 w 132986"/>
                <a:gd name="connsiteY10" fmla="*/ 128571 h 154614"/>
                <a:gd name="connsiteX11" fmla="*/ 32739 w 132986"/>
                <a:gd name="connsiteY11" fmla="*/ 13652 h 154614"/>
                <a:gd name="connsiteX12" fmla="*/ 45452 w 132986"/>
                <a:gd name="connsiteY12" fmla="*/ 6854 h 154614"/>
                <a:gd name="connsiteX13" fmla="*/ 50497 w 132986"/>
                <a:gd name="connsiteY13" fmla="*/ 2687 h 154614"/>
                <a:gd name="connsiteX14" fmla="*/ 47672 w 132986"/>
                <a:gd name="connsiteY14" fmla="*/ 55 h 154614"/>
                <a:gd name="connsiteX15" fmla="*/ 24465 w 132986"/>
                <a:gd name="connsiteY15" fmla="*/ 713 h 154614"/>
                <a:gd name="connsiteX16" fmla="*/ 3881 w 132986"/>
                <a:gd name="connsiteY16" fmla="*/ 55 h 154614"/>
                <a:gd name="connsiteX17" fmla="*/ 249 w 132986"/>
                <a:gd name="connsiteY17" fmla="*/ 4222 h 154614"/>
                <a:gd name="connsiteX18" fmla="*/ 5092 w 132986"/>
                <a:gd name="connsiteY18" fmla="*/ 6854 h 154614"/>
                <a:gd name="connsiteX19" fmla="*/ 15989 w 132986"/>
                <a:gd name="connsiteY19" fmla="*/ 14310 h 154614"/>
                <a:gd name="connsiteX20" fmla="*/ 28097 w 132986"/>
                <a:gd name="connsiteY20" fmla="*/ 149406 h 154614"/>
                <a:gd name="connsiteX21" fmla="*/ 31931 w 132986"/>
                <a:gd name="connsiteY21" fmla="*/ 154669 h 154614"/>
                <a:gd name="connsiteX22" fmla="*/ 37582 w 132986"/>
                <a:gd name="connsiteY22" fmla="*/ 150502 h 154614"/>
                <a:gd name="connsiteX23" fmla="*/ 106799 w 132986"/>
                <a:gd name="connsiteY23" fmla="*/ 24618 h 15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2986" h="154614">
                  <a:moveTo>
                    <a:pt x="106799" y="24618"/>
                  </a:moveTo>
                  <a:cubicBezTo>
                    <a:pt x="114871" y="9924"/>
                    <a:pt x="121934" y="7511"/>
                    <a:pt x="129401" y="6854"/>
                  </a:cubicBezTo>
                  <a:cubicBezTo>
                    <a:pt x="131015" y="6634"/>
                    <a:pt x="133235" y="6634"/>
                    <a:pt x="133235" y="2467"/>
                  </a:cubicBezTo>
                  <a:cubicBezTo>
                    <a:pt x="133235" y="2029"/>
                    <a:pt x="132832" y="55"/>
                    <a:pt x="130612" y="55"/>
                  </a:cubicBezTo>
                  <a:cubicBezTo>
                    <a:pt x="125768" y="55"/>
                    <a:pt x="120320" y="713"/>
                    <a:pt x="115275" y="713"/>
                  </a:cubicBezTo>
                  <a:cubicBezTo>
                    <a:pt x="109221" y="713"/>
                    <a:pt x="102561" y="55"/>
                    <a:pt x="96709" y="55"/>
                  </a:cubicBezTo>
                  <a:cubicBezTo>
                    <a:pt x="95498" y="55"/>
                    <a:pt x="93077" y="55"/>
                    <a:pt x="93077" y="4222"/>
                  </a:cubicBezTo>
                  <a:cubicBezTo>
                    <a:pt x="93077" y="6634"/>
                    <a:pt x="94691" y="6634"/>
                    <a:pt x="96306" y="6854"/>
                  </a:cubicBezTo>
                  <a:cubicBezTo>
                    <a:pt x="99534" y="7073"/>
                    <a:pt x="104378" y="8608"/>
                    <a:pt x="104378" y="13872"/>
                  </a:cubicBezTo>
                  <a:cubicBezTo>
                    <a:pt x="104378" y="16723"/>
                    <a:pt x="102158" y="21109"/>
                    <a:pt x="101351" y="22644"/>
                  </a:cubicBezTo>
                  <a:lnTo>
                    <a:pt x="43030" y="128571"/>
                  </a:lnTo>
                  <a:lnTo>
                    <a:pt x="32739" y="13652"/>
                  </a:lnTo>
                  <a:cubicBezTo>
                    <a:pt x="32739" y="7073"/>
                    <a:pt x="43434" y="6854"/>
                    <a:pt x="45452" y="6854"/>
                  </a:cubicBezTo>
                  <a:cubicBezTo>
                    <a:pt x="48277" y="6854"/>
                    <a:pt x="50497" y="6854"/>
                    <a:pt x="50497" y="2687"/>
                  </a:cubicBezTo>
                  <a:cubicBezTo>
                    <a:pt x="50497" y="55"/>
                    <a:pt x="48277" y="55"/>
                    <a:pt x="47672" y="55"/>
                  </a:cubicBezTo>
                  <a:cubicBezTo>
                    <a:pt x="40205" y="55"/>
                    <a:pt x="32133" y="713"/>
                    <a:pt x="24465" y="713"/>
                  </a:cubicBezTo>
                  <a:cubicBezTo>
                    <a:pt x="17604" y="713"/>
                    <a:pt x="10541" y="55"/>
                    <a:pt x="3881" y="55"/>
                  </a:cubicBezTo>
                  <a:cubicBezTo>
                    <a:pt x="2872" y="55"/>
                    <a:pt x="249" y="55"/>
                    <a:pt x="249" y="4222"/>
                  </a:cubicBezTo>
                  <a:cubicBezTo>
                    <a:pt x="249" y="6854"/>
                    <a:pt x="2267" y="6854"/>
                    <a:pt x="5092" y="6854"/>
                  </a:cubicBezTo>
                  <a:cubicBezTo>
                    <a:pt x="15182" y="6854"/>
                    <a:pt x="15586" y="8827"/>
                    <a:pt x="15989" y="14310"/>
                  </a:cubicBezTo>
                  <a:lnTo>
                    <a:pt x="28097" y="149406"/>
                  </a:lnTo>
                  <a:cubicBezTo>
                    <a:pt x="28501" y="153573"/>
                    <a:pt x="28703" y="154669"/>
                    <a:pt x="31931" y="154669"/>
                  </a:cubicBezTo>
                  <a:cubicBezTo>
                    <a:pt x="34353" y="154669"/>
                    <a:pt x="35362" y="154450"/>
                    <a:pt x="37582" y="150502"/>
                  </a:cubicBezTo>
                  <a:lnTo>
                    <a:pt x="106799" y="24618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61EFB50-1BAC-3392-1BBC-05996D25367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8919372" y="4611432"/>
              <a:ext cx="86168" cy="99347"/>
            </a:xfrm>
            <a:custGeom>
              <a:avLst/>
              <a:gdLst>
                <a:gd name="connsiteX0" fmla="*/ 48889 w 86168"/>
                <a:gd name="connsiteY0" fmla="*/ 84051 h 99347"/>
                <a:gd name="connsiteX1" fmla="*/ 65639 w 86168"/>
                <a:gd name="connsiteY1" fmla="*/ 99403 h 99347"/>
                <a:gd name="connsiteX2" fmla="*/ 80370 w 86168"/>
                <a:gd name="connsiteY2" fmla="*/ 87121 h 99347"/>
                <a:gd name="connsiteX3" fmla="*/ 86424 w 86168"/>
                <a:gd name="connsiteY3" fmla="*/ 65629 h 99347"/>
                <a:gd name="connsiteX4" fmla="*/ 83397 w 86168"/>
                <a:gd name="connsiteY4" fmla="*/ 63436 h 99347"/>
                <a:gd name="connsiteX5" fmla="*/ 79563 w 86168"/>
                <a:gd name="connsiteY5" fmla="*/ 68480 h 99347"/>
                <a:gd name="connsiteX6" fmla="*/ 66042 w 86168"/>
                <a:gd name="connsiteY6" fmla="*/ 94578 h 99347"/>
                <a:gd name="connsiteX7" fmla="*/ 60795 w 86168"/>
                <a:gd name="connsiteY7" fmla="*/ 85586 h 99347"/>
                <a:gd name="connsiteX8" fmla="*/ 62208 w 86168"/>
                <a:gd name="connsiteY8" fmla="*/ 74401 h 99347"/>
                <a:gd name="connsiteX9" fmla="*/ 75930 w 86168"/>
                <a:gd name="connsiteY9" fmla="*/ 14749 h 99347"/>
                <a:gd name="connsiteX10" fmla="*/ 76738 w 86168"/>
                <a:gd name="connsiteY10" fmla="*/ 10143 h 99347"/>
                <a:gd name="connsiteX11" fmla="*/ 71289 w 86168"/>
                <a:gd name="connsiteY11" fmla="*/ 4441 h 99347"/>
                <a:gd name="connsiteX12" fmla="*/ 63217 w 86168"/>
                <a:gd name="connsiteY12" fmla="*/ 12994 h 99347"/>
                <a:gd name="connsiteX13" fmla="*/ 46468 w 86168"/>
                <a:gd name="connsiteY13" fmla="*/ 55 h 99347"/>
                <a:gd name="connsiteX14" fmla="*/ 255 w 86168"/>
                <a:gd name="connsiteY14" fmla="*/ 65410 h 99347"/>
                <a:gd name="connsiteX15" fmla="*/ 24673 w 86168"/>
                <a:gd name="connsiteY15" fmla="*/ 99403 h 99347"/>
                <a:gd name="connsiteX16" fmla="*/ 48889 w 86168"/>
                <a:gd name="connsiteY16" fmla="*/ 84051 h 99347"/>
                <a:gd name="connsiteX17" fmla="*/ 59786 w 86168"/>
                <a:gd name="connsiteY17" fmla="*/ 28346 h 99347"/>
                <a:gd name="connsiteX18" fmla="*/ 50302 w 86168"/>
                <a:gd name="connsiteY18" fmla="*/ 69796 h 99347"/>
                <a:gd name="connsiteX19" fmla="*/ 25077 w 86168"/>
                <a:gd name="connsiteY19" fmla="*/ 94578 h 99347"/>
                <a:gd name="connsiteX20" fmla="*/ 13978 w 86168"/>
                <a:gd name="connsiteY20" fmla="*/ 75059 h 99347"/>
                <a:gd name="connsiteX21" fmla="*/ 23866 w 86168"/>
                <a:gd name="connsiteY21" fmla="*/ 29223 h 99347"/>
                <a:gd name="connsiteX22" fmla="*/ 46468 w 86168"/>
                <a:gd name="connsiteY22" fmla="*/ 4880 h 99347"/>
                <a:gd name="connsiteX23" fmla="*/ 60392 w 86168"/>
                <a:gd name="connsiteY23" fmla="*/ 25495 h 99347"/>
                <a:gd name="connsiteX24" fmla="*/ 59786 w 86168"/>
                <a:gd name="connsiteY24" fmla="*/ 28346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6168" h="99347">
                  <a:moveTo>
                    <a:pt x="48889" y="84051"/>
                  </a:moveTo>
                  <a:cubicBezTo>
                    <a:pt x="51109" y="94797"/>
                    <a:pt x="58576" y="99403"/>
                    <a:pt x="65639" y="99403"/>
                  </a:cubicBezTo>
                  <a:cubicBezTo>
                    <a:pt x="73105" y="99403"/>
                    <a:pt x="77343" y="93920"/>
                    <a:pt x="80370" y="87121"/>
                  </a:cubicBezTo>
                  <a:cubicBezTo>
                    <a:pt x="84003" y="78788"/>
                    <a:pt x="86424" y="66068"/>
                    <a:pt x="86424" y="65629"/>
                  </a:cubicBezTo>
                  <a:cubicBezTo>
                    <a:pt x="86424" y="63436"/>
                    <a:pt x="84810" y="63436"/>
                    <a:pt x="83397" y="63436"/>
                  </a:cubicBezTo>
                  <a:cubicBezTo>
                    <a:pt x="80975" y="63436"/>
                    <a:pt x="80774" y="63655"/>
                    <a:pt x="79563" y="68480"/>
                  </a:cubicBezTo>
                  <a:cubicBezTo>
                    <a:pt x="76738" y="80761"/>
                    <a:pt x="72903" y="94578"/>
                    <a:pt x="66042" y="94578"/>
                  </a:cubicBezTo>
                  <a:cubicBezTo>
                    <a:pt x="60795" y="94578"/>
                    <a:pt x="60795" y="88657"/>
                    <a:pt x="60795" y="85586"/>
                  </a:cubicBezTo>
                  <a:cubicBezTo>
                    <a:pt x="60795" y="84051"/>
                    <a:pt x="60795" y="80542"/>
                    <a:pt x="62208" y="74401"/>
                  </a:cubicBezTo>
                  <a:lnTo>
                    <a:pt x="75930" y="14749"/>
                  </a:lnTo>
                  <a:cubicBezTo>
                    <a:pt x="76738" y="11678"/>
                    <a:pt x="76738" y="11240"/>
                    <a:pt x="76738" y="10143"/>
                  </a:cubicBezTo>
                  <a:cubicBezTo>
                    <a:pt x="76738" y="5538"/>
                    <a:pt x="73307" y="4441"/>
                    <a:pt x="71289" y="4441"/>
                  </a:cubicBezTo>
                  <a:cubicBezTo>
                    <a:pt x="64831" y="4441"/>
                    <a:pt x="63419" y="11898"/>
                    <a:pt x="63217" y="12994"/>
                  </a:cubicBezTo>
                  <a:cubicBezTo>
                    <a:pt x="59383" y="3564"/>
                    <a:pt x="52925" y="55"/>
                    <a:pt x="46468" y="55"/>
                  </a:cubicBezTo>
                  <a:cubicBezTo>
                    <a:pt x="24068" y="55"/>
                    <a:pt x="255" y="33390"/>
                    <a:pt x="255" y="65410"/>
                  </a:cubicBezTo>
                  <a:cubicBezTo>
                    <a:pt x="255" y="84051"/>
                    <a:pt x="9538" y="99403"/>
                    <a:pt x="24673" y="99403"/>
                  </a:cubicBezTo>
                  <a:cubicBezTo>
                    <a:pt x="31938" y="99403"/>
                    <a:pt x="40817" y="94797"/>
                    <a:pt x="48889" y="84051"/>
                  </a:cubicBezTo>
                  <a:close/>
                  <a:moveTo>
                    <a:pt x="59786" y="28346"/>
                  </a:moveTo>
                  <a:lnTo>
                    <a:pt x="50302" y="69796"/>
                  </a:lnTo>
                  <a:cubicBezTo>
                    <a:pt x="48687" y="76814"/>
                    <a:pt x="36176" y="94578"/>
                    <a:pt x="25077" y="94578"/>
                  </a:cubicBezTo>
                  <a:cubicBezTo>
                    <a:pt x="15592" y="94578"/>
                    <a:pt x="13978" y="81639"/>
                    <a:pt x="13978" y="75059"/>
                  </a:cubicBezTo>
                  <a:cubicBezTo>
                    <a:pt x="13978" y="64094"/>
                    <a:pt x="20234" y="38434"/>
                    <a:pt x="23866" y="29223"/>
                  </a:cubicBezTo>
                  <a:cubicBezTo>
                    <a:pt x="28911" y="15845"/>
                    <a:pt x="38194" y="4880"/>
                    <a:pt x="46468" y="4880"/>
                  </a:cubicBezTo>
                  <a:cubicBezTo>
                    <a:pt x="55347" y="4880"/>
                    <a:pt x="60392" y="16284"/>
                    <a:pt x="60392" y="25495"/>
                  </a:cubicBezTo>
                  <a:cubicBezTo>
                    <a:pt x="60392" y="25934"/>
                    <a:pt x="60190" y="27030"/>
                    <a:pt x="59786" y="28346"/>
                  </a:cubicBez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881F7FF9-F293-B6AD-6DC5-51723D311FD0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019688" y="4556165"/>
              <a:ext cx="42781" cy="154614"/>
            </a:xfrm>
            <a:custGeom>
              <a:avLst/>
              <a:gdLst>
                <a:gd name="connsiteX0" fmla="*/ 42437 w 42781"/>
                <a:gd name="connsiteY0" fmla="*/ 5538 h 154614"/>
                <a:gd name="connsiteX1" fmla="*/ 43042 w 42781"/>
                <a:gd name="connsiteY1" fmla="*/ 2687 h 154614"/>
                <a:gd name="connsiteX2" fmla="*/ 40217 w 42781"/>
                <a:gd name="connsiteY2" fmla="*/ 55 h 154614"/>
                <a:gd name="connsiteX3" fmla="*/ 36988 w 42781"/>
                <a:gd name="connsiteY3" fmla="*/ 494 h 154614"/>
                <a:gd name="connsiteX4" fmla="*/ 17010 w 42781"/>
                <a:gd name="connsiteY4" fmla="*/ 2248 h 154614"/>
                <a:gd name="connsiteX5" fmla="*/ 12369 w 42781"/>
                <a:gd name="connsiteY5" fmla="*/ 6854 h 154614"/>
                <a:gd name="connsiteX6" fmla="*/ 17212 w 42781"/>
                <a:gd name="connsiteY6" fmla="*/ 9266 h 154614"/>
                <a:gd name="connsiteX7" fmla="*/ 27302 w 42781"/>
                <a:gd name="connsiteY7" fmla="*/ 12994 h 154614"/>
                <a:gd name="connsiteX8" fmla="*/ 26696 w 42781"/>
                <a:gd name="connsiteY8" fmla="*/ 16723 h 154614"/>
                <a:gd name="connsiteX9" fmla="*/ 1471 w 42781"/>
                <a:gd name="connsiteY9" fmla="*/ 126378 h 154614"/>
                <a:gd name="connsiteX10" fmla="*/ 260 w 42781"/>
                <a:gd name="connsiteY10" fmla="*/ 134931 h 154614"/>
                <a:gd name="connsiteX11" fmla="*/ 17212 w 42781"/>
                <a:gd name="connsiteY11" fmla="*/ 154669 h 154614"/>
                <a:gd name="connsiteX12" fmla="*/ 31540 w 42781"/>
                <a:gd name="connsiteY12" fmla="*/ 143265 h 154614"/>
                <a:gd name="connsiteX13" fmla="*/ 37795 w 42781"/>
                <a:gd name="connsiteY13" fmla="*/ 120895 h 154614"/>
                <a:gd name="connsiteX14" fmla="*/ 34768 w 42781"/>
                <a:gd name="connsiteY14" fmla="*/ 118702 h 154614"/>
                <a:gd name="connsiteX15" fmla="*/ 31943 w 42781"/>
                <a:gd name="connsiteY15" fmla="*/ 119799 h 154614"/>
                <a:gd name="connsiteX16" fmla="*/ 30531 w 42781"/>
                <a:gd name="connsiteY16" fmla="*/ 125281 h 154614"/>
                <a:gd name="connsiteX17" fmla="*/ 17615 w 42781"/>
                <a:gd name="connsiteY17" fmla="*/ 149844 h 154614"/>
                <a:gd name="connsiteX18" fmla="*/ 12369 w 42781"/>
                <a:gd name="connsiteY18" fmla="*/ 140853 h 154614"/>
                <a:gd name="connsiteX19" fmla="*/ 13579 w 42781"/>
                <a:gd name="connsiteY19" fmla="*/ 130764 h 154614"/>
                <a:gd name="connsiteX20" fmla="*/ 42437 w 42781"/>
                <a:gd name="connsiteY20" fmla="*/ 5538 h 15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2781" h="154614">
                  <a:moveTo>
                    <a:pt x="42437" y="5538"/>
                  </a:moveTo>
                  <a:cubicBezTo>
                    <a:pt x="42639" y="4880"/>
                    <a:pt x="43042" y="3125"/>
                    <a:pt x="43042" y="2687"/>
                  </a:cubicBezTo>
                  <a:cubicBezTo>
                    <a:pt x="43042" y="713"/>
                    <a:pt x="41831" y="55"/>
                    <a:pt x="40217" y="55"/>
                  </a:cubicBezTo>
                  <a:cubicBezTo>
                    <a:pt x="39612" y="55"/>
                    <a:pt x="37594" y="274"/>
                    <a:pt x="36988" y="494"/>
                  </a:cubicBezTo>
                  <a:lnTo>
                    <a:pt x="17010" y="2248"/>
                  </a:lnTo>
                  <a:cubicBezTo>
                    <a:pt x="14588" y="2467"/>
                    <a:pt x="12369" y="2687"/>
                    <a:pt x="12369" y="6854"/>
                  </a:cubicBezTo>
                  <a:cubicBezTo>
                    <a:pt x="12369" y="9266"/>
                    <a:pt x="14387" y="9266"/>
                    <a:pt x="17212" y="9266"/>
                  </a:cubicBezTo>
                  <a:cubicBezTo>
                    <a:pt x="26898" y="9266"/>
                    <a:pt x="27302" y="10801"/>
                    <a:pt x="27302" y="12994"/>
                  </a:cubicBezTo>
                  <a:cubicBezTo>
                    <a:pt x="27302" y="13652"/>
                    <a:pt x="26696" y="16503"/>
                    <a:pt x="26696" y="16723"/>
                  </a:cubicBezTo>
                  <a:lnTo>
                    <a:pt x="1471" y="126378"/>
                  </a:lnTo>
                  <a:cubicBezTo>
                    <a:pt x="1269" y="127255"/>
                    <a:pt x="260" y="131641"/>
                    <a:pt x="260" y="134931"/>
                  </a:cubicBezTo>
                  <a:cubicBezTo>
                    <a:pt x="260" y="146555"/>
                    <a:pt x="7525" y="154669"/>
                    <a:pt x="17212" y="154669"/>
                  </a:cubicBezTo>
                  <a:cubicBezTo>
                    <a:pt x="24880" y="154669"/>
                    <a:pt x="28916" y="148748"/>
                    <a:pt x="31540" y="143265"/>
                  </a:cubicBezTo>
                  <a:cubicBezTo>
                    <a:pt x="34970" y="135589"/>
                    <a:pt x="37795" y="121553"/>
                    <a:pt x="37795" y="120895"/>
                  </a:cubicBezTo>
                  <a:cubicBezTo>
                    <a:pt x="37795" y="118702"/>
                    <a:pt x="36181" y="118702"/>
                    <a:pt x="34768" y="118702"/>
                  </a:cubicBezTo>
                  <a:cubicBezTo>
                    <a:pt x="33759" y="118702"/>
                    <a:pt x="32549" y="118702"/>
                    <a:pt x="31943" y="119799"/>
                  </a:cubicBezTo>
                  <a:lnTo>
                    <a:pt x="30531" y="125281"/>
                  </a:lnTo>
                  <a:cubicBezTo>
                    <a:pt x="27100" y="140633"/>
                    <a:pt x="23266" y="149844"/>
                    <a:pt x="17615" y="149844"/>
                  </a:cubicBezTo>
                  <a:cubicBezTo>
                    <a:pt x="12369" y="149844"/>
                    <a:pt x="12369" y="143923"/>
                    <a:pt x="12369" y="140853"/>
                  </a:cubicBezTo>
                  <a:cubicBezTo>
                    <a:pt x="12369" y="139317"/>
                    <a:pt x="12369" y="136028"/>
                    <a:pt x="13579" y="130764"/>
                  </a:cubicBezTo>
                  <a:lnTo>
                    <a:pt x="42437" y="5538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83C0272-9094-A828-3771-5C4D4CEDB00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069039" y="4611432"/>
              <a:ext cx="96460" cy="99347"/>
            </a:xfrm>
            <a:custGeom>
              <a:avLst/>
              <a:gdLst>
                <a:gd name="connsiteX0" fmla="*/ 87037 w 96460"/>
                <a:gd name="connsiteY0" fmla="*/ 11240 h 99347"/>
                <a:gd name="connsiteX1" fmla="*/ 87643 w 96460"/>
                <a:gd name="connsiteY1" fmla="*/ 8169 h 99347"/>
                <a:gd name="connsiteX2" fmla="*/ 81992 w 96460"/>
                <a:gd name="connsiteY2" fmla="*/ 2467 h 99347"/>
                <a:gd name="connsiteX3" fmla="*/ 74122 w 96460"/>
                <a:gd name="connsiteY3" fmla="*/ 10582 h 99347"/>
                <a:gd name="connsiteX4" fmla="*/ 59391 w 96460"/>
                <a:gd name="connsiteY4" fmla="*/ 74621 h 99347"/>
                <a:gd name="connsiteX5" fmla="*/ 56565 w 96460"/>
                <a:gd name="connsiteY5" fmla="*/ 81858 h 99347"/>
                <a:gd name="connsiteX6" fmla="*/ 38000 w 96460"/>
                <a:gd name="connsiteY6" fmla="*/ 94578 h 99347"/>
                <a:gd name="connsiteX7" fmla="*/ 27102 w 96460"/>
                <a:gd name="connsiteY7" fmla="*/ 77691 h 99347"/>
                <a:gd name="connsiteX8" fmla="*/ 38807 w 96460"/>
                <a:gd name="connsiteY8" fmla="*/ 29662 h 99347"/>
                <a:gd name="connsiteX9" fmla="*/ 41430 w 96460"/>
                <a:gd name="connsiteY9" fmla="*/ 17819 h 99347"/>
                <a:gd name="connsiteX10" fmla="*/ 26093 w 96460"/>
                <a:gd name="connsiteY10" fmla="*/ 55 h 99347"/>
                <a:gd name="connsiteX11" fmla="*/ 263 w 96460"/>
                <a:gd name="connsiteY11" fmla="*/ 33829 h 99347"/>
                <a:gd name="connsiteX12" fmla="*/ 3290 w 96460"/>
                <a:gd name="connsiteY12" fmla="*/ 36022 h 99347"/>
                <a:gd name="connsiteX13" fmla="*/ 6922 w 96460"/>
                <a:gd name="connsiteY13" fmla="*/ 32513 h 99347"/>
                <a:gd name="connsiteX14" fmla="*/ 25690 w 96460"/>
                <a:gd name="connsiteY14" fmla="*/ 4880 h 99347"/>
                <a:gd name="connsiteX15" fmla="*/ 30129 w 96460"/>
                <a:gd name="connsiteY15" fmla="*/ 11240 h 99347"/>
                <a:gd name="connsiteX16" fmla="*/ 25286 w 96460"/>
                <a:gd name="connsiteY16" fmla="*/ 30978 h 99347"/>
                <a:gd name="connsiteX17" fmla="*/ 14793 w 96460"/>
                <a:gd name="connsiteY17" fmla="*/ 73963 h 99347"/>
                <a:gd name="connsiteX18" fmla="*/ 37394 w 96460"/>
                <a:gd name="connsiteY18" fmla="*/ 99403 h 99347"/>
                <a:gd name="connsiteX19" fmla="*/ 59794 w 96460"/>
                <a:gd name="connsiteY19" fmla="*/ 86244 h 99347"/>
                <a:gd name="connsiteX20" fmla="*/ 75938 w 96460"/>
                <a:gd name="connsiteY20" fmla="*/ 99403 h 99347"/>
                <a:gd name="connsiteX21" fmla="*/ 90670 w 96460"/>
                <a:gd name="connsiteY21" fmla="*/ 87121 h 99347"/>
                <a:gd name="connsiteX22" fmla="*/ 96724 w 96460"/>
                <a:gd name="connsiteY22" fmla="*/ 65629 h 99347"/>
                <a:gd name="connsiteX23" fmla="*/ 93697 w 96460"/>
                <a:gd name="connsiteY23" fmla="*/ 63436 h 99347"/>
                <a:gd name="connsiteX24" fmla="*/ 89862 w 96460"/>
                <a:gd name="connsiteY24" fmla="*/ 68480 h 99347"/>
                <a:gd name="connsiteX25" fmla="*/ 76342 w 96460"/>
                <a:gd name="connsiteY25" fmla="*/ 94578 h 99347"/>
                <a:gd name="connsiteX26" fmla="*/ 71095 w 96460"/>
                <a:gd name="connsiteY26" fmla="*/ 85586 h 99347"/>
                <a:gd name="connsiteX27" fmla="*/ 72508 w 96460"/>
                <a:gd name="connsiteY27" fmla="*/ 74401 h 99347"/>
                <a:gd name="connsiteX28" fmla="*/ 87037 w 96460"/>
                <a:gd name="connsiteY28" fmla="*/ 11240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6460" h="99347">
                  <a:moveTo>
                    <a:pt x="87037" y="11240"/>
                  </a:moveTo>
                  <a:cubicBezTo>
                    <a:pt x="87441" y="9924"/>
                    <a:pt x="87643" y="8827"/>
                    <a:pt x="87643" y="8169"/>
                  </a:cubicBezTo>
                  <a:cubicBezTo>
                    <a:pt x="87643" y="5757"/>
                    <a:pt x="86028" y="2467"/>
                    <a:pt x="81992" y="2467"/>
                  </a:cubicBezTo>
                  <a:cubicBezTo>
                    <a:pt x="75938" y="2467"/>
                    <a:pt x="74526" y="8827"/>
                    <a:pt x="74122" y="10582"/>
                  </a:cubicBezTo>
                  <a:lnTo>
                    <a:pt x="59391" y="74621"/>
                  </a:lnTo>
                  <a:cubicBezTo>
                    <a:pt x="58381" y="78568"/>
                    <a:pt x="58381" y="79007"/>
                    <a:pt x="56565" y="81858"/>
                  </a:cubicBezTo>
                  <a:cubicBezTo>
                    <a:pt x="52731" y="87999"/>
                    <a:pt x="46879" y="94578"/>
                    <a:pt x="38000" y="94578"/>
                  </a:cubicBezTo>
                  <a:cubicBezTo>
                    <a:pt x="28919" y="94578"/>
                    <a:pt x="27102" y="84928"/>
                    <a:pt x="27102" y="77691"/>
                  </a:cubicBezTo>
                  <a:cubicBezTo>
                    <a:pt x="27102" y="64313"/>
                    <a:pt x="33762" y="44575"/>
                    <a:pt x="38807" y="29662"/>
                  </a:cubicBezTo>
                  <a:cubicBezTo>
                    <a:pt x="40421" y="25056"/>
                    <a:pt x="41430" y="21986"/>
                    <a:pt x="41430" y="17819"/>
                  </a:cubicBezTo>
                  <a:cubicBezTo>
                    <a:pt x="41430" y="6854"/>
                    <a:pt x="34771" y="55"/>
                    <a:pt x="26093" y="55"/>
                  </a:cubicBezTo>
                  <a:cubicBezTo>
                    <a:pt x="7326" y="55"/>
                    <a:pt x="263" y="32513"/>
                    <a:pt x="263" y="33829"/>
                  </a:cubicBezTo>
                  <a:cubicBezTo>
                    <a:pt x="263" y="36022"/>
                    <a:pt x="2281" y="36022"/>
                    <a:pt x="3290" y="36022"/>
                  </a:cubicBezTo>
                  <a:cubicBezTo>
                    <a:pt x="5913" y="36022"/>
                    <a:pt x="6115" y="35583"/>
                    <a:pt x="6922" y="32513"/>
                  </a:cubicBezTo>
                  <a:cubicBezTo>
                    <a:pt x="8537" y="25714"/>
                    <a:pt x="13985" y="4880"/>
                    <a:pt x="25690" y="4880"/>
                  </a:cubicBezTo>
                  <a:cubicBezTo>
                    <a:pt x="27910" y="4880"/>
                    <a:pt x="30129" y="5538"/>
                    <a:pt x="30129" y="11240"/>
                  </a:cubicBezTo>
                  <a:cubicBezTo>
                    <a:pt x="30129" y="16503"/>
                    <a:pt x="28111" y="22425"/>
                    <a:pt x="25286" y="30978"/>
                  </a:cubicBezTo>
                  <a:cubicBezTo>
                    <a:pt x="20039" y="46330"/>
                    <a:pt x="14793" y="62559"/>
                    <a:pt x="14793" y="73963"/>
                  </a:cubicBezTo>
                  <a:cubicBezTo>
                    <a:pt x="14793" y="93043"/>
                    <a:pt x="26497" y="99403"/>
                    <a:pt x="37394" y="99403"/>
                  </a:cubicBezTo>
                  <a:cubicBezTo>
                    <a:pt x="48090" y="99403"/>
                    <a:pt x="54951" y="92823"/>
                    <a:pt x="59794" y="86244"/>
                  </a:cubicBezTo>
                  <a:cubicBezTo>
                    <a:pt x="63427" y="98087"/>
                    <a:pt x="72104" y="99403"/>
                    <a:pt x="75938" y="99403"/>
                  </a:cubicBezTo>
                  <a:cubicBezTo>
                    <a:pt x="83405" y="99403"/>
                    <a:pt x="87643" y="93920"/>
                    <a:pt x="90670" y="87121"/>
                  </a:cubicBezTo>
                  <a:cubicBezTo>
                    <a:pt x="94302" y="78788"/>
                    <a:pt x="96724" y="66068"/>
                    <a:pt x="96724" y="65629"/>
                  </a:cubicBezTo>
                  <a:cubicBezTo>
                    <a:pt x="96724" y="63436"/>
                    <a:pt x="95109" y="63436"/>
                    <a:pt x="93697" y="63436"/>
                  </a:cubicBezTo>
                  <a:cubicBezTo>
                    <a:pt x="91275" y="63436"/>
                    <a:pt x="91073" y="63655"/>
                    <a:pt x="89862" y="68480"/>
                  </a:cubicBezTo>
                  <a:cubicBezTo>
                    <a:pt x="87037" y="80761"/>
                    <a:pt x="83203" y="94578"/>
                    <a:pt x="76342" y="94578"/>
                  </a:cubicBezTo>
                  <a:cubicBezTo>
                    <a:pt x="71095" y="94578"/>
                    <a:pt x="71095" y="88657"/>
                    <a:pt x="71095" y="85586"/>
                  </a:cubicBezTo>
                  <a:cubicBezTo>
                    <a:pt x="71095" y="84051"/>
                    <a:pt x="71095" y="80542"/>
                    <a:pt x="72508" y="74401"/>
                  </a:cubicBezTo>
                  <a:lnTo>
                    <a:pt x="87037" y="11240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245AE0B5-441D-7331-C242-D06D7D09775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183594" y="4611432"/>
              <a:ext cx="71437" cy="99347"/>
            </a:xfrm>
            <a:custGeom>
              <a:avLst/>
              <a:gdLst>
                <a:gd name="connsiteX0" fmla="*/ 25493 w 71437"/>
                <a:gd name="connsiteY0" fmla="*/ 46330 h 99347"/>
                <a:gd name="connsiteX1" fmla="*/ 54754 w 71437"/>
                <a:gd name="connsiteY1" fmla="*/ 41505 h 99347"/>
                <a:gd name="connsiteX2" fmla="*/ 70697 w 71437"/>
                <a:gd name="connsiteY2" fmla="*/ 18696 h 99347"/>
                <a:gd name="connsiteX3" fmla="*/ 50315 w 71437"/>
                <a:gd name="connsiteY3" fmla="*/ 55 h 99347"/>
                <a:gd name="connsiteX4" fmla="*/ 268 w 71437"/>
                <a:gd name="connsiteY4" fmla="*/ 61023 h 99347"/>
                <a:gd name="connsiteX5" fmla="*/ 29126 w 71437"/>
                <a:gd name="connsiteY5" fmla="*/ 99403 h 99347"/>
                <a:gd name="connsiteX6" fmla="*/ 71706 w 71437"/>
                <a:gd name="connsiteY6" fmla="*/ 74182 h 99347"/>
                <a:gd name="connsiteX7" fmla="*/ 68477 w 71437"/>
                <a:gd name="connsiteY7" fmla="*/ 70673 h 99347"/>
                <a:gd name="connsiteX8" fmla="*/ 65853 w 71437"/>
                <a:gd name="connsiteY8" fmla="*/ 73085 h 99347"/>
                <a:gd name="connsiteX9" fmla="*/ 29529 w 71437"/>
                <a:gd name="connsiteY9" fmla="*/ 94578 h 99347"/>
                <a:gd name="connsiteX10" fmla="*/ 14193 w 71437"/>
                <a:gd name="connsiteY10" fmla="*/ 70454 h 99347"/>
                <a:gd name="connsiteX11" fmla="*/ 17623 w 71437"/>
                <a:gd name="connsiteY11" fmla="*/ 46330 h 99347"/>
                <a:gd name="connsiteX12" fmla="*/ 25493 w 71437"/>
                <a:gd name="connsiteY12" fmla="*/ 46330 h 99347"/>
                <a:gd name="connsiteX13" fmla="*/ 18834 w 71437"/>
                <a:gd name="connsiteY13" fmla="*/ 41505 h 99347"/>
                <a:gd name="connsiteX14" fmla="*/ 50315 w 71437"/>
                <a:gd name="connsiteY14" fmla="*/ 4880 h 99347"/>
                <a:gd name="connsiteX15" fmla="*/ 63028 w 71437"/>
                <a:gd name="connsiteY15" fmla="*/ 18258 h 99347"/>
                <a:gd name="connsiteX16" fmla="*/ 23072 w 71437"/>
                <a:gd name="connsiteY16" fmla="*/ 41505 h 99347"/>
                <a:gd name="connsiteX17" fmla="*/ 18834 w 71437"/>
                <a:gd name="connsiteY17" fmla="*/ 41505 h 9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37" h="99347">
                  <a:moveTo>
                    <a:pt x="25493" y="46330"/>
                  </a:moveTo>
                  <a:cubicBezTo>
                    <a:pt x="31547" y="46330"/>
                    <a:pt x="45068" y="45672"/>
                    <a:pt x="54754" y="41505"/>
                  </a:cubicBezTo>
                  <a:cubicBezTo>
                    <a:pt x="70697" y="34487"/>
                    <a:pt x="70697" y="20232"/>
                    <a:pt x="70697" y="18696"/>
                  </a:cubicBezTo>
                  <a:cubicBezTo>
                    <a:pt x="70697" y="8608"/>
                    <a:pt x="63230" y="55"/>
                    <a:pt x="50315" y="55"/>
                  </a:cubicBezTo>
                  <a:cubicBezTo>
                    <a:pt x="29126" y="55"/>
                    <a:pt x="268" y="22205"/>
                    <a:pt x="268" y="61023"/>
                  </a:cubicBezTo>
                  <a:cubicBezTo>
                    <a:pt x="268" y="80761"/>
                    <a:pt x="9955" y="99403"/>
                    <a:pt x="29126" y="99403"/>
                  </a:cubicBezTo>
                  <a:cubicBezTo>
                    <a:pt x="54956" y="99403"/>
                    <a:pt x="71706" y="77472"/>
                    <a:pt x="71706" y="74182"/>
                  </a:cubicBezTo>
                  <a:cubicBezTo>
                    <a:pt x="71706" y="73085"/>
                    <a:pt x="70091" y="70673"/>
                    <a:pt x="68477" y="70673"/>
                  </a:cubicBezTo>
                  <a:cubicBezTo>
                    <a:pt x="67670" y="70673"/>
                    <a:pt x="67468" y="70892"/>
                    <a:pt x="65853" y="73085"/>
                  </a:cubicBezTo>
                  <a:cubicBezTo>
                    <a:pt x="50920" y="93701"/>
                    <a:pt x="32960" y="94578"/>
                    <a:pt x="29529" y="94578"/>
                  </a:cubicBezTo>
                  <a:cubicBezTo>
                    <a:pt x="16412" y="94578"/>
                    <a:pt x="14193" y="79007"/>
                    <a:pt x="14193" y="70454"/>
                  </a:cubicBezTo>
                  <a:cubicBezTo>
                    <a:pt x="14193" y="62120"/>
                    <a:pt x="16211" y="52251"/>
                    <a:pt x="17623" y="46330"/>
                  </a:cubicBezTo>
                  <a:lnTo>
                    <a:pt x="25493" y="46330"/>
                  </a:lnTo>
                  <a:close/>
                  <a:moveTo>
                    <a:pt x="18834" y="41505"/>
                  </a:moveTo>
                  <a:cubicBezTo>
                    <a:pt x="27511" y="5538"/>
                    <a:pt x="48297" y="4880"/>
                    <a:pt x="50315" y="4880"/>
                  </a:cubicBezTo>
                  <a:cubicBezTo>
                    <a:pt x="58387" y="4880"/>
                    <a:pt x="63028" y="10801"/>
                    <a:pt x="63028" y="18258"/>
                  </a:cubicBezTo>
                  <a:cubicBezTo>
                    <a:pt x="63028" y="41505"/>
                    <a:pt x="29731" y="41505"/>
                    <a:pt x="23072" y="41505"/>
                  </a:cubicBezTo>
                  <a:lnTo>
                    <a:pt x="18834" y="41505"/>
                  </a:lnTo>
                  <a:close/>
                </a:path>
              </a:pathLst>
            </a:custGeom>
            <a:solidFill>
              <a:srgbClr val="000000"/>
            </a:solidFill>
            <a:ln w="26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9083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A323-B3F1-0481-3364-7ECDF8F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0A26C-17AC-3737-6770-53120F7C0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098" name="Picture 2" descr="Wikimedia Commons">
            <a:extLst>
              <a:ext uri="{FF2B5EF4-FFF2-40B4-BE49-F238E27FC236}">
                <a16:creationId xmlns:a16="http://schemas.microsoft.com/office/drawing/2014/main" id="{B808DE74-E0DB-BCD5-FD4B-D5EFDECC0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89" y="0"/>
            <a:ext cx="8887294" cy="687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1601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946457"/>
  <p:tag name="ORIGINALWIDTH" val="148.637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65998"/>
  <p:tag name="ORIGINALWIDTH" val="64.98719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q = e \times k + \Delta q&#10;\end{align*}&#10;%%}&#10;\end{document}"/>
  <p:tag name="IGUANATEXSIZE" val="22"/>
  <p:tag name="IGUANATEXCURSOR" val="4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9154"/>
  <p:tag name="ORIGINALWIDTH" val="194.8964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q = 1.638278\times 10^{-19} \, k +&#10;0.028535 \times 10^{-19} \, C&#10;\end{align*}&#10;%%}&#10;\end{document}"/>
  <p:tag name="IGUANATEXSIZE" val="23"/>
  <p:tag name="IGUANATEXCURSOR" val="46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30714"/>
  <p:tag name="ORIGINALWIDTH" val="75.83681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it{* Reference Value}&#10;\end{align*}&#10;%%}&#10;\end{document}"/>
  <p:tag name="IGUANATEXSIZE" val="16"/>
  <p:tag name="IGUANATEXCURSOR" val="4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51722"/>
  <p:tag name="ORIGINALWIDTH" val="3.853248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it{* Reference Value}&#10;\end{align*}&#10;%%}&#10;\end{document}"/>
  <p:tag name="IGUANATEXSIZE" val="16"/>
  <p:tag name="IGUANATEXCURSOR" val="4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608957"/>
  <p:tag name="ORIGINALWIDTH" val="6.554527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3.5156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821457"/>
  <p:tag name="ORIGINALWIDTH" val="4.737106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3.5156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4.031988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3.5156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4.995325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3.575197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3.5156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608957"/>
  <p:tag name="ORIGINALWIDTH" val="6.544586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4.240551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608957"/>
  <p:tag name="ORIGINALWIDTH" val="2.105364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4.747047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89124"/>
  <p:tag name="ORIGINALWIDTH" val="3.5156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48203"/>
  <p:tag name="ORIGINALWIDTH" val="4.099349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q = 1.638278\times 10^{-19} \, k +&#10;0.028535 \times 10^{-19} \, C&#10;\end{align*}&#10;%%}&#10;\end{document}"/>
  <p:tag name="IGUANATEXSIZE" val="23"/>
  <p:tag name="IGUANATEXCURSOR" val="46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25265"/>
  <p:tag name="ORIGINALWIDTH" val="6.616673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3516"/>
  <p:tag name="ORIGINALWIDTH" val="3.283465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08011"/>
  <p:tag name="ORIGINALWIDTH" val="1.054673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29202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29202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29202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3516"/>
  <p:tag name="ORIGINALWIDTH" val="3.97001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783"/>
  <p:tag name="ORIGINALWIDTH" val="4.268504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29202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704"/>
  <p:tag name="ORIGINALWIDTH" val="4.805786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3516"/>
  <p:tag name="ORIGINALWIDTH" val="3.283465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88908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61554"/>
  <p:tag name="ORIGINALWIDTH" val="4.708285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013"/>
  <p:tag name="ORIGINALWIDTH" val="2.535228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3269"/>
  <p:tag name="ORIGINALWIDTH" val="3.203869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4382"/>
  <p:tag name="ORIGINALWIDTH" val="4.507292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3516"/>
  <p:tag name="ORIGINALWIDTH" val="6.616673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88908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08011"/>
  <p:tag name="ORIGINALWIDTH" val="1.054673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88908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3516"/>
  <p:tag name="ORIGINALWIDTH" val="3.97001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29202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3.97001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29202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3.97001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704"/>
  <p:tag name="ORIGINALWIDTH" val="4.805786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3516"/>
  <p:tag name="ORIGINALWIDTH" val="3.283465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2725"/>
  <p:tag name="ORIGINALWIDTH" val="4.188908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261554"/>
  <p:tag name="ORIGINALWIDTH" val="4.708285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013"/>
  <p:tag name="ORIGINALWIDTH" val="2.535228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3269"/>
  <p:tag name="ORIGINALWIDTH" val="3.203869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3591"/>
  <p:tag name="ORIGINALWIDTH" val="7.064431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622"/>
  <p:tag name="ORIGINALWIDTH" val="4.104581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q = e \times k + \Delta q&#10;\end{align*}&#10;%%}&#10;\end{document}"/>
  <p:tag name="IGUANATEXSIZE" val="22"/>
  <p:tag name="IGUANATEXCURSOR" val="42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31246"/>
  <p:tag name="ORIGINALWIDTH" val="6.625125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13064"/>
  <p:tag name="ORIGINALWIDTH" val="3.825626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01969"/>
  <p:tag name="ORIGINALWIDTH" val="4.811954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3658"/>
  <p:tag name="ORIGINALWIDTH" val="4.513064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5111"/>
  <p:tag name="ORIGINALWIDTH" val="6.625125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13325"/>
  <p:tag name="ORIGINALWIDTH" val="7.352398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3622"/>
  <p:tag name="ORIGINALWIDTH" val="4.104581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4578"/>
  <p:tag name="ORIGINALWIDTH" val="6.81442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bf{Electric Charge Quantization:}&#10;\end{align*}&#10;%%}&#10;\end{document}"/>
  <p:tag name="IGUANATEXSIZE" val="28"/>
  <p:tag name="IGUANATEXCURSOR" val="4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2.450787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383549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53544"/>
  <p:tag name="ORIGINALWIDTH" val="6.993757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14061"/>
  <p:tag name="ORIGINALWIDTH" val="5.678684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4.034842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549"/>
  <p:tag name="ORIGINALWIDTH" val="5.240326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4.602728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6688"/>
  <p:tag name="ORIGINALWIDTH" val="7.382312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2942"/>
  <p:tag name="ORIGINALWIDTH" val="5.678684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4.283915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240326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6052"/>
  <p:tag name="ORIGINALWIDTH" val="3.596513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24016"/>
  <p:tag name="ORIGINALWIDTH" val="2.381046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2834"/>
  <p:tag name="ORIGINALWIDTH" val="5.080934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3183"/>
  <p:tag name="ORIGINALWIDTH" val="5.678684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23397"/>
  <p:tag name="ORIGINALWIDTH" val="1.554162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285</Words>
  <Application>Microsoft Office PowerPoint</Application>
  <PresentationFormat>Widescreen</PresentationFormat>
  <Paragraphs>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Office Theme</vt:lpstr>
      <vt:lpstr>Millikan Oil Drop Experiment 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Millikan Oil Drop Experiment </dc:title>
  <dc:creator>houseCi7</dc:creator>
  <cp:lastModifiedBy>bsphy2241</cp:lastModifiedBy>
  <cp:revision>15</cp:revision>
  <dcterms:created xsi:type="dcterms:W3CDTF">2025-10-04T14:48:26Z</dcterms:created>
  <dcterms:modified xsi:type="dcterms:W3CDTF">2025-11-05T11:01:37Z</dcterms:modified>
</cp:coreProperties>
</file>