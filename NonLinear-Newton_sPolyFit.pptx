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85" r:id="rId4"/>
    <p:sldId id="28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E1B"/>
    <a:srgbClr val="FF9966"/>
    <a:srgbClr val="57230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702" autoAdjust="0"/>
  </p:normalViewPr>
  <p:slideViewPr>
    <p:cSldViewPr snapToGrid="0">
      <p:cViewPr varScale="1">
        <p:scale>
          <a:sx n="123" d="100"/>
          <a:sy n="123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5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4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8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3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12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4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D18807-3050-4E11-97D0-887D87BB72E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4E73201-A0D9-404D-88ED-4A66C427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slideLayout" Target="../slideLayouts/slideLayout2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291" Type="http://schemas.openxmlformats.org/officeDocument/2006/relationships/tags" Target="../tags/tag291.xml"/><Relationship Id="rId44" Type="http://schemas.openxmlformats.org/officeDocument/2006/relationships/tags" Target="../tags/tag44.xml"/><Relationship Id="rId65" Type="http://schemas.openxmlformats.org/officeDocument/2006/relationships/tags" Target="../tags/tag65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51" Type="http://schemas.openxmlformats.org/officeDocument/2006/relationships/tags" Target="../tags/tag151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28" Type="http://schemas.openxmlformats.org/officeDocument/2006/relationships/tags" Target="../tags/tag228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281" Type="http://schemas.openxmlformats.org/officeDocument/2006/relationships/tags" Target="../tags/tag281.xml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39" Type="http://schemas.openxmlformats.org/officeDocument/2006/relationships/tags" Target="../tags/tag239.xml"/><Relationship Id="rId250" Type="http://schemas.openxmlformats.org/officeDocument/2006/relationships/tags" Target="../tags/tag250.xml"/><Relationship Id="rId271" Type="http://schemas.openxmlformats.org/officeDocument/2006/relationships/tags" Target="../tags/tag271.xml"/><Relationship Id="rId292" Type="http://schemas.openxmlformats.org/officeDocument/2006/relationships/tags" Target="../tags/tag292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240" Type="http://schemas.openxmlformats.org/officeDocument/2006/relationships/tags" Target="../tags/tag240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230" Type="http://schemas.openxmlformats.org/officeDocument/2006/relationships/tags" Target="../tags/tag230.xml"/><Relationship Id="rId251" Type="http://schemas.openxmlformats.org/officeDocument/2006/relationships/tags" Target="../tags/tag251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293" Type="http://schemas.openxmlformats.org/officeDocument/2006/relationships/tags" Target="../tags/tag29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220" Type="http://schemas.openxmlformats.org/officeDocument/2006/relationships/tags" Target="../tags/tag220.xml"/><Relationship Id="rId241" Type="http://schemas.openxmlformats.org/officeDocument/2006/relationships/tags" Target="../tags/tag24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283" Type="http://schemas.openxmlformats.org/officeDocument/2006/relationships/tags" Target="../tags/tag283.xml"/><Relationship Id="rId78" Type="http://schemas.openxmlformats.org/officeDocument/2006/relationships/tags" Target="../tags/tag78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64" Type="http://schemas.openxmlformats.org/officeDocument/2006/relationships/tags" Target="../tags/tag164.xml"/><Relationship Id="rId185" Type="http://schemas.openxmlformats.org/officeDocument/2006/relationships/tags" Target="../tags/tag185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tags" Target="../tags/tag252.xml"/><Relationship Id="rId273" Type="http://schemas.openxmlformats.org/officeDocument/2006/relationships/tags" Target="../tags/tag273.xml"/><Relationship Id="rId294" Type="http://schemas.openxmlformats.org/officeDocument/2006/relationships/tags" Target="../tags/tag294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263" Type="http://schemas.openxmlformats.org/officeDocument/2006/relationships/tags" Target="../tags/tag263.xml"/><Relationship Id="rId284" Type="http://schemas.openxmlformats.org/officeDocument/2006/relationships/tags" Target="../tags/tag284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4" Type="http://schemas.openxmlformats.org/officeDocument/2006/relationships/tags" Target="../tags/tag274.xml"/><Relationship Id="rId295" Type="http://schemas.openxmlformats.org/officeDocument/2006/relationships/tags" Target="../tags/tag295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285" Type="http://schemas.openxmlformats.org/officeDocument/2006/relationships/tags" Target="../tags/tag285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image" Target="../media/image1.png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image" Target="../media/image2.png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415.xml"/><Relationship Id="rId21" Type="http://schemas.openxmlformats.org/officeDocument/2006/relationships/tags" Target="../tags/tag319.xml"/><Relationship Id="rId42" Type="http://schemas.openxmlformats.org/officeDocument/2006/relationships/tags" Target="../tags/tag340.xml"/><Relationship Id="rId63" Type="http://schemas.openxmlformats.org/officeDocument/2006/relationships/tags" Target="../tags/tag361.xml"/><Relationship Id="rId84" Type="http://schemas.openxmlformats.org/officeDocument/2006/relationships/tags" Target="../tags/tag382.xml"/><Relationship Id="rId138" Type="http://schemas.openxmlformats.org/officeDocument/2006/relationships/tags" Target="../tags/tag436.xml"/><Relationship Id="rId159" Type="http://schemas.openxmlformats.org/officeDocument/2006/relationships/tags" Target="../tags/tag457.xml"/><Relationship Id="rId170" Type="http://schemas.openxmlformats.org/officeDocument/2006/relationships/tags" Target="../tags/tag468.xml"/><Relationship Id="rId191" Type="http://schemas.openxmlformats.org/officeDocument/2006/relationships/tags" Target="../tags/tag489.xml"/><Relationship Id="rId205" Type="http://schemas.openxmlformats.org/officeDocument/2006/relationships/tags" Target="../tags/tag503.xml"/><Relationship Id="rId226" Type="http://schemas.openxmlformats.org/officeDocument/2006/relationships/tags" Target="../tags/tag524.xml"/><Relationship Id="rId247" Type="http://schemas.openxmlformats.org/officeDocument/2006/relationships/tags" Target="../tags/tag545.xml"/><Relationship Id="rId107" Type="http://schemas.openxmlformats.org/officeDocument/2006/relationships/tags" Target="../tags/tag405.xml"/><Relationship Id="rId11" Type="http://schemas.openxmlformats.org/officeDocument/2006/relationships/tags" Target="../tags/tag309.xml"/><Relationship Id="rId32" Type="http://schemas.openxmlformats.org/officeDocument/2006/relationships/tags" Target="../tags/tag330.xml"/><Relationship Id="rId53" Type="http://schemas.openxmlformats.org/officeDocument/2006/relationships/tags" Target="../tags/tag351.xml"/><Relationship Id="rId74" Type="http://schemas.openxmlformats.org/officeDocument/2006/relationships/tags" Target="../tags/tag372.xml"/><Relationship Id="rId128" Type="http://schemas.openxmlformats.org/officeDocument/2006/relationships/tags" Target="../tags/tag426.xml"/><Relationship Id="rId149" Type="http://schemas.openxmlformats.org/officeDocument/2006/relationships/tags" Target="../tags/tag447.xml"/><Relationship Id="rId5" Type="http://schemas.openxmlformats.org/officeDocument/2006/relationships/tags" Target="../tags/tag303.xml"/><Relationship Id="rId95" Type="http://schemas.openxmlformats.org/officeDocument/2006/relationships/tags" Target="../tags/tag393.xml"/><Relationship Id="rId160" Type="http://schemas.openxmlformats.org/officeDocument/2006/relationships/tags" Target="../tags/tag458.xml"/><Relationship Id="rId181" Type="http://schemas.openxmlformats.org/officeDocument/2006/relationships/tags" Target="../tags/tag479.xml"/><Relationship Id="rId216" Type="http://schemas.openxmlformats.org/officeDocument/2006/relationships/tags" Target="../tags/tag514.xml"/><Relationship Id="rId237" Type="http://schemas.openxmlformats.org/officeDocument/2006/relationships/tags" Target="../tags/tag535.xml"/><Relationship Id="rId258" Type="http://schemas.openxmlformats.org/officeDocument/2006/relationships/slideLayout" Target="../slideLayouts/slideLayout2.xml"/><Relationship Id="rId22" Type="http://schemas.openxmlformats.org/officeDocument/2006/relationships/tags" Target="../tags/tag320.xml"/><Relationship Id="rId43" Type="http://schemas.openxmlformats.org/officeDocument/2006/relationships/tags" Target="../tags/tag341.xml"/><Relationship Id="rId64" Type="http://schemas.openxmlformats.org/officeDocument/2006/relationships/tags" Target="../tags/tag362.xml"/><Relationship Id="rId118" Type="http://schemas.openxmlformats.org/officeDocument/2006/relationships/tags" Target="../tags/tag416.xml"/><Relationship Id="rId139" Type="http://schemas.openxmlformats.org/officeDocument/2006/relationships/tags" Target="../tags/tag437.xml"/><Relationship Id="rId85" Type="http://schemas.openxmlformats.org/officeDocument/2006/relationships/tags" Target="../tags/tag383.xml"/><Relationship Id="rId150" Type="http://schemas.openxmlformats.org/officeDocument/2006/relationships/tags" Target="../tags/tag448.xml"/><Relationship Id="rId171" Type="http://schemas.openxmlformats.org/officeDocument/2006/relationships/tags" Target="../tags/tag469.xml"/><Relationship Id="rId192" Type="http://schemas.openxmlformats.org/officeDocument/2006/relationships/tags" Target="../tags/tag490.xml"/><Relationship Id="rId206" Type="http://schemas.openxmlformats.org/officeDocument/2006/relationships/tags" Target="../tags/tag504.xml"/><Relationship Id="rId227" Type="http://schemas.openxmlformats.org/officeDocument/2006/relationships/tags" Target="../tags/tag525.xml"/><Relationship Id="rId248" Type="http://schemas.openxmlformats.org/officeDocument/2006/relationships/tags" Target="../tags/tag546.xml"/><Relationship Id="rId12" Type="http://schemas.openxmlformats.org/officeDocument/2006/relationships/tags" Target="../tags/tag310.xml"/><Relationship Id="rId33" Type="http://schemas.openxmlformats.org/officeDocument/2006/relationships/tags" Target="../tags/tag331.xml"/><Relationship Id="rId108" Type="http://schemas.openxmlformats.org/officeDocument/2006/relationships/tags" Target="../tags/tag406.xml"/><Relationship Id="rId129" Type="http://schemas.openxmlformats.org/officeDocument/2006/relationships/tags" Target="../tags/tag427.xml"/><Relationship Id="rId54" Type="http://schemas.openxmlformats.org/officeDocument/2006/relationships/tags" Target="../tags/tag352.xml"/><Relationship Id="rId75" Type="http://schemas.openxmlformats.org/officeDocument/2006/relationships/tags" Target="../tags/tag373.xml"/><Relationship Id="rId96" Type="http://schemas.openxmlformats.org/officeDocument/2006/relationships/tags" Target="../tags/tag394.xml"/><Relationship Id="rId140" Type="http://schemas.openxmlformats.org/officeDocument/2006/relationships/tags" Target="../tags/tag438.xml"/><Relationship Id="rId161" Type="http://schemas.openxmlformats.org/officeDocument/2006/relationships/tags" Target="../tags/tag459.xml"/><Relationship Id="rId182" Type="http://schemas.openxmlformats.org/officeDocument/2006/relationships/tags" Target="../tags/tag480.xml"/><Relationship Id="rId217" Type="http://schemas.openxmlformats.org/officeDocument/2006/relationships/tags" Target="../tags/tag515.xml"/><Relationship Id="rId6" Type="http://schemas.openxmlformats.org/officeDocument/2006/relationships/tags" Target="../tags/tag304.xml"/><Relationship Id="rId238" Type="http://schemas.openxmlformats.org/officeDocument/2006/relationships/tags" Target="../tags/tag536.xml"/><Relationship Id="rId23" Type="http://schemas.openxmlformats.org/officeDocument/2006/relationships/tags" Target="../tags/tag321.xml"/><Relationship Id="rId119" Type="http://schemas.openxmlformats.org/officeDocument/2006/relationships/tags" Target="../tags/tag417.xml"/><Relationship Id="rId44" Type="http://schemas.openxmlformats.org/officeDocument/2006/relationships/tags" Target="../tags/tag342.xml"/><Relationship Id="rId65" Type="http://schemas.openxmlformats.org/officeDocument/2006/relationships/tags" Target="../tags/tag363.xml"/><Relationship Id="rId86" Type="http://schemas.openxmlformats.org/officeDocument/2006/relationships/tags" Target="../tags/tag384.xml"/><Relationship Id="rId130" Type="http://schemas.openxmlformats.org/officeDocument/2006/relationships/tags" Target="../tags/tag428.xml"/><Relationship Id="rId151" Type="http://schemas.openxmlformats.org/officeDocument/2006/relationships/tags" Target="../tags/tag449.xml"/><Relationship Id="rId172" Type="http://schemas.openxmlformats.org/officeDocument/2006/relationships/tags" Target="../tags/tag470.xml"/><Relationship Id="rId193" Type="http://schemas.openxmlformats.org/officeDocument/2006/relationships/tags" Target="../tags/tag491.xml"/><Relationship Id="rId207" Type="http://schemas.openxmlformats.org/officeDocument/2006/relationships/tags" Target="../tags/tag505.xml"/><Relationship Id="rId228" Type="http://schemas.openxmlformats.org/officeDocument/2006/relationships/tags" Target="../tags/tag526.xml"/><Relationship Id="rId249" Type="http://schemas.openxmlformats.org/officeDocument/2006/relationships/tags" Target="../tags/tag547.xml"/><Relationship Id="rId13" Type="http://schemas.openxmlformats.org/officeDocument/2006/relationships/tags" Target="../tags/tag311.xml"/><Relationship Id="rId109" Type="http://schemas.openxmlformats.org/officeDocument/2006/relationships/tags" Target="../tags/tag407.xml"/><Relationship Id="rId34" Type="http://schemas.openxmlformats.org/officeDocument/2006/relationships/tags" Target="../tags/tag332.xml"/><Relationship Id="rId55" Type="http://schemas.openxmlformats.org/officeDocument/2006/relationships/tags" Target="../tags/tag353.xml"/><Relationship Id="rId76" Type="http://schemas.openxmlformats.org/officeDocument/2006/relationships/tags" Target="../tags/tag374.xml"/><Relationship Id="rId97" Type="http://schemas.openxmlformats.org/officeDocument/2006/relationships/tags" Target="../tags/tag395.xml"/><Relationship Id="rId120" Type="http://schemas.openxmlformats.org/officeDocument/2006/relationships/tags" Target="../tags/tag418.xml"/><Relationship Id="rId141" Type="http://schemas.openxmlformats.org/officeDocument/2006/relationships/tags" Target="../tags/tag439.xml"/><Relationship Id="rId7" Type="http://schemas.openxmlformats.org/officeDocument/2006/relationships/tags" Target="../tags/tag305.xml"/><Relationship Id="rId162" Type="http://schemas.openxmlformats.org/officeDocument/2006/relationships/tags" Target="../tags/tag460.xml"/><Relationship Id="rId183" Type="http://schemas.openxmlformats.org/officeDocument/2006/relationships/tags" Target="../tags/tag481.xml"/><Relationship Id="rId218" Type="http://schemas.openxmlformats.org/officeDocument/2006/relationships/tags" Target="../tags/tag516.xml"/><Relationship Id="rId239" Type="http://schemas.openxmlformats.org/officeDocument/2006/relationships/tags" Target="../tags/tag537.xml"/><Relationship Id="rId250" Type="http://schemas.openxmlformats.org/officeDocument/2006/relationships/tags" Target="../tags/tag548.xml"/><Relationship Id="rId24" Type="http://schemas.openxmlformats.org/officeDocument/2006/relationships/tags" Target="../tags/tag322.xml"/><Relationship Id="rId45" Type="http://schemas.openxmlformats.org/officeDocument/2006/relationships/tags" Target="../tags/tag343.xml"/><Relationship Id="rId66" Type="http://schemas.openxmlformats.org/officeDocument/2006/relationships/tags" Target="../tags/tag364.xml"/><Relationship Id="rId87" Type="http://schemas.openxmlformats.org/officeDocument/2006/relationships/tags" Target="../tags/tag385.xml"/><Relationship Id="rId110" Type="http://schemas.openxmlformats.org/officeDocument/2006/relationships/tags" Target="../tags/tag408.xml"/><Relationship Id="rId131" Type="http://schemas.openxmlformats.org/officeDocument/2006/relationships/tags" Target="../tags/tag429.xml"/><Relationship Id="rId152" Type="http://schemas.openxmlformats.org/officeDocument/2006/relationships/tags" Target="../tags/tag450.xml"/><Relationship Id="rId173" Type="http://schemas.openxmlformats.org/officeDocument/2006/relationships/tags" Target="../tags/tag471.xml"/><Relationship Id="rId194" Type="http://schemas.openxmlformats.org/officeDocument/2006/relationships/tags" Target="../tags/tag492.xml"/><Relationship Id="rId208" Type="http://schemas.openxmlformats.org/officeDocument/2006/relationships/tags" Target="../tags/tag506.xml"/><Relationship Id="rId229" Type="http://schemas.openxmlformats.org/officeDocument/2006/relationships/tags" Target="../tags/tag527.xml"/><Relationship Id="rId240" Type="http://schemas.openxmlformats.org/officeDocument/2006/relationships/tags" Target="../tags/tag538.xml"/><Relationship Id="rId14" Type="http://schemas.openxmlformats.org/officeDocument/2006/relationships/tags" Target="../tags/tag312.xml"/><Relationship Id="rId35" Type="http://schemas.openxmlformats.org/officeDocument/2006/relationships/tags" Target="../tags/tag333.xml"/><Relationship Id="rId56" Type="http://schemas.openxmlformats.org/officeDocument/2006/relationships/tags" Target="../tags/tag354.xml"/><Relationship Id="rId77" Type="http://schemas.openxmlformats.org/officeDocument/2006/relationships/tags" Target="../tags/tag375.xml"/><Relationship Id="rId100" Type="http://schemas.openxmlformats.org/officeDocument/2006/relationships/tags" Target="../tags/tag398.xml"/><Relationship Id="rId8" Type="http://schemas.openxmlformats.org/officeDocument/2006/relationships/tags" Target="../tags/tag306.xml"/><Relationship Id="rId98" Type="http://schemas.openxmlformats.org/officeDocument/2006/relationships/tags" Target="../tags/tag396.xml"/><Relationship Id="rId121" Type="http://schemas.openxmlformats.org/officeDocument/2006/relationships/tags" Target="../tags/tag419.xml"/><Relationship Id="rId142" Type="http://schemas.openxmlformats.org/officeDocument/2006/relationships/tags" Target="../tags/tag440.xml"/><Relationship Id="rId163" Type="http://schemas.openxmlformats.org/officeDocument/2006/relationships/tags" Target="../tags/tag461.xml"/><Relationship Id="rId184" Type="http://schemas.openxmlformats.org/officeDocument/2006/relationships/tags" Target="../tags/tag482.xml"/><Relationship Id="rId219" Type="http://schemas.openxmlformats.org/officeDocument/2006/relationships/tags" Target="../tags/tag517.xml"/><Relationship Id="rId230" Type="http://schemas.openxmlformats.org/officeDocument/2006/relationships/tags" Target="../tags/tag528.xml"/><Relationship Id="rId251" Type="http://schemas.openxmlformats.org/officeDocument/2006/relationships/tags" Target="../tags/tag549.xml"/><Relationship Id="rId25" Type="http://schemas.openxmlformats.org/officeDocument/2006/relationships/tags" Target="../tags/tag323.xml"/><Relationship Id="rId46" Type="http://schemas.openxmlformats.org/officeDocument/2006/relationships/tags" Target="../tags/tag344.xml"/><Relationship Id="rId67" Type="http://schemas.openxmlformats.org/officeDocument/2006/relationships/tags" Target="../tags/tag365.xml"/><Relationship Id="rId88" Type="http://schemas.openxmlformats.org/officeDocument/2006/relationships/tags" Target="../tags/tag386.xml"/><Relationship Id="rId111" Type="http://schemas.openxmlformats.org/officeDocument/2006/relationships/tags" Target="../tags/tag409.xml"/><Relationship Id="rId132" Type="http://schemas.openxmlformats.org/officeDocument/2006/relationships/tags" Target="../tags/tag430.xml"/><Relationship Id="rId153" Type="http://schemas.openxmlformats.org/officeDocument/2006/relationships/tags" Target="../tags/tag451.xml"/><Relationship Id="rId174" Type="http://schemas.openxmlformats.org/officeDocument/2006/relationships/tags" Target="../tags/tag472.xml"/><Relationship Id="rId195" Type="http://schemas.openxmlformats.org/officeDocument/2006/relationships/tags" Target="../tags/tag493.xml"/><Relationship Id="rId209" Type="http://schemas.openxmlformats.org/officeDocument/2006/relationships/tags" Target="../tags/tag507.xml"/><Relationship Id="rId220" Type="http://schemas.openxmlformats.org/officeDocument/2006/relationships/tags" Target="../tags/tag518.xml"/><Relationship Id="rId241" Type="http://schemas.openxmlformats.org/officeDocument/2006/relationships/tags" Target="../tags/tag539.xml"/><Relationship Id="rId15" Type="http://schemas.openxmlformats.org/officeDocument/2006/relationships/tags" Target="../tags/tag313.xml"/><Relationship Id="rId36" Type="http://schemas.openxmlformats.org/officeDocument/2006/relationships/tags" Target="../tags/tag334.xml"/><Relationship Id="rId57" Type="http://schemas.openxmlformats.org/officeDocument/2006/relationships/tags" Target="../tags/tag355.xml"/><Relationship Id="rId78" Type="http://schemas.openxmlformats.org/officeDocument/2006/relationships/tags" Target="../tags/tag376.xml"/><Relationship Id="rId99" Type="http://schemas.openxmlformats.org/officeDocument/2006/relationships/tags" Target="../tags/tag397.xml"/><Relationship Id="rId101" Type="http://schemas.openxmlformats.org/officeDocument/2006/relationships/tags" Target="../tags/tag399.xml"/><Relationship Id="rId122" Type="http://schemas.openxmlformats.org/officeDocument/2006/relationships/tags" Target="../tags/tag420.xml"/><Relationship Id="rId143" Type="http://schemas.openxmlformats.org/officeDocument/2006/relationships/tags" Target="../tags/tag441.xml"/><Relationship Id="rId164" Type="http://schemas.openxmlformats.org/officeDocument/2006/relationships/tags" Target="../tags/tag462.xml"/><Relationship Id="rId185" Type="http://schemas.openxmlformats.org/officeDocument/2006/relationships/tags" Target="../tags/tag483.xml"/><Relationship Id="rId9" Type="http://schemas.openxmlformats.org/officeDocument/2006/relationships/tags" Target="../tags/tag307.xml"/><Relationship Id="rId210" Type="http://schemas.openxmlformats.org/officeDocument/2006/relationships/tags" Target="../tags/tag508.xml"/><Relationship Id="rId26" Type="http://schemas.openxmlformats.org/officeDocument/2006/relationships/tags" Target="../tags/tag324.xml"/><Relationship Id="rId231" Type="http://schemas.openxmlformats.org/officeDocument/2006/relationships/tags" Target="../tags/tag529.xml"/><Relationship Id="rId252" Type="http://schemas.openxmlformats.org/officeDocument/2006/relationships/tags" Target="../tags/tag550.xml"/><Relationship Id="rId47" Type="http://schemas.openxmlformats.org/officeDocument/2006/relationships/tags" Target="../tags/tag345.xml"/><Relationship Id="rId68" Type="http://schemas.openxmlformats.org/officeDocument/2006/relationships/tags" Target="../tags/tag366.xml"/><Relationship Id="rId89" Type="http://schemas.openxmlformats.org/officeDocument/2006/relationships/tags" Target="../tags/tag387.xml"/><Relationship Id="rId112" Type="http://schemas.openxmlformats.org/officeDocument/2006/relationships/tags" Target="../tags/tag410.xml"/><Relationship Id="rId133" Type="http://schemas.openxmlformats.org/officeDocument/2006/relationships/tags" Target="../tags/tag431.xml"/><Relationship Id="rId154" Type="http://schemas.openxmlformats.org/officeDocument/2006/relationships/tags" Target="../tags/tag452.xml"/><Relationship Id="rId175" Type="http://schemas.openxmlformats.org/officeDocument/2006/relationships/tags" Target="../tags/tag473.xml"/><Relationship Id="rId196" Type="http://schemas.openxmlformats.org/officeDocument/2006/relationships/tags" Target="../tags/tag494.xml"/><Relationship Id="rId200" Type="http://schemas.openxmlformats.org/officeDocument/2006/relationships/tags" Target="../tags/tag498.xml"/><Relationship Id="rId16" Type="http://schemas.openxmlformats.org/officeDocument/2006/relationships/tags" Target="../tags/tag314.xml"/><Relationship Id="rId221" Type="http://schemas.openxmlformats.org/officeDocument/2006/relationships/tags" Target="../tags/tag519.xml"/><Relationship Id="rId242" Type="http://schemas.openxmlformats.org/officeDocument/2006/relationships/tags" Target="../tags/tag540.xml"/><Relationship Id="rId37" Type="http://schemas.openxmlformats.org/officeDocument/2006/relationships/tags" Target="../tags/tag335.xml"/><Relationship Id="rId58" Type="http://schemas.openxmlformats.org/officeDocument/2006/relationships/tags" Target="../tags/tag356.xml"/><Relationship Id="rId79" Type="http://schemas.openxmlformats.org/officeDocument/2006/relationships/tags" Target="../tags/tag377.xml"/><Relationship Id="rId102" Type="http://schemas.openxmlformats.org/officeDocument/2006/relationships/tags" Target="../tags/tag400.xml"/><Relationship Id="rId123" Type="http://schemas.openxmlformats.org/officeDocument/2006/relationships/tags" Target="../tags/tag421.xml"/><Relationship Id="rId144" Type="http://schemas.openxmlformats.org/officeDocument/2006/relationships/tags" Target="../tags/tag442.xml"/><Relationship Id="rId90" Type="http://schemas.openxmlformats.org/officeDocument/2006/relationships/tags" Target="../tags/tag388.xml"/><Relationship Id="rId165" Type="http://schemas.openxmlformats.org/officeDocument/2006/relationships/tags" Target="../tags/tag463.xml"/><Relationship Id="rId186" Type="http://schemas.openxmlformats.org/officeDocument/2006/relationships/tags" Target="../tags/tag484.xml"/><Relationship Id="rId211" Type="http://schemas.openxmlformats.org/officeDocument/2006/relationships/tags" Target="../tags/tag509.xml"/><Relationship Id="rId232" Type="http://schemas.openxmlformats.org/officeDocument/2006/relationships/tags" Target="../tags/tag530.xml"/><Relationship Id="rId253" Type="http://schemas.openxmlformats.org/officeDocument/2006/relationships/tags" Target="../tags/tag551.xml"/><Relationship Id="rId27" Type="http://schemas.openxmlformats.org/officeDocument/2006/relationships/tags" Target="../tags/tag325.xml"/><Relationship Id="rId48" Type="http://schemas.openxmlformats.org/officeDocument/2006/relationships/tags" Target="../tags/tag346.xml"/><Relationship Id="rId69" Type="http://schemas.openxmlformats.org/officeDocument/2006/relationships/tags" Target="../tags/tag367.xml"/><Relationship Id="rId113" Type="http://schemas.openxmlformats.org/officeDocument/2006/relationships/tags" Target="../tags/tag411.xml"/><Relationship Id="rId134" Type="http://schemas.openxmlformats.org/officeDocument/2006/relationships/tags" Target="../tags/tag432.xml"/><Relationship Id="rId80" Type="http://schemas.openxmlformats.org/officeDocument/2006/relationships/tags" Target="../tags/tag378.xml"/><Relationship Id="rId155" Type="http://schemas.openxmlformats.org/officeDocument/2006/relationships/tags" Target="../tags/tag453.xml"/><Relationship Id="rId176" Type="http://schemas.openxmlformats.org/officeDocument/2006/relationships/tags" Target="../tags/tag474.xml"/><Relationship Id="rId197" Type="http://schemas.openxmlformats.org/officeDocument/2006/relationships/tags" Target="../tags/tag495.xml"/><Relationship Id="rId201" Type="http://schemas.openxmlformats.org/officeDocument/2006/relationships/tags" Target="../tags/tag499.xml"/><Relationship Id="rId222" Type="http://schemas.openxmlformats.org/officeDocument/2006/relationships/tags" Target="../tags/tag520.xml"/><Relationship Id="rId243" Type="http://schemas.openxmlformats.org/officeDocument/2006/relationships/tags" Target="../tags/tag541.xml"/><Relationship Id="rId17" Type="http://schemas.openxmlformats.org/officeDocument/2006/relationships/tags" Target="../tags/tag315.xml"/><Relationship Id="rId38" Type="http://schemas.openxmlformats.org/officeDocument/2006/relationships/tags" Target="../tags/tag336.xml"/><Relationship Id="rId59" Type="http://schemas.openxmlformats.org/officeDocument/2006/relationships/tags" Target="../tags/tag357.xml"/><Relationship Id="rId103" Type="http://schemas.openxmlformats.org/officeDocument/2006/relationships/tags" Target="../tags/tag401.xml"/><Relationship Id="rId124" Type="http://schemas.openxmlformats.org/officeDocument/2006/relationships/tags" Target="../tags/tag422.xml"/><Relationship Id="rId70" Type="http://schemas.openxmlformats.org/officeDocument/2006/relationships/tags" Target="../tags/tag368.xml"/><Relationship Id="rId91" Type="http://schemas.openxmlformats.org/officeDocument/2006/relationships/tags" Target="../tags/tag389.xml"/><Relationship Id="rId145" Type="http://schemas.openxmlformats.org/officeDocument/2006/relationships/tags" Target="../tags/tag443.xml"/><Relationship Id="rId166" Type="http://schemas.openxmlformats.org/officeDocument/2006/relationships/tags" Target="../tags/tag464.xml"/><Relationship Id="rId187" Type="http://schemas.openxmlformats.org/officeDocument/2006/relationships/tags" Target="../tags/tag485.xml"/><Relationship Id="rId1" Type="http://schemas.openxmlformats.org/officeDocument/2006/relationships/tags" Target="../tags/tag299.xml"/><Relationship Id="rId212" Type="http://schemas.openxmlformats.org/officeDocument/2006/relationships/tags" Target="../tags/tag510.xml"/><Relationship Id="rId233" Type="http://schemas.openxmlformats.org/officeDocument/2006/relationships/tags" Target="../tags/tag531.xml"/><Relationship Id="rId254" Type="http://schemas.openxmlformats.org/officeDocument/2006/relationships/tags" Target="../tags/tag552.xml"/><Relationship Id="rId28" Type="http://schemas.openxmlformats.org/officeDocument/2006/relationships/tags" Target="../tags/tag326.xml"/><Relationship Id="rId49" Type="http://schemas.openxmlformats.org/officeDocument/2006/relationships/tags" Target="../tags/tag347.xml"/><Relationship Id="rId114" Type="http://schemas.openxmlformats.org/officeDocument/2006/relationships/tags" Target="../tags/tag412.xml"/><Relationship Id="rId60" Type="http://schemas.openxmlformats.org/officeDocument/2006/relationships/tags" Target="../tags/tag358.xml"/><Relationship Id="rId81" Type="http://schemas.openxmlformats.org/officeDocument/2006/relationships/tags" Target="../tags/tag379.xml"/><Relationship Id="rId135" Type="http://schemas.openxmlformats.org/officeDocument/2006/relationships/tags" Target="../tags/tag433.xml"/><Relationship Id="rId156" Type="http://schemas.openxmlformats.org/officeDocument/2006/relationships/tags" Target="../tags/tag454.xml"/><Relationship Id="rId177" Type="http://schemas.openxmlformats.org/officeDocument/2006/relationships/tags" Target="../tags/tag475.xml"/><Relationship Id="rId198" Type="http://schemas.openxmlformats.org/officeDocument/2006/relationships/tags" Target="../tags/tag496.xml"/><Relationship Id="rId202" Type="http://schemas.openxmlformats.org/officeDocument/2006/relationships/tags" Target="../tags/tag500.xml"/><Relationship Id="rId223" Type="http://schemas.openxmlformats.org/officeDocument/2006/relationships/tags" Target="../tags/tag521.xml"/><Relationship Id="rId244" Type="http://schemas.openxmlformats.org/officeDocument/2006/relationships/tags" Target="../tags/tag542.xml"/><Relationship Id="rId18" Type="http://schemas.openxmlformats.org/officeDocument/2006/relationships/tags" Target="../tags/tag316.xml"/><Relationship Id="rId39" Type="http://schemas.openxmlformats.org/officeDocument/2006/relationships/tags" Target="../tags/tag337.xml"/><Relationship Id="rId50" Type="http://schemas.openxmlformats.org/officeDocument/2006/relationships/tags" Target="../tags/tag348.xml"/><Relationship Id="rId104" Type="http://schemas.openxmlformats.org/officeDocument/2006/relationships/tags" Target="../tags/tag402.xml"/><Relationship Id="rId125" Type="http://schemas.openxmlformats.org/officeDocument/2006/relationships/tags" Target="../tags/tag423.xml"/><Relationship Id="rId146" Type="http://schemas.openxmlformats.org/officeDocument/2006/relationships/tags" Target="../tags/tag444.xml"/><Relationship Id="rId167" Type="http://schemas.openxmlformats.org/officeDocument/2006/relationships/tags" Target="../tags/tag465.xml"/><Relationship Id="rId188" Type="http://schemas.openxmlformats.org/officeDocument/2006/relationships/tags" Target="../tags/tag486.xml"/><Relationship Id="rId71" Type="http://schemas.openxmlformats.org/officeDocument/2006/relationships/tags" Target="../tags/tag369.xml"/><Relationship Id="rId92" Type="http://schemas.openxmlformats.org/officeDocument/2006/relationships/tags" Target="../tags/tag390.xml"/><Relationship Id="rId213" Type="http://schemas.openxmlformats.org/officeDocument/2006/relationships/tags" Target="../tags/tag511.xml"/><Relationship Id="rId234" Type="http://schemas.openxmlformats.org/officeDocument/2006/relationships/tags" Target="../tags/tag532.xml"/><Relationship Id="rId2" Type="http://schemas.openxmlformats.org/officeDocument/2006/relationships/tags" Target="../tags/tag300.xml"/><Relationship Id="rId29" Type="http://schemas.openxmlformats.org/officeDocument/2006/relationships/tags" Target="../tags/tag327.xml"/><Relationship Id="rId255" Type="http://schemas.openxmlformats.org/officeDocument/2006/relationships/tags" Target="../tags/tag553.xml"/><Relationship Id="rId40" Type="http://schemas.openxmlformats.org/officeDocument/2006/relationships/tags" Target="../tags/tag338.xml"/><Relationship Id="rId115" Type="http://schemas.openxmlformats.org/officeDocument/2006/relationships/tags" Target="../tags/tag413.xml"/><Relationship Id="rId136" Type="http://schemas.openxmlformats.org/officeDocument/2006/relationships/tags" Target="../tags/tag434.xml"/><Relationship Id="rId157" Type="http://schemas.openxmlformats.org/officeDocument/2006/relationships/tags" Target="../tags/tag455.xml"/><Relationship Id="rId178" Type="http://schemas.openxmlformats.org/officeDocument/2006/relationships/tags" Target="../tags/tag476.xml"/><Relationship Id="rId61" Type="http://schemas.openxmlformats.org/officeDocument/2006/relationships/tags" Target="../tags/tag359.xml"/><Relationship Id="rId82" Type="http://schemas.openxmlformats.org/officeDocument/2006/relationships/tags" Target="../tags/tag380.xml"/><Relationship Id="rId199" Type="http://schemas.openxmlformats.org/officeDocument/2006/relationships/tags" Target="../tags/tag497.xml"/><Relationship Id="rId203" Type="http://schemas.openxmlformats.org/officeDocument/2006/relationships/tags" Target="../tags/tag501.xml"/><Relationship Id="rId19" Type="http://schemas.openxmlformats.org/officeDocument/2006/relationships/tags" Target="../tags/tag317.xml"/><Relationship Id="rId224" Type="http://schemas.openxmlformats.org/officeDocument/2006/relationships/tags" Target="../tags/tag522.xml"/><Relationship Id="rId245" Type="http://schemas.openxmlformats.org/officeDocument/2006/relationships/tags" Target="../tags/tag543.xml"/><Relationship Id="rId30" Type="http://schemas.openxmlformats.org/officeDocument/2006/relationships/tags" Target="../tags/tag328.xml"/><Relationship Id="rId105" Type="http://schemas.openxmlformats.org/officeDocument/2006/relationships/tags" Target="../tags/tag403.xml"/><Relationship Id="rId126" Type="http://schemas.openxmlformats.org/officeDocument/2006/relationships/tags" Target="../tags/tag424.xml"/><Relationship Id="rId147" Type="http://schemas.openxmlformats.org/officeDocument/2006/relationships/tags" Target="../tags/tag445.xml"/><Relationship Id="rId168" Type="http://schemas.openxmlformats.org/officeDocument/2006/relationships/tags" Target="../tags/tag466.xml"/><Relationship Id="rId51" Type="http://schemas.openxmlformats.org/officeDocument/2006/relationships/tags" Target="../tags/tag349.xml"/><Relationship Id="rId72" Type="http://schemas.openxmlformats.org/officeDocument/2006/relationships/tags" Target="../tags/tag370.xml"/><Relationship Id="rId93" Type="http://schemas.openxmlformats.org/officeDocument/2006/relationships/tags" Target="../tags/tag391.xml"/><Relationship Id="rId189" Type="http://schemas.openxmlformats.org/officeDocument/2006/relationships/tags" Target="../tags/tag487.xml"/><Relationship Id="rId3" Type="http://schemas.openxmlformats.org/officeDocument/2006/relationships/tags" Target="../tags/tag301.xml"/><Relationship Id="rId214" Type="http://schemas.openxmlformats.org/officeDocument/2006/relationships/tags" Target="../tags/tag512.xml"/><Relationship Id="rId235" Type="http://schemas.openxmlformats.org/officeDocument/2006/relationships/tags" Target="../tags/tag533.xml"/><Relationship Id="rId256" Type="http://schemas.openxmlformats.org/officeDocument/2006/relationships/tags" Target="../tags/tag554.xml"/><Relationship Id="rId116" Type="http://schemas.openxmlformats.org/officeDocument/2006/relationships/tags" Target="../tags/tag414.xml"/><Relationship Id="rId137" Type="http://schemas.openxmlformats.org/officeDocument/2006/relationships/tags" Target="../tags/tag435.xml"/><Relationship Id="rId158" Type="http://schemas.openxmlformats.org/officeDocument/2006/relationships/tags" Target="../tags/tag456.xml"/><Relationship Id="rId20" Type="http://schemas.openxmlformats.org/officeDocument/2006/relationships/tags" Target="../tags/tag318.xml"/><Relationship Id="rId41" Type="http://schemas.openxmlformats.org/officeDocument/2006/relationships/tags" Target="../tags/tag339.xml"/><Relationship Id="rId62" Type="http://schemas.openxmlformats.org/officeDocument/2006/relationships/tags" Target="../tags/tag360.xml"/><Relationship Id="rId83" Type="http://schemas.openxmlformats.org/officeDocument/2006/relationships/tags" Target="../tags/tag381.xml"/><Relationship Id="rId179" Type="http://schemas.openxmlformats.org/officeDocument/2006/relationships/tags" Target="../tags/tag477.xml"/><Relationship Id="rId190" Type="http://schemas.openxmlformats.org/officeDocument/2006/relationships/tags" Target="../tags/tag488.xml"/><Relationship Id="rId204" Type="http://schemas.openxmlformats.org/officeDocument/2006/relationships/tags" Target="../tags/tag502.xml"/><Relationship Id="rId225" Type="http://schemas.openxmlformats.org/officeDocument/2006/relationships/tags" Target="../tags/tag523.xml"/><Relationship Id="rId246" Type="http://schemas.openxmlformats.org/officeDocument/2006/relationships/tags" Target="../tags/tag544.xml"/><Relationship Id="rId106" Type="http://schemas.openxmlformats.org/officeDocument/2006/relationships/tags" Target="../tags/tag404.xml"/><Relationship Id="rId127" Type="http://schemas.openxmlformats.org/officeDocument/2006/relationships/tags" Target="../tags/tag425.xml"/><Relationship Id="rId10" Type="http://schemas.openxmlformats.org/officeDocument/2006/relationships/tags" Target="../tags/tag308.xml"/><Relationship Id="rId31" Type="http://schemas.openxmlformats.org/officeDocument/2006/relationships/tags" Target="../tags/tag329.xml"/><Relationship Id="rId52" Type="http://schemas.openxmlformats.org/officeDocument/2006/relationships/tags" Target="../tags/tag350.xml"/><Relationship Id="rId73" Type="http://schemas.openxmlformats.org/officeDocument/2006/relationships/tags" Target="../tags/tag371.xml"/><Relationship Id="rId94" Type="http://schemas.openxmlformats.org/officeDocument/2006/relationships/tags" Target="../tags/tag392.xml"/><Relationship Id="rId148" Type="http://schemas.openxmlformats.org/officeDocument/2006/relationships/tags" Target="../tags/tag446.xml"/><Relationship Id="rId169" Type="http://schemas.openxmlformats.org/officeDocument/2006/relationships/tags" Target="../tags/tag467.xml"/><Relationship Id="rId4" Type="http://schemas.openxmlformats.org/officeDocument/2006/relationships/tags" Target="../tags/tag302.xml"/><Relationship Id="rId180" Type="http://schemas.openxmlformats.org/officeDocument/2006/relationships/tags" Target="../tags/tag478.xml"/><Relationship Id="rId215" Type="http://schemas.openxmlformats.org/officeDocument/2006/relationships/tags" Target="../tags/tag513.xml"/><Relationship Id="rId236" Type="http://schemas.openxmlformats.org/officeDocument/2006/relationships/tags" Target="../tags/tag534.xml"/><Relationship Id="rId257" Type="http://schemas.openxmlformats.org/officeDocument/2006/relationships/tags" Target="../tags/tag555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672.xml"/><Relationship Id="rId299" Type="http://schemas.openxmlformats.org/officeDocument/2006/relationships/tags" Target="../tags/tag854.xml"/><Relationship Id="rId21" Type="http://schemas.openxmlformats.org/officeDocument/2006/relationships/tags" Target="../tags/tag576.xml"/><Relationship Id="rId63" Type="http://schemas.openxmlformats.org/officeDocument/2006/relationships/tags" Target="../tags/tag618.xml"/><Relationship Id="rId159" Type="http://schemas.openxmlformats.org/officeDocument/2006/relationships/tags" Target="../tags/tag714.xml"/><Relationship Id="rId324" Type="http://schemas.openxmlformats.org/officeDocument/2006/relationships/tags" Target="../tags/tag879.xml"/><Relationship Id="rId366" Type="http://schemas.openxmlformats.org/officeDocument/2006/relationships/tags" Target="../tags/tag921.xml"/><Relationship Id="rId170" Type="http://schemas.openxmlformats.org/officeDocument/2006/relationships/tags" Target="../tags/tag725.xml"/><Relationship Id="rId226" Type="http://schemas.openxmlformats.org/officeDocument/2006/relationships/tags" Target="../tags/tag781.xml"/><Relationship Id="rId268" Type="http://schemas.openxmlformats.org/officeDocument/2006/relationships/tags" Target="../tags/tag823.xml"/><Relationship Id="rId32" Type="http://schemas.openxmlformats.org/officeDocument/2006/relationships/tags" Target="../tags/tag587.xml"/><Relationship Id="rId74" Type="http://schemas.openxmlformats.org/officeDocument/2006/relationships/tags" Target="../tags/tag629.xml"/><Relationship Id="rId128" Type="http://schemas.openxmlformats.org/officeDocument/2006/relationships/tags" Target="../tags/tag683.xml"/><Relationship Id="rId335" Type="http://schemas.openxmlformats.org/officeDocument/2006/relationships/tags" Target="../tags/tag890.xml"/><Relationship Id="rId377" Type="http://schemas.openxmlformats.org/officeDocument/2006/relationships/tags" Target="../tags/tag932.xml"/><Relationship Id="rId5" Type="http://schemas.openxmlformats.org/officeDocument/2006/relationships/tags" Target="../tags/tag560.xml"/><Relationship Id="rId181" Type="http://schemas.openxmlformats.org/officeDocument/2006/relationships/tags" Target="../tags/tag736.xml"/><Relationship Id="rId237" Type="http://schemas.openxmlformats.org/officeDocument/2006/relationships/tags" Target="../tags/tag792.xml"/><Relationship Id="rId279" Type="http://schemas.openxmlformats.org/officeDocument/2006/relationships/tags" Target="../tags/tag834.xml"/><Relationship Id="rId43" Type="http://schemas.openxmlformats.org/officeDocument/2006/relationships/tags" Target="../tags/tag598.xml"/><Relationship Id="rId139" Type="http://schemas.openxmlformats.org/officeDocument/2006/relationships/tags" Target="../tags/tag694.xml"/><Relationship Id="rId290" Type="http://schemas.openxmlformats.org/officeDocument/2006/relationships/tags" Target="../tags/tag845.xml"/><Relationship Id="rId304" Type="http://schemas.openxmlformats.org/officeDocument/2006/relationships/tags" Target="../tags/tag859.xml"/><Relationship Id="rId346" Type="http://schemas.openxmlformats.org/officeDocument/2006/relationships/tags" Target="../tags/tag901.xml"/><Relationship Id="rId388" Type="http://schemas.openxmlformats.org/officeDocument/2006/relationships/tags" Target="../tags/tag943.xml"/><Relationship Id="rId85" Type="http://schemas.openxmlformats.org/officeDocument/2006/relationships/tags" Target="../tags/tag640.xml"/><Relationship Id="rId150" Type="http://schemas.openxmlformats.org/officeDocument/2006/relationships/tags" Target="../tags/tag705.xml"/><Relationship Id="rId192" Type="http://schemas.openxmlformats.org/officeDocument/2006/relationships/tags" Target="../tags/tag747.xml"/><Relationship Id="rId206" Type="http://schemas.openxmlformats.org/officeDocument/2006/relationships/tags" Target="../tags/tag761.xml"/><Relationship Id="rId248" Type="http://schemas.openxmlformats.org/officeDocument/2006/relationships/tags" Target="../tags/tag803.xml"/><Relationship Id="rId12" Type="http://schemas.openxmlformats.org/officeDocument/2006/relationships/tags" Target="../tags/tag567.xml"/><Relationship Id="rId108" Type="http://schemas.openxmlformats.org/officeDocument/2006/relationships/tags" Target="../tags/tag663.xml"/><Relationship Id="rId315" Type="http://schemas.openxmlformats.org/officeDocument/2006/relationships/tags" Target="../tags/tag870.xml"/><Relationship Id="rId357" Type="http://schemas.openxmlformats.org/officeDocument/2006/relationships/tags" Target="../tags/tag912.xml"/><Relationship Id="rId54" Type="http://schemas.openxmlformats.org/officeDocument/2006/relationships/tags" Target="../tags/tag609.xml"/><Relationship Id="rId96" Type="http://schemas.openxmlformats.org/officeDocument/2006/relationships/tags" Target="../tags/tag651.xml"/><Relationship Id="rId161" Type="http://schemas.openxmlformats.org/officeDocument/2006/relationships/tags" Target="../tags/tag716.xml"/><Relationship Id="rId217" Type="http://schemas.openxmlformats.org/officeDocument/2006/relationships/tags" Target="../tags/tag772.xml"/><Relationship Id="rId259" Type="http://schemas.openxmlformats.org/officeDocument/2006/relationships/tags" Target="../tags/tag814.xml"/><Relationship Id="rId23" Type="http://schemas.openxmlformats.org/officeDocument/2006/relationships/tags" Target="../tags/tag578.xml"/><Relationship Id="rId119" Type="http://schemas.openxmlformats.org/officeDocument/2006/relationships/tags" Target="../tags/tag674.xml"/><Relationship Id="rId270" Type="http://schemas.openxmlformats.org/officeDocument/2006/relationships/tags" Target="../tags/tag825.xml"/><Relationship Id="rId326" Type="http://schemas.openxmlformats.org/officeDocument/2006/relationships/tags" Target="../tags/tag881.xml"/><Relationship Id="rId65" Type="http://schemas.openxmlformats.org/officeDocument/2006/relationships/tags" Target="../tags/tag620.xml"/><Relationship Id="rId130" Type="http://schemas.openxmlformats.org/officeDocument/2006/relationships/tags" Target="../tags/tag685.xml"/><Relationship Id="rId368" Type="http://schemas.openxmlformats.org/officeDocument/2006/relationships/tags" Target="../tags/tag923.xml"/><Relationship Id="rId172" Type="http://schemas.openxmlformats.org/officeDocument/2006/relationships/tags" Target="../tags/tag727.xml"/><Relationship Id="rId228" Type="http://schemas.openxmlformats.org/officeDocument/2006/relationships/tags" Target="../tags/tag783.xml"/><Relationship Id="rId281" Type="http://schemas.openxmlformats.org/officeDocument/2006/relationships/tags" Target="../tags/tag836.xml"/><Relationship Id="rId337" Type="http://schemas.openxmlformats.org/officeDocument/2006/relationships/tags" Target="../tags/tag892.xml"/><Relationship Id="rId34" Type="http://schemas.openxmlformats.org/officeDocument/2006/relationships/tags" Target="../tags/tag589.xml"/><Relationship Id="rId76" Type="http://schemas.openxmlformats.org/officeDocument/2006/relationships/tags" Target="../tags/tag631.xml"/><Relationship Id="rId141" Type="http://schemas.openxmlformats.org/officeDocument/2006/relationships/tags" Target="../tags/tag696.xml"/><Relationship Id="rId379" Type="http://schemas.openxmlformats.org/officeDocument/2006/relationships/tags" Target="../tags/tag934.xml"/><Relationship Id="rId7" Type="http://schemas.openxmlformats.org/officeDocument/2006/relationships/tags" Target="../tags/tag562.xml"/><Relationship Id="rId183" Type="http://schemas.openxmlformats.org/officeDocument/2006/relationships/tags" Target="../tags/tag738.xml"/><Relationship Id="rId239" Type="http://schemas.openxmlformats.org/officeDocument/2006/relationships/tags" Target="../tags/tag794.xml"/><Relationship Id="rId390" Type="http://schemas.openxmlformats.org/officeDocument/2006/relationships/tags" Target="../tags/tag945.xml"/><Relationship Id="rId250" Type="http://schemas.openxmlformats.org/officeDocument/2006/relationships/tags" Target="../tags/tag805.xml"/><Relationship Id="rId292" Type="http://schemas.openxmlformats.org/officeDocument/2006/relationships/tags" Target="../tags/tag847.xml"/><Relationship Id="rId306" Type="http://schemas.openxmlformats.org/officeDocument/2006/relationships/tags" Target="../tags/tag861.xml"/><Relationship Id="rId45" Type="http://schemas.openxmlformats.org/officeDocument/2006/relationships/tags" Target="../tags/tag600.xml"/><Relationship Id="rId87" Type="http://schemas.openxmlformats.org/officeDocument/2006/relationships/tags" Target="../tags/tag642.xml"/><Relationship Id="rId110" Type="http://schemas.openxmlformats.org/officeDocument/2006/relationships/tags" Target="../tags/tag665.xml"/><Relationship Id="rId348" Type="http://schemas.openxmlformats.org/officeDocument/2006/relationships/tags" Target="../tags/tag903.xml"/><Relationship Id="rId152" Type="http://schemas.openxmlformats.org/officeDocument/2006/relationships/tags" Target="../tags/tag707.xml"/><Relationship Id="rId194" Type="http://schemas.openxmlformats.org/officeDocument/2006/relationships/tags" Target="../tags/tag749.xml"/><Relationship Id="rId208" Type="http://schemas.openxmlformats.org/officeDocument/2006/relationships/tags" Target="../tags/tag763.xml"/><Relationship Id="rId261" Type="http://schemas.openxmlformats.org/officeDocument/2006/relationships/tags" Target="../tags/tag816.xml"/><Relationship Id="rId14" Type="http://schemas.openxmlformats.org/officeDocument/2006/relationships/tags" Target="../tags/tag569.xml"/><Relationship Id="rId56" Type="http://schemas.openxmlformats.org/officeDocument/2006/relationships/tags" Target="../tags/tag611.xml"/><Relationship Id="rId317" Type="http://schemas.openxmlformats.org/officeDocument/2006/relationships/tags" Target="../tags/tag872.xml"/><Relationship Id="rId359" Type="http://schemas.openxmlformats.org/officeDocument/2006/relationships/tags" Target="../tags/tag914.xml"/><Relationship Id="rId98" Type="http://schemas.openxmlformats.org/officeDocument/2006/relationships/tags" Target="../tags/tag653.xml"/><Relationship Id="rId121" Type="http://schemas.openxmlformats.org/officeDocument/2006/relationships/tags" Target="../tags/tag676.xml"/><Relationship Id="rId163" Type="http://schemas.openxmlformats.org/officeDocument/2006/relationships/tags" Target="../tags/tag718.xml"/><Relationship Id="rId219" Type="http://schemas.openxmlformats.org/officeDocument/2006/relationships/tags" Target="../tags/tag774.xml"/><Relationship Id="rId370" Type="http://schemas.openxmlformats.org/officeDocument/2006/relationships/tags" Target="../tags/tag925.xml"/><Relationship Id="rId230" Type="http://schemas.openxmlformats.org/officeDocument/2006/relationships/tags" Target="../tags/tag785.xml"/><Relationship Id="rId25" Type="http://schemas.openxmlformats.org/officeDocument/2006/relationships/tags" Target="../tags/tag580.xml"/><Relationship Id="rId67" Type="http://schemas.openxmlformats.org/officeDocument/2006/relationships/tags" Target="../tags/tag622.xml"/><Relationship Id="rId272" Type="http://schemas.openxmlformats.org/officeDocument/2006/relationships/tags" Target="../tags/tag827.xml"/><Relationship Id="rId328" Type="http://schemas.openxmlformats.org/officeDocument/2006/relationships/tags" Target="../tags/tag883.xml"/><Relationship Id="rId132" Type="http://schemas.openxmlformats.org/officeDocument/2006/relationships/tags" Target="../tags/tag687.xml"/><Relationship Id="rId174" Type="http://schemas.openxmlformats.org/officeDocument/2006/relationships/tags" Target="../tags/tag729.xml"/><Relationship Id="rId381" Type="http://schemas.openxmlformats.org/officeDocument/2006/relationships/tags" Target="../tags/tag936.xml"/><Relationship Id="rId241" Type="http://schemas.openxmlformats.org/officeDocument/2006/relationships/tags" Target="../tags/tag796.xml"/><Relationship Id="rId36" Type="http://schemas.openxmlformats.org/officeDocument/2006/relationships/tags" Target="../tags/tag591.xml"/><Relationship Id="rId283" Type="http://schemas.openxmlformats.org/officeDocument/2006/relationships/tags" Target="../tags/tag838.xml"/><Relationship Id="rId339" Type="http://schemas.openxmlformats.org/officeDocument/2006/relationships/tags" Target="../tags/tag894.xml"/><Relationship Id="rId78" Type="http://schemas.openxmlformats.org/officeDocument/2006/relationships/tags" Target="../tags/tag633.xml"/><Relationship Id="rId101" Type="http://schemas.openxmlformats.org/officeDocument/2006/relationships/tags" Target="../tags/tag656.xml"/><Relationship Id="rId143" Type="http://schemas.openxmlformats.org/officeDocument/2006/relationships/tags" Target="../tags/tag698.xml"/><Relationship Id="rId185" Type="http://schemas.openxmlformats.org/officeDocument/2006/relationships/tags" Target="../tags/tag740.xml"/><Relationship Id="rId350" Type="http://schemas.openxmlformats.org/officeDocument/2006/relationships/tags" Target="../tags/tag905.xml"/><Relationship Id="rId9" Type="http://schemas.openxmlformats.org/officeDocument/2006/relationships/tags" Target="../tags/tag564.xml"/><Relationship Id="rId210" Type="http://schemas.openxmlformats.org/officeDocument/2006/relationships/tags" Target="../tags/tag765.xml"/><Relationship Id="rId252" Type="http://schemas.openxmlformats.org/officeDocument/2006/relationships/tags" Target="../tags/tag807.xml"/><Relationship Id="rId294" Type="http://schemas.openxmlformats.org/officeDocument/2006/relationships/tags" Target="../tags/tag849.xml"/><Relationship Id="rId308" Type="http://schemas.openxmlformats.org/officeDocument/2006/relationships/tags" Target="../tags/tag863.xml"/><Relationship Id="rId47" Type="http://schemas.openxmlformats.org/officeDocument/2006/relationships/tags" Target="../tags/tag602.xml"/><Relationship Id="rId89" Type="http://schemas.openxmlformats.org/officeDocument/2006/relationships/tags" Target="../tags/tag644.xml"/><Relationship Id="rId112" Type="http://schemas.openxmlformats.org/officeDocument/2006/relationships/tags" Target="../tags/tag667.xml"/><Relationship Id="rId154" Type="http://schemas.openxmlformats.org/officeDocument/2006/relationships/tags" Target="../tags/tag709.xml"/><Relationship Id="rId361" Type="http://schemas.openxmlformats.org/officeDocument/2006/relationships/tags" Target="../tags/tag916.xml"/><Relationship Id="rId196" Type="http://schemas.openxmlformats.org/officeDocument/2006/relationships/tags" Target="../tags/tag751.xml"/><Relationship Id="rId200" Type="http://schemas.openxmlformats.org/officeDocument/2006/relationships/tags" Target="../tags/tag755.xml"/><Relationship Id="rId382" Type="http://schemas.openxmlformats.org/officeDocument/2006/relationships/tags" Target="../tags/tag937.xml"/><Relationship Id="rId16" Type="http://schemas.openxmlformats.org/officeDocument/2006/relationships/tags" Target="../tags/tag571.xml"/><Relationship Id="rId221" Type="http://schemas.openxmlformats.org/officeDocument/2006/relationships/tags" Target="../tags/tag776.xml"/><Relationship Id="rId242" Type="http://schemas.openxmlformats.org/officeDocument/2006/relationships/tags" Target="../tags/tag797.xml"/><Relationship Id="rId263" Type="http://schemas.openxmlformats.org/officeDocument/2006/relationships/tags" Target="../tags/tag818.xml"/><Relationship Id="rId284" Type="http://schemas.openxmlformats.org/officeDocument/2006/relationships/tags" Target="../tags/tag839.xml"/><Relationship Id="rId319" Type="http://schemas.openxmlformats.org/officeDocument/2006/relationships/tags" Target="../tags/tag874.xml"/><Relationship Id="rId37" Type="http://schemas.openxmlformats.org/officeDocument/2006/relationships/tags" Target="../tags/tag592.xml"/><Relationship Id="rId58" Type="http://schemas.openxmlformats.org/officeDocument/2006/relationships/tags" Target="../tags/tag613.xml"/><Relationship Id="rId79" Type="http://schemas.openxmlformats.org/officeDocument/2006/relationships/tags" Target="../tags/tag634.xml"/><Relationship Id="rId102" Type="http://schemas.openxmlformats.org/officeDocument/2006/relationships/tags" Target="../tags/tag657.xml"/><Relationship Id="rId123" Type="http://schemas.openxmlformats.org/officeDocument/2006/relationships/tags" Target="../tags/tag678.xml"/><Relationship Id="rId144" Type="http://schemas.openxmlformats.org/officeDocument/2006/relationships/tags" Target="../tags/tag699.xml"/><Relationship Id="rId330" Type="http://schemas.openxmlformats.org/officeDocument/2006/relationships/tags" Target="../tags/tag885.xml"/><Relationship Id="rId90" Type="http://schemas.openxmlformats.org/officeDocument/2006/relationships/tags" Target="../tags/tag645.xml"/><Relationship Id="rId165" Type="http://schemas.openxmlformats.org/officeDocument/2006/relationships/tags" Target="../tags/tag720.xml"/><Relationship Id="rId186" Type="http://schemas.openxmlformats.org/officeDocument/2006/relationships/tags" Target="../tags/tag741.xml"/><Relationship Id="rId351" Type="http://schemas.openxmlformats.org/officeDocument/2006/relationships/tags" Target="../tags/tag906.xml"/><Relationship Id="rId372" Type="http://schemas.openxmlformats.org/officeDocument/2006/relationships/tags" Target="../tags/tag927.xml"/><Relationship Id="rId211" Type="http://schemas.openxmlformats.org/officeDocument/2006/relationships/tags" Target="../tags/tag766.xml"/><Relationship Id="rId232" Type="http://schemas.openxmlformats.org/officeDocument/2006/relationships/tags" Target="../tags/tag787.xml"/><Relationship Id="rId253" Type="http://schemas.openxmlformats.org/officeDocument/2006/relationships/tags" Target="../tags/tag808.xml"/><Relationship Id="rId274" Type="http://schemas.openxmlformats.org/officeDocument/2006/relationships/tags" Target="../tags/tag829.xml"/><Relationship Id="rId295" Type="http://schemas.openxmlformats.org/officeDocument/2006/relationships/tags" Target="../tags/tag850.xml"/><Relationship Id="rId309" Type="http://schemas.openxmlformats.org/officeDocument/2006/relationships/tags" Target="../tags/tag864.xml"/><Relationship Id="rId27" Type="http://schemas.openxmlformats.org/officeDocument/2006/relationships/tags" Target="../tags/tag582.xml"/><Relationship Id="rId48" Type="http://schemas.openxmlformats.org/officeDocument/2006/relationships/tags" Target="../tags/tag603.xml"/><Relationship Id="rId69" Type="http://schemas.openxmlformats.org/officeDocument/2006/relationships/tags" Target="../tags/tag624.xml"/><Relationship Id="rId113" Type="http://schemas.openxmlformats.org/officeDocument/2006/relationships/tags" Target="../tags/tag668.xml"/><Relationship Id="rId134" Type="http://schemas.openxmlformats.org/officeDocument/2006/relationships/tags" Target="../tags/tag689.xml"/><Relationship Id="rId320" Type="http://schemas.openxmlformats.org/officeDocument/2006/relationships/tags" Target="../tags/tag875.xml"/><Relationship Id="rId80" Type="http://schemas.openxmlformats.org/officeDocument/2006/relationships/tags" Target="../tags/tag635.xml"/><Relationship Id="rId155" Type="http://schemas.openxmlformats.org/officeDocument/2006/relationships/tags" Target="../tags/tag710.xml"/><Relationship Id="rId176" Type="http://schemas.openxmlformats.org/officeDocument/2006/relationships/tags" Target="../tags/tag731.xml"/><Relationship Id="rId197" Type="http://schemas.openxmlformats.org/officeDocument/2006/relationships/tags" Target="../tags/tag752.xml"/><Relationship Id="rId341" Type="http://schemas.openxmlformats.org/officeDocument/2006/relationships/tags" Target="../tags/tag896.xml"/><Relationship Id="rId362" Type="http://schemas.openxmlformats.org/officeDocument/2006/relationships/tags" Target="../tags/tag917.xml"/><Relationship Id="rId383" Type="http://schemas.openxmlformats.org/officeDocument/2006/relationships/tags" Target="../tags/tag938.xml"/><Relationship Id="rId201" Type="http://schemas.openxmlformats.org/officeDocument/2006/relationships/tags" Target="../tags/tag756.xml"/><Relationship Id="rId222" Type="http://schemas.openxmlformats.org/officeDocument/2006/relationships/tags" Target="../tags/tag777.xml"/><Relationship Id="rId243" Type="http://schemas.openxmlformats.org/officeDocument/2006/relationships/tags" Target="../tags/tag798.xml"/><Relationship Id="rId264" Type="http://schemas.openxmlformats.org/officeDocument/2006/relationships/tags" Target="../tags/tag819.xml"/><Relationship Id="rId285" Type="http://schemas.openxmlformats.org/officeDocument/2006/relationships/tags" Target="../tags/tag840.xml"/><Relationship Id="rId17" Type="http://schemas.openxmlformats.org/officeDocument/2006/relationships/tags" Target="../tags/tag572.xml"/><Relationship Id="rId38" Type="http://schemas.openxmlformats.org/officeDocument/2006/relationships/tags" Target="../tags/tag593.xml"/><Relationship Id="rId59" Type="http://schemas.openxmlformats.org/officeDocument/2006/relationships/tags" Target="../tags/tag614.xml"/><Relationship Id="rId103" Type="http://schemas.openxmlformats.org/officeDocument/2006/relationships/tags" Target="../tags/tag658.xml"/><Relationship Id="rId124" Type="http://schemas.openxmlformats.org/officeDocument/2006/relationships/tags" Target="../tags/tag679.xml"/><Relationship Id="rId310" Type="http://schemas.openxmlformats.org/officeDocument/2006/relationships/tags" Target="../tags/tag865.xml"/><Relationship Id="rId70" Type="http://schemas.openxmlformats.org/officeDocument/2006/relationships/tags" Target="../tags/tag625.xml"/><Relationship Id="rId91" Type="http://schemas.openxmlformats.org/officeDocument/2006/relationships/tags" Target="../tags/tag646.xml"/><Relationship Id="rId145" Type="http://schemas.openxmlformats.org/officeDocument/2006/relationships/tags" Target="../tags/tag700.xml"/><Relationship Id="rId166" Type="http://schemas.openxmlformats.org/officeDocument/2006/relationships/tags" Target="../tags/tag721.xml"/><Relationship Id="rId187" Type="http://schemas.openxmlformats.org/officeDocument/2006/relationships/tags" Target="../tags/tag742.xml"/><Relationship Id="rId331" Type="http://schemas.openxmlformats.org/officeDocument/2006/relationships/tags" Target="../tags/tag886.xml"/><Relationship Id="rId352" Type="http://schemas.openxmlformats.org/officeDocument/2006/relationships/tags" Target="../tags/tag907.xml"/><Relationship Id="rId373" Type="http://schemas.openxmlformats.org/officeDocument/2006/relationships/tags" Target="../tags/tag928.xml"/><Relationship Id="rId1" Type="http://schemas.openxmlformats.org/officeDocument/2006/relationships/tags" Target="../tags/tag556.xml"/><Relationship Id="rId212" Type="http://schemas.openxmlformats.org/officeDocument/2006/relationships/tags" Target="../tags/tag767.xml"/><Relationship Id="rId233" Type="http://schemas.openxmlformats.org/officeDocument/2006/relationships/tags" Target="../tags/tag788.xml"/><Relationship Id="rId254" Type="http://schemas.openxmlformats.org/officeDocument/2006/relationships/tags" Target="../tags/tag809.xml"/><Relationship Id="rId28" Type="http://schemas.openxmlformats.org/officeDocument/2006/relationships/tags" Target="../tags/tag583.xml"/><Relationship Id="rId49" Type="http://schemas.openxmlformats.org/officeDocument/2006/relationships/tags" Target="../tags/tag604.xml"/><Relationship Id="rId114" Type="http://schemas.openxmlformats.org/officeDocument/2006/relationships/tags" Target="../tags/tag669.xml"/><Relationship Id="rId275" Type="http://schemas.openxmlformats.org/officeDocument/2006/relationships/tags" Target="../tags/tag830.xml"/><Relationship Id="rId296" Type="http://schemas.openxmlformats.org/officeDocument/2006/relationships/tags" Target="../tags/tag851.xml"/><Relationship Id="rId300" Type="http://schemas.openxmlformats.org/officeDocument/2006/relationships/tags" Target="../tags/tag855.xml"/><Relationship Id="rId60" Type="http://schemas.openxmlformats.org/officeDocument/2006/relationships/tags" Target="../tags/tag615.xml"/><Relationship Id="rId81" Type="http://schemas.openxmlformats.org/officeDocument/2006/relationships/tags" Target="../tags/tag636.xml"/><Relationship Id="rId135" Type="http://schemas.openxmlformats.org/officeDocument/2006/relationships/tags" Target="../tags/tag690.xml"/><Relationship Id="rId156" Type="http://schemas.openxmlformats.org/officeDocument/2006/relationships/tags" Target="../tags/tag711.xml"/><Relationship Id="rId177" Type="http://schemas.openxmlformats.org/officeDocument/2006/relationships/tags" Target="../tags/tag732.xml"/><Relationship Id="rId198" Type="http://schemas.openxmlformats.org/officeDocument/2006/relationships/tags" Target="../tags/tag753.xml"/><Relationship Id="rId321" Type="http://schemas.openxmlformats.org/officeDocument/2006/relationships/tags" Target="../tags/tag876.xml"/><Relationship Id="rId342" Type="http://schemas.openxmlformats.org/officeDocument/2006/relationships/tags" Target="../tags/tag897.xml"/><Relationship Id="rId363" Type="http://schemas.openxmlformats.org/officeDocument/2006/relationships/tags" Target="../tags/tag918.xml"/><Relationship Id="rId384" Type="http://schemas.openxmlformats.org/officeDocument/2006/relationships/tags" Target="../tags/tag939.xml"/><Relationship Id="rId202" Type="http://schemas.openxmlformats.org/officeDocument/2006/relationships/tags" Target="../tags/tag757.xml"/><Relationship Id="rId223" Type="http://schemas.openxmlformats.org/officeDocument/2006/relationships/tags" Target="../tags/tag778.xml"/><Relationship Id="rId244" Type="http://schemas.openxmlformats.org/officeDocument/2006/relationships/tags" Target="../tags/tag799.xml"/><Relationship Id="rId18" Type="http://schemas.openxmlformats.org/officeDocument/2006/relationships/tags" Target="../tags/tag573.xml"/><Relationship Id="rId39" Type="http://schemas.openxmlformats.org/officeDocument/2006/relationships/tags" Target="../tags/tag594.xml"/><Relationship Id="rId265" Type="http://schemas.openxmlformats.org/officeDocument/2006/relationships/tags" Target="../tags/tag820.xml"/><Relationship Id="rId286" Type="http://schemas.openxmlformats.org/officeDocument/2006/relationships/tags" Target="../tags/tag841.xml"/><Relationship Id="rId50" Type="http://schemas.openxmlformats.org/officeDocument/2006/relationships/tags" Target="../tags/tag605.xml"/><Relationship Id="rId104" Type="http://schemas.openxmlformats.org/officeDocument/2006/relationships/tags" Target="../tags/tag659.xml"/><Relationship Id="rId125" Type="http://schemas.openxmlformats.org/officeDocument/2006/relationships/tags" Target="../tags/tag680.xml"/><Relationship Id="rId146" Type="http://schemas.openxmlformats.org/officeDocument/2006/relationships/tags" Target="../tags/tag701.xml"/><Relationship Id="rId167" Type="http://schemas.openxmlformats.org/officeDocument/2006/relationships/tags" Target="../tags/tag722.xml"/><Relationship Id="rId188" Type="http://schemas.openxmlformats.org/officeDocument/2006/relationships/tags" Target="../tags/tag743.xml"/><Relationship Id="rId311" Type="http://schemas.openxmlformats.org/officeDocument/2006/relationships/tags" Target="../tags/tag866.xml"/><Relationship Id="rId332" Type="http://schemas.openxmlformats.org/officeDocument/2006/relationships/tags" Target="../tags/tag887.xml"/><Relationship Id="rId353" Type="http://schemas.openxmlformats.org/officeDocument/2006/relationships/tags" Target="../tags/tag908.xml"/><Relationship Id="rId374" Type="http://schemas.openxmlformats.org/officeDocument/2006/relationships/tags" Target="../tags/tag929.xml"/><Relationship Id="rId71" Type="http://schemas.openxmlformats.org/officeDocument/2006/relationships/tags" Target="../tags/tag626.xml"/><Relationship Id="rId92" Type="http://schemas.openxmlformats.org/officeDocument/2006/relationships/tags" Target="../tags/tag647.xml"/><Relationship Id="rId213" Type="http://schemas.openxmlformats.org/officeDocument/2006/relationships/tags" Target="../tags/tag768.xml"/><Relationship Id="rId234" Type="http://schemas.openxmlformats.org/officeDocument/2006/relationships/tags" Target="../tags/tag789.xml"/><Relationship Id="rId2" Type="http://schemas.openxmlformats.org/officeDocument/2006/relationships/tags" Target="../tags/tag557.xml"/><Relationship Id="rId29" Type="http://schemas.openxmlformats.org/officeDocument/2006/relationships/tags" Target="../tags/tag584.xml"/><Relationship Id="rId255" Type="http://schemas.openxmlformats.org/officeDocument/2006/relationships/tags" Target="../tags/tag810.xml"/><Relationship Id="rId276" Type="http://schemas.openxmlformats.org/officeDocument/2006/relationships/tags" Target="../tags/tag831.xml"/><Relationship Id="rId297" Type="http://schemas.openxmlformats.org/officeDocument/2006/relationships/tags" Target="../tags/tag852.xml"/><Relationship Id="rId40" Type="http://schemas.openxmlformats.org/officeDocument/2006/relationships/tags" Target="../tags/tag595.xml"/><Relationship Id="rId115" Type="http://schemas.openxmlformats.org/officeDocument/2006/relationships/tags" Target="../tags/tag670.xml"/><Relationship Id="rId136" Type="http://schemas.openxmlformats.org/officeDocument/2006/relationships/tags" Target="../tags/tag691.xml"/><Relationship Id="rId157" Type="http://schemas.openxmlformats.org/officeDocument/2006/relationships/tags" Target="../tags/tag712.xml"/><Relationship Id="rId178" Type="http://schemas.openxmlformats.org/officeDocument/2006/relationships/tags" Target="../tags/tag733.xml"/><Relationship Id="rId301" Type="http://schemas.openxmlformats.org/officeDocument/2006/relationships/tags" Target="../tags/tag856.xml"/><Relationship Id="rId322" Type="http://schemas.openxmlformats.org/officeDocument/2006/relationships/tags" Target="../tags/tag877.xml"/><Relationship Id="rId343" Type="http://schemas.openxmlformats.org/officeDocument/2006/relationships/tags" Target="../tags/tag898.xml"/><Relationship Id="rId364" Type="http://schemas.openxmlformats.org/officeDocument/2006/relationships/tags" Target="../tags/tag919.xml"/><Relationship Id="rId61" Type="http://schemas.openxmlformats.org/officeDocument/2006/relationships/tags" Target="../tags/tag616.xml"/><Relationship Id="rId82" Type="http://schemas.openxmlformats.org/officeDocument/2006/relationships/tags" Target="../tags/tag637.xml"/><Relationship Id="rId199" Type="http://schemas.openxmlformats.org/officeDocument/2006/relationships/tags" Target="../tags/tag754.xml"/><Relationship Id="rId203" Type="http://schemas.openxmlformats.org/officeDocument/2006/relationships/tags" Target="../tags/tag758.xml"/><Relationship Id="rId385" Type="http://schemas.openxmlformats.org/officeDocument/2006/relationships/tags" Target="../tags/tag940.xml"/><Relationship Id="rId19" Type="http://schemas.openxmlformats.org/officeDocument/2006/relationships/tags" Target="../tags/tag574.xml"/><Relationship Id="rId224" Type="http://schemas.openxmlformats.org/officeDocument/2006/relationships/tags" Target="../tags/tag779.xml"/><Relationship Id="rId245" Type="http://schemas.openxmlformats.org/officeDocument/2006/relationships/tags" Target="../tags/tag800.xml"/><Relationship Id="rId266" Type="http://schemas.openxmlformats.org/officeDocument/2006/relationships/tags" Target="../tags/tag821.xml"/><Relationship Id="rId287" Type="http://schemas.openxmlformats.org/officeDocument/2006/relationships/tags" Target="../tags/tag842.xml"/><Relationship Id="rId30" Type="http://schemas.openxmlformats.org/officeDocument/2006/relationships/tags" Target="../tags/tag585.xml"/><Relationship Id="rId105" Type="http://schemas.openxmlformats.org/officeDocument/2006/relationships/tags" Target="../tags/tag660.xml"/><Relationship Id="rId126" Type="http://schemas.openxmlformats.org/officeDocument/2006/relationships/tags" Target="../tags/tag681.xml"/><Relationship Id="rId147" Type="http://schemas.openxmlformats.org/officeDocument/2006/relationships/tags" Target="../tags/tag702.xml"/><Relationship Id="rId168" Type="http://schemas.openxmlformats.org/officeDocument/2006/relationships/tags" Target="../tags/tag723.xml"/><Relationship Id="rId312" Type="http://schemas.openxmlformats.org/officeDocument/2006/relationships/tags" Target="../tags/tag867.xml"/><Relationship Id="rId333" Type="http://schemas.openxmlformats.org/officeDocument/2006/relationships/tags" Target="../tags/tag888.xml"/><Relationship Id="rId354" Type="http://schemas.openxmlformats.org/officeDocument/2006/relationships/tags" Target="../tags/tag909.xml"/><Relationship Id="rId51" Type="http://schemas.openxmlformats.org/officeDocument/2006/relationships/tags" Target="../tags/tag606.xml"/><Relationship Id="rId72" Type="http://schemas.openxmlformats.org/officeDocument/2006/relationships/tags" Target="../tags/tag627.xml"/><Relationship Id="rId93" Type="http://schemas.openxmlformats.org/officeDocument/2006/relationships/tags" Target="../tags/tag648.xml"/><Relationship Id="rId189" Type="http://schemas.openxmlformats.org/officeDocument/2006/relationships/tags" Target="../tags/tag744.xml"/><Relationship Id="rId375" Type="http://schemas.openxmlformats.org/officeDocument/2006/relationships/tags" Target="../tags/tag930.xml"/><Relationship Id="rId3" Type="http://schemas.openxmlformats.org/officeDocument/2006/relationships/tags" Target="../tags/tag558.xml"/><Relationship Id="rId214" Type="http://schemas.openxmlformats.org/officeDocument/2006/relationships/tags" Target="../tags/tag769.xml"/><Relationship Id="rId235" Type="http://schemas.openxmlformats.org/officeDocument/2006/relationships/tags" Target="../tags/tag790.xml"/><Relationship Id="rId256" Type="http://schemas.openxmlformats.org/officeDocument/2006/relationships/tags" Target="../tags/tag811.xml"/><Relationship Id="rId277" Type="http://schemas.openxmlformats.org/officeDocument/2006/relationships/tags" Target="../tags/tag832.xml"/><Relationship Id="rId298" Type="http://schemas.openxmlformats.org/officeDocument/2006/relationships/tags" Target="../tags/tag853.xml"/><Relationship Id="rId116" Type="http://schemas.openxmlformats.org/officeDocument/2006/relationships/tags" Target="../tags/tag671.xml"/><Relationship Id="rId137" Type="http://schemas.openxmlformats.org/officeDocument/2006/relationships/tags" Target="../tags/tag692.xml"/><Relationship Id="rId158" Type="http://schemas.openxmlformats.org/officeDocument/2006/relationships/tags" Target="../tags/tag713.xml"/><Relationship Id="rId302" Type="http://schemas.openxmlformats.org/officeDocument/2006/relationships/tags" Target="../tags/tag857.xml"/><Relationship Id="rId323" Type="http://schemas.openxmlformats.org/officeDocument/2006/relationships/tags" Target="../tags/tag878.xml"/><Relationship Id="rId344" Type="http://schemas.openxmlformats.org/officeDocument/2006/relationships/tags" Target="../tags/tag899.xml"/><Relationship Id="rId20" Type="http://schemas.openxmlformats.org/officeDocument/2006/relationships/tags" Target="../tags/tag575.xml"/><Relationship Id="rId41" Type="http://schemas.openxmlformats.org/officeDocument/2006/relationships/tags" Target="../tags/tag596.xml"/><Relationship Id="rId62" Type="http://schemas.openxmlformats.org/officeDocument/2006/relationships/tags" Target="../tags/tag617.xml"/><Relationship Id="rId83" Type="http://schemas.openxmlformats.org/officeDocument/2006/relationships/tags" Target="../tags/tag638.xml"/><Relationship Id="rId179" Type="http://schemas.openxmlformats.org/officeDocument/2006/relationships/tags" Target="../tags/tag734.xml"/><Relationship Id="rId365" Type="http://schemas.openxmlformats.org/officeDocument/2006/relationships/tags" Target="../tags/tag920.xml"/><Relationship Id="rId386" Type="http://schemas.openxmlformats.org/officeDocument/2006/relationships/tags" Target="../tags/tag941.xml"/><Relationship Id="rId190" Type="http://schemas.openxmlformats.org/officeDocument/2006/relationships/tags" Target="../tags/tag745.xml"/><Relationship Id="rId204" Type="http://schemas.openxmlformats.org/officeDocument/2006/relationships/tags" Target="../tags/tag759.xml"/><Relationship Id="rId225" Type="http://schemas.openxmlformats.org/officeDocument/2006/relationships/tags" Target="../tags/tag780.xml"/><Relationship Id="rId246" Type="http://schemas.openxmlformats.org/officeDocument/2006/relationships/tags" Target="../tags/tag801.xml"/><Relationship Id="rId267" Type="http://schemas.openxmlformats.org/officeDocument/2006/relationships/tags" Target="../tags/tag822.xml"/><Relationship Id="rId288" Type="http://schemas.openxmlformats.org/officeDocument/2006/relationships/tags" Target="../tags/tag843.xml"/><Relationship Id="rId106" Type="http://schemas.openxmlformats.org/officeDocument/2006/relationships/tags" Target="../tags/tag661.xml"/><Relationship Id="rId127" Type="http://schemas.openxmlformats.org/officeDocument/2006/relationships/tags" Target="../tags/tag682.xml"/><Relationship Id="rId313" Type="http://schemas.openxmlformats.org/officeDocument/2006/relationships/tags" Target="../tags/tag868.xml"/><Relationship Id="rId10" Type="http://schemas.openxmlformats.org/officeDocument/2006/relationships/tags" Target="../tags/tag565.xml"/><Relationship Id="rId31" Type="http://schemas.openxmlformats.org/officeDocument/2006/relationships/tags" Target="../tags/tag586.xml"/><Relationship Id="rId52" Type="http://schemas.openxmlformats.org/officeDocument/2006/relationships/tags" Target="../tags/tag607.xml"/><Relationship Id="rId73" Type="http://schemas.openxmlformats.org/officeDocument/2006/relationships/tags" Target="../tags/tag628.xml"/><Relationship Id="rId94" Type="http://schemas.openxmlformats.org/officeDocument/2006/relationships/tags" Target="../tags/tag649.xml"/><Relationship Id="rId148" Type="http://schemas.openxmlformats.org/officeDocument/2006/relationships/tags" Target="../tags/tag703.xml"/><Relationship Id="rId169" Type="http://schemas.openxmlformats.org/officeDocument/2006/relationships/tags" Target="../tags/tag724.xml"/><Relationship Id="rId334" Type="http://schemas.openxmlformats.org/officeDocument/2006/relationships/tags" Target="../tags/tag889.xml"/><Relationship Id="rId355" Type="http://schemas.openxmlformats.org/officeDocument/2006/relationships/tags" Target="../tags/tag910.xml"/><Relationship Id="rId376" Type="http://schemas.openxmlformats.org/officeDocument/2006/relationships/tags" Target="../tags/tag931.xml"/><Relationship Id="rId4" Type="http://schemas.openxmlformats.org/officeDocument/2006/relationships/tags" Target="../tags/tag559.xml"/><Relationship Id="rId180" Type="http://schemas.openxmlformats.org/officeDocument/2006/relationships/tags" Target="../tags/tag735.xml"/><Relationship Id="rId215" Type="http://schemas.openxmlformats.org/officeDocument/2006/relationships/tags" Target="../tags/tag770.xml"/><Relationship Id="rId236" Type="http://schemas.openxmlformats.org/officeDocument/2006/relationships/tags" Target="../tags/tag791.xml"/><Relationship Id="rId257" Type="http://schemas.openxmlformats.org/officeDocument/2006/relationships/tags" Target="../tags/tag812.xml"/><Relationship Id="rId278" Type="http://schemas.openxmlformats.org/officeDocument/2006/relationships/tags" Target="../tags/tag833.xml"/><Relationship Id="rId303" Type="http://schemas.openxmlformats.org/officeDocument/2006/relationships/tags" Target="../tags/tag858.xml"/><Relationship Id="rId42" Type="http://schemas.openxmlformats.org/officeDocument/2006/relationships/tags" Target="../tags/tag597.xml"/><Relationship Id="rId84" Type="http://schemas.openxmlformats.org/officeDocument/2006/relationships/tags" Target="../tags/tag639.xml"/><Relationship Id="rId138" Type="http://schemas.openxmlformats.org/officeDocument/2006/relationships/tags" Target="../tags/tag693.xml"/><Relationship Id="rId345" Type="http://schemas.openxmlformats.org/officeDocument/2006/relationships/tags" Target="../tags/tag900.xml"/><Relationship Id="rId387" Type="http://schemas.openxmlformats.org/officeDocument/2006/relationships/tags" Target="../tags/tag942.xml"/><Relationship Id="rId191" Type="http://schemas.openxmlformats.org/officeDocument/2006/relationships/tags" Target="../tags/tag746.xml"/><Relationship Id="rId205" Type="http://schemas.openxmlformats.org/officeDocument/2006/relationships/tags" Target="../tags/tag760.xml"/><Relationship Id="rId247" Type="http://schemas.openxmlformats.org/officeDocument/2006/relationships/tags" Target="../tags/tag802.xml"/><Relationship Id="rId107" Type="http://schemas.openxmlformats.org/officeDocument/2006/relationships/tags" Target="../tags/tag662.xml"/><Relationship Id="rId289" Type="http://schemas.openxmlformats.org/officeDocument/2006/relationships/tags" Target="../tags/tag844.xml"/><Relationship Id="rId11" Type="http://schemas.openxmlformats.org/officeDocument/2006/relationships/tags" Target="../tags/tag566.xml"/><Relationship Id="rId53" Type="http://schemas.openxmlformats.org/officeDocument/2006/relationships/tags" Target="../tags/tag608.xml"/><Relationship Id="rId149" Type="http://schemas.openxmlformats.org/officeDocument/2006/relationships/tags" Target="../tags/tag704.xml"/><Relationship Id="rId314" Type="http://schemas.openxmlformats.org/officeDocument/2006/relationships/tags" Target="../tags/tag869.xml"/><Relationship Id="rId356" Type="http://schemas.openxmlformats.org/officeDocument/2006/relationships/tags" Target="../tags/tag911.xml"/><Relationship Id="rId95" Type="http://schemas.openxmlformats.org/officeDocument/2006/relationships/tags" Target="../tags/tag650.xml"/><Relationship Id="rId160" Type="http://schemas.openxmlformats.org/officeDocument/2006/relationships/tags" Target="../tags/tag715.xml"/><Relationship Id="rId216" Type="http://schemas.openxmlformats.org/officeDocument/2006/relationships/tags" Target="../tags/tag771.xml"/><Relationship Id="rId258" Type="http://schemas.openxmlformats.org/officeDocument/2006/relationships/tags" Target="../tags/tag813.xml"/><Relationship Id="rId22" Type="http://schemas.openxmlformats.org/officeDocument/2006/relationships/tags" Target="../tags/tag577.xml"/><Relationship Id="rId64" Type="http://schemas.openxmlformats.org/officeDocument/2006/relationships/tags" Target="../tags/tag619.xml"/><Relationship Id="rId118" Type="http://schemas.openxmlformats.org/officeDocument/2006/relationships/tags" Target="../tags/tag673.xml"/><Relationship Id="rId325" Type="http://schemas.openxmlformats.org/officeDocument/2006/relationships/tags" Target="../tags/tag880.xml"/><Relationship Id="rId367" Type="http://schemas.openxmlformats.org/officeDocument/2006/relationships/tags" Target="../tags/tag922.xml"/><Relationship Id="rId171" Type="http://schemas.openxmlformats.org/officeDocument/2006/relationships/tags" Target="../tags/tag726.xml"/><Relationship Id="rId227" Type="http://schemas.openxmlformats.org/officeDocument/2006/relationships/tags" Target="../tags/tag782.xml"/><Relationship Id="rId269" Type="http://schemas.openxmlformats.org/officeDocument/2006/relationships/tags" Target="../tags/tag824.xml"/><Relationship Id="rId33" Type="http://schemas.openxmlformats.org/officeDocument/2006/relationships/tags" Target="../tags/tag588.xml"/><Relationship Id="rId129" Type="http://schemas.openxmlformats.org/officeDocument/2006/relationships/tags" Target="../tags/tag684.xml"/><Relationship Id="rId280" Type="http://schemas.openxmlformats.org/officeDocument/2006/relationships/tags" Target="../tags/tag835.xml"/><Relationship Id="rId336" Type="http://schemas.openxmlformats.org/officeDocument/2006/relationships/tags" Target="../tags/tag891.xml"/><Relationship Id="rId75" Type="http://schemas.openxmlformats.org/officeDocument/2006/relationships/tags" Target="../tags/tag630.xml"/><Relationship Id="rId140" Type="http://schemas.openxmlformats.org/officeDocument/2006/relationships/tags" Target="../tags/tag695.xml"/><Relationship Id="rId182" Type="http://schemas.openxmlformats.org/officeDocument/2006/relationships/tags" Target="../tags/tag737.xml"/><Relationship Id="rId378" Type="http://schemas.openxmlformats.org/officeDocument/2006/relationships/tags" Target="../tags/tag933.xml"/><Relationship Id="rId6" Type="http://schemas.openxmlformats.org/officeDocument/2006/relationships/tags" Target="../tags/tag561.xml"/><Relationship Id="rId238" Type="http://schemas.openxmlformats.org/officeDocument/2006/relationships/tags" Target="../tags/tag793.xml"/><Relationship Id="rId291" Type="http://schemas.openxmlformats.org/officeDocument/2006/relationships/tags" Target="../tags/tag846.xml"/><Relationship Id="rId305" Type="http://schemas.openxmlformats.org/officeDocument/2006/relationships/tags" Target="../tags/tag860.xml"/><Relationship Id="rId347" Type="http://schemas.openxmlformats.org/officeDocument/2006/relationships/tags" Target="../tags/tag902.xml"/><Relationship Id="rId44" Type="http://schemas.openxmlformats.org/officeDocument/2006/relationships/tags" Target="../tags/tag599.xml"/><Relationship Id="rId86" Type="http://schemas.openxmlformats.org/officeDocument/2006/relationships/tags" Target="../tags/tag641.xml"/><Relationship Id="rId151" Type="http://schemas.openxmlformats.org/officeDocument/2006/relationships/tags" Target="../tags/tag706.xml"/><Relationship Id="rId389" Type="http://schemas.openxmlformats.org/officeDocument/2006/relationships/tags" Target="../tags/tag944.xml"/><Relationship Id="rId193" Type="http://schemas.openxmlformats.org/officeDocument/2006/relationships/tags" Target="../tags/tag748.xml"/><Relationship Id="rId207" Type="http://schemas.openxmlformats.org/officeDocument/2006/relationships/tags" Target="../tags/tag762.xml"/><Relationship Id="rId249" Type="http://schemas.openxmlformats.org/officeDocument/2006/relationships/tags" Target="../tags/tag804.xml"/><Relationship Id="rId13" Type="http://schemas.openxmlformats.org/officeDocument/2006/relationships/tags" Target="../tags/tag568.xml"/><Relationship Id="rId109" Type="http://schemas.openxmlformats.org/officeDocument/2006/relationships/tags" Target="../tags/tag664.xml"/><Relationship Id="rId260" Type="http://schemas.openxmlformats.org/officeDocument/2006/relationships/tags" Target="../tags/tag815.xml"/><Relationship Id="rId316" Type="http://schemas.openxmlformats.org/officeDocument/2006/relationships/tags" Target="../tags/tag871.xml"/><Relationship Id="rId55" Type="http://schemas.openxmlformats.org/officeDocument/2006/relationships/tags" Target="../tags/tag610.xml"/><Relationship Id="rId97" Type="http://schemas.openxmlformats.org/officeDocument/2006/relationships/tags" Target="../tags/tag652.xml"/><Relationship Id="rId120" Type="http://schemas.openxmlformats.org/officeDocument/2006/relationships/tags" Target="../tags/tag675.xml"/><Relationship Id="rId358" Type="http://schemas.openxmlformats.org/officeDocument/2006/relationships/tags" Target="../tags/tag913.xml"/><Relationship Id="rId162" Type="http://schemas.openxmlformats.org/officeDocument/2006/relationships/tags" Target="../tags/tag717.xml"/><Relationship Id="rId218" Type="http://schemas.openxmlformats.org/officeDocument/2006/relationships/tags" Target="../tags/tag773.xml"/><Relationship Id="rId271" Type="http://schemas.openxmlformats.org/officeDocument/2006/relationships/tags" Target="../tags/tag826.xml"/><Relationship Id="rId24" Type="http://schemas.openxmlformats.org/officeDocument/2006/relationships/tags" Target="../tags/tag579.xml"/><Relationship Id="rId66" Type="http://schemas.openxmlformats.org/officeDocument/2006/relationships/tags" Target="../tags/tag621.xml"/><Relationship Id="rId131" Type="http://schemas.openxmlformats.org/officeDocument/2006/relationships/tags" Target="../tags/tag686.xml"/><Relationship Id="rId327" Type="http://schemas.openxmlformats.org/officeDocument/2006/relationships/tags" Target="../tags/tag882.xml"/><Relationship Id="rId369" Type="http://schemas.openxmlformats.org/officeDocument/2006/relationships/tags" Target="../tags/tag924.xml"/><Relationship Id="rId173" Type="http://schemas.openxmlformats.org/officeDocument/2006/relationships/tags" Target="../tags/tag728.xml"/><Relationship Id="rId229" Type="http://schemas.openxmlformats.org/officeDocument/2006/relationships/tags" Target="../tags/tag784.xml"/><Relationship Id="rId380" Type="http://schemas.openxmlformats.org/officeDocument/2006/relationships/tags" Target="../tags/tag935.xml"/><Relationship Id="rId240" Type="http://schemas.openxmlformats.org/officeDocument/2006/relationships/tags" Target="../tags/tag795.xml"/><Relationship Id="rId35" Type="http://schemas.openxmlformats.org/officeDocument/2006/relationships/tags" Target="../tags/tag590.xml"/><Relationship Id="rId77" Type="http://schemas.openxmlformats.org/officeDocument/2006/relationships/tags" Target="../tags/tag632.xml"/><Relationship Id="rId100" Type="http://schemas.openxmlformats.org/officeDocument/2006/relationships/tags" Target="../tags/tag655.xml"/><Relationship Id="rId282" Type="http://schemas.openxmlformats.org/officeDocument/2006/relationships/tags" Target="../tags/tag837.xml"/><Relationship Id="rId338" Type="http://schemas.openxmlformats.org/officeDocument/2006/relationships/tags" Target="../tags/tag893.xml"/><Relationship Id="rId8" Type="http://schemas.openxmlformats.org/officeDocument/2006/relationships/tags" Target="../tags/tag563.xml"/><Relationship Id="rId142" Type="http://schemas.openxmlformats.org/officeDocument/2006/relationships/tags" Target="../tags/tag697.xml"/><Relationship Id="rId184" Type="http://schemas.openxmlformats.org/officeDocument/2006/relationships/tags" Target="../tags/tag739.xml"/><Relationship Id="rId391" Type="http://schemas.openxmlformats.org/officeDocument/2006/relationships/slideLayout" Target="../slideLayouts/slideLayout2.xml"/><Relationship Id="rId251" Type="http://schemas.openxmlformats.org/officeDocument/2006/relationships/tags" Target="../tags/tag806.xml"/><Relationship Id="rId46" Type="http://schemas.openxmlformats.org/officeDocument/2006/relationships/tags" Target="../tags/tag601.xml"/><Relationship Id="rId293" Type="http://schemas.openxmlformats.org/officeDocument/2006/relationships/tags" Target="../tags/tag848.xml"/><Relationship Id="rId307" Type="http://schemas.openxmlformats.org/officeDocument/2006/relationships/tags" Target="../tags/tag862.xml"/><Relationship Id="rId349" Type="http://schemas.openxmlformats.org/officeDocument/2006/relationships/tags" Target="../tags/tag904.xml"/><Relationship Id="rId88" Type="http://schemas.openxmlformats.org/officeDocument/2006/relationships/tags" Target="../tags/tag643.xml"/><Relationship Id="rId111" Type="http://schemas.openxmlformats.org/officeDocument/2006/relationships/tags" Target="../tags/tag666.xml"/><Relationship Id="rId153" Type="http://schemas.openxmlformats.org/officeDocument/2006/relationships/tags" Target="../tags/tag708.xml"/><Relationship Id="rId195" Type="http://schemas.openxmlformats.org/officeDocument/2006/relationships/tags" Target="../tags/tag750.xml"/><Relationship Id="rId209" Type="http://schemas.openxmlformats.org/officeDocument/2006/relationships/tags" Target="../tags/tag764.xml"/><Relationship Id="rId360" Type="http://schemas.openxmlformats.org/officeDocument/2006/relationships/tags" Target="../tags/tag915.xml"/><Relationship Id="rId220" Type="http://schemas.openxmlformats.org/officeDocument/2006/relationships/tags" Target="../tags/tag775.xml"/><Relationship Id="rId15" Type="http://schemas.openxmlformats.org/officeDocument/2006/relationships/tags" Target="../tags/tag570.xml"/><Relationship Id="rId57" Type="http://schemas.openxmlformats.org/officeDocument/2006/relationships/tags" Target="../tags/tag612.xml"/><Relationship Id="rId262" Type="http://schemas.openxmlformats.org/officeDocument/2006/relationships/tags" Target="../tags/tag817.xml"/><Relationship Id="rId318" Type="http://schemas.openxmlformats.org/officeDocument/2006/relationships/tags" Target="../tags/tag873.xml"/><Relationship Id="rId99" Type="http://schemas.openxmlformats.org/officeDocument/2006/relationships/tags" Target="../tags/tag654.xml"/><Relationship Id="rId122" Type="http://schemas.openxmlformats.org/officeDocument/2006/relationships/tags" Target="../tags/tag677.xml"/><Relationship Id="rId164" Type="http://schemas.openxmlformats.org/officeDocument/2006/relationships/tags" Target="../tags/tag719.xml"/><Relationship Id="rId371" Type="http://schemas.openxmlformats.org/officeDocument/2006/relationships/tags" Target="../tags/tag926.xml"/><Relationship Id="rId26" Type="http://schemas.openxmlformats.org/officeDocument/2006/relationships/tags" Target="../tags/tag581.xml"/><Relationship Id="rId231" Type="http://schemas.openxmlformats.org/officeDocument/2006/relationships/tags" Target="../tags/tag786.xml"/><Relationship Id="rId273" Type="http://schemas.openxmlformats.org/officeDocument/2006/relationships/tags" Target="../tags/tag828.xml"/><Relationship Id="rId329" Type="http://schemas.openxmlformats.org/officeDocument/2006/relationships/tags" Target="../tags/tag884.xml"/><Relationship Id="rId68" Type="http://schemas.openxmlformats.org/officeDocument/2006/relationships/tags" Target="../tags/tag623.xml"/><Relationship Id="rId133" Type="http://schemas.openxmlformats.org/officeDocument/2006/relationships/tags" Target="../tags/tag688.xml"/><Relationship Id="rId175" Type="http://schemas.openxmlformats.org/officeDocument/2006/relationships/tags" Target="../tags/tag730.xml"/><Relationship Id="rId340" Type="http://schemas.openxmlformats.org/officeDocument/2006/relationships/tags" Target="../tags/tag89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53.xml"/><Relationship Id="rId13" Type="http://schemas.openxmlformats.org/officeDocument/2006/relationships/tags" Target="../tags/tag958.xml"/><Relationship Id="rId18" Type="http://schemas.openxmlformats.org/officeDocument/2006/relationships/tags" Target="../tags/tag963.xml"/><Relationship Id="rId3" Type="http://schemas.openxmlformats.org/officeDocument/2006/relationships/tags" Target="../tags/tag948.xml"/><Relationship Id="rId21" Type="http://schemas.openxmlformats.org/officeDocument/2006/relationships/image" Target="../media/image6.png"/><Relationship Id="rId7" Type="http://schemas.openxmlformats.org/officeDocument/2006/relationships/tags" Target="../tags/tag952.xml"/><Relationship Id="rId12" Type="http://schemas.openxmlformats.org/officeDocument/2006/relationships/tags" Target="../tags/tag957.xml"/><Relationship Id="rId17" Type="http://schemas.openxmlformats.org/officeDocument/2006/relationships/tags" Target="../tags/tag962.xml"/><Relationship Id="rId2" Type="http://schemas.openxmlformats.org/officeDocument/2006/relationships/tags" Target="../tags/tag947.xml"/><Relationship Id="rId16" Type="http://schemas.openxmlformats.org/officeDocument/2006/relationships/tags" Target="../tags/tag961.xml"/><Relationship Id="rId20" Type="http://schemas.openxmlformats.org/officeDocument/2006/relationships/image" Target="../media/image5.png"/><Relationship Id="rId1" Type="http://schemas.openxmlformats.org/officeDocument/2006/relationships/tags" Target="../tags/tag946.xml"/><Relationship Id="rId6" Type="http://schemas.openxmlformats.org/officeDocument/2006/relationships/tags" Target="../tags/tag951.xml"/><Relationship Id="rId11" Type="http://schemas.openxmlformats.org/officeDocument/2006/relationships/tags" Target="../tags/tag956.xml"/><Relationship Id="rId5" Type="http://schemas.openxmlformats.org/officeDocument/2006/relationships/tags" Target="../tags/tag950.xml"/><Relationship Id="rId15" Type="http://schemas.openxmlformats.org/officeDocument/2006/relationships/tags" Target="../tags/tag960.xml"/><Relationship Id="rId10" Type="http://schemas.openxmlformats.org/officeDocument/2006/relationships/tags" Target="../tags/tag95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949.xml"/><Relationship Id="rId9" Type="http://schemas.openxmlformats.org/officeDocument/2006/relationships/tags" Target="../tags/tag954.xml"/><Relationship Id="rId14" Type="http://schemas.openxmlformats.org/officeDocument/2006/relationships/tags" Target="../tags/tag9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9284-325F-9FAF-0D21-F658D1758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Lecture-1(4):  Curve Fitting– Non-Linear - Newton’s Differences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80CD5-95DD-1103-D3FA-AC1F7A87D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78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2816772"/>
            <a:ext cx="9854784" cy="361400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/>
              <p:nvPr/>
            </p:nvSpPr>
            <p:spPr>
              <a:xfrm>
                <a:off x="1798820" y="224852"/>
                <a:ext cx="10537960" cy="656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Ex: Fit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sz="3600" dirty="0"/>
                  <a:t> to the following data: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9464F4-3C68-9F2F-7EF3-EC5D44C0E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820" y="224852"/>
                <a:ext cx="10537960" cy="656270"/>
              </a:xfrm>
              <a:prstGeom prst="rect">
                <a:avLst/>
              </a:prstGeom>
              <a:blipFill>
                <a:blip r:embed="rId300"/>
                <a:stretch>
                  <a:fillRect l="-1735" t="-12037" r="-578" b="-351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520B7A3-3D54-5426-1443-76D0EAA0F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0055588"/>
                  </p:ext>
                </p:extLst>
              </p:nvPr>
            </p:nvGraphicFramePr>
            <p:xfrm>
              <a:off x="2066907" y="1081008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611890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73248709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619270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8987933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981956829"/>
                        </a:ext>
                      </a:extLst>
                    </a:gridCol>
                  </a:tblGrid>
                  <a:tr h="267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1498027"/>
                      </a:ext>
                    </a:extLst>
                  </a:tr>
                  <a:tr h="267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81062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520B7A3-3D54-5426-1443-76D0EAA0F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0055588"/>
                  </p:ext>
                </p:extLst>
              </p:nvPr>
            </p:nvGraphicFramePr>
            <p:xfrm>
              <a:off x="2066907" y="1081008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611890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73248709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619270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8987933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9819568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01"/>
                          <a:stretch>
                            <a:fillRect l="-375" t="-6061" r="-401124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14980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01"/>
                          <a:stretch>
                            <a:fillRect l="-375" t="-107692" r="-401124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810620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1" name="Group 170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Let us take logrithm of both sides of $y=a\, x^b$}: \,\, \underbrace{\ln(y)}_t = \ln(a) + b\, \underbrace{\ln(x)}_s&#10;\end{align*}&#10;}&#10;\end{document}" title="IguanaTex Shape Display">
            <a:extLst>
              <a:ext uri="{FF2B5EF4-FFF2-40B4-BE49-F238E27FC236}">
                <a16:creationId xmlns:a16="http://schemas.microsoft.com/office/drawing/2014/main" id="{75B99658-16B1-0136-EB23-3C61679A406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926339" y="2203740"/>
            <a:ext cx="8484794" cy="672239"/>
            <a:chOff x="4834981" y="4622353"/>
            <a:chExt cx="8484794" cy="750087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D7C9F70-DEC7-6AAD-081D-8ACC37328283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4834981" y="4699611"/>
              <a:ext cx="177440" cy="198270"/>
            </a:xfrm>
            <a:custGeom>
              <a:avLst/>
              <a:gdLst>
                <a:gd name="connsiteX0" fmla="*/ 169965 w 177440"/>
                <a:gd name="connsiteY0" fmla="*/ 146241 h 198270"/>
                <a:gd name="connsiteX1" fmla="*/ 156036 w 177440"/>
                <a:gd name="connsiteY1" fmla="*/ 169603 h 198270"/>
                <a:gd name="connsiteX2" fmla="*/ 103652 w 177440"/>
                <a:gd name="connsiteY2" fmla="*/ 186674 h 198270"/>
                <a:gd name="connsiteX3" fmla="*/ 83364 w 177440"/>
                <a:gd name="connsiteY3" fmla="*/ 186674 h 198270"/>
                <a:gd name="connsiteX4" fmla="*/ 57324 w 177440"/>
                <a:gd name="connsiteY4" fmla="*/ 174395 h 198270"/>
                <a:gd name="connsiteX5" fmla="*/ 57324 w 177440"/>
                <a:gd name="connsiteY5" fmla="*/ 32730 h 198270"/>
                <a:gd name="connsiteX6" fmla="*/ 85484 w 177440"/>
                <a:gd name="connsiteY6" fmla="*/ 5775 h 198270"/>
                <a:gd name="connsiteX7" fmla="*/ 85484 w 177440"/>
                <a:gd name="connsiteY7" fmla="*/ 85 h 198270"/>
                <a:gd name="connsiteX8" fmla="*/ 95 w 177440"/>
                <a:gd name="connsiteY8" fmla="*/ 85 h 198270"/>
                <a:gd name="connsiteX9" fmla="*/ 95 w 177440"/>
                <a:gd name="connsiteY9" fmla="*/ 5775 h 198270"/>
                <a:gd name="connsiteX10" fmla="*/ 26438 w 177440"/>
                <a:gd name="connsiteY10" fmla="*/ 32730 h 198270"/>
                <a:gd name="connsiteX11" fmla="*/ 26438 w 177440"/>
                <a:gd name="connsiteY11" fmla="*/ 165709 h 198270"/>
                <a:gd name="connsiteX12" fmla="*/ 95 w 177440"/>
                <a:gd name="connsiteY12" fmla="*/ 192664 h 198270"/>
                <a:gd name="connsiteX13" fmla="*/ 95 w 177440"/>
                <a:gd name="connsiteY13" fmla="*/ 198355 h 198270"/>
                <a:gd name="connsiteX14" fmla="*/ 163000 w 177440"/>
                <a:gd name="connsiteY14" fmla="*/ 198355 h 198270"/>
                <a:gd name="connsiteX15" fmla="*/ 177535 w 177440"/>
                <a:gd name="connsiteY15" fmla="*/ 146241 h 198270"/>
                <a:gd name="connsiteX16" fmla="*/ 169965 w 177440"/>
                <a:gd name="connsiteY16" fmla="*/ 146241 h 198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7440" h="198270">
                  <a:moveTo>
                    <a:pt x="169965" y="146241"/>
                  </a:moveTo>
                  <a:cubicBezTo>
                    <a:pt x="164817" y="157623"/>
                    <a:pt x="160578" y="164511"/>
                    <a:pt x="156036" y="169603"/>
                  </a:cubicBezTo>
                  <a:cubicBezTo>
                    <a:pt x="145438" y="181283"/>
                    <a:pt x="128784" y="186674"/>
                    <a:pt x="103652" y="186674"/>
                  </a:cubicBezTo>
                  <a:lnTo>
                    <a:pt x="83364" y="186674"/>
                  </a:lnTo>
                  <a:cubicBezTo>
                    <a:pt x="61260" y="186674"/>
                    <a:pt x="57324" y="184877"/>
                    <a:pt x="57324" y="174395"/>
                  </a:cubicBezTo>
                  <a:lnTo>
                    <a:pt x="57324" y="32730"/>
                  </a:lnTo>
                  <a:cubicBezTo>
                    <a:pt x="57324" y="11466"/>
                    <a:pt x="61563" y="7273"/>
                    <a:pt x="85484" y="5775"/>
                  </a:cubicBezTo>
                  <a:lnTo>
                    <a:pt x="85484" y="85"/>
                  </a:lnTo>
                  <a:lnTo>
                    <a:pt x="95" y="85"/>
                  </a:lnTo>
                  <a:lnTo>
                    <a:pt x="95" y="5775"/>
                  </a:lnTo>
                  <a:cubicBezTo>
                    <a:pt x="22502" y="7572"/>
                    <a:pt x="26438" y="11765"/>
                    <a:pt x="26438" y="32730"/>
                  </a:cubicBezTo>
                  <a:lnTo>
                    <a:pt x="26438" y="165709"/>
                  </a:lnTo>
                  <a:cubicBezTo>
                    <a:pt x="26438" y="186674"/>
                    <a:pt x="22199" y="191167"/>
                    <a:pt x="95" y="192664"/>
                  </a:cubicBezTo>
                  <a:lnTo>
                    <a:pt x="95" y="198355"/>
                  </a:lnTo>
                  <a:lnTo>
                    <a:pt x="163000" y="198355"/>
                  </a:lnTo>
                  <a:lnTo>
                    <a:pt x="177535" y="146241"/>
                  </a:lnTo>
                  <a:lnTo>
                    <a:pt x="169965" y="146241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C285333-A3B8-A207-055B-EC2FA8966B00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5024621" y="4760110"/>
              <a:ext cx="120816" cy="140765"/>
            </a:xfrm>
            <a:custGeom>
              <a:avLst/>
              <a:gdLst>
                <a:gd name="connsiteX0" fmla="*/ 116073 w 120816"/>
                <a:gd name="connsiteY0" fmla="*/ 88737 h 140765"/>
                <a:gd name="connsiteX1" fmla="*/ 69139 w 120816"/>
                <a:gd name="connsiteY1" fmla="*/ 120185 h 140765"/>
                <a:gd name="connsiteX2" fmla="*/ 30078 w 120816"/>
                <a:gd name="connsiteY2" fmla="*/ 94428 h 140765"/>
                <a:gd name="connsiteX3" fmla="*/ 21902 w 120816"/>
                <a:gd name="connsiteY3" fmla="*/ 54893 h 140765"/>
                <a:gd name="connsiteX4" fmla="*/ 115164 w 120816"/>
                <a:gd name="connsiteY4" fmla="*/ 54893 h 140765"/>
                <a:gd name="connsiteX5" fmla="*/ 102144 w 120816"/>
                <a:gd name="connsiteY5" fmla="*/ 17156 h 140765"/>
                <a:gd name="connsiteX6" fmla="*/ 63386 w 120816"/>
                <a:gd name="connsiteY6" fmla="*/ 85 h 140765"/>
                <a:gd name="connsiteX7" fmla="*/ 22508 w 120816"/>
                <a:gd name="connsiteY7" fmla="*/ 15659 h 140765"/>
                <a:gd name="connsiteX8" fmla="*/ 101 w 120816"/>
                <a:gd name="connsiteY8" fmla="*/ 73762 h 140765"/>
                <a:gd name="connsiteX9" fmla="*/ 56724 w 120816"/>
                <a:gd name="connsiteY9" fmla="*/ 140850 h 140765"/>
                <a:gd name="connsiteX10" fmla="*/ 120917 w 120816"/>
                <a:gd name="connsiteY10" fmla="*/ 90834 h 140765"/>
                <a:gd name="connsiteX11" fmla="*/ 116073 w 120816"/>
                <a:gd name="connsiteY11" fmla="*/ 88737 h 140765"/>
                <a:gd name="connsiteX12" fmla="*/ 22508 w 120816"/>
                <a:gd name="connsiteY12" fmla="*/ 45309 h 140765"/>
                <a:gd name="connsiteX13" fmla="*/ 54604 w 120816"/>
                <a:gd name="connsiteY13" fmla="*/ 10867 h 140765"/>
                <a:gd name="connsiteX14" fmla="*/ 84279 w 120816"/>
                <a:gd name="connsiteY14" fmla="*/ 45309 h 140765"/>
                <a:gd name="connsiteX15" fmla="*/ 22508 w 120816"/>
                <a:gd name="connsiteY15" fmla="*/ 45309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16" h="140765">
                  <a:moveTo>
                    <a:pt x="116073" y="88737"/>
                  </a:moveTo>
                  <a:cubicBezTo>
                    <a:pt x="101538" y="111499"/>
                    <a:pt x="88518" y="120185"/>
                    <a:pt x="69139" y="120185"/>
                  </a:cubicBezTo>
                  <a:cubicBezTo>
                    <a:pt x="51879" y="120185"/>
                    <a:pt x="38859" y="111499"/>
                    <a:pt x="30078" y="94428"/>
                  </a:cubicBezTo>
                  <a:cubicBezTo>
                    <a:pt x="24627" y="83047"/>
                    <a:pt x="22508" y="73163"/>
                    <a:pt x="21902" y="54893"/>
                  </a:cubicBezTo>
                  <a:lnTo>
                    <a:pt x="115164" y="54893"/>
                  </a:lnTo>
                  <a:cubicBezTo>
                    <a:pt x="112742" y="35426"/>
                    <a:pt x="109714" y="26740"/>
                    <a:pt x="102144" y="17156"/>
                  </a:cubicBezTo>
                  <a:cubicBezTo>
                    <a:pt x="93060" y="6374"/>
                    <a:pt x="79131" y="85"/>
                    <a:pt x="63386" y="85"/>
                  </a:cubicBezTo>
                  <a:cubicBezTo>
                    <a:pt x="48246" y="85"/>
                    <a:pt x="34014" y="5476"/>
                    <a:pt x="22508" y="15659"/>
                  </a:cubicBezTo>
                  <a:cubicBezTo>
                    <a:pt x="8276" y="27938"/>
                    <a:pt x="101" y="49203"/>
                    <a:pt x="101" y="73762"/>
                  </a:cubicBezTo>
                  <a:cubicBezTo>
                    <a:pt x="101" y="115093"/>
                    <a:pt x="21902" y="140850"/>
                    <a:pt x="56724" y="140850"/>
                  </a:cubicBezTo>
                  <a:cubicBezTo>
                    <a:pt x="85490" y="140850"/>
                    <a:pt x="108200" y="123180"/>
                    <a:pt x="120917" y="90834"/>
                  </a:cubicBezTo>
                  <a:lnTo>
                    <a:pt x="116073" y="88737"/>
                  </a:lnTo>
                  <a:close/>
                  <a:moveTo>
                    <a:pt x="22508" y="45309"/>
                  </a:moveTo>
                  <a:cubicBezTo>
                    <a:pt x="25839" y="21948"/>
                    <a:pt x="36134" y="10867"/>
                    <a:pt x="54604" y="10867"/>
                  </a:cubicBezTo>
                  <a:cubicBezTo>
                    <a:pt x="73075" y="10867"/>
                    <a:pt x="80342" y="19253"/>
                    <a:pt x="84279" y="45309"/>
                  </a:cubicBezTo>
                  <a:lnTo>
                    <a:pt x="22508" y="45309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1507777-0E27-03B5-E82C-7DA379BBA117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5155932" y="4724470"/>
              <a:ext cx="80544" cy="176406"/>
            </a:xfrm>
            <a:custGeom>
              <a:avLst/>
              <a:gdLst>
                <a:gd name="connsiteX0" fmla="*/ 73382 w 80544"/>
                <a:gd name="connsiteY0" fmla="*/ 38720 h 176406"/>
                <a:gd name="connsiteX1" fmla="*/ 42800 w 80544"/>
                <a:gd name="connsiteY1" fmla="*/ 38720 h 176406"/>
                <a:gd name="connsiteX2" fmla="*/ 42800 w 80544"/>
                <a:gd name="connsiteY2" fmla="*/ 3978 h 176406"/>
                <a:gd name="connsiteX3" fmla="*/ 40680 w 80544"/>
                <a:gd name="connsiteY3" fmla="*/ 85 h 176406"/>
                <a:gd name="connsiteX4" fmla="*/ 34624 w 80544"/>
                <a:gd name="connsiteY4" fmla="*/ 8471 h 176406"/>
                <a:gd name="connsiteX5" fmla="*/ 5253 w 80544"/>
                <a:gd name="connsiteY5" fmla="*/ 40517 h 176406"/>
                <a:gd name="connsiteX6" fmla="*/ 105 w 80544"/>
                <a:gd name="connsiteY6" fmla="*/ 46208 h 176406"/>
                <a:gd name="connsiteX7" fmla="*/ 1316 w 80544"/>
                <a:gd name="connsiteY7" fmla="*/ 48304 h 176406"/>
                <a:gd name="connsiteX8" fmla="*/ 17365 w 80544"/>
                <a:gd name="connsiteY8" fmla="*/ 48304 h 176406"/>
                <a:gd name="connsiteX9" fmla="*/ 17365 w 80544"/>
                <a:gd name="connsiteY9" fmla="*/ 138454 h 176406"/>
                <a:gd name="connsiteX10" fmla="*/ 44314 w 80544"/>
                <a:gd name="connsiteY10" fmla="*/ 176491 h 176406"/>
                <a:gd name="connsiteX11" fmla="*/ 80650 w 80544"/>
                <a:gd name="connsiteY11" fmla="*/ 153729 h 176406"/>
                <a:gd name="connsiteX12" fmla="*/ 76713 w 80544"/>
                <a:gd name="connsiteY12" fmla="*/ 150434 h 176406"/>
                <a:gd name="connsiteX13" fmla="*/ 58545 w 80544"/>
                <a:gd name="connsiteY13" fmla="*/ 160917 h 176406"/>
                <a:gd name="connsiteX14" fmla="*/ 42800 w 80544"/>
                <a:gd name="connsiteY14" fmla="*/ 133962 h 176406"/>
                <a:gd name="connsiteX15" fmla="*/ 42800 w 80544"/>
                <a:gd name="connsiteY15" fmla="*/ 48304 h 176406"/>
                <a:gd name="connsiteX16" fmla="*/ 73382 w 80544"/>
                <a:gd name="connsiteY16" fmla="*/ 48304 h 176406"/>
                <a:gd name="connsiteX17" fmla="*/ 73382 w 80544"/>
                <a:gd name="connsiteY17" fmla="*/ 38720 h 17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44" h="176406">
                  <a:moveTo>
                    <a:pt x="73382" y="38720"/>
                  </a:moveTo>
                  <a:lnTo>
                    <a:pt x="42800" y="38720"/>
                  </a:lnTo>
                  <a:lnTo>
                    <a:pt x="42800" y="3978"/>
                  </a:lnTo>
                  <a:cubicBezTo>
                    <a:pt x="42800" y="983"/>
                    <a:pt x="42497" y="85"/>
                    <a:pt x="40680" y="85"/>
                  </a:cubicBezTo>
                  <a:cubicBezTo>
                    <a:pt x="38561" y="2780"/>
                    <a:pt x="36744" y="5476"/>
                    <a:pt x="34624" y="8471"/>
                  </a:cubicBezTo>
                  <a:cubicBezTo>
                    <a:pt x="23118" y="24943"/>
                    <a:pt x="10097" y="39319"/>
                    <a:pt x="5253" y="40517"/>
                  </a:cubicBezTo>
                  <a:cubicBezTo>
                    <a:pt x="1922" y="42614"/>
                    <a:pt x="105" y="44710"/>
                    <a:pt x="105" y="46208"/>
                  </a:cubicBezTo>
                  <a:cubicBezTo>
                    <a:pt x="105" y="47106"/>
                    <a:pt x="408" y="47705"/>
                    <a:pt x="1316" y="48304"/>
                  </a:cubicBezTo>
                  <a:lnTo>
                    <a:pt x="17365" y="48304"/>
                  </a:lnTo>
                  <a:lnTo>
                    <a:pt x="17365" y="138454"/>
                  </a:lnTo>
                  <a:cubicBezTo>
                    <a:pt x="17365" y="163613"/>
                    <a:pt x="26449" y="176491"/>
                    <a:pt x="44314" y="176491"/>
                  </a:cubicBezTo>
                  <a:cubicBezTo>
                    <a:pt x="59151" y="176491"/>
                    <a:pt x="70657" y="169303"/>
                    <a:pt x="80650" y="153729"/>
                  </a:cubicBezTo>
                  <a:lnTo>
                    <a:pt x="76713" y="150434"/>
                  </a:lnTo>
                  <a:cubicBezTo>
                    <a:pt x="70354" y="157922"/>
                    <a:pt x="65207" y="160917"/>
                    <a:pt x="58545" y="160917"/>
                  </a:cubicBezTo>
                  <a:cubicBezTo>
                    <a:pt x="47342" y="160917"/>
                    <a:pt x="42800" y="152830"/>
                    <a:pt x="42800" y="133962"/>
                  </a:cubicBezTo>
                  <a:lnTo>
                    <a:pt x="42800" y="48304"/>
                  </a:lnTo>
                  <a:lnTo>
                    <a:pt x="73382" y="48304"/>
                  </a:lnTo>
                  <a:lnTo>
                    <a:pt x="73382" y="3872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052DB0B-63B8-00FD-8205-8541DC49EFB7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5315196" y="4763105"/>
              <a:ext cx="142315" cy="137770"/>
            </a:xfrm>
            <a:custGeom>
              <a:avLst/>
              <a:gdLst>
                <a:gd name="connsiteX0" fmla="*/ 142426 w 142315"/>
                <a:gd name="connsiteY0" fmla="*/ 119885 h 137770"/>
                <a:gd name="connsiteX1" fmla="*/ 140912 w 142315"/>
                <a:gd name="connsiteY1" fmla="*/ 119885 h 137770"/>
                <a:gd name="connsiteX2" fmla="*/ 123652 w 142315"/>
                <a:gd name="connsiteY2" fmla="*/ 102814 h 137770"/>
                <a:gd name="connsiteX3" fmla="*/ 123652 w 142315"/>
                <a:gd name="connsiteY3" fmla="*/ 85 h 137770"/>
                <a:gd name="connsiteX4" fmla="*/ 75810 w 142315"/>
                <a:gd name="connsiteY4" fmla="*/ 85 h 137770"/>
                <a:gd name="connsiteX5" fmla="*/ 75810 w 142315"/>
                <a:gd name="connsiteY5" fmla="*/ 5176 h 137770"/>
                <a:gd name="connsiteX6" fmla="*/ 98217 w 142315"/>
                <a:gd name="connsiteY6" fmla="*/ 24045 h 137770"/>
                <a:gd name="connsiteX7" fmla="*/ 98217 w 142315"/>
                <a:gd name="connsiteY7" fmla="*/ 94428 h 137770"/>
                <a:gd name="connsiteX8" fmla="*/ 92464 w 142315"/>
                <a:gd name="connsiteY8" fmla="*/ 110301 h 137770"/>
                <a:gd name="connsiteX9" fmla="*/ 65818 w 142315"/>
                <a:gd name="connsiteY9" fmla="*/ 120484 h 137770"/>
                <a:gd name="connsiteX10" fmla="*/ 44319 w 142315"/>
                <a:gd name="connsiteY10" fmla="*/ 97722 h 137770"/>
                <a:gd name="connsiteX11" fmla="*/ 44319 w 142315"/>
                <a:gd name="connsiteY11" fmla="*/ 85 h 137770"/>
                <a:gd name="connsiteX12" fmla="*/ 110 w 142315"/>
                <a:gd name="connsiteY12" fmla="*/ 85 h 137770"/>
                <a:gd name="connsiteX13" fmla="*/ 110 w 142315"/>
                <a:gd name="connsiteY13" fmla="*/ 4278 h 137770"/>
                <a:gd name="connsiteX14" fmla="*/ 18884 w 142315"/>
                <a:gd name="connsiteY14" fmla="*/ 23446 h 137770"/>
                <a:gd name="connsiteX15" fmla="*/ 18884 w 142315"/>
                <a:gd name="connsiteY15" fmla="*/ 98920 h 137770"/>
                <a:gd name="connsiteX16" fmla="*/ 55523 w 142315"/>
                <a:gd name="connsiteY16" fmla="*/ 137855 h 137770"/>
                <a:gd name="connsiteX17" fmla="*/ 86711 w 142315"/>
                <a:gd name="connsiteY17" fmla="*/ 124977 h 137770"/>
                <a:gd name="connsiteX18" fmla="*/ 99731 w 142315"/>
                <a:gd name="connsiteY18" fmla="*/ 112098 h 137770"/>
                <a:gd name="connsiteX19" fmla="*/ 99731 w 142315"/>
                <a:gd name="connsiteY19" fmla="*/ 136957 h 137770"/>
                <a:gd name="connsiteX20" fmla="*/ 100942 w 142315"/>
                <a:gd name="connsiteY20" fmla="*/ 137556 h 137770"/>
                <a:gd name="connsiteX21" fmla="*/ 142426 w 142315"/>
                <a:gd name="connsiteY21" fmla="*/ 124078 h 137770"/>
                <a:gd name="connsiteX22" fmla="*/ 142426 w 142315"/>
                <a:gd name="connsiteY22" fmla="*/ 119885 h 1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315" h="137770">
                  <a:moveTo>
                    <a:pt x="142426" y="119885"/>
                  </a:moveTo>
                  <a:lnTo>
                    <a:pt x="140912" y="119885"/>
                  </a:lnTo>
                  <a:cubicBezTo>
                    <a:pt x="126983" y="119885"/>
                    <a:pt x="123652" y="116591"/>
                    <a:pt x="123652" y="102814"/>
                  </a:cubicBezTo>
                  <a:lnTo>
                    <a:pt x="123652" y="85"/>
                  </a:lnTo>
                  <a:lnTo>
                    <a:pt x="75810" y="85"/>
                  </a:lnTo>
                  <a:lnTo>
                    <a:pt x="75810" y="5176"/>
                  </a:lnTo>
                  <a:cubicBezTo>
                    <a:pt x="94584" y="6075"/>
                    <a:pt x="98217" y="9070"/>
                    <a:pt x="98217" y="24045"/>
                  </a:cubicBezTo>
                  <a:lnTo>
                    <a:pt x="98217" y="94428"/>
                  </a:lnTo>
                  <a:cubicBezTo>
                    <a:pt x="98217" y="102814"/>
                    <a:pt x="96703" y="107007"/>
                    <a:pt x="92464" y="110301"/>
                  </a:cubicBezTo>
                  <a:cubicBezTo>
                    <a:pt x="84288" y="116890"/>
                    <a:pt x="74902" y="120484"/>
                    <a:pt x="65818" y="120484"/>
                  </a:cubicBezTo>
                  <a:cubicBezTo>
                    <a:pt x="54009" y="120484"/>
                    <a:pt x="44319" y="110301"/>
                    <a:pt x="44319" y="97722"/>
                  </a:cubicBezTo>
                  <a:lnTo>
                    <a:pt x="44319" y="85"/>
                  </a:lnTo>
                  <a:lnTo>
                    <a:pt x="110" y="85"/>
                  </a:lnTo>
                  <a:lnTo>
                    <a:pt x="110" y="4278"/>
                  </a:lnTo>
                  <a:cubicBezTo>
                    <a:pt x="14645" y="5176"/>
                    <a:pt x="18884" y="9669"/>
                    <a:pt x="18884" y="23446"/>
                  </a:cubicBezTo>
                  <a:lnTo>
                    <a:pt x="18884" y="98920"/>
                  </a:lnTo>
                  <a:cubicBezTo>
                    <a:pt x="18884" y="122581"/>
                    <a:pt x="33418" y="137855"/>
                    <a:pt x="55523" y="137855"/>
                  </a:cubicBezTo>
                  <a:cubicBezTo>
                    <a:pt x="66726" y="137855"/>
                    <a:pt x="78535" y="133063"/>
                    <a:pt x="86711" y="124977"/>
                  </a:cubicBezTo>
                  <a:lnTo>
                    <a:pt x="99731" y="112098"/>
                  </a:lnTo>
                  <a:lnTo>
                    <a:pt x="99731" y="136957"/>
                  </a:lnTo>
                  <a:lnTo>
                    <a:pt x="100942" y="137556"/>
                  </a:lnTo>
                  <a:cubicBezTo>
                    <a:pt x="116082" y="131566"/>
                    <a:pt x="126983" y="128271"/>
                    <a:pt x="142426" y="124078"/>
                  </a:cubicBezTo>
                  <a:lnTo>
                    <a:pt x="142426" y="11988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9EFD0CD-E77F-E0CE-93F9-7C9EB0FD21A1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5479880" y="4760410"/>
              <a:ext cx="89931" cy="140466"/>
            </a:xfrm>
            <a:custGeom>
              <a:avLst/>
              <a:gdLst>
                <a:gd name="connsiteX0" fmla="*/ 80054 w 89931"/>
                <a:gd name="connsiteY0" fmla="*/ 43512 h 140466"/>
                <a:gd name="connsiteX1" fmla="*/ 78843 w 89931"/>
                <a:gd name="connsiteY1" fmla="*/ 2780 h 140466"/>
                <a:gd name="connsiteX2" fmla="*/ 75512 w 89931"/>
                <a:gd name="connsiteY2" fmla="*/ 2780 h 140466"/>
                <a:gd name="connsiteX3" fmla="*/ 74907 w 89931"/>
                <a:gd name="connsiteY3" fmla="*/ 3379 h 140466"/>
                <a:gd name="connsiteX4" fmla="*/ 70668 w 89931"/>
                <a:gd name="connsiteY4" fmla="*/ 5775 h 140466"/>
                <a:gd name="connsiteX5" fmla="*/ 62492 w 89931"/>
                <a:gd name="connsiteY5" fmla="*/ 3679 h 140466"/>
                <a:gd name="connsiteX6" fmla="*/ 41296 w 89931"/>
                <a:gd name="connsiteY6" fmla="*/ 85 h 140466"/>
                <a:gd name="connsiteX7" fmla="*/ 115 w 89931"/>
                <a:gd name="connsiteY7" fmla="*/ 36923 h 140466"/>
                <a:gd name="connsiteX8" fmla="*/ 35543 w 89931"/>
                <a:gd name="connsiteY8" fmla="*/ 80052 h 140466"/>
                <a:gd name="connsiteX9" fmla="*/ 53105 w 89931"/>
                <a:gd name="connsiteY9" fmla="*/ 89935 h 140466"/>
                <a:gd name="connsiteX10" fmla="*/ 68851 w 89931"/>
                <a:gd name="connsiteY10" fmla="*/ 112398 h 140466"/>
                <a:gd name="connsiteX11" fmla="*/ 43718 w 89931"/>
                <a:gd name="connsiteY11" fmla="*/ 133962 h 140466"/>
                <a:gd name="connsiteX12" fmla="*/ 18283 w 89931"/>
                <a:gd name="connsiteY12" fmla="*/ 123479 h 140466"/>
                <a:gd name="connsiteX13" fmla="*/ 5263 w 89931"/>
                <a:gd name="connsiteY13" fmla="*/ 92032 h 140466"/>
                <a:gd name="connsiteX14" fmla="*/ 418 w 89931"/>
                <a:gd name="connsiteY14" fmla="*/ 92032 h 140466"/>
                <a:gd name="connsiteX15" fmla="*/ 418 w 89931"/>
                <a:gd name="connsiteY15" fmla="*/ 138754 h 140466"/>
                <a:gd name="connsiteX16" fmla="*/ 4355 w 89931"/>
                <a:gd name="connsiteY16" fmla="*/ 138754 h 140466"/>
                <a:gd name="connsiteX17" fmla="*/ 11319 w 89931"/>
                <a:gd name="connsiteY17" fmla="*/ 135160 h 140466"/>
                <a:gd name="connsiteX18" fmla="*/ 25248 w 89931"/>
                <a:gd name="connsiteY18" fmla="*/ 137556 h 140466"/>
                <a:gd name="connsiteX19" fmla="*/ 47352 w 89931"/>
                <a:gd name="connsiteY19" fmla="*/ 140551 h 140466"/>
                <a:gd name="connsiteX20" fmla="*/ 90047 w 89931"/>
                <a:gd name="connsiteY20" fmla="*/ 102215 h 140466"/>
                <a:gd name="connsiteX21" fmla="*/ 64612 w 89931"/>
                <a:gd name="connsiteY21" fmla="*/ 66574 h 140466"/>
                <a:gd name="connsiteX22" fmla="*/ 31909 w 89931"/>
                <a:gd name="connsiteY22" fmla="*/ 47406 h 140466"/>
                <a:gd name="connsiteX23" fmla="*/ 18889 w 89931"/>
                <a:gd name="connsiteY23" fmla="*/ 27040 h 140466"/>
                <a:gd name="connsiteX24" fmla="*/ 42204 w 89931"/>
                <a:gd name="connsiteY24" fmla="*/ 6674 h 140466"/>
                <a:gd name="connsiteX25" fmla="*/ 75512 w 89931"/>
                <a:gd name="connsiteY25" fmla="*/ 43512 h 140466"/>
                <a:gd name="connsiteX26" fmla="*/ 80054 w 89931"/>
                <a:gd name="connsiteY26" fmla="*/ 43512 h 14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31" h="140466">
                  <a:moveTo>
                    <a:pt x="80054" y="43512"/>
                  </a:moveTo>
                  <a:lnTo>
                    <a:pt x="78843" y="2780"/>
                  </a:lnTo>
                  <a:lnTo>
                    <a:pt x="75512" y="2780"/>
                  </a:lnTo>
                  <a:lnTo>
                    <a:pt x="74907" y="3379"/>
                  </a:lnTo>
                  <a:cubicBezTo>
                    <a:pt x="72181" y="5476"/>
                    <a:pt x="71879" y="5775"/>
                    <a:pt x="70668" y="5775"/>
                  </a:cubicBezTo>
                  <a:cubicBezTo>
                    <a:pt x="68851" y="5775"/>
                    <a:pt x="65823" y="5176"/>
                    <a:pt x="62492" y="3679"/>
                  </a:cubicBezTo>
                  <a:cubicBezTo>
                    <a:pt x="55830" y="1283"/>
                    <a:pt x="49169" y="85"/>
                    <a:pt x="41296" y="85"/>
                  </a:cubicBezTo>
                  <a:cubicBezTo>
                    <a:pt x="17375" y="85"/>
                    <a:pt x="115" y="15359"/>
                    <a:pt x="115" y="36923"/>
                  </a:cubicBezTo>
                  <a:cubicBezTo>
                    <a:pt x="115" y="53695"/>
                    <a:pt x="9805" y="65676"/>
                    <a:pt x="35543" y="80052"/>
                  </a:cubicBezTo>
                  <a:lnTo>
                    <a:pt x="53105" y="89935"/>
                  </a:lnTo>
                  <a:cubicBezTo>
                    <a:pt x="63703" y="95925"/>
                    <a:pt x="68851" y="103113"/>
                    <a:pt x="68851" y="112398"/>
                  </a:cubicBezTo>
                  <a:cubicBezTo>
                    <a:pt x="68851" y="125576"/>
                    <a:pt x="59161" y="133962"/>
                    <a:pt x="43718" y="133962"/>
                  </a:cubicBezTo>
                  <a:cubicBezTo>
                    <a:pt x="33423" y="133962"/>
                    <a:pt x="24036" y="130068"/>
                    <a:pt x="18283" y="123479"/>
                  </a:cubicBezTo>
                  <a:cubicBezTo>
                    <a:pt x="11925" y="115992"/>
                    <a:pt x="9199" y="109103"/>
                    <a:pt x="5263" y="92032"/>
                  </a:cubicBezTo>
                  <a:lnTo>
                    <a:pt x="418" y="92032"/>
                  </a:lnTo>
                  <a:lnTo>
                    <a:pt x="418" y="138754"/>
                  </a:lnTo>
                  <a:lnTo>
                    <a:pt x="4355" y="138754"/>
                  </a:lnTo>
                  <a:cubicBezTo>
                    <a:pt x="6474" y="135759"/>
                    <a:pt x="7685" y="135160"/>
                    <a:pt x="11319" y="135160"/>
                  </a:cubicBezTo>
                  <a:cubicBezTo>
                    <a:pt x="14044" y="135160"/>
                    <a:pt x="18283" y="135759"/>
                    <a:pt x="25248" y="137556"/>
                  </a:cubicBezTo>
                  <a:cubicBezTo>
                    <a:pt x="33726" y="139353"/>
                    <a:pt x="41902" y="140551"/>
                    <a:pt x="47352" y="140551"/>
                  </a:cubicBezTo>
                  <a:cubicBezTo>
                    <a:pt x="70668" y="140551"/>
                    <a:pt x="90047" y="123180"/>
                    <a:pt x="90047" y="102215"/>
                  </a:cubicBezTo>
                  <a:cubicBezTo>
                    <a:pt x="90047" y="87240"/>
                    <a:pt x="82779" y="77356"/>
                    <a:pt x="64612" y="66574"/>
                  </a:cubicBezTo>
                  <a:lnTo>
                    <a:pt x="31909" y="47406"/>
                  </a:lnTo>
                  <a:cubicBezTo>
                    <a:pt x="23431" y="42614"/>
                    <a:pt x="18889" y="35126"/>
                    <a:pt x="18889" y="27040"/>
                  </a:cubicBezTo>
                  <a:cubicBezTo>
                    <a:pt x="18889" y="15060"/>
                    <a:pt x="28276" y="6674"/>
                    <a:pt x="42204" y="6674"/>
                  </a:cubicBezTo>
                  <a:cubicBezTo>
                    <a:pt x="59464" y="6674"/>
                    <a:pt x="68548" y="16857"/>
                    <a:pt x="75512" y="43512"/>
                  </a:cubicBezTo>
                  <a:lnTo>
                    <a:pt x="80054" y="4351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CEA00D9-C5CB-4369-FC02-AC802A43E7BD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5662585" y="4724470"/>
              <a:ext cx="80544" cy="176406"/>
            </a:xfrm>
            <a:custGeom>
              <a:avLst/>
              <a:gdLst>
                <a:gd name="connsiteX0" fmla="*/ 73399 w 80544"/>
                <a:gd name="connsiteY0" fmla="*/ 38720 h 176406"/>
                <a:gd name="connsiteX1" fmla="*/ 42816 w 80544"/>
                <a:gd name="connsiteY1" fmla="*/ 38720 h 176406"/>
                <a:gd name="connsiteX2" fmla="*/ 42816 w 80544"/>
                <a:gd name="connsiteY2" fmla="*/ 3978 h 176406"/>
                <a:gd name="connsiteX3" fmla="*/ 40697 w 80544"/>
                <a:gd name="connsiteY3" fmla="*/ 85 h 176406"/>
                <a:gd name="connsiteX4" fmla="*/ 34641 w 80544"/>
                <a:gd name="connsiteY4" fmla="*/ 8471 h 176406"/>
                <a:gd name="connsiteX5" fmla="*/ 5269 w 80544"/>
                <a:gd name="connsiteY5" fmla="*/ 40517 h 176406"/>
                <a:gd name="connsiteX6" fmla="*/ 122 w 80544"/>
                <a:gd name="connsiteY6" fmla="*/ 46208 h 176406"/>
                <a:gd name="connsiteX7" fmla="*/ 1333 w 80544"/>
                <a:gd name="connsiteY7" fmla="*/ 48304 h 176406"/>
                <a:gd name="connsiteX8" fmla="*/ 17381 w 80544"/>
                <a:gd name="connsiteY8" fmla="*/ 48304 h 176406"/>
                <a:gd name="connsiteX9" fmla="*/ 17381 w 80544"/>
                <a:gd name="connsiteY9" fmla="*/ 138454 h 176406"/>
                <a:gd name="connsiteX10" fmla="*/ 44330 w 80544"/>
                <a:gd name="connsiteY10" fmla="*/ 176491 h 176406"/>
                <a:gd name="connsiteX11" fmla="*/ 80666 w 80544"/>
                <a:gd name="connsiteY11" fmla="*/ 153729 h 176406"/>
                <a:gd name="connsiteX12" fmla="*/ 76730 w 80544"/>
                <a:gd name="connsiteY12" fmla="*/ 150434 h 176406"/>
                <a:gd name="connsiteX13" fmla="*/ 58562 w 80544"/>
                <a:gd name="connsiteY13" fmla="*/ 160917 h 176406"/>
                <a:gd name="connsiteX14" fmla="*/ 42816 w 80544"/>
                <a:gd name="connsiteY14" fmla="*/ 133962 h 176406"/>
                <a:gd name="connsiteX15" fmla="*/ 42816 w 80544"/>
                <a:gd name="connsiteY15" fmla="*/ 48304 h 176406"/>
                <a:gd name="connsiteX16" fmla="*/ 73399 w 80544"/>
                <a:gd name="connsiteY16" fmla="*/ 48304 h 176406"/>
                <a:gd name="connsiteX17" fmla="*/ 73399 w 80544"/>
                <a:gd name="connsiteY17" fmla="*/ 38720 h 17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44" h="176406">
                  <a:moveTo>
                    <a:pt x="73399" y="38720"/>
                  </a:moveTo>
                  <a:lnTo>
                    <a:pt x="42816" y="38720"/>
                  </a:lnTo>
                  <a:lnTo>
                    <a:pt x="42816" y="3978"/>
                  </a:lnTo>
                  <a:cubicBezTo>
                    <a:pt x="42816" y="983"/>
                    <a:pt x="42514" y="85"/>
                    <a:pt x="40697" y="85"/>
                  </a:cubicBezTo>
                  <a:cubicBezTo>
                    <a:pt x="38577" y="2780"/>
                    <a:pt x="36760" y="5476"/>
                    <a:pt x="34641" y="8471"/>
                  </a:cubicBezTo>
                  <a:cubicBezTo>
                    <a:pt x="23134" y="24943"/>
                    <a:pt x="10114" y="39319"/>
                    <a:pt x="5269" y="40517"/>
                  </a:cubicBezTo>
                  <a:cubicBezTo>
                    <a:pt x="1939" y="42614"/>
                    <a:pt x="122" y="44710"/>
                    <a:pt x="122" y="46208"/>
                  </a:cubicBezTo>
                  <a:cubicBezTo>
                    <a:pt x="122" y="47106"/>
                    <a:pt x="425" y="47705"/>
                    <a:pt x="1333" y="48304"/>
                  </a:cubicBezTo>
                  <a:lnTo>
                    <a:pt x="17381" y="48304"/>
                  </a:lnTo>
                  <a:lnTo>
                    <a:pt x="17381" y="138454"/>
                  </a:lnTo>
                  <a:cubicBezTo>
                    <a:pt x="17381" y="163613"/>
                    <a:pt x="26465" y="176491"/>
                    <a:pt x="44330" y="176491"/>
                  </a:cubicBezTo>
                  <a:cubicBezTo>
                    <a:pt x="59168" y="176491"/>
                    <a:pt x="70674" y="169303"/>
                    <a:pt x="80666" y="153729"/>
                  </a:cubicBezTo>
                  <a:lnTo>
                    <a:pt x="76730" y="150434"/>
                  </a:lnTo>
                  <a:cubicBezTo>
                    <a:pt x="70371" y="157922"/>
                    <a:pt x="65224" y="160917"/>
                    <a:pt x="58562" y="160917"/>
                  </a:cubicBezTo>
                  <a:cubicBezTo>
                    <a:pt x="47358" y="160917"/>
                    <a:pt x="42816" y="152830"/>
                    <a:pt x="42816" y="133962"/>
                  </a:cubicBezTo>
                  <a:lnTo>
                    <a:pt x="42816" y="48304"/>
                  </a:lnTo>
                  <a:lnTo>
                    <a:pt x="73399" y="48304"/>
                  </a:lnTo>
                  <a:lnTo>
                    <a:pt x="73399" y="3872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EBE8FE1-7A2E-9CA3-DA7D-295C3CC69DB2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5754343" y="4760110"/>
              <a:ext cx="122633" cy="140765"/>
            </a:xfrm>
            <a:custGeom>
              <a:avLst/>
              <a:gdLst>
                <a:gd name="connsiteX0" fmla="*/ 122758 w 122633"/>
                <a:gd name="connsiteY0" fmla="*/ 118088 h 140765"/>
                <a:gd name="connsiteX1" fmla="*/ 109435 w 122633"/>
                <a:gd name="connsiteY1" fmla="*/ 123779 h 140765"/>
                <a:gd name="connsiteX2" fmla="*/ 100351 w 122633"/>
                <a:gd name="connsiteY2" fmla="*/ 106408 h 140765"/>
                <a:gd name="connsiteX3" fmla="*/ 100351 w 122633"/>
                <a:gd name="connsiteY3" fmla="*/ 48005 h 140765"/>
                <a:gd name="connsiteX4" fmla="*/ 94295 w 122633"/>
                <a:gd name="connsiteY4" fmla="*/ 16557 h 140765"/>
                <a:gd name="connsiteX5" fmla="*/ 56748 w 122633"/>
                <a:gd name="connsiteY5" fmla="*/ 85 h 140765"/>
                <a:gd name="connsiteX6" fmla="*/ 5878 w 122633"/>
                <a:gd name="connsiteY6" fmla="*/ 33629 h 140765"/>
                <a:gd name="connsiteX7" fmla="*/ 18898 w 122633"/>
                <a:gd name="connsiteY7" fmla="*/ 46507 h 140765"/>
                <a:gd name="connsiteX8" fmla="*/ 32524 w 122633"/>
                <a:gd name="connsiteY8" fmla="*/ 33928 h 140765"/>
                <a:gd name="connsiteX9" fmla="*/ 31918 w 122633"/>
                <a:gd name="connsiteY9" fmla="*/ 29136 h 140765"/>
                <a:gd name="connsiteX10" fmla="*/ 31010 w 122633"/>
                <a:gd name="connsiteY10" fmla="*/ 21948 h 140765"/>
                <a:gd name="connsiteX11" fmla="*/ 52811 w 122633"/>
                <a:gd name="connsiteY11" fmla="*/ 7273 h 140765"/>
                <a:gd name="connsiteX12" fmla="*/ 75824 w 122633"/>
                <a:gd name="connsiteY12" fmla="*/ 32131 h 140765"/>
                <a:gd name="connsiteX13" fmla="*/ 75824 w 122633"/>
                <a:gd name="connsiteY13" fmla="*/ 50401 h 140765"/>
                <a:gd name="connsiteX14" fmla="*/ 11025 w 122633"/>
                <a:gd name="connsiteY14" fmla="*/ 82747 h 140765"/>
                <a:gd name="connsiteX15" fmla="*/ 125 w 122633"/>
                <a:gd name="connsiteY15" fmla="*/ 108804 h 140765"/>
                <a:gd name="connsiteX16" fmla="*/ 31918 w 122633"/>
                <a:gd name="connsiteY16" fmla="*/ 140850 h 140765"/>
                <a:gd name="connsiteX17" fmla="*/ 76127 w 122633"/>
                <a:gd name="connsiteY17" fmla="*/ 118987 h 140765"/>
                <a:gd name="connsiteX18" fmla="*/ 95506 w 122633"/>
                <a:gd name="connsiteY18" fmla="*/ 140850 h 140765"/>
                <a:gd name="connsiteX19" fmla="*/ 122758 w 122633"/>
                <a:gd name="connsiteY19" fmla="*/ 125875 h 140765"/>
                <a:gd name="connsiteX20" fmla="*/ 122758 w 122633"/>
                <a:gd name="connsiteY20" fmla="*/ 118088 h 140765"/>
                <a:gd name="connsiteX21" fmla="*/ 75824 w 122633"/>
                <a:gd name="connsiteY21" fmla="*/ 101017 h 140765"/>
                <a:gd name="connsiteX22" fmla="*/ 67951 w 122633"/>
                <a:gd name="connsiteY22" fmla="*/ 116591 h 140765"/>
                <a:gd name="connsiteX23" fmla="*/ 45847 w 122633"/>
                <a:gd name="connsiteY23" fmla="*/ 123479 h 140765"/>
                <a:gd name="connsiteX24" fmla="*/ 26771 w 122633"/>
                <a:gd name="connsiteY24" fmla="*/ 100418 h 140765"/>
                <a:gd name="connsiteX25" fmla="*/ 26771 w 122633"/>
                <a:gd name="connsiteY25" fmla="*/ 99220 h 140765"/>
                <a:gd name="connsiteX26" fmla="*/ 75824 w 122633"/>
                <a:gd name="connsiteY26" fmla="*/ 57589 h 140765"/>
                <a:gd name="connsiteX27" fmla="*/ 75824 w 122633"/>
                <a:gd name="connsiteY27" fmla="*/ 101017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633" h="140765">
                  <a:moveTo>
                    <a:pt x="122758" y="118088"/>
                  </a:moveTo>
                  <a:cubicBezTo>
                    <a:pt x="117610" y="122281"/>
                    <a:pt x="113977" y="123779"/>
                    <a:pt x="109435" y="123779"/>
                  </a:cubicBezTo>
                  <a:cubicBezTo>
                    <a:pt x="102470" y="123779"/>
                    <a:pt x="100351" y="119586"/>
                    <a:pt x="100351" y="106408"/>
                  </a:cubicBezTo>
                  <a:lnTo>
                    <a:pt x="100351" y="48005"/>
                  </a:lnTo>
                  <a:cubicBezTo>
                    <a:pt x="100351" y="32431"/>
                    <a:pt x="98837" y="23745"/>
                    <a:pt x="94295" y="16557"/>
                  </a:cubicBezTo>
                  <a:cubicBezTo>
                    <a:pt x="87633" y="5775"/>
                    <a:pt x="74613" y="85"/>
                    <a:pt x="56748" y="85"/>
                  </a:cubicBezTo>
                  <a:cubicBezTo>
                    <a:pt x="28285" y="85"/>
                    <a:pt x="5878" y="14760"/>
                    <a:pt x="5878" y="33629"/>
                  </a:cubicBezTo>
                  <a:cubicBezTo>
                    <a:pt x="5878" y="40517"/>
                    <a:pt x="11934" y="46507"/>
                    <a:pt x="18898" y="46507"/>
                  </a:cubicBezTo>
                  <a:cubicBezTo>
                    <a:pt x="26165" y="46507"/>
                    <a:pt x="32524" y="40517"/>
                    <a:pt x="32524" y="33928"/>
                  </a:cubicBezTo>
                  <a:cubicBezTo>
                    <a:pt x="32524" y="32730"/>
                    <a:pt x="32221" y="31233"/>
                    <a:pt x="31918" y="29136"/>
                  </a:cubicBezTo>
                  <a:cubicBezTo>
                    <a:pt x="31313" y="26441"/>
                    <a:pt x="31010" y="24045"/>
                    <a:pt x="31010" y="21948"/>
                  </a:cubicBezTo>
                  <a:cubicBezTo>
                    <a:pt x="31010" y="13862"/>
                    <a:pt x="40700" y="7273"/>
                    <a:pt x="52811" y="7273"/>
                  </a:cubicBezTo>
                  <a:cubicBezTo>
                    <a:pt x="67649" y="7273"/>
                    <a:pt x="75824" y="15958"/>
                    <a:pt x="75824" y="32131"/>
                  </a:cubicBezTo>
                  <a:lnTo>
                    <a:pt x="75824" y="50401"/>
                  </a:lnTo>
                  <a:cubicBezTo>
                    <a:pt x="29193" y="68970"/>
                    <a:pt x="24046" y="71366"/>
                    <a:pt x="11025" y="82747"/>
                  </a:cubicBezTo>
                  <a:cubicBezTo>
                    <a:pt x="4364" y="88737"/>
                    <a:pt x="125" y="98920"/>
                    <a:pt x="125" y="108804"/>
                  </a:cubicBezTo>
                  <a:cubicBezTo>
                    <a:pt x="125" y="127672"/>
                    <a:pt x="13448" y="140850"/>
                    <a:pt x="31918" y="140850"/>
                  </a:cubicBezTo>
                  <a:cubicBezTo>
                    <a:pt x="45242" y="140850"/>
                    <a:pt x="57656" y="134561"/>
                    <a:pt x="76127" y="118987"/>
                  </a:cubicBezTo>
                  <a:cubicBezTo>
                    <a:pt x="77641" y="134561"/>
                    <a:pt x="83091" y="140850"/>
                    <a:pt x="95506" y="140850"/>
                  </a:cubicBezTo>
                  <a:cubicBezTo>
                    <a:pt x="105801" y="140850"/>
                    <a:pt x="112160" y="137256"/>
                    <a:pt x="122758" y="125875"/>
                  </a:cubicBezTo>
                  <a:lnTo>
                    <a:pt x="122758" y="118088"/>
                  </a:lnTo>
                  <a:close/>
                  <a:moveTo>
                    <a:pt x="75824" y="101017"/>
                  </a:moveTo>
                  <a:cubicBezTo>
                    <a:pt x="75824" y="110301"/>
                    <a:pt x="74310" y="112997"/>
                    <a:pt x="67951" y="116591"/>
                  </a:cubicBezTo>
                  <a:cubicBezTo>
                    <a:pt x="60684" y="120784"/>
                    <a:pt x="52206" y="123479"/>
                    <a:pt x="45847" y="123479"/>
                  </a:cubicBezTo>
                  <a:cubicBezTo>
                    <a:pt x="35249" y="123479"/>
                    <a:pt x="26771" y="113296"/>
                    <a:pt x="26771" y="100418"/>
                  </a:cubicBezTo>
                  <a:lnTo>
                    <a:pt x="26771" y="99220"/>
                  </a:lnTo>
                  <a:cubicBezTo>
                    <a:pt x="26771" y="81549"/>
                    <a:pt x="39186" y="70767"/>
                    <a:pt x="75824" y="57589"/>
                  </a:cubicBezTo>
                  <a:lnTo>
                    <a:pt x="75824" y="101017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795A311-2447-4C3D-E308-CA1649287B0B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5880204" y="4693322"/>
              <a:ext cx="150793" cy="204559"/>
            </a:xfrm>
            <a:custGeom>
              <a:avLst/>
              <a:gdLst>
                <a:gd name="connsiteX0" fmla="*/ 129 w 150793"/>
                <a:gd name="connsiteY0" fmla="*/ 18055 h 204559"/>
                <a:gd name="connsiteX1" fmla="*/ 9818 w 150793"/>
                <a:gd name="connsiteY1" fmla="*/ 17456 h 204559"/>
                <a:gd name="connsiteX2" fmla="*/ 22839 w 150793"/>
                <a:gd name="connsiteY2" fmla="*/ 35725 h 204559"/>
                <a:gd name="connsiteX3" fmla="*/ 22839 w 150793"/>
                <a:gd name="connsiteY3" fmla="*/ 180085 h 204559"/>
                <a:gd name="connsiteX4" fmla="*/ 129 w 150793"/>
                <a:gd name="connsiteY4" fmla="*/ 200152 h 204559"/>
                <a:gd name="connsiteX5" fmla="*/ 129 w 150793"/>
                <a:gd name="connsiteY5" fmla="*/ 204644 h 204559"/>
                <a:gd name="connsiteX6" fmla="*/ 70984 w 150793"/>
                <a:gd name="connsiteY6" fmla="*/ 204644 h 204559"/>
                <a:gd name="connsiteX7" fmla="*/ 70984 w 150793"/>
                <a:gd name="connsiteY7" fmla="*/ 200152 h 204559"/>
                <a:gd name="connsiteX8" fmla="*/ 64928 w 150793"/>
                <a:gd name="connsiteY8" fmla="*/ 199852 h 204559"/>
                <a:gd name="connsiteX9" fmla="*/ 48274 w 150793"/>
                <a:gd name="connsiteY9" fmla="*/ 184578 h 204559"/>
                <a:gd name="connsiteX10" fmla="*/ 48274 w 150793"/>
                <a:gd name="connsiteY10" fmla="*/ 129469 h 204559"/>
                <a:gd name="connsiteX11" fmla="*/ 90666 w 150793"/>
                <a:gd name="connsiteY11" fmla="*/ 185476 h 204559"/>
                <a:gd name="connsiteX12" fmla="*/ 91574 w 150793"/>
                <a:gd name="connsiteY12" fmla="*/ 186674 h 204559"/>
                <a:gd name="connsiteX13" fmla="*/ 93694 w 150793"/>
                <a:gd name="connsiteY13" fmla="*/ 189370 h 204559"/>
                <a:gd name="connsiteX14" fmla="*/ 97025 w 150793"/>
                <a:gd name="connsiteY14" fmla="*/ 195659 h 204559"/>
                <a:gd name="connsiteX15" fmla="*/ 90666 w 150793"/>
                <a:gd name="connsiteY15" fmla="*/ 200152 h 204559"/>
                <a:gd name="connsiteX16" fmla="*/ 84913 w 150793"/>
                <a:gd name="connsiteY16" fmla="*/ 200152 h 204559"/>
                <a:gd name="connsiteX17" fmla="*/ 84913 w 150793"/>
                <a:gd name="connsiteY17" fmla="*/ 204644 h 204559"/>
                <a:gd name="connsiteX18" fmla="*/ 150923 w 150793"/>
                <a:gd name="connsiteY18" fmla="*/ 204644 h 204559"/>
                <a:gd name="connsiteX19" fmla="*/ 150923 w 150793"/>
                <a:gd name="connsiteY19" fmla="*/ 200152 h 204559"/>
                <a:gd name="connsiteX20" fmla="*/ 115495 w 150793"/>
                <a:gd name="connsiteY20" fmla="*/ 178288 h 204559"/>
                <a:gd name="connsiteX21" fmla="*/ 69167 w 150793"/>
                <a:gd name="connsiteY21" fmla="*/ 120185 h 204559"/>
                <a:gd name="connsiteX22" fmla="*/ 77948 w 150793"/>
                <a:gd name="connsiteY22" fmla="*/ 112098 h 204559"/>
                <a:gd name="connsiteX23" fmla="*/ 127002 w 150793"/>
                <a:gd name="connsiteY23" fmla="*/ 76158 h 204559"/>
                <a:gd name="connsiteX24" fmla="*/ 140930 w 150793"/>
                <a:gd name="connsiteY24" fmla="*/ 74361 h 204559"/>
                <a:gd name="connsiteX25" fmla="*/ 143353 w 150793"/>
                <a:gd name="connsiteY25" fmla="*/ 74361 h 204559"/>
                <a:gd name="connsiteX26" fmla="*/ 143353 w 150793"/>
                <a:gd name="connsiteY26" fmla="*/ 69869 h 204559"/>
                <a:gd name="connsiteX27" fmla="*/ 81582 w 150793"/>
                <a:gd name="connsiteY27" fmla="*/ 69869 h 204559"/>
                <a:gd name="connsiteX28" fmla="*/ 81582 w 150793"/>
                <a:gd name="connsiteY28" fmla="*/ 74062 h 204559"/>
                <a:gd name="connsiteX29" fmla="*/ 96722 w 150793"/>
                <a:gd name="connsiteY29" fmla="*/ 79752 h 204559"/>
                <a:gd name="connsiteX30" fmla="*/ 89757 w 150793"/>
                <a:gd name="connsiteY30" fmla="*/ 89935 h 204559"/>
                <a:gd name="connsiteX31" fmla="*/ 48274 w 150793"/>
                <a:gd name="connsiteY31" fmla="*/ 126474 h 204559"/>
                <a:gd name="connsiteX32" fmla="*/ 48274 w 150793"/>
                <a:gd name="connsiteY32" fmla="*/ 684 h 204559"/>
                <a:gd name="connsiteX33" fmla="*/ 47063 w 150793"/>
                <a:gd name="connsiteY33" fmla="*/ 85 h 204559"/>
                <a:gd name="connsiteX34" fmla="*/ 9213 w 150793"/>
                <a:gd name="connsiteY34" fmla="*/ 10867 h 204559"/>
                <a:gd name="connsiteX35" fmla="*/ 129 w 150793"/>
                <a:gd name="connsiteY35" fmla="*/ 13263 h 204559"/>
                <a:gd name="connsiteX36" fmla="*/ 129 w 150793"/>
                <a:gd name="connsiteY36" fmla="*/ 1805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50793" h="204559">
                  <a:moveTo>
                    <a:pt x="129" y="18055"/>
                  </a:moveTo>
                  <a:cubicBezTo>
                    <a:pt x="4065" y="17755"/>
                    <a:pt x="6790" y="17456"/>
                    <a:pt x="9818" y="17456"/>
                  </a:cubicBezTo>
                  <a:cubicBezTo>
                    <a:pt x="19811" y="17456"/>
                    <a:pt x="22839" y="21349"/>
                    <a:pt x="22839" y="35725"/>
                  </a:cubicBezTo>
                  <a:lnTo>
                    <a:pt x="22839" y="180085"/>
                  </a:lnTo>
                  <a:cubicBezTo>
                    <a:pt x="22839" y="195659"/>
                    <a:pt x="21930" y="196558"/>
                    <a:pt x="129" y="200152"/>
                  </a:cubicBezTo>
                  <a:lnTo>
                    <a:pt x="129" y="204644"/>
                  </a:lnTo>
                  <a:lnTo>
                    <a:pt x="70984" y="204644"/>
                  </a:lnTo>
                  <a:lnTo>
                    <a:pt x="70984" y="200152"/>
                  </a:lnTo>
                  <a:lnTo>
                    <a:pt x="64928" y="199852"/>
                  </a:lnTo>
                  <a:cubicBezTo>
                    <a:pt x="52816" y="199253"/>
                    <a:pt x="48274" y="195060"/>
                    <a:pt x="48274" y="184578"/>
                  </a:cubicBezTo>
                  <a:lnTo>
                    <a:pt x="48274" y="129469"/>
                  </a:lnTo>
                  <a:lnTo>
                    <a:pt x="90666" y="185476"/>
                  </a:lnTo>
                  <a:lnTo>
                    <a:pt x="91574" y="186674"/>
                  </a:lnTo>
                  <a:cubicBezTo>
                    <a:pt x="92180" y="187573"/>
                    <a:pt x="92785" y="188471"/>
                    <a:pt x="93694" y="189370"/>
                  </a:cubicBezTo>
                  <a:cubicBezTo>
                    <a:pt x="96116" y="192365"/>
                    <a:pt x="97025" y="194162"/>
                    <a:pt x="97025" y="195659"/>
                  </a:cubicBezTo>
                  <a:cubicBezTo>
                    <a:pt x="97025" y="198355"/>
                    <a:pt x="94299" y="200152"/>
                    <a:pt x="90666" y="200152"/>
                  </a:cubicBezTo>
                  <a:lnTo>
                    <a:pt x="84913" y="200152"/>
                  </a:lnTo>
                  <a:lnTo>
                    <a:pt x="84913" y="204644"/>
                  </a:lnTo>
                  <a:lnTo>
                    <a:pt x="150923" y="204644"/>
                  </a:lnTo>
                  <a:lnTo>
                    <a:pt x="150923" y="200152"/>
                  </a:lnTo>
                  <a:cubicBezTo>
                    <a:pt x="137600" y="199253"/>
                    <a:pt x="128213" y="193563"/>
                    <a:pt x="115495" y="178288"/>
                  </a:cubicBezTo>
                  <a:lnTo>
                    <a:pt x="69167" y="120185"/>
                  </a:lnTo>
                  <a:lnTo>
                    <a:pt x="77948" y="112098"/>
                  </a:lnTo>
                  <a:cubicBezTo>
                    <a:pt x="99447" y="92331"/>
                    <a:pt x="118220" y="78554"/>
                    <a:pt x="127002" y="76158"/>
                  </a:cubicBezTo>
                  <a:cubicBezTo>
                    <a:pt x="131544" y="74960"/>
                    <a:pt x="135783" y="74361"/>
                    <a:pt x="140930" y="74361"/>
                  </a:cubicBezTo>
                  <a:lnTo>
                    <a:pt x="143353" y="74361"/>
                  </a:lnTo>
                  <a:lnTo>
                    <a:pt x="143353" y="69869"/>
                  </a:lnTo>
                  <a:lnTo>
                    <a:pt x="81582" y="69869"/>
                  </a:lnTo>
                  <a:lnTo>
                    <a:pt x="81582" y="74062"/>
                  </a:lnTo>
                  <a:cubicBezTo>
                    <a:pt x="93391" y="74361"/>
                    <a:pt x="96722" y="75559"/>
                    <a:pt x="96722" y="79752"/>
                  </a:cubicBezTo>
                  <a:cubicBezTo>
                    <a:pt x="96722" y="82148"/>
                    <a:pt x="93997" y="86341"/>
                    <a:pt x="89757" y="89935"/>
                  </a:cubicBezTo>
                  <a:lnTo>
                    <a:pt x="48274" y="126474"/>
                  </a:lnTo>
                  <a:lnTo>
                    <a:pt x="48274" y="684"/>
                  </a:lnTo>
                  <a:lnTo>
                    <a:pt x="47063" y="85"/>
                  </a:lnTo>
                  <a:cubicBezTo>
                    <a:pt x="35556" y="3679"/>
                    <a:pt x="26775" y="6075"/>
                    <a:pt x="9213" y="10867"/>
                  </a:cubicBezTo>
                  <a:lnTo>
                    <a:pt x="129" y="13263"/>
                  </a:lnTo>
                  <a:lnTo>
                    <a:pt x="129" y="1805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18ECCA9-CD57-95DA-D791-A8AFF448CF19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6034583" y="4760110"/>
              <a:ext cx="120816" cy="140765"/>
            </a:xfrm>
            <a:custGeom>
              <a:avLst/>
              <a:gdLst>
                <a:gd name="connsiteX0" fmla="*/ 116106 w 120816"/>
                <a:gd name="connsiteY0" fmla="*/ 88737 h 140765"/>
                <a:gd name="connsiteX1" fmla="*/ 69172 w 120816"/>
                <a:gd name="connsiteY1" fmla="*/ 120185 h 140765"/>
                <a:gd name="connsiteX2" fmla="*/ 30111 w 120816"/>
                <a:gd name="connsiteY2" fmla="*/ 94428 h 140765"/>
                <a:gd name="connsiteX3" fmla="*/ 21935 w 120816"/>
                <a:gd name="connsiteY3" fmla="*/ 54893 h 140765"/>
                <a:gd name="connsiteX4" fmla="*/ 115197 w 120816"/>
                <a:gd name="connsiteY4" fmla="*/ 54893 h 140765"/>
                <a:gd name="connsiteX5" fmla="*/ 102177 w 120816"/>
                <a:gd name="connsiteY5" fmla="*/ 17156 h 140765"/>
                <a:gd name="connsiteX6" fmla="*/ 63419 w 120816"/>
                <a:gd name="connsiteY6" fmla="*/ 85 h 140765"/>
                <a:gd name="connsiteX7" fmla="*/ 22541 w 120816"/>
                <a:gd name="connsiteY7" fmla="*/ 15659 h 140765"/>
                <a:gd name="connsiteX8" fmla="*/ 134 w 120816"/>
                <a:gd name="connsiteY8" fmla="*/ 73762 h 140765"/>
                <a:gd name="connsiteX9" fmla="*/ 56757 w 120816"/>
                <a:gd name="connsiteY9" fmla="*/ 140850 h 140765"/>
                <a:gd name="connsiteX10" fmla="*/ 120951 w 120816"/>
                <a:gd name="connsiteY10" fmla="*/ 90834 h 140765"/>
                <a:gd name="connsiteX11" fmla="*/ 116106 w 120816"/>
                <a:gd name="connsiteY11" fmla="*/ 88737 h 140765"/>
                <a:gd name="connsiteX12" fmla="*/ 22541 w 120816"/>
                <a:gd name="connsiteY12" fmla="*/ 45309 h 140765"/>
                <a:gd name="connsiteX13" fmla="*/ 54638 w 120816"/>
                <a:gd name="connsiteY13" fmla="*/ 10867 h 140765"/>
                <a:gd name="connsiteX14" fmla="*/ 84312 w 120816"/>
                <a:gd name="connsiteY14" fmla="*/ 45309 h 140765"/>
                <a:gd name="connsiteX15" fmla="*/ 22541 w 120816"/>
                <a:gd name="connsiteY15" fmla="*/ 45309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16" h="140765">
                  <a:moveTo>
                    <a:pt x="116106" y="88737"/>
                  </a:moveTo>
                  <a:cubicBezTo>
                    <a:pt x="101571" y="111499"/>
                    <a:pt x="88551" y="120185"/>
                    <a:pt x="69172" y="120185"/>
                  </a:cubicBezTo>
                  <a:cubicBezTo>
                    <a:pt x="51912" y="120185"/>
                    <a:pt x="38892" y="111499"/>
                    <a:pt x="30111" y="94428"/>
                  </a:cubicBezTo>
                  <a:cubicBezTo>
                    <a:pt x="24661" y="83047"/>
                    <a:pt x="22541" y="73163"/>
                    <a:pt x="21935" y="54893"/>
                  </a:cubicBezTo>
                  <a:lnTo>
                    <a:pt x="115197" y="54893"/>
                  </a:lnTo>
                  <a:cubicBezTo>
                    <a:pt x="112775" y="35426"/>
                    <a:pt x="109747" y="26740"/>
                    <a:pt x="102177" y="17156"/>
                  </a:cubicBezTo>
                  <a:cubicBezTo>
                    <a:pt x="93093" y="6374"/>
                    <a:pt x="79164" y="85"/>
                    <a:pt x="63419" y="85"/>
                  </a:cubicBezTo>
                  <a:cubicBezTo>
                    <a:pt x="48279" y="85"/>
                    <a:pt x="34047" y="5476"/>
                    <a:pt x="22541" y="15659"/>
                  </a:cubicBezTo>
                  <a:cubicBezTo>
                    <a:pt x="8309" y="27938"/>
                    <a:pt x="134" y="49203"/>
                    <a:pt x="134" y="73762"/>
                  </a:cubicBezTo>
                  <a:cubicBezTo>
                    <a:pt x="134" y="115093"/>
                    <a:pt x="21935" y="140850"/>
                    <a:pt x="56757" y="140850"/>
                  </a:cubicBezTo>
                  <a:cubicBezTo>
                    <a:pt x="85523" y="140850"/>
                    <a:pt x="108233" y="123180"/>
                    <a:pt x="120951" y="90834"/>
                  </a:cubicBezTo>
                  <a:lnTo>
                    <a:pt x="116106" y="88737"/>
                  </a:lnTo>
                  <a:close/>
                  <a:moveTo>
                    <a:pt x="22541" y="45309"/>
                  </a:moveTo>
                  <a:cubicBezTo>
                    <a:pt x="25872" y="21948"/>
                    <a:pt x="36167" y="10867"/>
                    <a:pt x="54638" y="10867"/>
                  </a:cubicBezTo>
                  <a:cubicBezTo>
                    <a:pt x="73108" y="10867"/>
                    <a:pt x="80376" y="19253"/>
                    <a:pt x="84312" y="45309"/>
                  </a:cubicBezTo>
                  <a:lnTo>
                    <a:pt x="22541" y="45309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A3891D5-BD07-5067-0137-F752E1CD71D7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6243695" y="4693322"/>
              <a:ext cx="72066" cy="204559"/>
            </a:xfrm>
            <a:custGeom>
              <a:avLst/>
              <a:gdLst>
                <a:gd name="connsiteX0" fmla="*/ 141 w 72066"/>
                <a:gd name="connsiteY0" fmla="*/ 18055 h 204559"/>
                <a:gd name="connsiteX1" fmla="*/ 1957 w 72066"/>
                <a:gd name="connsiteY1" fmla="*/ 18055 h 204559"/>
                <a:gd name="connsiteX2" fmla="*/ 11344 w 72066"/>
                <a:gd name="connsiteY2" fmla="*/ 17456 h 204559"/>
                <a:gd name="connsiteX3" fmla="*/ 24062 w 72066"/>
                <a:gd name="connsiteY3" fmla="*/ 35725 h 204559"/>
                <a:gd name="connsiteX4" fmla="*/ 24062 w 72066"/>
                <a:gd name="connsiteY4" fmla="*/ 178588 h 204559"/>
                <a:gd name="connsiteX5" fmla="*/ 746 w 72066"/>
                <a:gd name="connsiteY5" fmla="*/ 200152 h 204559"/>
                <a:gd name="connsiteX6" fmla="*/ 746 w 72066"/>
                <a:gd name="connsiteY6" fmla="*/ 204644 h 204559"/>
                <a:gd name="connsiteX7" fmla="*/ 72207 w 72066"/>
                <a:gd name="connsiteY7" fmla="*/ 204644 h 204559"/>
                <a:gd name="connsiteX8" fmla="*/ 72207 w 72066"/>
                <a:gd name="connsiteY8" fmla="*/ 200152 h 204559"/>
                <a:gd name="connsiteX9" fmla="*/ 49497 w 72066"/>
                <a:gd name="connsiteY9" fmla="*/ 179486 h 204559"/>
                <a:gd name="connsiteX10" fmla="*/ 49497 w 72066"/>
                <a:gd name="connsiteY10" fmla="*/ 684 h 204559"/>
                <a:gd name="connsiteX11" fmla="*/ 48286 w 72066"/>
                <a:gd name="connsiteY11" fmla="*/ 85 h 204559"/>
                <a:gd name="connsiteX12" fmla="*/ 141 w 72066"/>
                <a:gd name="connsiteY12" fmla="*/ 13263 h 204559"/>
                <a:gd name="connsiteX13" fmla="*/ 141 w 72066"/>
                <a:gd name="connsiteY13" fmla="*/ 1805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66" h="204559">
                  <a:moveTo>
                    <a:pt x="141" y="18055"/>
                  </a:moveTo>
                  <a:lnTo>
                    <a:pt x="1957" y="18055"/>
                  </a:lnTo>
                  <a:cubicBezTo>
                    <a:pt x="5288" y="17755"/>
                    <a:pt x="8922" y="17456"/>
                    <a:pt x="11344" y="17456"/>
                  </a:cubicBezTo>
                  <a:cubicBezTo>
                    <a:pt x="21034" y="17456"/>
                    <a:pt x="24062" y="21649"/>
                    <a:pt x="24062" y="35725"/>
                  </a:cubicBezTo>
                  <a:lnTo>
                    <a:pt x="24062" y="178588"/>
                  </a:lnTo>
                  <a:cubicBezTo>
                    <a:pt x="24062" y="194761"/>
                    <a:pt x="19823" y="198654"/>
                    <a:pt x="746" y="200152"/>
                  </a:cubicBezTo>
                  <a:lnTo>
                    <a:pt x="746" y="204644"/>
                  </a:lnTo>
                  <a:lnTo>
                    <a:pt x="72207" y="204644"/>
                  </a:lnTo>
                  <a:lnTo>
                    <a:pt x="72207" y="200152"/>
                  </a:lnTo>
                  <a:cubicBezTo>
                    <a:pt x="53131" y="198954"/>
                    <a:pt x="49497" y="195959"/>
                    <a:pt x="49497" y="179486"/>
                  </a:cubicBezTo>
                  <a:lnTo>
                    <a:pt x="49497" y="684"/>
                  </a:lnTo>
                  <a:lnTo>
                    <a:pt x="48286" y="85"/>
                  </a:lnTo>
                  <a:cubicBezTo>
                    <a:pt x="32540" y="5176"/>
                    <a:pt x="21034" y="8171"/>
                    <a:pt x="141" y="13263"/>
                  </a:cubicBezTo>
                  <a:lnTo>
                    <a:pt x="141" y="1805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C96C8B9D-D582-F3EB-FDF3-131015687341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6331213" y="4760110"/>
              <a:ext cx="133534" cy="140765"/>
            </a:xfrm>
            <a:custGeom>
              <a:avLst/>
              <a:gdLst>
                <a:gd name="connsiteX0" fmla="*/ 67062 w 133534"/>
                <a:gd name="connsiteY0" fmla="*/ 85 h 140765"/>
                <a:gd name="connsiteX1" fmla="*/ 143 w 133534"/>
                <a:gd name="connsiteY1" fmla="*/ 70168 h 140765"/>
                <a:gd name="connsiteX2" fmla="*/ 66456 w 133534"/>
                <a:gd name="connsiteY2" fmla="*/ 140850 h 140765"/>
                <a:gd name="connsiteX3" fmla="*/ 133678 w 133534"/>
                <a:gd name="connsiteY3" fmla="*/ 67772 h 140765"/>
                <a:gd name="connsiteX4" fmla="*/ 67062 w 133534"/>
                <a:gd name="connsiteY4" fmla="*/ 85 h 140765"/>
                <a:gd name="connsiteX5" fmla="*/ 63126 w 133534"/>
                <a:gd name="connsiteY5" fmla="*/ 8471 h 140765"/>
                <a:gd name="connsiteX6" fmla="*/ 106426 w 133534"/>
                <a:gd name="connsiteY6" fmla="*/ 78255 h 140765"/>
                <a:gd name="connsiteX7" fmla="*/ 70090 w 133534"/>
                <a:gd name="connsiteY7" fmla="*/ 132464 h 140765"/>
                <a:gd name="connsiteX8" fmla="*/ 40719 w 133534"/>
                <a:gd name="connsiteY8" fmla="*/ 113296 h 140765"/>
                <a:gd name="connsiteX9" fmla="*/ 27395 w 133534"/>
                <a:gd name="connsiteY9" fmla="*/ 55492 h 140765"/>
                <a:gd name="connsiteX10" fmla="*/ 63126 w 133534"/>
                <a:gd name="connsiteY10" fmla="*/ 8471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34" h="140765">
                  <a:moveTo>
                    <a:pt x="67062" y="85"/>
                  </a:moveTo>
                  <a:cubicBezTo>
                    <a:pt x="27698" y="85"/>
                    <a:pt x="143" y="28837"/>
                    <a:pt x="143" y="70168"/>
                  </a:cubicBezTo>
                  <a:cubicBezTo>
                    <a:pt x="143" y="110601"/>
                    <a:pt x="28304" y="140850"/>
                    <a:pt x="66456" y="140850"/>
                  </a:cubicBezTo>
                  <a:cubicBezTo>
                    <a:pt x="104609" y="140850"/>
                    <a:pt x="133678" y="109103"/>
                    <a:pt x="133678" y="67772"/>
                  </a:cubicBezTo>
                  <a:cubicBezTo>
                    <a:pt x="133678" y="28537"/>
                    <a:pt x="105820" y="85"/>
                    <a:pt x="67062" y="85"/>
                  </a:cubicBezTo>
                  <a:close/>
                  <a:moveTo>
                    <a:pt x="63126" y="8471"/>
                  </a:moveTo>
                  <a:cubicBezTo>
                    <a:pt x="88561" y="8471"/>
                    <a:pt x="106426" y="37223"/>
                    <a:pt x="106426" y="78255"/>
                  </a:cubicBezTo>
                  <a:cubicBezTo>
                    <a:pt x="106426" y="112098"/>
                    <a:pt x="92800" y="132464"/>
                    <a:pt x="70090" y="132464"/>
                  </a:cubicBezTo>
                  <a:cubicBezTo>
                    <a:pt x="58281" y="132464"/>
                    <a:pt x="47077" y="125276"/>
                    <a:pt x="40719" y="113296"/>
                  </a:cubicBezTo>
                  <a:cubicBezTo>
                    <a:pt x="32240" y="97722"/>
                    <a:pt x="27395" y="76757"/>
                    <a:pt x="27395" y="55492"/>
                  </a:cubicBezTo>
                  <a:cubicBezTo>
                    <a:pt x="27395" y="27040"/>
                    <a:pt x="41627" y="8471"/>
                    <a:pt x="63126" y="847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A4DE4C1-7C05-1D06-D418-7498B85919C5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6482878" y="4760110"/>
              <a:ext cx="133837" cy="203062"/>
            </a:xfrm>
            <a:custGeom>
              <a:avLst/>
              <a:gdLst>
                <a:gd name="connsiteX0" fmla="*/ 133986 w 133837"/>
                <a:gd name="connsiteY0" fmla="*/ 21649 h 203062"/>
                <a:gd name="connsiteX1" fmla="*/ 133986 w 133837"/>
                <a:gd name="connsiteY1" fmla="*/ 9968 h 203062"/>
                <a:gd name="connsiteX2" fmla="*/ 110670 w 133837"/>
                <a:gd name="connsiteY2" fmla="*/ 9968 h 203062"/>
                <a:gd name="connsiteX3" fmla="*/ 94016 w 133837"/>
                <a:gd name="connsiteY3" fmla="*/ 6973 h 203062"/>
                <a:gd name="connsiteX4" fmla="*/ 87355 w 133837"/>
                <a:gd name="connsiteY4" fmla="*/ 4577 h 203062"/>
                <a:gd name="connsiteX5" fmla="*/ 63131 w 133837"/>
                <a:gd name="connsiteY5" fmla="*/ 85 h 203062"/>
                <a:gd name="connsiteX6" fmla="*/ 12563 w 133837"/>
                <a:gd name="connsiteY6" fmla="*/ 48903 h 203062"/>
                <a:gd name="connsiteX7" fmla="*/ 40724 w 133837"/>
                <a:gd name="connsiteY7" fmla="*/ 89037 h 203062"/>
                <a:gd name="connsiteX8" fmla="*/ 27703 w 133837"/>
                <a:gd name="connsiteY8" fmla="*/ 101017 h 203062"/>
                <a:gd name="connsiteX9" fmla="*/ 13774 w 133837"/>
                <a:gd name="connsiteY9" fmla="*/ 121682 h 203062"/>
                <a:gd name="connsiteX10" fmla="*/ 29823 w 133837"/>
                <a:gd name="connsiteY10" fmla="*/ 137556 h 203062"/>
                <a:gd name="connsiteX11" fmla="*/ 148 w 133837"/>
                <a:gd name="connsiteY11" fmla="*/ 174095 h 203062"/>
                <a:gd name="connsiteX12" fmla="*/ 52533 w 133837"/>
                <a:gd name="connsiteY12" fmla="*/ 203147 h 203062"/>
                <a:gd name="connsiteX13" fmla="*/ 114606 w 133837"/>
                <a:gd name="connsiteY13" fmla="*/ 182781 h 203062"/>
                <a:gd name="connsiteX14" fmla="*/ 131260 w 133837"/>
                <a:gd name="connsiteY14" fmla="*/ 152531 h 203062"/>
                <a:gd name="connsiteX15" fmla="*/ 94622 w 133837"/>
                <a:gd name="connsiteY15" fmla="*/ 120484 h 203062"/>
                <a:gd name="connsiteX16" fmla="*/ 55561 w 133837"/>
                <a:gd name="connsiteY16" fmla="*/ 118687 h 203062"/>
                <a:gd name="connsiteX17" fmla="*/ 31942 w 133837"/>
                <a:gd name="connsiteY17" fmla="*/ 110601 h 203062"/>
                <a:gd name="connsiteX18" fmla="*/ 50110 w 133837"/>
                <a:gd name="connsiteY18" fmla="*/ 91732 h 203062"/>
                <a:gd name="connsiteX19" fmla="*/ 55863 w 133837"/>
                <a:gd name="connsiteY19" fmla="*/ 92331 h 203062"/>
                <a:gd name="connsiteX20" fmla="*/ 67370 w 133837"/>
                <a:gd name="connsiteY20" fmla="*/ 93230 h 203062"/>
                <a:gd name="connsiteX21" fmla="*/ 100072 w 133837"/>
                <a:gd name="connsiteY21" fmla="*/ 80651 h 203062"/>
                <a:gd name="connsiteX22" fmla="*/ 114606 w 133837"/>
                <a:gd name="connsiteY22" fmla="*/ 46807 h 203062"/>
                <a:gd name="connsiteX23" fmla="*/ 108853 w 133837"/>
                <a:gd name="connsiteY23" fmla="*/ 21649 h 203062"/>
                <a:gd name="connsiteX24" fmla="*/ 133986 w 133837"/>
                <a:gd name="connsiteY24" fmla="*/ 21649 h 203062"/>
                <a:gd name="connsiteX25" fmla="*/ 36182 w 133837"/>
                <a:gd name="connsiteY25" fmla="*/ 138454 h 203062"/>
                <a:gd name="connsiteX26" fmla="*/ 85235 w 133837"/>
                <a:gd name="connsiteY26" fmla="*/ 142348 h 203062"/>
                <a:gd name="connsiteX27" fmla="*/ 122782 w 133837"/>
                <a:gd name="connsiteY27" fmla="*/ 157023 h 203062"/>
                <a:gd name="connsiteX28" fmla="*/ 65553 w 133837"/>
                <a:gd name="connsiteY28" fmla="*/ 186075 h 203062"/>
                <a:gd name="connsiteX29" fmla="*/ 21344 w 133837"/>
                <a:gd name="connsiteY29" fmla="*/ 164212 h 203062"/>
                <a:gd name="connsiteX30" fmla="*/ 36182 w 133837"/>
                <a:gd name="connsiteY30" fmla="*/ 138454 h 203062"/>
                <a:gd name="connsiteX31" fmla="*/ 37696 w 133837"/>
                <a:gd name="connsiteY31" fmla="*/ 36624 h 203062"/>
                <a:gd name="connsiteX32" fmla="*/ 60103 w 133837"/>
                <a:gd name="connsiteY32" fmla="*/ 8471 h 203062"/>
                <a:gd name="connsiteX33" fmla="*/ 82207 w 133837"/>
                <a:gd name="connsiteY33" fmla="*/ 22547 h 203062"/>
                <a:gd name="connsiteX34" fmla="*/ 91291 w 133837"/>
                <a:gd name="connsiteY34" fmla="*/ 58487 h 203062"/>
                <a:gd name="connsiteX35" fmla="*/ 68581 w 133837"/>
                <a:gd name="connsiteY35" fmla="*/ 85742 h 203062"/>
                <a:gd name="connsiteX36" fmla="*/ 37696 w 133837"/>
                <a:gd name="connsiteY36" fmla="*/ 37522 h 203062"/>
                <a:gd name="connsiteX37" fmla="*/ 37696 w 133837"/>
                <a:gd name="connsiteY37" fmla="*/ 36624 h 20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837" h="203062">
                  <a:moveTo>
                    <a:pt x="133986" y="21649"/>
                  </a:moveTo>
                  <a:lnTo>
                    <a:pt x="133986" y="9968"/>
                  </a:lnTo>
                  <a:lnTo>
                    <a:pt x="110670" y="9968"/>
                  </a:lnTo>
                  <a:cubicBezTo>
                    <a:pt x="104614" y="9968"/>
                    <a:pt x="100072" y="9070"/>
                    <a:pt x="94016" y="6973"/>
                  </a:cubicBezTo>
                  <a:lnTo>
                    <a:pt x="87355" y="4577"/>
                  </a:lnTo>
                  <a:cubicBezTo>
                    <a:pt x="79179" y="1582"/>
                    <a:pt x="71003" y="85"/>
                    <a:pt x="63131" y="85"/>
                  </a:cubicBezTo>
                  <a:cubicBezTo>
                    <a:pt x="34970" y="85"/>
                    <a:pt x="12563" y="21649"/>
                    <a:pt x="12563" y="48903"/>
                  </a:cubicBezTo>
                  <a:cubicBezTo>
                    <a:pt x="12563" y="67772"/>
                    <a:pt x="20739" y="79153"/>
                    <a:pt x="40724" y="89037"/>
                  </a:cubicBezTo>
                  <a:cubicBezTo>
                    <a:pt x="34970" y="94428"/>
                    <a:pt x="29520" y="99519"/>
                    <a:pt x="27703" y="101017"/>
                  </a:cubicBezTo>
                  <a:cubicBezTo>
                    <a:pt x="17711" y="109702"/>
                    <a:pt x="13774" y="115692"/>
                    <a:pt x="13774" y="121682"/>
                  </a:cubicBezTo>
                  <a:cubicBezTo>
                    <a:pt x="13774" y="127972"/>
                    <a:pt x="17408" y="131566"/>
                    <a:pt x="29823" y="137556"/>
                  </a:cubicBezTo>
                  <a:cubicBezTo>
                    <a:pt x="8324" y="153130"/>
                    <a:pt x="148" y="163014"/>
                    <a:pt x="148" y="174095"/>
                  </a:cubicBezTo>
                  <a:cubicBezTo>
                    <a:pt x="148" y="189969"/>
                    <a:pt x="23767" y="203147"/>
                    <a:pt x="52533" y="203147"/>
                  </a:cubicBezTo>
                  <a:cubicBezTo>
                    <a:pt x="75243" y="203147"/>
                    <a:pt x="98861" y="195360"/>
                    <a:pt x="114606" y="182781"/>
                  </a:cubicBezTo>
                  <a:cubicBezTo>
                    <a:pt x="126113" y="173496"/>
                    <a:pt x="131260" y="163912"/>
                    <a:pt x="131260" y="152531"/>
                  </a:cubicBezTo>
                  <a:cubicBezTo>
                    <a:pt x="131260" y="133962"/>
                    <a:pt x="117029" y="121383"/>
                    <a:pt x="94622" y="120484"/>
                  </a:cubicBezTo>
                  <a:lnTo>
                    <a:pt x="55561" y="118687"/>
                  </a:lnTo>
                  <a:cubicBezTo>
                    <a:pt x="39512" y="118088"/>
                    <a:pt x="31942" y="115393"/>
                    <a:pt x="31942" y="110601"/>
                  </a:cubicBezTo>
                  <a:cubicBezTo>
                    <a:pt x="31942" y="104611"/>
                    <a:pt x="41935" y="94128"/>
                    <a:pt x="50110" y="91732"/>
                  </a:cubicBezTo>
                  <a:cubicBezTo>
                    <a:pt x="52835" y="92032"/>
                    <a:pt x="54955" y="92331"/>
                    <a:pt x="55863" y="92331"/>
                  </a:cubicBezTo>
                  <a:cubicBezTo>
                    <a:pt x="61617" y="92930"/>
                    <a:pt x="65553" y="93230"/>
                    <a:pt x="67370" y="93230"/>
                  </a:cubicBezTo>
                  <a:cubicBezTo>
                    <a:pt x="78573" y="93230"/>
                    <a:pt x="90685" y="88737"/>
                    <a:pt x="100072" y="80651"/>
                  </a:cubicBezTo>
                  <a:cubicBezTo>
                    <a:pt x="110064" y="72265"/>
                    <a:pt x="114606" y="61782"/>
                    <a:pt x="114606" y="46807"/>
                  </a:cubicBezTo>
                  <a:cubicBezTo>
                    <a:pt x="114606" y="38121"/>
                    <a:pt x="113092" y="31233"/>
                    <a:pt x="108853" y="21649"/>
                  </a:cubicBezTo>
                  <a:lnTo>
                    <a:pt x="133986" y="21649"/>
                  </a:lnTo>
                  <a:close/>
                  <a:moveTo>
                    <a:pt x="36182" y="138454"/>
                  </a:moveTo>
                  <a:cubicBezTo>
                    <a:pt x="46174" y="140551"/>
                    <a:pt x="70398" y="142348"/>
                    <a:pt x="85235" y="142348"/>
                  </a:cubicBezTo>
                  <a:cubicBezTo>
                    <a:pt x="112790" y="142348"/>
                    <a:pt x="122782" y="146241"/>
                    <a:pt x="122782" y="157023"/>
                  </a:cubicBezTo>
                  <a:cubicBezTo>
                    <a:pt x="122782" y="174395"/>
                    <a:pt x="99769" y="186075"/>
                    <a:pt x="65553" y="186075"/>
                  </a:cubicBezTo>
                  <a:cubicBezTo>
                    <a:pt x="38907" y="186075"/>
                    <a:pt x="21344" y="177390"/>
                    <a:pt x="21344" y="164212"/>
                  </a:cubicBezTo>
                  <a:cubicBezTo>
                    <a:pt x="21344" y="157323"/>
                    <a:pt x="23464" y="153429"/>
                    <a:pt x="36182" y="138454"/>
                  </a:cubicBezTo>
                  <a:close/>
                  <a:moveTo>
                    <a:pt x="37696" y="36624"/>
                  </a:moveTo>
                  <a:cubicBezTo>
                    <a:pt x="37696" y="18953"/>
                    <a:pt x="46174" y="8471"/>
                    <a:pt x="60103" y="8471"/>
                  </a:cubicBezTo>
                  <a:cubicBezTo>
                    <a:pt x="69489" y="8471"/>
                    <a:pt x="77362" y="13562"/>
                    <a:pt x="82207" y="22547"/>
                  </a:cubicBezTo>
                  <a:cubicBezTo>
                    <a:pt x="87657" y="33030"/>
                    <a:pt x="91291" y="46807"/>
                    <a:pt x="91291" y="58487"/>
                  </a:cubicBezTo>
                  <a:cubicBezTo>
                    <a:pt x="91291" y="75260"/>
                    <a:pt x="82510" y="85742"/>
                    <a:pt x="68581" y="85742"/>
                  </a:cubicBezTo>
                  <a:cubicBezTo>
                    <a:pt x="50413" y="85742"/>
                    <a:pt x="37696" y="66275"/>
                    <a:pt x="37696" y="37522"/>
                  </a:cubicBezTo>
                  <a:lnTo>
                    <a:pt x="37696" y="3662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D0E0737-882E-C46F-97D8-13982C45A15A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6627881" y="4760110"/>
              <a:ext cx="99923" cy="137770"/>
            </a:xfrm>
            <a:custGeom>
              <a:avLst/>
              <a:gdLst>
                <a:gd name="connsiteX0" fmla="*/ 759 w 99923"/>
                <a:gd name="connsiteY0" fmla="*/ 21050 h 137770"/>
                <a:gd name="connsiteX1" fmla="*/ 11357 w 99923"/>
                <a:gd name="connsiteY1" fmla="*/ 19852 h 137770"/>
                <a:gd name="connsiteX2" fmla="*/ 21652 w 99923"/>
                <a:gd name="connsiteY2" fmla="*/ 37822 h 137770"/>
                <a:gd name="connsiteX3" fmla="*/ 21652 w 99923"/>
                <a:gd name="connsiteY3" fmla="*/ 112697 h 137770"/>
                <a:gd name="connsiteX4" fmla="*/ 153 w 99923"/>
                <a:gd name="connsiteY4" fmla="*/ 133363 h 137770"/>
                <a:gd name="connsiteX5" fmla="*/ 153 w 99923"/>
                <a:gd name="connsiteY5" fmla="*/ 137855 h 137770"/>
                <a:gd name="connsiteX6" fmla="*/ 72825 w 99923"/>
                <a:gd name="connsiteY6" fmla="*/ 137855 h 137770"/>
                <a:gd name="connsiteX7" fmla="*/ 72825 w 99923"/>
                <a:gd name="connsiteY7" fmla="*/ 133363 h 137770"/>
                <a:gd name="connsiteX8" fmla="*/ 47087 w 99923"/>
                <a:gd name="connsiteY8" fmla="*/ 110900 h 137770"/>
                <a:gd name="connsiteX9" fmla="*/ 47087 w 99923"/>
                <a:gd name="connsiteY9" fmla="*/ 43512 h 137770"/>
                <a:gd name="connsiteX10" fmla="*/ 68283 w 99923"/>
                <a:gd name="connsiteY10" fmla="*/ 18953 h 137770"/>
                <a:gd name="connsiteX11" fmla="*/ 76156 w 99923"/>
                <a:gd name="connsiteY11" fmla="*/ 23446 h 137770"/>
                <a:gd name="connsiteX12" fmla="*/ 88268 w 99923"/>
                <a:gd name="connsiteY12" fmla="*/ 29436 h 137770"/>
                <a:gd name="connsiteX13" fmla="*/ 100077 w 99923"/>
                <a:gd name="connsiteY13" fmla="*/ 15958 h 137770"/>
                <a:gd name="connsiteX14" fmla="*/ 83423 w 99923"/>
                <a:gd name="connsiteY14" fmla="*/ 85 h 137770"/>
                <a:gd name="connsiteX15" fmla="*/ 47087 w 99923"/>
                <a:gd name="connsiteY15" fmla="*/ 28238 h 137770"/>
                <a:gd name="connsiteX16" fmla="*/ 47087 w 99923"/>
                <a:gd name="connsiteY16" fmla="*/ 684 h 137770"/>
                <a:gd name="connsiteX17" fmla="*/ 45573 w 99923"/>
                <a:gd name="connsiteY17" fmla="*/ 85 h 137770"/>
                <a:gd name="connsiteX18" fmla="*/ 759 w 99923"/>
                <a:gd name="connsiteY18" fmla="*/ 16258 h 137770"/>
                <a:gd name="connsiteX19" fmla="*/ 759 w 99923"/>
                <a:gd name="connsiteY19" fmla="*/ 21050 h 1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923" h="137770">
                  <a:moveTo>
                    <a:pt x="759" y="21050"/>
                  </a:moveTo>
                  <a:cubicBezTo>
                    <a:pt x="4998" y="20151"/>
                    <a:pt x="7723" y="19852"/>
                    <a:pt x="11357" y="19852"/>
                  </a:cubicBezTo>
                  <a:cubicBezTo>
                    <a:pt x="18927" y="19852"/>
                    <a:pt x="21652" y="24644"/>
                    <a:pt x="21652" y="37822"/>
                  </a:cubicBezTo>
                  <a:lnTo>
                    <a:pt x="21652" y="112697"/>
                  </a:lnTo>
                  <a:cubicBezTo>
                    <a:pt x="21652" y="127672"/>
                    <a:pt x="19533" y="129769"/>
                    <a:pt x="153" y="133363"/>
                  </a:cubicBezTo>
                  <a:lnTo>
                    <a:pt x="153" y="137855"/>
                  </a:lnTo>
                  <a:lnTo>
                    <a:pt x="72825" y="137855"/>
                  </a:lnTo>
                  <a:lnTo>
                    <a:pt x="72825" y="133363"/>
                  </a:lnTo>
                  <a:cubicBezTo>
                    <a:pt x="52235" y="132464"/>
                    <a:pt x="47087" y="127972"/>
                    <a:pt x="47087" y="110900"/>
                  </a:cubicBezTo>
                  <a:lnTo>
                    <a:pt x="47087" y="43512"/>
                  </a:lnTo>
                  <a:cubicBezTo>
                    <a:pt x="47087" y="33928"/>
                    <a:pt x="60108" y="18953"/>
                    <a:pt x="68283" y="18953"/>
                  </a:cubicBezTo>
                  <a:cubicBezTo>
                    <a:pt x="70100" y="18953"/>
                    <a:pt x="72825" y="20451"/>
                    <a:pt x="76156" y="23446"/>
                  </a:cubicBezTo>
                  <a:cubicBezTo>
                    <a:pt x="81001" y="27639"/>
                    <a:pt x="84332" y="29436"/>
                    <a:pt x="88268" y="29436"/>
                  </a:cubicBezTo>
                  <a:cubicBezTo>
                    <a:pt x="95535" y="29436"/>
                    <a:pt x="100077" y="24344"/>
                    <a:pt x="100077" y="15958"/>
                  </a:cubicBezTo>
                  <a:cubicBezTo>
                    <a:pt x="100077" y="6075"/>
                    <a:pt x="93718" y="85"/>
                    <a:pt x="83423" y="85"/>
                  </a:cubicBezTo>
                  <a:cubicBezTo>
                    <a:pt x="70706" y="85"/>
                    <a:pt x="61924" y="6973"/>
                    <a:pt x="47087" y="28238"/>
                  </a:cubicBezTo>
                  <a:lnTo>
                    <a:pt x="47087" y="684"/>
                  </a:lnTo>
                  <a:lnTo>
                    <a:pt x="45573" y="85"/>
                  </a:lnTo>
                  <a:cubicBezTo>
                    <a:pt x="29525" y="6674"/>
                    <a:pt x="18624" y="10567"/>
                    <a:pt x="759" y="16258"/>
                  </a:cubicBezTo>
                  <a:lnTo>
                    <a:pt x="759" y="2105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C061CA4-3689-44E9-9CCF-E5CFC8E43E71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6732420" y="4693322"/>
              <a:ext cx="71763" cy="204559"/>
            </a:xfrm>
            <a:custGeom>
              <a:avLst/>
              <a:gdLst>
                <a:gd name="connsiteX0" fmla="*/ 48302 w 71763"/>
                <a:gd name="connsiteY0" fmla="*/ 66874 h 204559"/>
                <a:gd name="connsiteX1" fmla="*/ 1368 w 71763"/>
                <a:gd name="connsiteY1" fmla="*/ 83346 h 204559"/>
                <a:gd name="connsiteX2" fmla="*/ 1368 w 71763"/>
                <a:gd name="connsiteY2" fmla="*/ 87839 h 204559"/>
                <a:gd name="connsiteX3" fmla="*/ 3790 w 71763"/>
                <a:gd name="connsiteY3" fmla="*/ 87539 h 204559"/>
                <a:gd name="connsiteX4" fmla="*/ 14086 w 71763"/>
                <a:gd name="connsiteY4" fmla="*/ 86641 h 204559"/>
                <a:gd name="connsiteX5" fmla="*/ 24078 w 71763"/>
                <a:gd name="connsiteY5" fmla="*/ 104611 h 204559"/>
                <a:gd name="connsiteX6" fmla="*/ 24078 w 71763"/>
                <a:gd name="connsiteY6" fmla="*/ 174095 h 204559"/>
                <a:gd name="connsiteX7" fmla="*/ 157 w 71763"/>
                <a:gd name="connsiteY7" fmla="*/ 200152 h 204559"/>
                <a:gd name="connsiteX8" fmla="*/ 157 w 71763"/>
                <a:gd name="connsiteY8" fmla="*/ 204644 h 204559"/>
                <a:gd name="connsiteX9" fmla="*/ 71920 w 71763"/>
                <a:gd name="connsiteY9" fmla="*/ 204644 h 204559"/>
                <a:gd name="connsiteX10" fmla="*/ 71920 w 71763"/>
                <a:gd name="connsiteY10" fmla="*/ 200152 h 204559"/>
                <a:gd name="connsiteX11" fmla="*/ 49513 w 71763"/>
                <a:gd name="connsiteY11" fmla="*/ 174095 h 204559"/>
                <a:gd name="connsiteX12" fmla="*/ 49513 w 71763"/>
                <a:gd name="connsiteY12" fmla="*/ 67772 h 204559"/>
                <a:gd name="connsiteX13" fmla="*/ 48302 w 71763"/>
                <a:gd name="connsiteY13" fmla="*/ 66874 h 204559"/>
                <a:gd name="connsiteX14" fmla="*/ 34070 w 71763"/>
                <a:gd name="connsiteY14" fmla="*/ 85 h 204559"/>
                <a:gd name="connsiteX15" fmla="*/ 18930 w 71763"/>
                <a:gd name="connsiteY15" fmla="*/ 15359 h 204559"/>
                <a:gd name="connsiteX16" fmla="*/ 34070 w 71763"/>
                <a:gd name="connsiteY16" fmla="*/ 30634 h 204559"/>
                <a:gd name="connsiteX17" fmla="*/ 49816 w 71763"/>
                <a:gd name="connsiteY17" fmla="*/ 15359 h 204559"/>
                <a:gd name="connsiteX18" fmla="*/ 34070 w 71763"/>
                <a:gd name="connsiteY18" fmla="*/ 8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63" h="204559">
                  <a:moveTo>
                    <a:pt x="48302" y="66874"/>
                  </a:moveTo>
                  <a:lnTo>
                    <a:pt x="1368" y="83346"/>
                  </a:lnTo>
                  <a:lnTo>
                    <a:pt x="1368" y="87839"/>
                  </a:lnTo>
                  <a:lnTo>
                    <a:pt x="3790" y="87539"/>
                  </a:lnTo>
                  <a:cubicBezTo>
                    <a:pt x="7424" y="86940"/>
                    <a:pt x="11360" y="86641"/>
                    <a:pt x="14086" y="86641"/>
                  </a:cubicBezTo>
                  <a:cubicBezTo>
                    <a:pt x="21353" y="86641"/>
                    <a:pt x="24078" y="91433"/>
                    <a:pt x="24078" y="104611"/>
                  </a:cubicBezTo>
                  <a:lnTo>
                    <a:pt x="24078" y="174095"/>
                  </a:lnTo>
                  <a:cubicBezTo>
                    <a:pt x="24078" y="195659"/>
                    <a:pt x="21050" y="198954"/>
                    <a:pt x="157" y="200152"/>
                  </a:cubicBezTo>
                  <a:lnTo>
                    <a:pt x="157" y="204644"/>
                  </a:lnTo>
                  <a:lnTo>
                    <a:pt x="71920" y="204644"/>
                  </a:lnTo>
                  <a:lnTo>
                    <a:pt x="71920" y="200152"/>
                  </a:lnTo>
                  <a:cubicBezTo>
                    <a:pt x="51935" y="198654"/>
                    <a:pt x="49513" y="195659"/>
                    <a:pt x="49513" y="174095"/>
                  </a:cubicBezTo>
                  <a:lnTo>
                    <a:pt x="49513" y="67772"/>
                  </a:lnTo>
                  <a:lnTo>
                    <a:pt x="48302" y="66874"/>
                  </a:lnTo>
                  <a:close/>
                  <a:moveTo>
                    <a:pt x="34070" y="85"/>
                  </a:moveTo>
                  <a:cubicBezTo>
                    <a:pt x="25895" y="85"/>
                    <a:pt x="18930" y="6973"/>
                    <a:pt x="18930" y="15359"/>
                  </a:cubicBezTo>
                  <a:cubicBezTo>
                    <a:pt x="18930" y="23745"/>
                    <a:pt x="25592" y="30634"/>
                    <a:pt x="34070" y="30634"/>
                  </a:cubicBezTo>
                  <a:cubicBezTo>
                    <a:pt x="42851" y="30634"/>
                    <a:pt x="49816" y="24045"/>
                    <a:pt x="49816" y="15359"/>
                  </a:cubicBezTo>
                  <a:cubicBezTo>
                    <a:pt x="49816" y="6973"/>
                    <a:pt x="42851" y="85"/>
                    <a:pt x="34070" y="85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9786D4B-DAFE-8A56-7E9D-66B81C68B5E6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6816003" y="4724470"/>
              <a:ext cx="80544" cy="176406"/>
            </a:xfrm>
            <a:custGeom>
              <a:avLst/>
              <a:gdLst>
                <a:gd name="connsiteX0" fmla="*/ 73437 w 80544"/>
                <a:gd name="connsiteY0" fmla="*/ 38720 h 176406"/>
                <a:gd name="connsiteX1" fmla="*/ 42854 w 80544"/>
                <a:gd name="connsiteY1" fmla="*/ 38720 h 176406"/>
                <a:gd name="connsiteX2" fmla="*/ 42854 w 80544"/>
                <a:gd name="connsiteY2" fmla="*/ 3978 h 176406"/>
                <a:gd name="connsiteX3" fmla="*/ 40735 w 80544"/>
                <a:gd name="connsiteY3" fmla="*/ 85 h 176406"/>
                <a:gd name="connsiteX4" fmla="*/ 34679 w 80544"/>
                <a:gd name="connsiteY4" fmla="*/ 8471 h 176406"/>
                <a:gd name="connsiteX5" fmla="*/ 5307 w 80544"/>
                <a:gd name="connsiteY5" fmla="*/ 40517 h 176406"/>
                <a:gd name="connsiteX6" fmla="*/ 160 w 80544"/>
                <a:gd name="connsiteY6" fmla="*/ 46208 h 176406"/>
                <a:gd name="connsiteX7" fmla="*/ 1371 w 80544"/>
                <a:gd name="connsiteY7" fmla="*/ 48304 h 176406"/>
                <a:gd name="connsiteX8" fmla="*/ 17419 w 80544"/>
                <a:gd name="connsiteY8" fmla="*/ 48304 h 176406"/>
                <a:gd name="connsiteX9" fmla="*/ 17419 w 80544"/>
                <a:gd name="connsiteY9" fmla="*/ 138454 h 176406"/>
                <a:gd name="connsiteX10" fmla="*/ 44368 w 80544"/>
                <a:gd name="connsiteY10" fmla="*/ 176491 h 176406"/>
                <a:gd name="connsiteX11" fmla="*/ 80704 w 80544"/>
                <a:gd name="connsiteY11" fmla="*/ 153729 h 176406"/>
                <a:gd name="connsiteX12" fmla="*/ 76768 w 80544"/>
                <a:gd name="connsiteY12" fmla="*/ 150434 h 176406"/>
                <a:gd name="connsiteX13" fmla="*/ 58600 w 80544"/>
                <a:gd name="connsiteY13" fmla="*/ 160917 h 176406"/>
                <a:gd name="connsiteX14" fmla="*/ 42854 w 80544"/>
                <a:gd name="connsiteY14" fmla="*/ 133962 h 176406"/>
                <a:gd name="connsiteX15" fmla="*/ 42854 w 80544"/>
                <a:gd name="connsiteY15" fmla="*/ 48304 h 176406"/>
                <a:gd name="connsiteX16" fmla="*/ 73437 w 80544"/>
                <a:gd name="connsiteY16" fmla="*/ 48304 h 176406"/>
                <a:gd name="connsiteX17" fmla="*/ 73437 w 80544"/>
                <a:gd name="connsiteY17" fmla="*/ 38720 h 17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44" h="176406">
                  <a:moveTo>
                    <a:pt x="73437" y="38720"/>
                  </a:moveTo>
                  <a:lnTo>
                    <a:pt x="42854" y="38720"/>
                  </a:lnTo>
                  <a:lnTo>
                    <a:pt x="42854" y="3978"/>
                  </a:lnTo>
                  <a:cubicBezTo>
                    <a:pt x="42854" y="983"/>
                    <a:pt x="42551" y="85"/>
                    <a:pt x="40735" y="85"/>
                  </a:cubicBezTo>
                  <a:cubicBezTo>
                    <a:pt x="38615" y="2780"/>
                    <a:pt x="36798" y="5476"/>
                    <a:pt x="34679" y="8471"/>
                  </a:cubicBezTo>
                  <a:cubicBezTo>
                    <a:pt x="23172" y="24943"/>
                    <a:pt x="10152" y="39319"/>
                    <a:pt x="5307" y="40517"/>
                  </a:cubicBezTo>
                  <a:cubicBezTo>
                    <a:pt x="1976" y="42614"/>
                    <a:pt x="160" y="44710"/>
                    <a:pt x="160" y="46208"/>
                  </a:cubicBezTo>
                  <a:cubicBezTo>
                    <a:pt x="160" y="47106"/>
                    <a:pt x="462" y="47705"/>
                    <a:pt x="1371" y="48304"/>
                  </a:cubicBezTo>
                  <a:lnTo>
                    <a:pt x="17419" y="48304"/>
                  </a:lnTo>
                  <a:lnTo>
                    <a:pt x="17419" y="138454"/>
                  </a:lnTo>
                  <a:cubicBezTo>
                    <a:pt x="17419" y="163613"/>
                    <a:pt x="26503" y="176491"/>
                    <a:pt x="44368" y="176491"/>
                  </a:cubicBezTo>
                  <a:cubicBezTo>
                    <a:pt x="59205" y="176491"/>
                    <a:pt x="70712" y="169303"/>
                    <a:pt x="80704" y="153729"/>
                  </a:cubicBezTo>
                  <a:lnTo>
                    <a:pt x="76768" y="150434"/>
                  </a:lnTo>
                  <a:cubicBezTo>
                    <a:pt x="70409" y="157922"/>
                    <a:pt x="65261" y="160917"/>
                    <a:pt x="58600" y="160917"/>
                  </a:cubicBezTo>
                  <a:cubicBezTo>
                    <a:pt x="47396" y="160917"/>
                    <a:pt x="42854" y="152830"/>
                    <a:pt x="42854" y="133962"/>
                  </a:cubicBezTo>
                  <a:lnTo>
                    <a:pt x="42854" y="48304"/>
                  </a:lnTo>
                  <a:lnTo>
                    <a:pt x="73437" y="48304"/>
                  </a:lnTo>
                  <a:lnTo>
                    <a:pt x="73437" y="3872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943AC6A-A81B-6BAD-282A-80ED9B9623F1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6899282" y="4693322"/>
              <a:ext cx="144737" cy="204559"/>
            </a:xfrm>
            <a:custGeom>
              <a:avLst/>
              <a:gdLst>
                <a:gd name="connsiteX0" fmla="*/ 44977 w 144737"/>
                <a:gd name="connsiteY0" fmla="*/ 101915 h 204559"/>
                <a:gd name="connsiteX1" fmla="*/ 78587 w 144737"/>
                <a:gd name="connsiteY1" fmla="*/ 83047 h 204559"/>
                <a:gd name="connsiteX2" fmla="*/ 101297 w 144737"/>
                <a:gd name="connsiteY2" fmla="*/ 114794 h 204559"/>
                <a:gd name="connsiteX3" fmla="*/ 101297 w 144737"/>
                <a:gd name="connsiteY3" fmla="*/ 174095 h 204559"/>
                <a:gd name="connsiteX4" fmla="*/ 80707 w 144737"/>
                <a:gd name="connsiteY4" fmla="*/ 200152 h 204559"/>
                <a:gd name="connsiteX5" fmla="*/ 80707 w 144737"/>
                <a:gd name="connsiteY5" fmla="*/ 204644 h 204559"/>
                <a:gd name="connsiteX6" fmla="*/ 144900 w 144737"/>
                <a:gd name="connsiteY6" fmla="*/ 204644 h 204559"/>
                <a:gd name="connsiteX7" fmla="*/ 144900 w 144737"/>
                <a:gd name="connsiteY7" fmla="*/ 200152 h 204559"/>
                <a:gd name="connsiteX8" fmla="*/ 126732 w 144737"/>
                <a:gd name="connsiteY8" fmla="*/ 174095 h 204559"/>
                <a:gd name="connsiteX9" fmla="*/ 126732 w 144737"/>
                <a:gd name="connsiteY9" fmla="*/ 114494 h 204559"/>
                <a:gd name="connsiteX10" fmla="*/ 89488 w 144737"/>
                <a:gd name="connsiteY10" fmla="*/ 66874 h 204559"/>
                <a:gd name="connsiteX11" fmla="*/ 44977 w 144737"/>
                <a:gd name="connsiteY11" fmla="*/ 92032 h 204559"/>
                <a:gd name="connsiteX12" fmla="*/ 44977 w 144737"/>
                <a:gd name="connsiteY12" fmla="*/ 983 h 204559"/>
                <a:gd name="connsiteX13" fmla="*/ 43463 w 144737"/>
                <a:gd name="connsiteY13" fmla="*/ 85 h 204559"/>
                <a:gd name="connsiteX14" fmla="*/ 8641 w 144737"/>
                <a:gd name="connsiteY14" fmla="*/ 10867 h 204559"/>
                <a:gd name="connsiteX15" fmla="*/ 465 w 144737"/>
                <a:gd name="connsiteY15" fmla="*/ 13263 h 204559"/>
                <a:gd name="connsiteX16" fmla="*/ 465 w 144737"/>
                <a:gd name="connsiteY16" fmla="*/ 18055 h 204559"/>
                <a:gd name="connsiteX17" fmla="*/ 4099 w 144737"/>
                <a:gd name="connsiteY17" fmla="*/ 17755 h 204559"/>
                <a:gd name="connsiteX18" fmla="*/ 19541 w 144737"/>
                <a:gd name="connsiteY18" fmla="*/ 33030 h 204559"/>
                <a:gd name="connsiteX19" fmla="*/ 19541 w 144737"/>
                <a:gd name="connsiteY19" fmla="*/ 174095 h 204559"/>
                <a:gd name="connsiteX20" fmla="*/ 162 w 144737"/>
                <a:gd name="connsiteY20" fmla="*/ 200152 h 204559"/>
                <a:gd name="connsiteX21" fmla="*/ 162 w 144737"/>
                <a:gd name="connsiteY21" fmla="*/ 204644 h 204559"/>
                <a:gd name="connsiteX22" fmla="*/ 65567 w 144737"/>
                <a:gd name="connsiteY22" fmla="*/ 204644 h 204559"/>
                <a:gd name="connsiteX23" fmla="*/ 65567 w 144737"/>
                <a:gd name="connsiteY23" fmla="*/ 200152 h 204559"/>
                <a:gd name="connsiteX24" fmla="*/ 44977 w 144737"/>
                <a:gd name="connsiteY24" fmla="*/ 174095 h 204559"/>
                <a:gd name="connsiteX25" fmla="*/ 44977 w 144737"/>
                <a:gd name="connsiteY25" fmla="*/ 10191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737" h="204559">
                  <a:moveTo>
                    <a:pt x="44977" y="101915"/>
                  </a:moveTo>
                  <a:cubicBezTo>
                    <a:pt x="57694" y="88138"/>
                    <a:pt x="66778" y="83047"/>
                    <a:pt x="78587" y="83047"/>
                  </a:cubicBezTo>
                  <a:cubicBezTo>
                    <a:pt x="93727" y="83047"/>
                    <a:pt x="101297" y="93829"/>
                    <a:pt x="101297" y="114794"/>
                  </a:cubicBezTo>
                  <a:lnTo>
                    <a:pt x="101297" y="174095"/>
                  </a:lnTo>
                  <a:cubicBezTo>
                    <a:pt x="101297" y="194461"/>
                    <a:pt x="98269" y="198355"/>
                    <a:pt x="80707" y="200152"/>
                  </a:cubicBezTo>
                  <a:lnTo>
                    <a:pt x="80707" y="204644"/>
                  </a:lnTo>
                  <a:lnTo>
                    <a:pt x="144900" y="204644"/>
                  </a:lnTo>
                  <a:lnTo>
                    <a:pt x="144900" y="200152"/>
                  </a:lnTo>
                  <a:cubicBezTo>
                    <a:pt x="128549" y="197157"/>
                    <a:pt x="126732" y="194761"/>
                    <a:pt x="126732" y="174095"/>
                  </a:cubicBezTo>
                  <a:lnTo>
                    <a:pt x="126732" y="114494"/>
                  </a:lnTo>
                  <a:cubicBezTo>
                    <a:pt x="126732" y="83047"/>
                    <a:pt x="114015" y="66874"/>
                    <a:pt x="89488" y="66874"/>
                  </a:cubicBezTo>
                  <a:cubicBezTo>
                    <a:pt x="71623" y="66874"/>
                    <a:pt x="58905" y="74062"/>
                    <a:pt x="44977" y="92032"/>
                  </a:cubicBezTo>
                  <a:lnTo>
                    <a:pt x="44977" y="983"/>
                  </a:lnTo>
                  <a:lnTo>
                    <a:pt x="43463" y="85"/>
                  </a:lnTo>
                  <a:cubicBezTo>
                    <a:pt x="33167" y="3679"/>
                    <a:pt x="25597" y="6075"/>
                    <a:pt x="8641" y="10867"/>
                  </a:cubicBezTo>
                  <a:lnTo>
                    <a:pt x="465" y="13263"/>
                  </a:lnTo>
                  <a:lnTo>
                    <a:pt x="465" y="18055"/>
                  </a:lnTo>
                  <a:cubicBezTo>
                    <a:pt x="1676" y="17755"/>
                    <a:pt x="2585" y="17755"/>
                    <a:pt x="4099" y="17755"/>
                  </a:cubicBezTo>
                  <a:cubicBezTo>
                    <a:pt x="17119" y="17755"/>
                    <a:pt x="19541" y="20151"/>
                    <a:pt x="19541" y="33030"/>
                  </a:cubicBezTo>
                  <a:lnTo>
                    <a:pt x="19541" y="174095"/>
                  </a:lnTo>
                  <a:cubicBezTo>
                    <a:pt x="19541" y="195060"/>
                    <a:pt x="17725" y="197756"/>
                    <a:pt x="162" y="200152"/>
                  </a:cubicBezTo>
                  <a:lnTo>
                    <a:pt x="162" y="204644"/>
                  </a:lnTo>
                  <a:lnTo>
                    <a:pt x="65567" y="204644"/>
                  </a:lnTo>
                  <a:lnTo>
                    <a:pt x="65567" y="200152"/>
                  </a:lnTo>
                  <a:cubicBezTo>
                    <a:pt x="48005" y="198355"/>
                    <a:pt x="44977" y="194761"/>
                    <a:pt x="44977" y="174095"/>
                  </a:cubicBezTo>
                  <a:lnTo>
                    <a:pt x="44977" y="10191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A75ADD4-DAB2-7082-FE45-6736FD768F8F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7053369" y="4760110"/>
              <a:ext cx="229824" cy="137770"/>
            </a:xfrm>
            <a:custGeom>
              <a:avLst/>
              <a:gdLst>
                <a:gd name="connsiteX0" fmla="*/ 1076 w 229824"/>
                <a:gd name="connsiteY0" fmla="*/ 18654 h 137770"/>
                <a:gd name="connsiteX1" fmla="*/ 10765 w 229824"/>
                <a:gd name="connsiteY1" fmla="*/ 17456 h 137770"/>
                <a:gd name="connsiteX2" fmla="*/ 21363 w 229824"/>
                <a:gd name="connsiteY2" fmla="*/ 36624 h 137770"/>
                <a:gd name="connsiteX3" fmla="*/ 21363 w 229824"/>
                <a:gd name="connsiteY3" fmla="*/ 112398 h 137770"/>
                <a:gd name="connsiteX4" fmla="*/ 167 w 229824"/>
                <a:gd name="connsiteY4" fmla="*/ 133363 h 137770"/>
                <a:gd name="connsiteX5" fmla="*/ 167 w 229824"/>
                <a:gd name="connsiteY5" fmla="*/ 137855 h 137770"/>
                <a:gd name="connsiteX6" fmla="*/ 67389 w 229824"/>
                <a:gd name="connsiteY6" fmla="*/ 137855 h 137770"/>
                <a:gd name="connsiteX7" fmla="*/ 67389 w 229824"/>
                <a:gd name="connsiteY7" fmla="*/ 133363 h 137770"/>
                <a:gd name="connsiteX8" fmla="*/ 46798 w 229824"/>
                <a:gd name="connsiteY8" fmla="*/ 117789 h 137770"/>
                <a:gd name="connsiteX9" fmla="*/ 46798 w 229824"/>
                <a:gd name="connsiteY9" fmla="*/ 33329 h 137770"/>
                <a:gd name="connsiteX10" fmla="*/ 51340 w 229824"/>
                <a:gd name="connsiteY10" fmla="*/ 27639 h 137770"/>
                <a:gd name="connsiteX11" fmla="*/ 82529 w 229824"/>
                <a:gd name="connsiteY11" fmla="*/ 15659 h 137770"/>
                <a:gd name="connsiteX12" fmla="*/ 102513 w 229824"/>
                <a:gd name="connsiteY12" fmla="*/ 47106 h 137770"/>
                <a:gd name="connsiteX13" fmla="*/ 102513 w 229824"/>
                <a:gd name="connsiteY13" fmla="*/ 112098 h 137770"/>
                <a:gd name="connsiteX14" fmla="*/ 81923 w 229824"/>
                <a:gd name="connsiteY14" fmla="*/ 133363 h 137770"/>
                <a:gd name="connsiteX15" fmla="*/ 81923 w 229824"/>
                <a:gd name="connsiteY15" fmla="*/ 137855 h 137770"/>
                <a:gd name="connsiteX16" fmla="*/ 149750 w 229824"/>
                <a:gd name="connsiteY16" fmla="*/ 137855 h 137770"/>
                <a:gd name="connsiteX17" fmla="*/ 149750 w 229824"/>
                <a:gd name="connsiteY17" fmla="*/ 133363 h 137770"/>
                <a:gd name="connsiteX18" fmla="*/ 127948 w 229824"/>
                <a:gd name="connsiteY18" fmla="*/ 109403 h 137770"/>
                <a:gd name="connsiteX19" fmla="*/ 127948 w 229824"/>
                <a:gd name="connsiteY19" fmla="*/ 33928 h 137770"/>
                <a:gd name="connsiteX20" fmla="*/ 160953 w 229824"/>
                <a:gd name="connsiteY20" fmla="*/ 15659 h 137770"/>
                <a:gd name="connsiteX21" fmla="*/ 183663 w 229824"/>
                <a:gd name="connsiteY21" fmla="*/ 48604 h 137770"/>
                <a:gd name="connsiteX22" fmla="*/ 183663 w 229824"/>
                <a:gd name="connsiteY22" fmla="*/ 111799 h 137770"/>
                <a:gd name="connsiteX23" fmla="*/ 163679 w 229824"/>
                <a:gd name="connsiteY23" fmla="*/ 133363 h 137770"/>
                <a:gd name="connsiteX24" fmla="*/ 163679 w 229824"/>
                <a:gd name="connsiteY24" fmla="*/ 137855 h 137770"/>
                <a:gd name="connsiteX25" fmla="*/ 229992 w 229824"/>
                <a:gd name="connsiteY25" fmla="*/ 137855 h 137770"/>
                <a:gd name="connsiteX26" fmla="*/ 229992 w 229824"/>
                <a:gd name="connsiteY26" fmla="*/ 133363 h 137770"/>
                <a:gd name="connsiteX27" fmla="*/ 222119 w 229824"/>
                <a:gd name="connsiteY27" fmla="*/ 132764 h 137770"/>
                <a:gd name="connsiteX28" fmla="*/ 209098 w 229824"/>
                <a:gd name="connsiteY28" fmla="*/ 115093 h 137770"/>
                <a:gd name="connsiteX29" fmla="*/ 209098 w 229824"/>
                <a:gd name="connsiteY29" fmla="*/ 53396 h 137770"/>
                <a:gd name="connsiteX30" fmla="*/ 173974 w 229824"/>
                <a:gd name="connsiteY30" fmla="*/ 85 h 137770"/>
                <a:gd name="connsiteX31" fmla="*/ 124618 w 229824"/>
                <a:gd name="connsiteY31" fmla="*/ 25243 h 137770"/>
                <a:gd name="connsiteX32" fmla="*/ 92521 w 229824"/>
                <a:gd name="connsiteY32" fmla="*/ 85 h 137770"/>
                <a:gd name="connsiteX33" fmla="*/ 45587 w 229824"/>
                <a:gd name="connsiteY33" fmla="*/ 23146 h 137770"/>
                <a:gd name="connsiteX34" fmla="*/ 45587 w 229824"/>
                <a:gd name="connsiteY34" fmla="*/ 684 h 137770"/>
                <a:gd name="connsiteX35" fmla="*/ 43468 w 229824"/>
                <a:gd name="connsiteY35" fmla="*/ 85 h 137770"/>
                <a:gd name="connsiteX36" fmla="*/ 1076 w 229824"/>
                <a:gd name="connsiteY36" fmla="*/ 13562 h 137770"/>
                <a:gd name="connsiteX37" fmla="*/ 1076 w 229824"/>
                <a:gd name="connsiteY37" fmla="*/ 18654 h 1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824" h="137770">
                  <a:moveTo>
                    <a:pt x="1076" y="18654"/>
                  </a:moveTo>
                  <a:cubicBezTo>
                    <a:pt x="5012" y="17755"/>
                    <a:pt x="7434" y="17456"/>
                    <a:pt x="10765" y="17456"/>
                  </a:cubicBezTo>
                  <a:cubicBezTo>
                    <a:pt x="18638" y="17456"/>
                    <a:pt x="21363" y="22248"/>
                    <a:pt x="21363" y="36624"/>
                  </a:cubicBezTo>
                  <a:lnTo>
                    <a:pt x="21363" y="112398"/>
                  </a:lnTo>
                  <a:cubicBezTo>
                    <a:pt x="21363" y="128571"/>
                    <a:pt x="17124" y="133063"/>
                    <a:pt x="167" y="133363"/>
                  </a:cubicBezTo>
                  <a:lnTo>
                    <a:pt x="167" y="137855"/>
                  </a:lnTo>
                  <a:lnTo>
                    <a:pt x="67389" y="137855"/>
                  </a:lnTo>
                  <a:lnTo>
                    <a:pt x="67389" y="133363"/>
                  </a:lnTo>
                  <a:cubicBezTo>
                    <a:pt x="51340" y="132764"/>
                    <a:pt x="46798" y="129469"/>
                    <a:pt x="46798" y="117789"/>
                  </a:cubicBezTo>
                  <a:lnTo>
                    <a:pt x="46798" y="33329"/>
                  </a:lnTo>
                  <a:cubicBezTo>
                    <a:pt x="46798" y="32730"/>
                    <a:pt x="49221" y="29735"/>
                    <a:pt x="51340" y="27639"/>
                  </a:cubicBezTo>
                  <a:cubicBezTo>
                    <a:pt x="58910" y="20750"/>
                    <a:pt x="71931" y="15659"/>
                    <a:pt x="82529" y="15659"/>
                  </a:cubicBezTo>
                  <a:cubicBezTo>
                    <a:pt x="95852" y="15659"/>
                    <a:pt x="102513" y="26141"/>
                    <a:pt x="102513" y="47106"/>
                  </a:cubicBezTo>
                  <a:lnTo>
                    <a:pt x="102513" y="112098"/>
                  </a:lnTo>
                  <a:cubicBezTo>
                    <a:pt x="102513" y="128870"/>
                    <a:pt x="99182" y="132165"/>
                    <a:pt x="81923" y="133363"/>
                  </a:cubicBezTo>
                  <a:lnTo>
                    <a:pt x="81923" y="137855"/>
                  </a:lnTo>
                  <a:lnTo>
                    <a:pt x="149750" y="137855"/>
                  </a:lnTo>
                  <a:lnTo>
                    <a:pt x="149750" y="133363"/>
                  </a:lnTo>
                  <a:cubicBezTo>
                    <a:pt x="132490" y="133063"/>
                    <a:pt x="127948" y="127972"/>
                    <a:pt x="127948" y="109403"/>
                  </a:cubicBezTo>
                  <a:lnTo>
                    <a:pt x="127948" y="33928"/>
                  </a:lnTo>
                  <a:cubicBezTo>
                    <a:pt x="137032" y="21050"/>
                    <a:pt x="147025" y="15659"/>
                    <a:pt x="160953" y="15659"/>
                  </a:cubicBezTo>
                  <a:cubicBezTo>
                    <a:pt x="178213" y="15659"/>
                    <a:pt x="183663" y="23745"/>
                    <a:pt x="183663" y="48604"/>
                  </a:cubicBezTo>
                  <a:lnTo>
                    <a:pt x="183663" y="111799"/>
                  </a:lnTo>
                  <a:cubicBezTo>
                    <a:pt x="183663" y="128870"/>
                    <a:pt x="181241" y="131266"/>
                    <a:pt x="163679" y="133363"/>
                  </a:cubicBezTo>
                  <a:lnTo>
                    <a:pt x="163679" y="137855"/>
                  </a:lnTo>
                  <a:lnTo>
                    <a:pt x="229992" y="137855"/>
                  </a:lnTo>
                  <a:lnTo>
                    <a:pt x="229992" y="133363"/>
                  </a:lnTo>
                  <a:lnTo>
                    <a:pt x="222119" y="132764"/>
                  </a:lnTo>
                  <a:cubicBezTo>
                    <a:pt x="213035" y="132165"/>
                    <a:pt x="209098" y="126774"/>
                    <a:pt x="209098" y="115093"/>
                  </a:cubicBezTo>
                  <a:lnTo>
                    <a:pt x="209098" y="53396"/>
                  </a:lnTo>
                  <a:cubicBezTo>
                    <a:pt x="209098" y="18055"/>
                    <a:pt x="197289" y="85"/>
                    <a:pt x="173974" y="85"/>
                  </a:cubicBezTo>
                  <a:cubicBezTo>
                    <a:pt x="156411" y="85"/>
                    <a:pt x="140969" y="7872"/>
                    <a:pt x="124618" y="25243"/>
                  </a:cubicBezTo>
                  <a:cubicBezTo>
                    <a:pt x="119167" y="8171"/>
                    <a:pt x="108872" y="85"/>
                    <a:pt x="92521" y="85"/>
                  </a:cubicBezTo>
                  <a:cubicBezTo>
                    <a:pt x="79198" y="85"/>
                    <a:pt x="70719" y="4278"/>
                    <a:pt x="45587" y="23146"/>
                  </a:cubicBezTo>
                  <a:lnTo>
                    <a:pt x="45587" y="684"/>
                  </a:lnTo>
                  <a:lnTo>
                    <a:pt x="43468" y="85"/>
                  </a:lnTo>
                  <a:cubicBezTo>
                    <a:pt x="28025" y="5775"/>
                    <a:pt x="17730" y="9070"/>
                    <a:pt x="1076" y="13562"/>
                  </a:cubicBezTo>
                  <a:lnTo>
                    <a:pt x="1076" y="1865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87C55990-5E3D-84FC-60D4-EFF72B35B40E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7369747" y="4760110"/>
              <a:ext cx="133534" cy="140765"/>
            </a:xfrm>
            <a:custGeom>
              <a:avLst/>
              <a:gdLst>
                <a:gd name="connsiteX0" fmla="*/ 67096 w 133534"/>
                <a:gd name="connsiteY0" fmla="*/ 85 h 140765"/>
                <a:gd name="connsiteX1" fmla="*/ 178 w 133534"/>
                <a:gd name="connsiteY1" fmla="*/ 70168 h 140765"/>
                <a:gd name="connsiteX2" fmla="*/ 66490 w 133534"/>
                <a:gd name="connsiteY2" fmla="*/ 140850 h 140765"/>
                <a:gd name="connsiteX3" fmla="*/ 133712 w 133534"/>
                <a:gd name="connsiteY3" fmla="*/ 67772 h 140765"/>
                <a:gd name="connsiteX4" fmla="*/ 67096 w 133534"/>
                <a:gd name="connsiteY4" fmla="*/ 85 h 140765"/>
                <a:gd name="connsiteX5" fmla="*/ 63160 w 133534"/>
                <a:gd name="connsiteY5" fmla="*/ 8471 h 140765"/>
                <a:gd name="connsiteX6" fmla="*/ 106460 w 133534"/>
                <a:gd name="connsiteY6" fmla="*/ 78255 h 140765"/>
                <a:gd name="connsiteX7" fmla="*/ 70124 w 133534"/>
                <a:gd name="connsiteY7" fmla="*/ 132464 h 140765"/>
                <a:gd name="connsiteX8" fmla="*/ 40753 w 133534"/>
                <a:gd name="connsiteY8" fmla="*/ 113296 h 140765"/>
                <a:gd name="connsiteX9" fmla="*/ 27429 w 133534"/>
                <a:gd name="connsiteY9" fmla="*/ 55492 h 140765"/>
                <a:gd name="connsiteX10" fmla="*/ 63160 w 133534"/>
                <a:gd name="connsiteY10" fmla="*/ 8471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34" h="140765">
                  <a:moveTo>
                    <a:pt x="67096" y="85"/>
                  </a:moveTo>
                  <a:cubicBezTo>
                    <a:pt x="27732" y="85"/>
                    <a:pt x="178" y="28837"/>
                    <a:pt x="178" y="70168"/>
                  </a:cubicBezTo>
                  <a:cubicBezTo>
                    <a:pt x="178" y="110601"/>
                    <a:pt x="28338" y="140850"/>
                    <a:pt x="66490" y="140850"/>
                  </a:cubicBezTo>
                  <a:cubicBezTo>
                    <a:pt x="104643" y="140850"/>
                    <a:pt x="133712" y="109103"/>
                    <a:pt x="133712" y="67772"/>
                  </a:cubicBezTo>
                  <a:cubicBezTo>
                    <a:pt x="133712" y="28537"/>
                    <a:pt x="105854" y="85"/>
                    <a:pt x="67096" y="85"/>
                  </a:cubicBezTo>
                  <a:close/>
                  <a:moveTo>
                    <a:pt x="63160" y="8471"/>
                  </a:moveTo>
                  <a:cubicBezTo>
                    <a:pt x="88595" y="8471"/>
                    <a:pt x="106460" y="37223"/>
                    <a:pt x="106460" y="78255"/>
                  </a:cubicBezTo>
                  <a:cubicBezTo>
                    <a:pt x="106460" y="112098"/>
                    <a:pt x="92834" y="132464"/>
                    <a:pt x="70124" y="132464"/>
                  </a:cubicBezTo>
                  <a:cubicBezTo>
                    <a:pt x="58315" y="132464"/>
                    <a:pt x="47111" y="125276"/>
                    <a:pt x="40753" y="113296"/>
                  </a:cubicBezTo>
                  <a:cubicBezTo>
                    <a:pt x="32274" y="97722"/>
                    <a:pt x="27429" y="76757"/>
                    <a:pt x="27429" y="55492"/>
                  </a:cubicBezTo>
                  <a:cubicBezTo>
                    <a:pt x="27429" y="27040"/>
                    <a:pt x="41661" y="8471"/>
                    <a:pt x="63160" y="847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A4176E1-869E-8E6A-BC84-01831D37F556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7518989" y="4693322"/>
              <a:ext cx="109915" cy="204559"/>
            </a:xfrm>
            <a:custGeom>
              <a:avLst/>
              <a:gdLst>
                <a:gd name="connsiteX0" fmla="*/ 87691 w 109915"/>
                <a:gd name="connsiteY0" fmla="*/ 69869 h 204559"/>
                <a:gd name="connsiteX1" fmla="*/ 50447 w 109915"/>
                <a:gd name="connsiteY1" fmla="*/ 69869 h 204559"/>
                <a:gd name="connsiteX2" fmla="*/ 50447 w 109915"/>
                <a:gd name="connsiteY2" fmla="*/ 35126 h 204559"/>
                <a:gd name="connsiteX3" fmla="*/ 67707 w 109915"/>
                <a:gd name="connsiteY3" fmla="*/ 8471 h 204559"/>
                <a:gd name="connsiteX4" fmla="*/ 83755 w 109915"/>
                <a:gd name="connsiteY4" fmla="*/ 20151 h 204559"/>
                <a:gd name="connsiteX5" fmla="*/ 97381 w 109915"/>
                <a:gd name="connsiteY5" fmla="*/ 30933 h 204559"/>
                <a:gd name="connsiteX6" fmla="*/ 110099 w 109915"/>
                <a:gd name="connsiteY6" fmla="*/ 18654 h 204559"/>
                <a:gd name="connsiteX7" fmla="*/ 78607 w 109915"/>
                <a:gd name="connsiteY7" fmla="*/ 85 h 204559"/>
                <a:gd name="connsiteX8" fmla="*/ 35913 w 109915"/>
                <a:gd name="connsiteY8" fmla="*/ 21948 h 204559"/>
                <a:gd name="connsiteX9" fmla="*/ 25315 w 109915"/>
                <a:gd name="connsiteY9" fmla="*/ 69869 h 204559"/>
                <a:gd name="connsiteX10" fmla="*/ 485 w 109915"/>
                <a:gd name="connsiteY10" fmla="*/ 69869 h 204559"/>
                <a:gd name="connsiteX11" fmla="*/ 485 w 109915"/>
                <a:gd name="connsiteY11" fmla="*/ 79453 h 204559"/>
                <a:gd name="connsiteX12" fmla="*/ 25315 w 109915"/>
                <a:gd name="connsiteY12" fmla="*/ 79453 h 204559"/>
                <a:gd name="connsiteX13" fmla="*/ 25315 w 109915"/>
                <a:gd name="connsiteY13" fmla="*/ 173496 h 204559"/>
                <a:gd name="connsiteX14" fmla="*/ 183 w 109915"/>
                <a:gd name="connsiteY14" fmla="*/ 200152 h 204559"/>
                <a:gd name="connsiteX15" fmla="*/ 183 w 109915"/>
                <a:gd name="connsiteY15" fmla="*/ 204644 h 204559"/>
                <a:gd name="connsiteX16" fmla="*/ 78910 w 109915"/>
                <a:gd name="connsiteY16" fmla="*/ 204644 h 204559"/>
                <a:gd name="connsiteX17" fmla="*/ 78910 w 109915"/>
                <a:gd name="connsiteY17" fmla="*/ 200152 h 204559"/>
                <a:gd name="connsiteX18" fmla="*/ 50750 w 109915"/>
                <a:gd name="connsiteY18" fmla="*/ 173496 h 204559"/>
                <a:gd name="connsiteX19" fmla="*/ 50750 w 109915"/>
                <a:gd name="connsiteY19" fmla="*/ 79453 h 204559"/>
                <a:gd name="connsiteX20" fmla="*/ 87691 w 109915"/>
                <a:gd name="connsiteY20" fmla="*/ 79453 h 204559"/>
                <a:gd name="connsiteX21" fmla="*/ 87691 w 109915"/>
                <a:gd name="connsiteY21" fmla="*/ 69869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915" h="204559">
                  <a:moveTo>
                    <a:pt x="87691" y="69869"/>
                  </a:moveTo>
                  <a:lnTo>
                    <a:pt x="50447" y="69869"/>
                  </a:lnTo>
                  <a:lnTo>
                    <a:pt x="50447" y="35126"/>
                  </a:lnTo>
                  <a:cubicBezTo>
                    <a:pt x="50447" y="17755"/>
                    <a:pt x="56200" y="8471"/>
                    <a:pt x="67707" y="8471"/>
                  </a:cubicBezTo>
                  <a:cubicBezTo>
                    <a:pt x="74065" y="8471"/>
                    <a:pt x="78305" y="11466"/>
                    <a:pt x="83755" y="20151"/>
                  </a:cubicBezTo>
                  <a:cubicBezTo>
                    <a:pt x="88600" y="27938"/>
                    <a:pt x="92233" y="30933"/>
                    <a:pt x="97381" y="30933"/>
                  </a:cubicBezTo>
                  <a:cubicBezTo>
                    <a:pt x="104345" y="30933"/>
                    <a:pt x="110099" y="25542"/>
                    <a:pt x="110099" y="18654"/>
                  </a:cubicBezTo>
                  <a:cubicBezTo>
                    <a:pt x="110099" y="7872"/>
                    <a:pt x="96775" y="85"/>
                    <a:pt x="78607" y="85"/>
                  </a:cubicBezTo>
                  <a:cubicBezTo>
                    <a:pt x="59834" y="85"/>
                    <a:pt x="43786" y="8171"/>
                    <a:pt x="35913" y="21948"/>
                  </a:cubicBezTo>
                  <a:cubicBezTo>
                    <a:pt x="28040" y="35126"/>
                    <a:pt x="25618" y="45908"/>
                    <a:pt x="25315" y="69869"/>
                  </a:cubicBezTo>
                  <a:lnTo>
                    <a:pt x="485" y="69869"/>
                  </a:lnTo>
                  <a:lnTo>
                    <a:pt x="485" y="79453"/>
                  </a:lnTo>
                  <a:lnTo>
                    <a:pt x="25315" y="79453"/>
                  </a:lnTo>
                  <a:lnTo>
                    <a:pt x="25315" y="173496"/>
                  </a:lnTo>
                  <a:cubicBezTo>
                    <a:pt x="25315" y="195360"/>
                    <a:pt x="21984" y="198954"/>
                    <a:pt x="183" y="200152"/>
                  </a:cubicBezTo>
                  <a:lnTo>
                    <a:pt x="183" y="204644"/>
                  </a:lnTo>
                  <a:lnTo>
                    <a:pt x="78910" y="204644"/>
                  </a:lnTo>
                  <a:lnTo>
                    <a:pt x="78910" y="200152"/>
                  </a:lnTo>
                  <a:cubicBezTo>
                    <a:pt x="54081" y="199253"/>
                    <a:pt x="50750" y="195959"/>
                    <a:pt x="50750" y="173496"/>
                  </a:cubicBezTo>
                  <a:lnTo>
                    <a:pt x="50750" y="79453"/>
                  </a:lnTo>
                  <a:lnTo>
                    <a:pt x="87691" y="79453"/>
                  </a:lnTo>
                  <a:lnTo>
                    <a:pt x="87691" y="69869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ABA6542-6411-20CB-A503-A58658FFC294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7691034" y="4693322"/>
              <a:ext cx="140801" cy="207554"/>
            </a:xfrm>
            <a:custGeom>
              <a:avLst/>
              <a:gdLst>
                <a:gd name="connsiteX0" fmla="*/ 45608 w 140801"/>
                <a:gd name="connsiteY0" fmla="*/ 684 h 207554"/>
                <a:gd name="connsiteX1" fmla="*/ 44094 w 140801"/>
                <a:gd name="connsiteY1" fmla="*/ 85 h 207554"/>
                <a:gd name="connsiteX2" fmla="*/ 8969 w 140801"/>
                <a:gd name="connsiteY2" fmla="*/ 10867 h 207554"/>
                <a:gd name="connsiteX3" fmla="*/ 188 w 140801"/>
                <a:gd name="connsiteY3" fmla="*/ 13263 h 207554"/>
                <a:gd name="connsiteX4" fmla="*/ 188 w 140801"/>
                <a:gd name="connsiteY4" fmla="*/ 18055 h 207554"/>
                <a:gd name="connsiteX5" fmla="*/ 5336 w 140801"/>
                <a:gd name="connsiteY5" fmla="*/ 17755 h 207554"/>
                <a:gd name="connsiteX6" fmla="*/ 20173 w 140801"/>
                <a:gd name="connsiteY6" fmla="*/ 33030 h 207554"/>
                <a:gd name="connsiteX7" fmla="*/ 20173 w 140801"/>
                <a:gd name="connsiteY7" fmla="*/ 188471 h 207554"/>
                <a:gd name="connsiteX8" fmla="*/ 70135 w 140801"/>
                <a:gd name="connsiteY8" fmla="*/ 207639 h 207554"/>
                <a:gd name="connsiteX9" fmla="*/ 140990 w 140801"/>
                <a:gd name="connsiteY9" fmla="*/ 131865 h 207554"/>
                <a:gd name="connsiteX10" fmla="*/ 87697 w 140801"/>
                <a:gd name="connsiteY10" fmla="*/ 66874 h 207554"/>
                <a:gd name="connsiteX11" fmla="*/ 45608 w 140801"/>
                <a:gd name="connsiteY11" fmla="*/ 92331 h 207554"/>
                <a:gd name="connsiteX12" fmla="*/ 45608 w 140801"/>
                <a:gd name="connsiteY12" fmla="*/ 684 h 207554"/>
                <a:gd name="connsiteX13" fmla="*/ 45608 w 140801"/>
                <a:gd name="connsiteY13" fmla="*/ 108205 h 207554"/>
                <a:gd name="connsiteX14" fmla="*/ 75585 w 140801"/>
                <a:gd name="connsiteY14" fmla="*/ 85742 h 207554"/>
                <a:gd name="connsiteX15" fmla="*/ 114344 w 140801"/>
                <a:gd name="connsiteY15" fmla="*/ 145642 h 207554"/>
                <a:gd name="connsiteX16" fmla="*/ 74980 w 140801"/>
                <a:gd name="connsiteY16" fmla="*/ 198055 h 207554"/>
                <a:gd name="connsiteX17" fmla="*/ 45608 w 140801"/>
                <a:gd name="connsiteY17" fmla="*/ 183679 h 207554"/>
                <a:gd name="connsiteX18" fmla="*/ 45608 w 140801"/>
                <a:gd name="connsiteY18" fmla="*/ 108205 h 207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801" h="207554">
                  <a:moveTo>
                    <a:pt x="45608" y="684"/>
                  </a:moveTo>
                  <a:lnTo>
                    <a:pt x="44094" y="85"/>
                  </a:lnTo>
                  <a:cubicBezTo>
                    <a:pt x="31377" y="4577"/>
                    <a:pt x="23201" y="6973"/>
                    <a:pt x="8969" y="10867"/>
                  </a:cubicBezTo>
                  <a:lnTo>
                    <a:pt x="188" y="13263"/>
                  </a:lnTo>
                  <a:lnTo>
                    <a:pt x="188" y="18055"/>
                  </a:lnTo>
                  <a:cubicBezTo>
                    <a:pt x="2005" y="17755"/>
                    <a:pt x="3216" y="17755"/>
                    <a:pt x="5336" y="17755"/>
                  </a:cubicBezTo>
                  <a:cubicBezTo>
                    <a:pt x="17448" y="17755"/>
                    <a:pt x="20173" y="20451"/>
                    <a:pt x="20173" y="33030"/>
                  </a:cubicBezTo>
                  <a:lnTo>
                    <a:pt x="20173" y="188471"/>
                  </a:lnTo>
                  <a:cubicBezTo>
                    <a:pt x="20173" y="197756"/>
                    <a:pt x="45911" y="207639"/>
                    <a:pt x="70135" y="207639"/>
                  </a:cubicBezTo>
                  <a:cubicBezTo>
                    <a:pt x="110104" y="207639"/>
                    <a:pt x="140990" y="174694"/>
                    <a:pt x="140990" y="131865"/>
                  </a:cubicBezTo>
                  <a:cubicBezTo>
                    <a:pt x="140990" y="95027"/>
                    <a:pt x="117977" y="66874"/>
                    <a:pt x="87697" y="66874"/>
                  </a:cubicBezTo>
                  <a:cubicBezTo>
                    <a:pt x="69226" y="66874"/>
                    <a:pt x="51664" y="77656"/>
                    <a:pt x="45608" y="92331"/>
                  </a:cubicBezTo>
                  <a:lnTo>
                    <a:pt x="45608" y="684"/>
                  </a:lnTo>
                  <a:close/>
                  <a:moveTo>
                    <a:pt x="45608" y="108205"/>
                  </a:moveTo>
                  <a:cubicBezTo>
                    <a:pt x="45608" y="96524"/>
                    <a:pt x="59840" y="85742"/>
                    <a:pt x="75585" y="85742"/>
                  </a:cubicBezTo>
                  <a:cubicBezTo>
                    <a:pt x="99204" y="85742"/>
                    <a:pt x="114344" y="109103"/>
                    <a:pt x="114344" y="145642"/>
                  </a:cubicBezTo>
                  <a:cubicBezTo>
                    <a:pt x="114344" y="178887"/>
                    <a:pt x="99809" y="198055"/>
                    <a:pt x="74980" y="198055"/>
                  </a:cubicBezTo>
                  <a:cubicBezTo>
                    <a:pt x="59234" y="198055"/>
                    <a:pt x="45608" y="191167"/>
                    <a:pt x="45608" y="183679"/>
                  </a:cubicBezTo>
                  <a:lnTo>
                    <a:pt x="45608" y="10820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9E8F555-072F-AF2C-69A5-4E8D6E622DC5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7850874" y="4760110"/>
              <a:ext cx="133534" cy="140765"/>
            </a:xfrm>
            <a:custGeom>
              <a:avLst/>
              <a:gdLst>
                <a:gd name="connsiteX0" fmla="*/ 67112 w 133534"/>
                <a:gd name="connsiteY0" fmla="*/ 85 h 140765"/>
                <a:gd name="connsiteX1" fmla="*/ 193 w 133534"/>
                <a:gd name="connsiteY1" fmla="*/ 70168 h 140765"/>
                <a:gd name="connsiteX2" fmla="*/ 66506 w 133534"/>
                <a:gd name="connsiteY2" fmla="*/ 140850 h 140765"/>
                <a:gd name="connsiteX3" fmla="*/ 133728 w 133534"/>
                <a:gd name="connsiteY3" fmla="*/ 67772 h 140765"/>
                <a:gd name="connsiteX4" fmla="*/ 67112 w 133534"/>
                <a:gd name="connsiteY4" fmla="*/ 85 h 140765"/>
                <a:gd name="connsiteX5" fmla="*/ 63175 w 133534"/>
                <a:gd name="connsiteY5" fmla="*/ 8471 h 140765"/>
                <a:gd name="connsiteX6" fmla="*/ 106476 w 133534"/>
                <a:gd name="connsiteY6" fmla="*/ 78255 h 140765"/>
                <a:gd name="connsiteX7" fmla="*/ 70140 w 133534"/>
                <a:gd name="connsiteY7" fmla="*/ 132464 h 140765"/>
                <a:gd name="connsiteX8" fmla="*/ 40768 w 133534"/>
                <a:gd name="connsiteY8" fmla="*/ 113296 h 140765"/>
                <a:gd name="connsiteX9" fmla="*/ 27445 w 133534"/>
                <a:gd name="connsiteY9" fmla="*/ 55492 h 140765"/>
                <a:gd name="connsiteX10" fmla="*/ 63175 w 133534"/>
                <a:gd name="connsiteY10" fmla="*/ 8471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34" h="140765">
                  <a:moveTo>
                    <a:pt x="67112" y="85"/>
                  </a:moveTo>
                  <a:cubicBezTo>
                    <a:pt x="27748" y="85"/>
                    <a:pt x="193" y="28837"/>
                    <a:pt x="193" y="70168"/>
                  </a:cubicBezTo>
                  <a:cubicBezTo>
                    <a:pt x="193" y="110601"/>
                    <a:pt x="28354" y="140850"/>
                    <a:pt x="66506" y="140850"/>
                  </a:cubicBezTo>
                  <a:cubicBezTo>
                    <a:pt x="104659" y="140850"/>
                    <a:pt x="133728" y="109103"/>
                    <a:pt x="133728" y="67772"/>
                  </a:cubicBezTo>
                  <a:cubicBezTo>
                    <a:pt x="133728" y="28537"/>
                    <a:pt x="105870" y="85"/>
                    <a:pt x="67112" y="85"/>
                  </a:cubicBezTo>
                  <a:close/>
                  <a:moveTo>
                    <a:pt x="63175" y="8471"/>
                  </a:moveTo>
                  <a:cubicBezTo>
                    <a:pt x="88611" y="8471"/>
                    <a:pt x="106476" y="37223"/>
                    <a:pt x="106476" y="78255"/>
                  </a:cubicBezTo>
                  <a:cubicBezTo>
                    <a:pt x="106476" y="112098"/>
                    <a:pt x="92850" y="132464"/>
                    <a:pt x="70140" y="132464"/>
                  </a:cubicBezTo>
                  <a:cubicBezTo>
                    <a:pt x="58331" y="132464"/>
                    <a:pt x="47127" y="125276"/>
                    <a:pt x="40768" y="113296"/>
                  </a:cubicBezTo>
                  <a:cubicBezTo>
                    <a:pt x="32290" y="97722"/>
                    <a:pt x="27445" y="76757"/>
                    <a:pt x="27445" y="55492"/>
                  </a:cubicBezTo>
                  <a:cubicBezTo>
                    <a:pt x="27445" y="27040"/>
                    <a:pt x="41677" y="8471"/>
                    <a:pt x="63175" y="847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C26CADD-CE84-92A1-5390-5004F08B1BEB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7997996" y="4724470"/>
              <a:ext cx="80544" cy="176406"/>
            </a:xfrm>
            <a:custGeom>
              <a:avLst/>
              <a:gdLst>
                <a:gd name="connsiteX0" fmla="*/ 73476 w 80544"/>
                <a:gd name="connsiteY0" fmla="*/ 38720 h 176406"/>
                <a:gd name="connsiteX1" fmla="*/ 42893 w 80544"/>
                <a:gd name="connsiteY1" fmla="*/ 38720 h 176406"/>
                <a:gd name="connsiteX2" fmla="*/ 42893 w 80544"/>
                <a:gd name="connsiteY2" fmla="*/ 3978 h 176406"/>
                <a:gd name="connsiteX3" fmla="*/ 40773 w 80544"/>
                <a:gd name="connsiteY3" fmla="*/ 85 h 176406"/>
                <a:gd name="connsiteX4" fmla="*/ 34717 w 80544"/>
                <a:gd name="connsiteY4" fmla="*/ 8471 h 176406"/>
                <a:gd name="connsiteX5" fmla="*/ 5346 w 80544"/>
                <a:gd name="connsiteY5" fmla="*/ 40517 h 176406"/>
                <a:gd name="connsiteX6" fmla="*/ 198 w 80544"/>
                <a:gd name="connsiteY6" fmla="*/ 46208 h 176406"/>
                <a:gd name="connsiteX7" fmla="*/ 1409 w 80544"/>
                <a:gd name="connsiteY7" fmla="*/ 48304 h 176406"/>
                <a:gd name="connsiteX8" fmla="*/ 17458 w 80544"/>
                <a:gd name="connsiteY8" fmla="*/ 48304 h 176406"/>
                <a:gd name="connsiteX9" fmla="*/ 17458 w 80544"/>
                <a:gd name="connsiteY9" fmla="*/ 138454 h 176406"/>
                <a:gd name="connsiteX10" fmla="*/ 44407 w 80544"/>
                <a:gd name="connsiteY10" fmla="*/ 176491 h 176406"/>
                <a:gd name="connsiteX11" fmla="*/ 80743 w 80544"/>
                <a:gd name="connsiteY11" fmla="*/ 153729 h 176406"/>
                <a:gd name="connsiteX12" fmla="*/ 76806 w 80544"/>
                <a:gd name="connsiteY12" fmla="*/ 150434 h 176406"/>
                <a:gd name="connsiteX13" fmla="*/ 58638 w 80544"/>
                <a:gd name="connsiteY13" fmla="*/ 160917 h 176406"/>
                <a:gd name="connsiteX14" fmla="*/ 42893 w 80544"/>
                <a:gd name="connsiteY14" fmla="*/ 133962 h 176406"/>
                <a:gd name="connsiteX15" fmla="*/ 42893 w 80544"/>
                <a:gd name="connsiteY15" fmla="*/ 48304 h 176406"/>
                <a:gd name="connsiteX16" fmla="*/ 73476 w 80544"/>
                <a:gd name="connsiteY16" fmla="*/ 48304 h 176406"/>
                <a:gd name="connsiteX17" fmla="*/ 73476 w 80544"/>
                <a:gd name="connsiteY17" fmla="*/ 38720 h 17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44" h="176406">
                  <a:moveTo>
                    <a:pt x="73476" y="38720"/>
                  </a:moveTo>
                  <a:lnTo>
                    <a:pt x="42893" y="38720"/>
                  </a:lnTo>
                  <a:lnTo>
                    <a:pt x="42893" y="3978"/>
                  </a:lnTo>
                  <a:cubicBezTo>
                    <a:pt x="42893" y="983"/>
                    <a:pt x="42590" y="85"/>
                    <a:pt x="40773" y="85"/>
                  </a:cubicBezTo>
                  <a:cubicBezTo>
                    <a:pt x="38654" y="2780"/>
                    <a:pt x="36837" y="5476"/>
                    <a:pt x="34717" y="8471"/>
                  </a:cubicBezTo>
                  <a:cubicBezTo>
                    <a:pt x="23211" y="24943"/>
                    <a:pt x="10191" y="39319"/>
                    <a:pt x="5346" y="40517"/>
                  </a:cubicBezTo>
                  <a:cubicBezTo>
                    <a:pt x="2015" y="42614"/>
                    <a:pt x="198" y="44710"/>
                    <a:pt x="198" y="46208"/>
                  </a:cubicBezTo>
                  <a:cubicBezTo>
                    <a:pt x="198" y="47106"/>
                    <a:pt x="501" y="47705"/>
                    <a:pt x="1409" y="48304"/>
                  </a:cubicBezTo>
                  <a:lnTo>
                    <a:pt x="17458" y="48304"/>
                  </a:lnTo>
                  <a:lnTo>
                    <a:pt x="17458" y="138454"/>
                  </a:lnTo>
                  <a:cubicBezTo>
                    <a:pt x="17458" y="163613"/>
                    <a:pt x="26542" y="176491"/>
                    <a:pt x="44407" y="176491"/>
                  </a:cubicBezTo>
                  <a:cubicBezTo>
                    <a:pt x="59244" y="176491"/>
                    <a:pt x="70750" y="169303"/>
                    <a:pt x="80743" y="153729"/>
                  </a:cubicBezTo>
                  <a:lnTo>
                    <a:pt x="76806" y="150434"/>
                  </a:lnTo>
                  <a:cubicBezTo>
                    <a:pt x="70448" y="157922"/>
                    <a:pt x="65300" y="160917"/>
                    <a:pt x="58638" y="160917"/>
                  </a:cubicBezTo>
                  <a:cubicBezTo>
                    <a:pt x="47435" y="160917"/>
                    <a:pt x="42893" y="152830"/>
                    <a:pt x="42893" y="133962"/>
                  </a:cubicBezTo>
                  <a:lnTo>
                    <a:pt x="42893" y="48304"/>
                  </a:lnTo>
                  <a:lnTo>
                    <a:pt x="73476" y="48304"/>
                  </a:lnTo>
                  <a:lnTo>
                    <a:pt x="73476" y="3872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C29D2C-8069-274E-15F2-999A28270B85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8081276" y="4693322"/>
              <a:ext cx="144737" cy="204559"/>
            </a:xfrm>
            <a:custGeom>
              <a:avLst/>
              <a:gdLst>
                <a:gd name="connsiteX0" fmla="*/ 45015 w 144737"/>
                <a:gd name="connsiteY0" fmla="*/ 101915 h 204559"/>
                <a:gd name="connsiteX1" fmla="*/ 78626 w 144737"/>
                <a:gd name="connsiteY1" fmla="*/ 83047 h 204559"/>
                <a:gd name="connsiteX2" fmla="*/ 101336 w 144737"/>
                <a:gd name="connsiteY2" fmla="*/ 114794 h 204559"/>
                <a:gd name="connsiteX3" fmla="*/ 101336 w 144737"/>
                <a:gd name="connsiteY3" fmla="*/ 174095 h 204559"/>
                <a:gd name="connsiteX4" fmla="*/ 80746 w 144737"/>
                <a:gd name="connsiteY4" fmla="*/ 200152 h 204559"/>
                <a:gd name="connsiteX5" fmla="*/ 80746 w 144737"/>
                <a:gd name="connsiteY5" fmla="*/ 204644 h 204559"/>
                <a:gd name="connsiteX6" fmla="*/ 144939 w 144737"/>
                <a:gd name="connsiteY6" fmla="*/ 204644 h 204559"/>
                <a:gd name="connsiteX7" fmla="*/ 144939 w 144737"/>
                <a:gd name="connsiteY7" fmla="*/ 200152 h 204559"/>
                <a:gd name="connsiteX8" fmla="*/ 126771 w 144737"/>
                <a:gd name="connsiteY8" fmla="*/ 174095 h 204559"/>
                <a:gd name="connsiteX9" fmla="*/ 126771 w 144737"/>
                <a:gd name="connsiteY9" fmla="*/ 114494 h 204559"/>
                <a:gd name="connsiteX10" fmla="*/ 89527 w 144737"/>
                <a:gd name="connsiteY10" fmla="*/ 66874 h 204559"/>
                <a:gd name="connsiteX11" fmla="*/ 45015 w 144737"/>
                <a:gd name="connsiteY11" fmla="*/ 92032 h 204559"/>
                <a:gd name="connsiteX12" fmla="*/ 45015 w 144737"/>
                <a:gd name="connsiteY12" fmla="*/ 983 h 204559"/>
                <a:gd name="connsiteX13" fmla="*/ 43501 w 144737"/>
                <a:gd name="connsiteY13" fmla="*/ 85 h 204559"/>
                <a:gd name="connsiteX14" fmla="*/ 8679 w 144737"/>
                <a:gd name="connsiteY14" fmla="*/ 10867 h 204559"/>
                <a:gd name="connsiteX15" fmla="*/ 504 w 144737"/>
                <a:gd name="connsiteY15" fmla="*/ 13263 h 204559"/>
                <a:gd name="connsiteX16" fmla="*/ 504 w 144737"/>
                <a:gd name="connsiteY16" fmla="*/ 18055 h 204559"/>
                <a:gd name="connsiteX17" fmla="*/ 4137 w 144737"/>
                <a:gd name="connsiteY17" fmla="*/ 17755 h 204559"/>
                <a:gd name="connsiteX18" fmla="*/ 19580 w 144737"/>
                <a:gd name="connsiteY18" fmla="*/ 33030 h 204559"/>
                <a:gd name="connsiteX19" fmla="*/ 19580 w 144737"/>
                <a:gd name="connsiteY19" fmla="*/ 174095 h 204559"/>
                <a:gd name="connsiteX20" fmla="*/ 201 w 144737"/>
                <a:gd name="connsiteY20" fmla="*/ 200152 h 204559"/>
                <a:gd name="connsiteX21" fmla="*/ 201 w 144737"/>
                <a:gd name="connsiteY21" fmla="*/ 204644 h 204559"/>
                <a:gd name="connsiteX22" fmla="*/ 65606 w 144737"/>
                <a:gd name="connsiteY22" fmla="*/ 204644 h 204559"/>
                <a:gd name="connsiteX23" fmla="*/ 65606 w 144737"/>
                <a:gd name="connsiteY23" fmla="*/ 200152 h 204559"/>
                <a:gd name="connsiteX24" fmla="*/ 45015 w 144737"/>
                <a:gd name="connsiteY24" fmla="*/ 174095 h 204559"/>
                <a:gd name="connsiteX25" fmla="*/ 45015 w 144737"/>
                <a:gd name="connsiteY25" fmla="*/ 10191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737" h="204559">
                  <a:moveTo>
                    <a:pt x="45015" y="101915"/>
                  </a:moveTo>
                  <a:cubicBezTo>
                    <a:pt x="57733" y="88138"/>
                    <a:pt x="66817" y="83047"/>
                    <a:pt x="78626" y="83047"/>
                  </a:cubicBezTo>
                  <a:cubicBezTo>
                    <a:pt x="93766" y="83047"/>
                    <a:pt x="101336" y="93829"/>
                    <a:pt x="101336" y="114794"/>
                  </a:cubicBezTo>
                  <a:lnTo>
                    <a:pt x="101336" y="174095"/>
                  </a:lnTo>
                  <a:cubicBezTo>
                    <a:pt x="101336" y="194461"/>
                    <a:pt x="98308" y="198355"/>
                    <a:pt x="80746" y="200152"/>
                  </a:cubicBezTo>
                  <a:lnTo>
                    <a:pt x="80746" y="204644"/>
                  </a:lnTo>
                  <a:lnTo>
                    <a:pt x="144939" y="204644"/>
                  </a:lnTo>
                  <a:lnTo>
                    <a:pt x="144939" y="200152"/>
                  </a:lnTo>
                  <a:cubicBezTo>
                    <a:pt x="128588" y="197157"/>
                    <a:pt x="126771" y="194761"/>
                    <a:pt x="126771" y="174095"/>
                  </a:cubicBezTo>
                  <a:lnTo>
                    <a:pt x="126771" y="114494"/>
                  </a:lnTo>
                  <a:cubicBezTo>
                    <a:pt x="126771" y="83047"/>
                    <a:pt x="114053" y="66874"/>
                    <a:pt x="89527" y="66874"/>
                  </a:cubicBezTo>
                  <a:cubicBezTo>
                    <a:pt x="71662" y="66874"/>
                    <a:pt x="58944" y="74062"/>
                    <a:pt x="45015" y="92032"/>
                  </a:cubicBezTo>
                  <a:lnTo>
                    <a:pt x="45015" y="983"/>
                  </a:lnTo>
                  <a:lnTo>
                    <a:pt x="43501" y="85"/>
                  </a:lnTo>
                  <a:cubicBezTo>
                    <a:pt x="33206" y="3679"/>
                    <a:pt x="25636" y="6075"/>
                    <a:pt x="8679" y="10867"/>
                  </a:cubicBezTo>
                  <a:lnTo>
                    <a:pt x="504" y="13263"/>
                  </a:lnTo>
                  <a:lnTo>
                    <a:pt x="504" y="18055"/>
                  </a:lnTo>
                  <a:cubicBezTo>
                    <a:pt x="1715" y="17755"/>
                    <a:pt x="2623" y="17755"/>
                    <a:pt x="4137" y="17755"/>
                  </a:cubicBezTo>
                  <a:cubicBezTo>
                    <a:pt x="17158" y="17755"/>
                    <a:pt x="19580" y="20151"/>
                    <a:pt x="19580" y="33030"/>
                  </a:cubicBezTo>
                  <a:lnTo>
                    <a:pt x="19580" y="174095"/>
                  </a:lnTo>
                  <a:cubicBezTo>
                    <a:pt x="19580" y="195060"/>
                    <a:pt x="17763" y="197756"/>
                    <a:pt x="201" y="200152"/>
                  </a:cubicBezTo>
                  <a:lnTo>
                    <a:pt x="201" y="204644"/>
                  </a:lnTo>
                  <a:lnTo>
                    <a:pt x="65606" y="204644"/>
                  </a:lnTo>
                  <a:lnTo>
                    <a:pt x="65606" y="200152"/>
                  </a:lnTo>
                  <a:cubicBezTo>
                    <a:pt x="48043" y="198355"/>
                    <a:pt x="45015" y="194761"/>
                    <a:pt x="45015" y="174095"/>
                  </a:cubicBezTo>
                  <a:lnTo>
                    <a:pt x="45015" y="10191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B9BA981-B76C-FCB3-580B-A2E77E770570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8321944" y="4760410"/>
              <a:ext cx="89931" cy="140466"/>
            </a:xfrm>
            <a:custGeom>
              <a:avLst/>
              <a:gdLst>
                <a:gd name="connsiteX0" fmla="*/ 80147 w 89931"/>
                <a:gd name="connsiteY0" fmla="*/ 43512 h 140466"/>
                <a:gd name="connsiteX1" fmla="*/ 78936 w 89931"/>
                <a:gd name="connsiteY1" fmla="*/ 2780 h 140466"/>
                <a:gd name="connsiteX2" fmla="*/ 75605 w 89931"/>
                <a:gd name="connsiteY2" fmla="*/ 2780 h 140466"/>
                <a:gd name="connsiteX3" fmla="*/ 75000 w 89931"/>
                <a:gd name="connsiteY3" fmla="*/ 3379 h 140466"/>
                <a:gd name="connsiteX4" fmla="*/ 70761 w 89931"/>
                <a:gd name="connsiteY4" fmla="*/ 5775 h 140466"/>
                <a:gd name="connsiteX5" fmla="*/ 62585 w 89931"/>
                <a:gd name="connsiteY5" fmla="*/ 3679 h 140466"/>
                <a:gd name="connsiteX6" fmla="*/ 41389 w 89931"/>
                <a:gd name="connsiteY6" fmla="*/ 85 h 140466"/>
                <a:gd name="connsiteX7" fmla="*/ 209 w 89931"/>
                <a:gd name="connsiteY7" fmla="*/ 36923 h 140466"/>
                <a:gd name="connsiteX8" fmla="*/ 35636 w 89931"/>
                <a:gd name="connsiteY8" fmla="*/ 80052 h 140466"/>
                <a:gd name="connsiteX9" fmla="*/ 53198 w 89931"/>
                <a:gd name="connsiteY9" fmla="*/ 89935 h 140466"/>
                <a:gd name="connsiteX10" fmla="*/ 68944 w 89931"/>
                <a:gd name="connsiteY10" fmla="*/ 112398 h 140466"/>
                <a:gd name="connsiteX11" fmla="*/ 43812 w 89931"/>
                <a:gd name="connsiteY11" fmla="*/ 133962 h 140466"/>
                <a:gd name="connsiteX12" fmla="*/ 18376 w 89931"/>
                <a:gd name="connsiteY12" fmla="*/ 123479 h 140466"/>
                <a:gd name="connsiteX13" fmla="*/ 5356 w 89931"/>
                <a:gd name="connsiteY13" fmla="*/ 92032 h 140466"/>
                <a:gd name="connsiteX14" fmla="*/ 511 w 89931"/>
                <a:gd name="connsiteY14" fmla="*/ 92032 h 140466"/>
                <a:gd name="connsiteX15" fmla="*/ 511 w 89931"/>
                <a:gd name="connsiteY15" fmla="*/ 138754 h 140466"/>
                <a:gd name="connsiteX16" fmla="*/ 4448 w 89931"/>
                <a:gd name="connsiteY16" fmla="*/ 138754 h 140466"/>
                <a:gd name="connsiteX17" fmla="*/ 11412 w 89931"/>
                <a:gd name="connsiteY17" fmla="*/ 135160 h 140466"/>
                <a:gd name="connsiteX18" fmla="*/ 25341 w 89931"/>
                <a:gd name="connsiteY18" fmla="*/ 137556 h 140466"/>
                <a:gd name="connsiteX19" fmla="*/ 47445 w 89931"/>
                <a:gd name="connsiteY19" fmla="*/ 140551 h 140466"/>
                <a:gd name="connsiteX20" fmla="*/ 90140 w 89931"/>
                <a:gd name="connsiteY20" fmla="*/ 102215 h 140466"/>
                <a:gd name="connsiteX21" fmla="*/ 64705 w 89931"/>
                <a:gd name="connsiteY21" fmla="*/ 66574 h 140466"/>
                <a:gd name="connsiteX22" fmla="*/ 32002 w 89931"/>
                <a:gd name="connsiteY22" fmla="*/ 47406 h 140466"/>
                <a:gd name="connsiteX23" fmla="*/ 18982 w 89931"/>
                <a:gd name="connsiteY23" fmla="*/ 27040 h 140466"/>
                <a:gd name="connsiteX24" fmla="*/ 42298 w 89931"/>
                <a:gd name="connsiteY24" fmla="*/ 6674 h 140466"/>
                <a:gd name="connsiteX25" fmla="*/ 75605 w 89931"/>
                <a:gd name="connsiteY25" fmla="*/ 43512 h 140466"/>
                <a:gd name="connsiteX26" fmla="*/ 80147 w 89931"/>
                <a:gd name="connsiteY26" fmla="*/ 43512 h 14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31" h="140466">
                  <a:moveTo>
                    <a:pt x="80147" y="43512"/>
                  </a:moveTo>
                  <a:lnTo>
                    <a:pt x="78936" y="2780"/>
                  </a:lnTo>
                  <a:lnTo>
                    <a:pt x="75605" y="2780"/>
                  </a:lnTo>
                  <a:lnTo>
                    <a:pt x="75000" y="3379"/>
                  </a:lnTo>
                  <a:cubicBezTo>
                    <a:pt x="72275" y="5476"/>
                    <a:pt x="71972" y="5775"/>
                    <a:pt x="70761" y="5775"/>
                  </a:cubicBezTo>
                  <a:cubicBezTo>
                    <a:pt x="68944" y="5775"/>
                    <a:pt x="65916" y="5176"/>
                    <a:pt x="62585" y="3679"/>
                  </a:cubicBezTo>
                  <a:cubicBezTo>
                    <a:pt x="55924" y="1283"/>
                    <a:pt x="49262" y="85"/>
                    <a:pt x="41389" y="85"/>
                  </a:cubicBezTo>
                  <a:cubicBezTo>
                    <a:pt x="17468" y="85"/>
                    <a:pt x="209" y="15359"/>
                    <a:pt x="209" y="36923"/>
                  </a:cubicBezTo>
                  <a:cubicBezTo>
                    <a:pt x="209" y="53695"/>
                    <a:pt x="9898" y="65676"/>
                    <a:pt x="35636" y="80052"/>
                  </a:cubicBezTo>
                  <a:lnTo>
                    <a:pt x="53198" y="89935"/>
                  </a:lnTo>
                  <a:cubicBezTo>
                    <a:pt x="63796" y="95925"/>
                    <a:pt x="68944" y="103113"/>
                    <a:pt x="68944" y="112398"/>
                  </a:cubicBezTo>
                  <a:cubicBezTo>
                    <a:pt x="68944" y="125576"/>
                    <a:pt x="59254" y="133962"/>
                    <a:pt x="43812" y="133962"/>
                  </a:cubicBezTo>
                  <a:cubicBezTo>
                    <a:pt x="33516" y="133962"/>
                    <a:pt x="24130" y="130068"/>
                    <a:pt x="18376" y="123479"/>
                  </a:cubicBezTo>
                  <a:cubicBezTo>
                    <a:pt x="12018" y="115992"/>
                    <a:pt x="9293" y="109103"/>
                    <a:pt x="5356" y="92032"/>
                  </a:cubicBezTo>
                  <a:lnTo>
                    <a:pt x="511" y="92032"/>
                  </a:lnTo>
                  <a:lnTo>
                    <a:pt x="511" y="138754"/>
                  </a:lnTo>
                  <a:lnTo>
                    <a:pt x="4448" y="138754"/>
                  </a:lnTo>
                  <a:cubicBezTo>
                    <a:pt x="6567" y="135759"/>
                    <a:pt x="7779" y="135160"/>
                    <a:pt x="11412" y="135160"/>
                  </a:cubicBezTo>
                  <a:cubicBezTo>
                    <a:pt x="14137" y="135160"/>
                    <a:pt x="18376" y="135759"/>
                    <a:pt x="25341" y="137556"/>
                  </a:cubicBezTo>
                  <a:cubicBezTo>
                    <a:pt x="33819" y="139353"/>
                    <a:pt x="41995" y="140551"/>
                    <a:pt x="47445" y="140551"/>
                  </a:cubicBezTo>
                  <a:cubicBezTo>
                    <a:pt x="70761" y="140551"/>
                    <a:pt x="90140" y="123180"/>
                    <a:pt x="90140" y="102215"/>
                  </a:cubicBezTo>
                  <a:cubicBezTo>
                    <a:pt x="90140" y="87240"/>
                    <a:pt x="82873" y="77356"/>
                    <a:pt x="64705" y="66574"/>
                  </a:cubicBezTo>
                  <a:lnTo>
                    <a:pt x="32002" y="47406"/>
                  </a:lnTo>
                  <a:cubicBezTo>
                    <a:pt x="23524" y="42614"/>
                    <a:pt x="18982" y="35126"/>
                    <a:pt x="18982" y="27040"/>
                  </a:cubicBezTo>
                  <a:cubicBezTo>
                    <a:pt x="18982" y="15060"/>
                    <a:pt x="28369" y="6674"/>
                    <a:pt x="42298" y="6674"/>
                  </a:cubicBezTo>
                  <a:cubicBezTo>
                    <a:pt x="59557" y="6674"/>
                    <a:pt x="68641" y="16857"/>
                    <a:pt x="75605" y="43512"/>
                  </a:cubicBezTo>
                  <a:lnTo>
                    <a:pt x="80147" y="4351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120188B-8839-1054-42DD-809E97B47F38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8429574" y="4693322"/>
              <a:ext cx="71763" cy="204559"/>
            </a:xfrm>
            <a:custGeom>
              <a:avLst/>
              <a:gdLst>
                <a:gd name="connsiteX0" fmla="*/ 48357 w 71763"/>
                <a:gd name="connsiteY0" fmla="*/ 66874 h 204559"/>
                <a:gd name="connsiteX1" fmla="*/ 1424 w 71763"/>
                <a:gd name="connsiteY1" fmla="*/ 83346 h 204559"/>
                <a:gd name="connsiteX2" fmla="*/ 1424 w 71763"/>
                <a:gd name="connsiteY2" fmla="*/ 87839 h 204559"/>
                <a:gd name="connsiteX3" fmla="*/ 3846 w 71763"/>
                <a:gd name="connsiteY3" fmla="*/ 87539 h 204559"/>
                <a:gd name="connsiteX4" fmla="*/ 14141 w 71763"/>
                <a:gd name="connsiteY4" fmla="*/ 86641 h 204559"/>
                <a:gd name="connsiteX5" fmla="*/ 24134 w 71763"/>
                <a:gd name="connsiteY5" fmla="*/ 104611 h 204559"/>
                <a:gd name="connsiteX6" fmla="*/ 24134 w 71763"/>
                <a:gd name="connsiteY6" fmla="*/ 174095 h 204559"/>
                <a:gd name="connsiteX7" fmla="*/ 212 w 71763"/>
                <a:gd name="connsiteY7" fmla="*/ 200152 h 204559"/>
                <a:gd name="connsiteX8" fmla="*/ 212 w 71763"/>
                <a:gd name="connsiteY8" fmla="*/ 204644 h 204559"/>
                <a:gd name="connsiteX9" fmla="*/ 71976 w 71763"/>
                <a:gd name="connsiteY9" fmla="*/ 204644 h 204559"/>
                <a:gd name="connsiteX10" fmla="*/ 71976 w 71763"/>
                <a:gd name="connsiteY10" fmla="*/ 200152 h 204559"/>
                <a:gd name="connsiteX11" fmla="*/ 49569 w 71763"/>
                <a:gd name="connsiteY11" fmla="*/ 174095 h 204559"/>
                <a:gd name="connsiteX12" fmla="*/ 49569 w 71763"/>
                <a:gd name="connsiteY12" fmla="*/ 67772 h 204559"/>
                <a:gd name="connsiteX13" fmla="*/ 48357 w 71763"/>
                <a:gd name="connsiteY13" fmla="*/ 66874 h 204559"/>
                <a:gd name="connsiteX14" fmla="*/ 34126 w 71763"/>
                <a:gd name="connsiteY14" fmla="*/ 85 h 204559"/>
                <a:gd name="connsiteX15" fmla="*/ 18986 w 71763"/>
                <a:gd name="connsiteY15" fmla="*/ 15359 h 204559"/>
                <a:gd name="connsiteX16" fmla="*/ 34126 w 71763"/>
                <a:gd name="connsiteY16" fmla="*/ 30634 h 204559"/>
                <a:gd name="connsiteX17" fmla="*/ 49871 w 71763"/>
                <a:gd name="connsiteY17" fmla="*/ 15359 h 204559"/>
                <a:gd name="connsiteX18" fmla="*/ 34126 w 71763"/>
                <a:gd name="connsiteY18" fmla="*/ 8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63" h="204559">
                  <a:moveTo>
                    <a:pt x="48357" y="66874"/>
                  </a:moveTo>
                  <a:lnTo>
                    <a:pt x="1424" y="83346"/>
                  </a:lnTo>
                  <a:lnTo>
                    <a:pt x="1424" y="87839"/>
                  </a:lnTo>
                  <a:lnTo>
                    <a:pt x="3846" y="87539"/>
                  </a:lnTo>
                  <a:cubicBezTo>
                    <a:pt x="7480" y="86940"/>
                    <a:pt x="11416" y="86641"/>
                    <a:pt x="14141" y="86641"/>
                  </a:cubicBezTo>
                  <a:cubicBezTo>
                    <a:pt x="21408" y="86641"/>
                    <a:pt x="24134" y="91433"/>
                    <a:pt x="24134" y="104611"/>
                  </a:cubicBezTo>
                  <a:lnTo>
                    <a:pt x="24134" y="174095"/>
                  </a:lnTo>
                  <a:cubicBezTo>
                    <a:pt x="24134" y="195659"/>
                    <a:pt x="21106" y="198954"/>
                    <a:pt x="212" y="200152"/>
                  </a:cubicBezTo>
                  <a:lnTo>
                    <a:pt x="212" y="204644"/>
                  </a:lnTo>
                  <a:lnTo>
                    <a:pt x="71976" y="204644"/>
                  </a:lnTo>
                  <a:lnTo>
                    <a:pt x="71976" y="200152"/>
                  </a:lnTo>
                  <a:cubicBezTo>
                    <a:pt x="51991" y="198654"/>
                    <a:pt x="49569" y="195659"/>
                    <a:pt x="49569" y="174095"/>
                  </a:cubicBezTo>
                  <a:lnTo>
                    <a:pt x="49569" y="67772"/>
                  </a:lnTo>
                  <a:lnTo>
                    <a:pt x="48357" y="66874"/>
                  </a:lnTo>
                  <a:close/>
                  <a:moveTo>
                    <a:pt x="34126" y="85"/>
                  </a:moveTo>
                  <a:cubicBezTo>
                    <a:pt x="25950" y="85"/>
                    <a:pt x="18986" y="6973"/>
                    <a:pt x="18986" y="15359"/>
                  </a:cubicBezTo>
                  <a:cubicBezTo>
                    <a:pt x="18986" y="23745"/>
                    <a:pt x="25647" y="30634"/>
                    <a:pt x="34126" y="30634"/>
                  </a:cubicBezTo>
                  <a:cubicBezTo>
                    <a:pt x="42907" y="30634"/>
                    <a:pt x="49871" y="24045"/>
                    <a:pt x="49871" y="15359"/>
                  </a:cubicBezTo>
                  <a:cubicBezTo>
                    <a:pt x="49871" y="6973"/>
                    <a:pt x="42907" y="85"/>
                    <a:pt x="34126" y="85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510FDEC-18D7-5E2A-151A-4DFE000934FA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8517395" y="4693322"/>
              <a:ext cx="140498" cy="207554"/>
            </a:xfrm>
            <a:custGeom>
              <a:avLst/>
              <a:gdLst>
                <a:gd name="connsiteX0" fmla="*/ 96202 w 140498"/>
                <a:gd name="connsiteY0" fmla="*/ 207639 h 207554"/>
                <a:gd name="connsiteX1" fmla="*/ 140714 w 140498"/>
                <a:gd name="connsiteY1" fmla="*/ 192065 h 207554"/>
                <a:gd name="connsiteX2" fmla="*/ 140714 w 140498"/>
                <a:gd name="connsiteY2" fmla="*/ 187273 h 207554"/>
                <a:gd name="connsiteX3" fmla="*/ 133749 w 140498"/>
                <a:gd name="connsiteY3" fmla="*/ 187573 h 207554"/>
                <a:gd name="connsiteX4" fmla="*/ 120426 w 140498"/>
                <a:gd name="connsiteY4" fmla="*/ 170501 h 207554"/>
                <a:gd name="connsiteX5" fmla="*/ 120426 w 140498"/>
                <a:gd name="connsiteY5" fmla="*/ 684 h 207554"/>
                <a:gd name="connsiteX6" fmla="*/ 118912 w 140498"/>
                <a:gd name="connsiteY6" fmla="*/ 85 h 207554"/>
                <a:gd name="connsiteX7" fmla="*/ 74401 w 140498"/>
                <a:gd name="connsiteY7" fmla="*/ 13263 h 207554"/>
                <a:gd name="connsiteX8" fmla="*/ 74401 w 140498"/>
                <a:gd name="connsiteY8" fmla="*/ 18055 h 207554"/>
                <a:gd name="connsiteX9" fmla="*/ 81062 w 140498"/>
                <a:gd name="connsiteY9" fmla="*/ 17755 h 207554"/>
                <a:gd name="connsiteX10" fmla="*/ 94991 w 140498"/>
                <a:gd name="connsiteY10" fmla="*/ 33030 h 207554"/>
                <a:gd name="connsiteX11" fmla="*/ 94991 w 140498"/>
                <a:gd name="connsiteY11" fmla="*/ 79752 h 207554"/>
                <a:gd name="connsiteX12" fmla="*/ 63197 w 140498"/>
                <a:gd name="connsiteY12" fmla="*/ 66874 h 207554"/>
                <a:gd name="connsiteX13" fmla="*/ 215 w 140498"/>
                <a:gd name="connsiteY13" fmla="*/ 143246 h 207554"/>
                <a:gd name="connsiteX14" fmla="*/ 56233 w 140498"/>
                <a:gd name="connsiteY14" fmla="*/ 207639 h 207554"/>
                <a:gd name="connsiteX15" fmla="*/ 94991 w 140498"/>
                <a:gd name="connsiteY15" fmla="*/ 187573 h 207554"/>
                <a:gd name="connsiteX16" fmla="*/ 94991 w 140498"/>
                <a:gd name="connsiteY16" fmla="*/ 206741 h 207554"/>
                <a:gd name="connsiteX17" fmla="*/ 96202 w 140498"/>
                <a:gd name="connsiteY17" fmla="*/ 207639 h 207554"/>
                <a:gd name="connsiteX18" fmla="*/ 94991 w 140498"/>
                <a:gd name="connsiteY18" fmla="*/ 174095 h 207554"/>
                <a:gd name="connsiteX19" fmla="*/ 89844 w 140498"/>
                <a:gd name="connsiteY19" fmla="*/ 183080 h 207554"/>
                <a:gd name="connsiteX20" fmla="*/ 68042 w 140498"/>
                <a:gd name="connsiteY20" fmla="*/ 192065 h 207554"/>
                <a:gd name="connsiteX21" fmla="*/ 26256 w 140498"/>
                <a:gd name="connsiteY21" fmla="*/ 131266 h 207554"/>
                <a:gd name="connsiteX22" fmla="*/ 64106 w 140498"/>
                <a:gd name="connsiteY22" fmla="*/ 75260 h 207554"/>
                <a:gd name="connsiteX23" fmla="*/ 94991 w 140498"/>
                <a:gd name="connsiteY23" fmla="*/ 105210 h 207554"/>
                <a:gd name="connsiteX24" fmla="*/ 94991 w 140498"/>
                <a:gd name="connsiteY24" fmla="*/ 174095 h 207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498" h="207554">
                  <a:moveTo>
                    <a:pt x="96202" y="207639"/>
                  </a:moveTo>
                  <a:lnTo>
                    <a:pt x="140714" y="192065"/>
                  </a:lnTo>
                  <a:lnTo>
                    <a:pt x="140714" y="187273"/>
                  </a:lnTo>
                  <a:cubicBezTo>
                    <a:pt x="135263" y="187573"/>
                    <a:pt x="134658" y="187573"/>
                    <a:pt x="133749" y="187573"/>
                  </a:cubicBezTo>
                  <a:cubicBezTo>
                    <a:pt x="122849" y="187573"/>
                    <a:pt x="120426" y="184278"/>
                    <a:pt x="120426" y="170501"/>
                  </a:cubicBezTo>
                  <a:lnTo>
                    <a:pt x="120426" y="684"/>
                  </a:lnTo>
                  <a:lnTo>
                    <a:pt x="118912" y="85"/>
                  </a:lnTo>
                  <a:cubicBezTo>
                    <a:pt x="104378" y="5176"/>
                    <a:pt x="93780" y="8171"/>
                    <a:pt x="74401" y="13263"/>
                  </a:cubicBezTo>
                  <a:lnTo>
                    <a:pt x="74401" y="18055"/>
                  </a:lnTo>
                  <a:cubicBezTo>
                    <a:pt x="76823" y="17755"/>
                    <a:pt x="78640" y="17755"/>
                    <a:pt x="81062" y="17755"/>
                  </a:cubicBezTo>
                  <a:cubicBezTo>
                    <a:pt x="92266" y="17755"/>
                    <a:pt x="94991" y="20750"/>
                    <a:pt x="94991" y="33030"/>
                  </a:cubicBezTo>
                  <a:lnTo>
                    <a:pt x="94991" y="79752"/>
                  </a:lnTo>
                  <a:cubicBezTo>
                    <a:pt x="83485" y="70168"/>
                    <a:pt x="75309" y="66874"/>
                    <a:pt x="63197" y="66874"/>
                  </a:cubicBezTo>
                  <a:cubicBezTo>
                    <a:pt x="28375" y="66874"/>
                    <a:pt x="215" y="100717"/>
                    <a:pt x="215" y="143246"/>
                  </a:cubicBezTo>
                  <a:cubicBezTo>
                    <a:pt x="215" y="181583"/>
                    <a:pt x="22925" y="207639"/>
                    <a:pt x="56233" y="207639"/>
                  </a:cubicBezTo>
                  <a:cubicBezTo>
                    <a:pt x="73190" y="207639"/>
                    <a:pt x="84696" y="201649"/>
                    <a:pt x="94991" y="187573"/>
                  </a:cubicBezTo>
                  <a:lnTo>
                    <a:pt x="94991" y="206741"/>
                  </a:lnTo>
                  <a:lnTo>
                    <a:pt x="96202" y="207639"/>
                  </a:lnTo>
                  <a:close/>
                  <a:moveTo>
                    <a:pt x="94991" y="174095"/>
                  </a:moveTo>
                  <a:cubicBezTo>
                    <a:pt x="94991" y="176192"/>
                    <a:pt x="92872" y="179786"/>
                    <a:pt x="89844" y="183080"/>
                  </a:cubicBezTo>
                  <a:cubicBezTo>
                    <a:pt x="84393" y="189070"/>
                    <a:pt x="76823" y="192065"/>
                    <a:pt x="68042" y="192065"/>
                  </a:cubicBezTo>
                  <a:cubicBezTo>
                    <a:pt x="42910" y="192065"/>
                    <a:pt x="26256" y="168105"/>
                    <a:pt x="26256" y="131266"/>
                  </a:cubicBezTo>
                  <a:cubicBezTo>
                    <a:pt x="26256" y="97423"/>
                    <a:pt x="41093" y="75260"/>
                    <a:pt x="64106" y="75260"/>
                  </a:cubicBezTo>
                  <a:cubicBezTo>
                    <a:pt x="80154" y="75260"/>
                    <a:pt x="94991" y="89336"/>
                    <a:pt x="94991" y="105210"/>
                  </a:cubicBezTo>
                  <a:lnTo>
                    <a:pt x="94991" y="17409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6662F40-520E-4104-6075-9004A2D3755F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8668757" y="4760110"/>
              <a:ext cx="120816" cy="140765"/>
            </a:xfrm>
            <a:custGeom>
              <a:avLst/>
              <a:gdLst>
                <a:gd name="connsiteX0" fmla="*/ 116192 w 120816"/>
                <a:gd name="connsiteY0" fmla="*/ 88737 h 140765"/>
                <a:gd name="connsiteX1" fmla="*/ 69258 w 120816"/>
                <a:gd name="connsiteY1" fmla="*/ 120185 h 140765"/>
                <a:gd name="connsiteX2" fmla="*/ 30197 w 120816"/>
                <a:gd name="connsiteY2" fmla="*/ 94428 h 140765"/>
                <a:gd name="connsiteX3" fmla="*/ 22022 w 120816"/>
                <a:gd name="connsiteY3" fmla="*/ 54893 h 140765"/>
                <a:gd name="connsiteX4" fmla="*/ 115284 w 120816"/>
                <a:gd name="connsiteY4" fmla="*/ 54893 h 140765"/>
                <a:gd name="connsiteX5" fmla="*/ 102263 w 120816"/>
                <a:gd name="connsiteY5" fmla="*/ 17156 h 140765"/>
                <a:gd name="connsiteX6" fmla="*/ 63505 w 120816"/>
                <a:gd name="connsiteY6" fmla="*/ 85 h 140765"/>
                <a:gd name="connsiteX7" fmla="*/ 22627 w 120816"/>
                <a:gd name="connsiteY7" fmla="*/ 15659 h 140765"/>
                <a:gd name="connsiteX8" fmla="*/ 220 w 120816"/>
                <a:gd name="connsiteY8" fmla="*/ 73762 h 140765"/>
                <a:gd name="connsiteX9" fmla="*/ 56844 w 120816"/>
                <a:gd name="connsiteY9" fmla="*/ 140850 h 140765"/>
                <a:gd name="connsiteX10" fmla="*/ 121037 w 120816"/>
                <a:gd name="connsiteY10" fmla="*/ 90834 h 140765"/>
                <a:gd name="connsiteX11" fmla="*/ 116192 w 120816"/>
                <a:gd name="connsiteY11" fmla="*/ 88737 h 140765"/>
                <a:gd name="connsiteX12" fmla="*/ 22627 w 120816"/>
                <a:gd name="connsiteY12" fmla="*/ 45309 h 140765"/>
                <a:gd name="connsiteX13" fmla="*/ 54724 w 120816"/>
                <a:gd name="connsiteY13" fmla="*/ 10867 h 140765"/>
                <a:gd name="connsiteX14" fmla="*/ 84398 w 120816"/>
                <a:gd name="connsiteY14" fmla="*/ 45309 h 140765"/>
                <a:gd name="connsiteX15" fmla="*/ 22627 w 120816"/>
                <a:gd name="connsiteY15" fmla="*/ 45309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16" h="140765">
                  <a:moveTo>
                    <a:pt x="116192" y="88737"/>
                  </a:moveTo>
                  <a:cubicBezTo>
                    <a:pt x="101658" y="111499"/>
                    <a:pt x="88637" y="120185"/>
                    <a:pt x="69258" y="120185"/>
                  </a:cubicBezTo>
                  <a:cubicBezTo>
                    <a:pt x="51999" y="120185"/>
                    <a:pt x="38978" y="111499"/>
                    <a:pt x="30197" y="94428"/>
                  </a:cubicBezTo>
                  <a:cubicBezTo>
                    <a:pt x="24747" y="83047"/>
                    <a:pt x="22627" y="73163"/>
                    <a:pt x="22022" y="54893"/>
                  </a:cubicBezTo>
                  <a:lnTo>
                    <a:pt x="115284" y="54893"/>
                  </a:lnTo>
                  <a:cubicBezTo>
                    <a:pt x="112861" y="35426"/>
                    <a:pt x="109833" y="26740"/>
                    <a:pt x="102263" y="17156"/>
                  </a:cubicBezTo>
                  <a:cubicBezTo>
                    <a:pt x="93179" y="6374"/>
                    <a:pt x="79251" y="85"/>
                    <a:pt x="63505" y="85"/>
                  </a:cubicBezTo>
                  <a:cubicBezTo>
                    <a:pt x="48365" y="85"/>
                    <a:pt x="34134" y="5476"/>
                    <a:pt x="22627" y="15659"/>
                  </a:cubicBezTo>
                  <a:cubicBezTo>
                    <a:pt x="8396" y="27938"/>
                    <a:pt x="220" y="49203"/>
                    <a:pt x="220" y="73762"/>
                  </a:cubicBezTo>
                  <a:cubicBezTo>
                    <a:pt x="220" y="115093"/>
                    <a:pt x="22022" y="140850"/>
                    <a:pt x="56844" y="140850"/>
                  </a:cubicBezTo>
                  <a:cubicBezTo>
                    <a:pt x="85609" y="140850"/>
                    <a:pt x="108319" y="123180"/>
                    <a:pt x="121037" y="90834"/>
                  </a:cubicBezTo>
                  <a:lnTo>
                    <a:pt x="116192" y="88737"/>
                  </a:lnTo>
                  <a:close/>
                  <a:moveTo>
                    <a:pt x="22627" y="45309"/>
                  </a:moveTo>
                  <a:cubicBezTo>
                    <a:pt x="25958" y="21948"/>
                    <a:pt x="36253" y="10867"/>
                    <a:pt x="54724" y="10867"/>
                  </a:cubicBezTo>
                  <a:cubicBezTo>
                    <a:pt x="73195" y="10867"/>
                    <a:pt x="80462" y="19253"/>
                    <a:pt x="84398" y="45309"/>
                  </a:cubicBezTo>
                  <a:lnTo>
                    <a:pt x="22627" y="45309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1B37192E-AA5C-FD2C-DF51-C66596308000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8811575" y="4760410"/>
              <a:ext cx="89931" cy="140466"/>
            </a:xfrm>
            <a:custGeom>
              <a:avLst/>
              <a:gdLst>
                <a:gd name="connsiteX0" fmla="*/ 80163 w 89931"/>
                <a:gd name="connsiteY0" fmla="*/ 43512 h 140466"/>
                <a:gd name="connsiteX1" fmla="*/ 78952 w 89931"/>
                <a:gd name="connsiteY1" fmla="*/ 2780 h 140466"/>
                <a:gd name="connsiteX2" fmla="*/ 75622 w 89931"/>
                <a:gd name="connsiteY2" fmla="*/ 2780 h 140466"/>
                <a:gd name="connsiteX3" fmla="*/ 75016 w 89931"/>
                <a:gd name="connsiteY3" fmla="*/ 3379 h 140466"/>
                <a:gd name="connsiteX4" fmla="*/ 70777 w 89931"/>
                <a:gd name="connsiteY4" fmla="*/ 5775 h 140466"/>
                <a:gd name="connsiteX5" fmla="*/ 62601 w 89931"/>
                <a:gd name="connsiteY5" fmla="*/ 3679 h 140466"/>
                <a:gd name="connsiteX6" fmla="*/ 41405 w 89931"/>
                <a:gd name="connsiteY6" fmla="*/ 85 h 140466"/>
                <a:gd name="connsiteX7" fmla="*/ 225 w 89931"/>
                <a:gd name="connsiteY7" fmla="*/ 36923 h 140466"/>
                <a:gd name="connsiteX8" fmla="*/ 35652 w 89931"/>
                <a:gd name="connsiteY8" fmla="*/ 80052 h 140466"/>
                <a:gd name="connsiteX9" fmla="*/ 53214 w 89931"/>
                <a:gd name="connsiteY9" fmla="*/ 89935 h 140466"/>
                <a:gd name="connsiteX10" fmla="*/ 68960 w 89931"/>
                <a:gd name="connsiteY10" fmla="*/ 112398 h 140466"/>
                <a:gd name="connsiteX11" fmla="*/ 43828 w 89931"/>
                <a:gd name="connsiteY11" fmla="*/ 133962 h 140466"/>
                <a:gd name="connsiteX12" fmla="*/ 18393 w 89931"/>
                <a:gd name="connsiteY12" fmla="*/ 123479 h 140466"/>
                <a:gd name="connsiteX13" fmla="*/ 5372 w 89931"/>
                <a:gd name="connsiteY13" fmla="*/ 92032 h 140466"/>
                <a:gd name="connsiteX14" fmla="*/ 527 w 89931"/>
                <a:gd name="connsiteY14" fmla="*/ 92032 h 140466"/>
                <a:gd name="connsiteX15" fmla="*/ 527 w 89931"/>
                <a:gd name="connsiteY15" fmla="*/ 138754 h 140466"/>
                <a:gd name="connsiteX16" fmla="*/ 4464 w 89931"/>
                <a:gd name="connsiteY16" fmla="*/ 138754 h 140466"/>
                <a:gd name="connsiteX17" fmla="*/ 11428 w 89931"/>
                <a:gd name="connsiteY17" fmla="*/ 135160 h 140466"/>
                <a:gd name="connsiteX18" fmla="*/ 25357 w 89931"/>
                <a:gd name="connsiteY18" fmla="*/ 137556 h 140466"/>
                <a:gd name="connsiteX19" fmla="*/ 47461 w 89931"/>
                <a:gd name="connsiteY19" fmla="*/ 140551 h 140466"/>
                <a:gd name="connsiteX20" fmla="*/ 90156 w 89931"/>
                <a:gd name="connsiteY20" fmla="*/ 102215 h 140466"/>
                <a:gd name="connsiteX21" fmla="*/ 64721 w 89931"/>
                <a:gd name="connsiteY21" fmla="*/ 66574 h 140466"/>
                <a:gd name="connsiteX22" fmla="*/ 32018 w 89931"/>
                <a:gd name="connsiteY22" fmla="*/ 47406 h 140466"/>
                <a:gd name="connsiteX23" fmla="*/ 18998 w 89931"/>
                <a:gd name="connsiteY23" fmla="*/ 27040 h 140466"/>
                <a:gd name="connsiteX24" fmla="*/ 42314 w 89931"/>
                <a:gd name="connsiteY24" fmla="*/ 6674 h 140466"/>
                <a:gd name="connsiteX25" fmla="*/ 75622 w 89931"/>
                <a:gd name="connsiteY25" fmla="*/ 43512 h 140466"/>
                <a:gd name="connsiteX26" fmla="*/ 80163 w 89931"/>
                <a:gd name="connsiteY26" fmla="*/ 43512 h 14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31" h="140466">
                  <a:moveTo>
                    <a:pt x="80163" y="43512"/>
                  </a:moveTo>
                  <a:lnTo>
                    <a:pt x="78952" y="2780"/>
                  </a:lnTo>
                  <a:lnTo>
                    <a:pt x="75622" y="2780"/>
                  </a:lnTo>
                  <a:lnTo>
                    <a:pt x="75016" y="3379"/>
                  </a:lnTo>
                  <a:cubicBezTo>
                    <a:pt x="72291" y="5476"/>
                    <a:pt x="71988" y="5775"/>
                    <a:pt x="70777" y="5775"/>
                  </a:cubicBezTo>
                  <a:cubicBezTo>
                    <a:pt x="68960" y="5775"/>
                    <a:pt x="65932" y="5176"/>
                    <a:pt x="62601" y="3679"/>
                  </a:cubicBezTo>
                  <a:cubicBezTo>
                    <a:pt x="55940" y="1283"/>
                    <a:pt x="49278" y="85"/>
                    <a:pt x="41405" y="85"/>
                  </a:cubicBezTo>
                  <a:cubicBezTo>
                    <a:pt x="17484" y="85"/>
                    <a:pt x="225" y="15359"/>
                    <a:pt x="225" y="36923"/>
                  </a:cubicBezTo>
                  <a:cubicBezTo>
                    <a:pt x="225" y="53695"/>
                    <a:pt x="9914" y="65676"/>
                    <a:pt x="35652" y="80052"/>
                  </a:cubicBezTo>
                  <a:lnTo>
                    <a:pt x="53214" y="89935"/>
                  </a:lnTo>
                  <a:cubicBezTo>
                    <a:pt x="63812" y="95925"/>
                    <a:pt x="68960" y="103113"/>
                    <a:pt x="68960" y="112398"/>
                  </a:cubicBezTo>
                  <a:cubicBezTo>
                    <a:pt x="68960" y="125576"/>
                    <a:pt x="59270" y="133962"/>
                    <a:pt x="43828" y="133962"/>
                  </a:cubicBezTo>
                  <a:cubicBezTo>
                    <a:pt x="33532" y="133962"/>
                    <a:pt x="24146" y="130068"/>
                    <a:pt x="18393" y="123479"/>
                  </a:cubicBezTo>
                  <a:cubicBezTo>
                    <a:pt x="12034" y="115992"/>
                    <a:pt x="9309" y="109103"/>
                    <a:pt x="5372" y="92032"/>
                  </a:cubicBezTo>
                  <a:lnTo>
                    <a:pt x="527" y="92032"/>
                  </a:lnTo>
                  <a:lnTo>
                    <a:pt x="527" y="138754"/>
                  </a:lnTo>
                  <a:lnTo>
                    <a:pt x="4464" y="138754"/>
                  </a:lnTo>
                  <a:cubicBezTo>
                    <a:pt x="6583" y="135759"/>
                    <a:pt x="7795" y="135160"/>
                    <a:pt x="11428" y="135160"/>
                  </a:cubicBezTo>
                  <a:cubicBezTo>
                    <a:pt x="14153" y="135160"/>
                    <a:pt x="18393" y="135759"/>
                    <a:pt x="25357" y="137556"/>
                  </a:cubicBezTo>
                  <a:cubicBezTo>
                    <a:pt x="33835" y="139353"/>
                    <a:pt x="42011" y="140551"/>
                    <a:pt x="47461" y="140551"/>
                  </a:cubicBezTo>
                  <a:cubicBezTo>
                    <a:pt x="70777" y="140551"/>
                    <a:pt x="90156" y="123180"/>
                    <a:pt x="90156" y="102215"/>
                  </a:cubicBezTo>
                  <a:cubicBezTo>
                    <a:pt x="90156" y="87240"/>
                    <a:pt x="82889" y="77356"/>
                    <a:pt x="64721" y="66574"/>
                  </a:cubicBezTo>
                  <a:lnTo>
                    <a:pt x="32018" y="47406"/>
                  </a:lnTo>
                  <a:cubicBezTo>
                    <a:pt x="23540" y="42614"/>
                    <a:pt x="18998" y="35126"/>
                    <a:pt x="18998" y="27040"/>
                  </a:cubicBezTo>
                  <a:cubicBezTo>
                    <a:pt x="18998" y="15060"/>
                    <a:pt x="28385" y="6674"/>
                    <a:pt x="42314" y="6674"/>
                  </a:cubicBezTo>
                  <a:cubicBezTo>
                    <a:pt x="59573" y="6674"/>
                    <a:pt x="68657" y="16857"/>
                    <a:pt x="75622" y="43512"/>
                  </a:cubicBezTo>
                  <a:lnTo>
                    <a:pt x="80163" y="4351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92645A3-61C0-16F7-533A-C95B2DC3F6C9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8999124" y="4760110"/>
              <a:ext cx="133534" cy="140765"/>
            </a:xfrm>
            <a:custGeom>
              <a:avLst/>
              <a:gdLst>
                <a:gd name="connsiteX0" fmla="*/ 67149 w 133534"/>
                <a:gd name="connsiteY0" fmla="*/ 85 h 140765"/>
                <a:gd name="connsiteX1" fmla="*/ 231 w 133534"/>
                <a:gd name="connsiteY1" fmla="*/ 70168 h 140765"/>
                <a:gd name="connsiteX2" fmla="*/ 66544 w 133534"/>
                <a:gd name="connsiteY2" fmla="*/ 140850 h 140765"/>
                <a:gd name="connsiteX3" fmla="*/ 133765 w 133534"/>
                <a:gd name="connsiteY3" fmla="*/ 67772 h 140765"/>
                <a:gd name="connsiteX4" fmla="*/ 67149 w 133534"/>
                <a:gd name="connsiteY4" fmla="*/ 85 h 140765"/>
                <a:gd name="connsiteX5" fmla="*/ 63213 w 133534"/>
                <a:gd name="connsiteY5" fmla="*/ 8471 h 140765"/>
                <a:gd name="connsiteX6" fmla="*/ 106513 w 133534"/>
                <a:gd name="connsiteY6" fmla="*/ 78255 h 140765"/>
                <a:gd name="connsiteX7" fmla="*/ 70177 w 133534"/>
                <a:gd name="connsiteY7" fmla="*/ 132464 h 140765"/>
                <a:gd name="connsiteX8" fmla="*/ 40806 w 133534"/>
                <a:gd name="connsiteY8" fmla="*/ 113296 h 140765"/>
                <a:gd name="connsiteX9" fmla="*/ 27483 w 133534"/>
                <a:gd name="connsiteY9" fmla="*/ 55492 h 140765"/>
                <a:gd name="connsiteX10" fmla="*/ 63213 w 133534"/>
                <a:gd name="connsiteY10" fmla="*/ 8471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34" h="140765">
                  <a:moveTo>
                    <a:pt x="67149" y="85"/>
                  </a:moveTo>
                  <a:cubicBezTo>
                    <a:pt x="27786" y="85"/>
                    <a:pt x="231" y="28837"/>
                    <a:pt x="231" y="70168"/>
                  </a:cubicBezTo>
                  <a:cubicBezTo>
                    <a:pt x="231" y="110601"/>
                    <a:pt x="28391" y="140850"/>
                    <a:pt x="66544" y="140850"/>
                  </a:cubicBezTo>
                  <a:cubicBezTo>
                    <a:pt x="104697" y="140850"/>
                    <a:pt x="133765" y="109103"/>
                    <a:pt x="133765" y="67772"/>
                  </a:cubicBezTo>
                  <a:cubicBezTo>
                    <a:pt x="133765" y="28537"/>
                    <a:pt x="105908" y="85"/>
                    <a:pt x="67149" y="85"/>
                  </a:cubicBezTo>
                  <a:close/>
                  <a:moveTo>
                    <a:pt x="63213" y="8471"/>
                  </a:moveTo>
                  <a:cubicBezTo>
                    <a:pt x="88648" y="8471"/>
                    <a:pt x="106513" y="37223"/>
                    <a:pt x="106513" y="78255"/>
                  </a:cubicBezTo>
                  <a:cubicBezTo>
                    <a:pt x="106513" y="112098"/>
                    <a:pt x="92887" y="132464"/>
                    <a:pt x="70177" y="132464"/>
                  </a:cubicBezTo>
                  <a:cubicBezTo>
                    <a:pt x="58368" y="132464"/>
                    <a:pt x="47165" y="125276"/>
                    <a:pt x="40806" y="113296"/>
                  </a:cubicBezTo>
                  <a:cubicBezTo>
                    <a:pt x="32328" y="97722"/>
                    <a:pt x="27483" y="76757"/>
                    <a:pt x="27483" y="55492"/>
                  </a:cubicBezTo>
                  <a:cubicBezTo>
                    <a:pt x="27483" y="27040"/>
                    <a:pt x="41714" y="8471"/>
                    <a:pt x="63213" y="847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67E984D-F412-4B3F-604D-B0AACC1FE39B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9148366" y="4693322"/>
              <a:ext cx="109915" cy="204559"/>
            </a:xfrm>
            <a:custGeom>
              <a:avLst/>
              <a:gdLst>
                <a:gd name="connsiteX0" fmla="*/ 87745 w 109915"/>
                <a:gd name="connsiteY0" fmla="*/ 69869 h 204559"/>
                <a:gd name="connsiteX1" fmla="*/ 50501 w 109915"/>
                <a:gd name="connsiteY1" fmla="*/ 69869 h 204559"/>
                <a:gd name="connsiteX2" fmla="*/ 50501 w 109915"/>
                <a:gd name="connsiteY2" fmla="*/ 35126 h 204559"/>
                <a:gd name="connsiteX3" fmla="*/ 67760 w 109915"/>
                <a:gd name="connsiteY3" fmla="*/ 8471 h 204559"/>
                <a:gd name="connsiteX4" fmla="*/ 83808 w 109915"/>
                <a:gd name="connsiteY4" fmla="*/ 20151 h 204559"/>
                <a:gd name="connsiteX5" fmla="*/ 97434 w 109915"/>
                <a:gd name="connsiteY5" fmla="*/ 30933 h 204559"/>
                <a:gd name="connsiteX6" fmla="*/ 110152 w 109915"/>
                <a:gd name="connsiteY6" fmla="*/ 18654 h 204559"/>
                <a:gd name="connsiteX7" fmla="*/ 78661 w 109915"/>
                <a:gd name="connsiteY7" fmla="*/ 85 h 204559"/>
                <a:gd name="connsiteX8" fmla="*/ 35966 w 109915"/>
                <a:gd name="connsiteY8" fmla="*/ 21948 h 204559"/>
                <a:gd name="connsiteX9" fmla="*/ 25368 w 109915"/>
                <a:gd name="connsiteY9" fmla="*/ 69869 h 204559"/>
                <a:gd name="connsiteX10" fmla="*/ 539 w 109915"/>
                <a:gd name="connsiteY10" fmla="*/ 69869 h 204559"/>
                <a:gd name="connsiteX11" fmla="*/ 539 w 109915"/>
                <a:gd name="connsiteY11" fmla="*/ 79453 h 204559"/>
                <a:gd name="connsiteX12" fmla="*/ 25368 w 109915"/>
                <a:gd name="connsiteY12" fmla="*/ 79453 h 204559"/>
                <a:gd name="connsiteX13" fmla="*/ 25368 w 109915"/>
                <a:gd name="connsiteY13" fmla="*/ 173496 h 204559"/>
                <a:gd name="connsiteX14" fmla="*/ 236 w 109915"/>
                <a:gd name="connsiteY14" fmla="*/ 200152 h 204559"/>
                <a:gd name="connsiteX15" fmla="*/ 236 w 109915"/>
                <a:gd name="connsiteY15" fmla="*/ 204644 h 204559"/>
                <a:gd name="connsiteX16" fmla="*/ 78964 w 109915"/>
                <a:gd name="connsiteY16" fmla="*/ 204644 h 204559"/>
                <a:gd name="connsiteX17" fmla="*/ 78964 w 109915"/>
                <a:gd name="connsiteY17" fmla="*/ 200152 h 204559"/>
                <a:gd name="connsiteX18" fmla="*/ 50803 w 109915"/>
                <a:gd name="connsiteY18" fmla="*/ 173496 h 204559"/>
                <a:gd name="connsiteX19" fmla="*/ 50803 w 109915"/>
                <a:gd name="connsiteY19" fmla="*/ 79453 h 204559"/>
                <a:gd name="connsiteX20" fmla="*/ 87745 w 109915"/>
                <a:gd name="connsiteY20" fmla="*/ 79453 h 204559"/>
                <a:gd name="connsiteX21" fmla="*/ 87745 w 109915"/>
                <a:gd name="connsiteY21" fmla="*/ 69869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915" h="204559">
                  <a:moveTo>
                    <a:pt x="87745" y="69869"/>
                  </a:moveTo>
                  <a:lnTo>
                    <a:pt x="50501" y="69869"/>
                  </a:lnTo>
                  <a:lnTo>
                    <a:pt x="50501" y="35126"/>
                  </a:lnTo>
                  <a:cubicBezTo>
                    <a:pt x="50501" y="17755"/>
                    <a:pt x="56254" y="8471"/>
                    <a:pt x="67760" y="8471"/>
                  </a:cubicBezTo>
                  <a:cubicBezTo>
                    <a:pt x="74119" y="8471"/>
                    <a:pt x="78358" y="11466"/>
                    <a:pt x="83808" y="20151"/>
                  </a:cubicBezTo>
                  <a:cubicBezTo>
                    <a:pt x="88653" y="27938"/>
                    <a:pt x="92287" y="30933"/>
                    <a:pt x="97434" y="30933"/>
                  </a:cubicBezTo>
                  <a:cubicBezTo>
                    <a:pt x="104399" y="30933"/>
                    <a:pt x="110152" y="25542"/>
                    <a:pt x="110152" y="18654"/>
                  </a:cubicBezTo>
                  <a:cubicBezTo>
                    <a:pt x="110152" y="7872"/>
                    <a:pt x="96829" y="85"/>
                    <a:pt x="78661" y="85"/>
                  </a:cubicBezTo>
                  <a:cubicBezTo>
                    <a:pt x="59887" y="85"/>
                    <a:pt x="43839" y="8171"/>
                    <a:pt x="35966" y="21948"/>
                  </a:cubicBezTo>
                  <a:cubicBezTo>
                    <a:pt x="28093" y="35126"/>
                    <a:pt x="25671" y="45908"/>
                    <a:pt x="25368" y="69869"/>
                  </a:cubicBezTo>
                  <a:lnTo>
                    <a:pt x="539" y="69869"/>
                  </a:lnTo>
                  <a:lnTo>
                    <a:pt x="539" y="79453"/>
                  </a:lnTo>
                  <a:lnTo>
                    <a:pt x="25368" y="79453"/>
                  </a:lnTo>
                  <a:lnTo>
                    <a:pt x="25368" y="173496"/>
                  </a:lnTo>
                  <a:cubicBezTo>
                    <a:pt x="25368" y="195360"/>
                    <a:pt x="22037" y="198954"/>
                    <a:pt x="236" y="200152"/>
                  </a:cubicBezTo>
                  <a:lnTo>
                    <a:pt x="236" y="204644"/>
                  </a:lnTo>
                  <a:lnTo>
                    <a:pt x="78964" y="204644"/>
                  </a:lnTo>
                  <a:lnTo>
                    <a:pt x="78964" y="200152"/>
                  </a:lnTo>
                  <a:cubicBezTo>
                    <a:pt x="54134" y="199253"/>
                    <a:pt x="50803" y="195959"/>
                    <a:pt x="50803" y="173496"/>
                  </a:cubicBezTo>
                  <a:lnTo>
                    <a:pt x="50803" y="79453"/>
                  </a:lnTo>
                  <a:lnTo>
                    <a:pt x="87745" y="79453"/>
                  </a:lnTo>
                  <a:lnTo>
                    <a:pt x="87745" y="69869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587B780-D6E4-83EF-A961-3C05308C1A00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9312236" y="4765801"/>
              <a:ext cx="136259" cy="193777"/>
            </a:xfrm>
            <a:custGeom>
              <a:avLst/>
              <a:gdLst>
                <a:gd name="connsiteX0" fmla="*/ 12051 w 136259"/>
                <a:gd name="connsiteY0" fmla="*/ 12364 h 193777"/>
                <a:gd name="connsiteX1" fmla="*/ 21438 w 136259"/>
                <a:gd name="connsiteY1" fmla="*/ 11166 h 193777"/>
                <a:gd name="connsiteX2" fmla="*/ 57168 w 136259"/>
                <a:gd name="connsiteY2" fmla="*/ 70168 h 193777"/>
                <a:gd name="connsiteX3" fmla="*/ 69583 w 136259"/>
                <a:gd name="connsiteY3" fmla="*/ 129769 h 193777"/>
                <a:gd name="connsiteX4" fmla="*/ 63224 w 136259"/>
                <a:gd name="connsiteY4" fmla="*/ 144744 h 193777"/>
                <a:gd name="connsiteX5" fmla="*/ 44451 w 136259"/>
                <a:gd name="connsiteY5" fmla="*/ 168404 h 193777"/>
                <a:gd name="connsiteX6" fmla="*/ 30522 w 136259"/>
                <a:gd name="connsiteY6" fmla="*/ 177389 h 193777"/>
                <a:gd name="connsiteX7" fmla="*/ 23255 w 136259"/>
                <a:gd name="connsiteY7" fmla="*/ 174095 h 193777"/>
                <a:gd name="connsiteX8" fmla="*/ 12051 w 136259"/>
                <a:gd name="connsiteY8" fmla="*/ 169003 h 193777"/>
                <a:gd name="connsiteX9" fmla="*/ 242 w 136259"/>
                <a:gd name="connsiteY9" fmla="*/ 180684 h 193777"/>
                <a:gd name="connsiteX10" fmla="*/ 15685 w 136259"/>
                <a:gd name="connsiteY10" fmla="*/ 193862 h 193777"/>
                <a:gd name="connsiteX11" fmla="*/ 107433 w 136259"/>
                <a:gd name="connsiteY11" fmla="*/ 89635 h 193777"/>
                <a:gd name="connsiteX12" fmla="*/ 136502 w 136259"/>
                <a:gd name="connsiteY12" fmla="*/ 16557 h 193777"/>
                <a:gd name="connsiteX13" fmla="*/ 119848 w 136259"/>
                <a:gd name="connsiteY13" fmla="*/ 84 h 193777"/>
                <a:gd name="connsiteX14" fmla="*/ 108039 w 136259"/>
                <a:gd name="connsiteY14" fmla="*/ 11166 h 193777"/>
                <a:gd name="connsiteX15" fmla="*/ 116517 w 136259"/>
                <a:gd name="connsiteY15" fmla="*/ 22846 h 193777"/>
                <a:gd name="connsiteX16" fmla="*/ 124390 w 136259"/>
                <a:gd name="connsiteY16" fmla="*/ 33030 h 193777"/>
                <a:gd name="connsiteX17" fmla="*/ 87448 w 136259"/>
                <a:gd name="connsiteY17" fmla="*/ 110600 h 193777"/>
                <a:gd name="connsiteX18" fmla="*/ 81392 w 136259"/>
                <a:gd name="connsiteY18" fmla="*/ 75858 h 193777"/>
                <a:gd name="connsiteX19" fmla="*/ 55352 w 136259"/>
                <a:gd name="connsiteY19" fmla="*/ 84 h 193777"/>
                <a:gd name="connsiteX20" fmla="*/ 54140 w 136259"/>
                <a:gd name="connsiteY20" fmla="*/ 84 h 193777"/>
                <a:gd name="connsiteX21" fmla="*/ 51415 w 136259"/>
                <a:gd name="connsiteY21" fmla="*/ 384 h 193777"/>
                <a:gd name="connsiteX22" fmla="*/ 21741 w 136259"/>
                <a:gd name="connsiteY22" fmla="*/ 5475 h 193777"/>
                <a:gd name="connsiteX23" fmla="*/ 12051 w 136259"/>
                <a:gd name="connsiteY23" fmla="*/ 7272 h 193777"/>
                <a:gd name="connsiteX24" fmla="*/ 12051 w 136259"/>
                <a:gd name="connsiteY24" fmla="*/ 12364 h 19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259" h="193777">
                  <a:moveTo>
                    <a:pt x="12051" y="12364"/>
                  </a:moveTo>
                  <a:cubicBezTo>
                    <a:pt x="15988" y="11465"/>
                    <a:pt x="18107" y="11166"/>
                    <a:pt x="21438" y="11166"/>
                  </a:cubicBezTo>
                  <a:cubicBezTo>
                    <a:pt x="38698" y="11166"/>
                    <a:pt x="43240" y="18653"/>
                    <a:pt x="57168" y="70168"/>
                  </a:cubicBezTo>
                  <a:cubicBezTo>
                    <a:pt x="62316" y="89635"/>
                    <a:pt x="69583" y="124677"/>
                    <a:pt x="69583" y="129769"/>
                  </a:cubicBezTo>
                  <a:cubicBezTo>
                    <a:pt x="69583" y="134561"/>
                    <a:pt x="67766" y="139353"/>
                    <a:pt x="63224" y="144744"/>
                  </a:cubicBezTo>
                  <a:cubicBezTo>
                    <a:pt x="53838" y="157023"/>
                    <a:pt x="47782" y="164810"/>
                    <a:pt x="44451" y="168404"/>
                  </a:cubicBezTo>
                  <a:cubicBezTo>
                    <a:pt x="38092" y="174993"/>
                    <a:pt x="34459" y="177389"/>
                    <a:pt x="30522" y="177389"/>
                  </a:cubicBezTo>
                  <a:cubicBezTo>
                    <a:pt x="28705" y="177389"/>
                    <a:pt x="26586" y="176491"/>
                    <a:pt x="23255" y="174095"/>
                  </a:cubicBezTo>
                  <a:cubicBezTo>
                    <a:pt x="18713" y="170501"/>
                    <a:pt x="15382" y="169003"/>
                    <a:pt x="12051" y="169003"/>
                  </a:cubicBezTo>
                  <a:cubicBezTo>
                    <a:pt x="5390" y="169003"/>
                    <a:pt x="242" y="174095"/>
                    <a:pt x="242" y="180684"/>
                  </a:cubicBezTo>
                  <a:cubicBezTo>
                    <a:pt x="242" y="188171"/>
                    <a:pt x="6904" y="193862"/>
                    <a:pt x="15685" y="193862"/>
                  </a:cubicBezTo>
                  <a:cubicBezTo>
                    <a:pt x="35064" y="193862"/>
                    <a:pt x="74731" y="148937"/>
                    <a:pt x="107433" y="89635"/>
                  </a:cubicBezTo>
                  <a:cubicBezTo>
                    <a:pt x="128023" y="52797"/>
                    <a:pt x="136502" y="31233"/>
                    <a:pt x="136502" y="16557"/>
                  </a:cubicBezTo>
                  <a:cubicBezTo>
                    <a:pt x="136502" y="7572"/>
                    <a:pt x="128932" y="84"/>
                    <a:pt x="119848" y="84"/>
                  </a:cubicBezTo>
                  <a:cubicBezTo>
                    <a:pt x="112883" y="84"/>
                    <a:pt x="108039" y="4577"/>
                    <a:pt x="108039" y="11166"/>
                  </a:cubicBezTo>
                  <a:cubicBezTo>
                    <a:pt x="108039" y="15658"/>
                    <a:pt x="110461" y="18953"/>
                    <a:pt x="116517" y="22846"/>
                  </a:cubicBezTo>
                  <a:cubicBezTo>
                    <a:pt x="122270" y="26141"/>
                    <a:pt x="124390" y="28837"/>
                    <a:pt x="124390" y="33030"/>
                  </a:cubicBezTo>
                  <a:cubicBezTo>
                    <a:pt x="124390" y="45010"/>
                    <a:pt x="113186" y="68371"/>
                    <a:pt x="87448" y="110600"/>
                  </a:cubicBezTo>
                  <a:lnTo>
                    <a:pt x="81392" y="75858"/>
                  </a:lnTo>
                  <a:cubicBezTo>
                    <a:pt x="76850" y="49502"/>
                    <a:pt x="59894" y="84"/>
                    <a:pt x="55352" y="84"/>
                  </a:cubicBezTo>
                  <a:lnTo>
                    <a:pt x="54140" y="84"/>
                  </a:lnTo>
                  <a:cubicBezTo>
                    <a:pt x="53838" y="384"/>
                    <a:pt x="52626" y="384"/>
                    <a:pt x="51415" y="384"/>
                  </a:cubicBezTo>
                  <a:cubicBezTo>
                    <a:pt x="48690" y="683"/>
                    <a:pt x="37789" y="2480"/>
                    <a:pt x="21741" y="5475"/>
                  </a:cubicBezTo>
                  <a:cubicBezTo>
                    <a:pt x="20227" y="5775"/>
                    <a:pt x="16291" y="6673"/>
                    <a:pt x="12051" y="7272"/>
                  </a:cubicBezTo>
                  <a:lnTo>
                    <a:pt x="12051" y="1236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3508309-2BA5-3211-BBA5-4835F8FAB9E8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9538944" y="4787964"/>
              <a:ext cx="201361" cy="70083"/>
            </a:xfrm>
            <a:custGeom>
              <a:avLst/>
              <a:gdLst>
                <a:gd name="connsiteX0" fmla="*/ 191314 w 201361"/>
                <a:gd name="connsiteY0" fmla="*/ 12065 h 70083"/>
                <a:gd name="connsiteX1" fmla="*/ 201610 w 201361"/>
                <a:gd name="connsiteY1" fmla="*/ 6075 h 70083"/>
                <a:gd name="connsiteX2" fmla="*/ 191617 w 201361"/>
                <a:gd name="connsiteY2" fmla="*/ 85 h 70083"/>
                <a:gd name="connsiteX3" fmla="*/ 10241 w 201361"/>
                <a:gd name="connsiteY3" fmla="*/ 85 h 70083"/>
                <a:gd name="connsiteX4" fmla="*/ 248 w 201361"/>
                <a:gd name="connsiteY4" fmla="*/ 6075 h 70083"/>
                <a:gd name="connsiteX5" fmla="*/ 10544 w 201361"/>
                <a:gd name="connsiteY5" fmla="*/ 12065 h 70083"/>
                <a:gd name="connsiteX6" fmla="*/ 191314 w 201361"/>
                <a:gd name="connsiteY6" fmla="*/ 12065 h 70083"/>
                <a:gd name="connsiteX7" fmla="*/ 191617 w 201361"/>
                <a:gd name="connsiteY7" fmla="*/ 70168 h 70083"/>
                <a:gd name="connsiteX8" fmla="*/ 201610 w 201361"/>
                <a:gd name="connsiteY8" fmla="*/ 64178 h 70083"/>
                <a:gd name="connsiteX9" fmla="*/ 191314 w 201361"/>
                <a:gd name="connsiteY9" fmla="*/ 58188 h 70083"/>
                <a:gd name="connsiteX10" fmla="*/ 10544 w 201361"/>
                <a:gd name="connsiteY10" fmla="*/ 58188 h 70083"/>
                <a:gd name="connsiteX11" fmla="*/ 248 w 201361"/>
                <a:gd name="connsiteY11" fmla="*/ 64178 h 70083"/>
                <a:gd name="connsiteX12" fmla="*/ 10241 w 201361"/>
                <a:gd name="connsiteY12" fmla="*/ 70168 h 70083"/>
                <a:gd name="connsiteX13" fmla="*/ 191617 w 201361"/>
                <a:gd name="connsiteY13" fmla="*/ 70168 h 70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61" h="70083">
                  <a:moveTo>
                    <a:pt x="191314" y="12065"/>
                  </a:moveTo>
                  <a:cubicBezTo>
                    <a:pt x="195856" y="12065"/>
                    <a:pt x="201610" y="12065"/>
                    <a:pt x="201610" y="6075"/>
                  </a:cubicBezTo>
                  <a:cubicBezTo>
                    <a:pt x="201610" y="85"/>
                    <a:pt x="195856" y="85"/>
                    <a:pt x="191617" y="85"/>
                  </a:cubicBezTo>
                  <a:lnTo>
                    <a:pt x="10241" y="85"/>
                  </a:lnTo>
                  <a:cubicBezTo>
                    <a:pt x="6002" y="85"/>
                    <a:pt x="248" y="85"/>
                    <a:pt x="248" y="6075"/>
                  </a:cubicBezTo>
                  <a:cubicBezTo>
                    <a:pt x="248" y="12065"/>
                    <a:pt x="6002" y="12065"/>
                    <a:pt x="10544" y="12065"/>
                  </a:cubicBezTo>
                  <a:lnTo>
                    <a:pt x="191314" y="12065"/>
                  </a:lnTo>
                  <a:close/>
                  <a:moveTo>
                    <a:pt x="191617" y="70168"/>
                  </a:moveTo>
                  <a:cubicBezTo>
                    <a:pt x="195856" y="70168"/>
                    <a:pt x="201610" y="70168"/>
                    <a:pt x="201610" y="64178"/>
                  </a:cubicBezTo>
                  <a:cubicBezTo>
                    <a:pt x="201610" y="58188"/>
                    <a:pt x="195856" y="58188"/>
                    <a:pt x="191314" y="58188"/>
                  </a:cubicBezTo>
                  <a:lnTo>
                    <a:pt x="10544" y="58188"/>
                  </a:lnTo>
                  <a:cubicBezTo>
                    <a:pt x="6002" y="58188"/>
                    <a:pt x="248" y="58188"/>
                    <a:pt x="248" y="64178"/>
                  </a:cubicBezTo>
                  <a:cubicBezTo>
                    <a:pt x="248" y="70168"/>
                    <a:pt x="6002" y="70168"/>
                    <a:pt x="10241" y="70168"/>
                  </a:cubicBezTo>
                  <a:lnTo>
                    <a:pt x="191617" y="70168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B02358D-71F2-83AE-C091-AA56C056D89A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9830828" y="4765801"/>
              <a:ext cx="138984" cy="135374"/>
            </a:xfrm>
            <a:custGeom>
              <a:avLst/>
              <a:gdLst>
                <a:gd name="connsiteX0" fmla="*/ 135610 w 138984"/>
                <a:gd name="connsiteY0" fmla="*/ 99219 h 135374"/>
                <a:gd name="connsiteX1" fmla="*/ 127132 w 138984"/>
                <a:gd name="connsiteY1" fmla="*/ 107605 h 135374"/>
                <a:gd name="connsiteX2" fmla="*/ 111386 w 138984"/>
                <a:gd name="connsiteY2" fmla="*/ 119885 h 135374"/>
                <a:gd name="connsiteX3" fmla="*/ 107147 w 138984"/>
                <a:gd name="connsiteY3" fmla="*/ 115991 h 135374"/>
                <a:gd name="connsiteX4" fmla="*/ 134096 w 138984"/>
                <a:gd name="connsiteY4" fmla="*/ 7272 h 135374"/>
                <a:gd name="connsiteX5" fmla="*/ 135913 w 138984"/>
                <a:gd name="connsiteY5" fmla="*/ 983 h 135374"/>
                <a:gd name="connsiteX6" fmla="*/ 133793 w 138984"/>
                <a:gd name="connsiteY6" fmla="*/ 84 h 135374"/>
                <a:gd name="connsiteX7" fmla="*/ 115322 w 138984"/>
                <a:gd name="connsiteY7" fmla="*/ 2181 h 135374"/>
                <a:gd name="connsiteX8" fmla="*/ 114414 w 138984"/>
                <a:gd name="connsiteY8" fmla="*/ 3079 h 135374"/>
                <a:gd name="connsiteX9" fmla="*/ 111083 w 138984"/>
                <a:gd name="connsiteY9" fmla="*/ 17455 h 135374"/>
                <a:gd name="connsiteX10" fmla="*/ 86859 w 138984"/>
                <a:gd name="connsiteY10" fmla="*/ 84 h 135374"/>
                <a:gd name="connsiteX11" fmla="*/ 259 w 138984"/>
                <a:gd name="connsiteY11" fmla="*/ 102214 h 135374"/>
                <a:gd name="connsiteX12" fmla="*/ 31144 w 138984"/>
                <a:gd name="connsiteY12" fmla="*/ 135459 h 135374"/>
                <a:gd name="connsiteX13" fmla="*/ 92007 w 138984"/>
                <a:gd name="connsiteY13" fmla="*/ 88437 h 135374"/>
                <a:gd name="connsiteX14" fmla="*/ 85043 w 138984"/>
                <a:gd name="connsiteY14" fmla="*/ 122880 h 135374"/>
                <a:gd name="connsiteX15" fmla="*/ 97155 w 138984"/>
                <a:gd name="connsiteY15" fmla="*/ 135159 h 135374"/>
                <a:gd name="connsiteX16" fmla="*/ 139244 w 138984"/>
                <a:gd name="connsiteY16" fmla="*/ 102214 h 135374"/>
                <a:gd name="connsiteX17" fmla="*/ 135610 w 138984"/>
                <a:gd name="connsiteY17" fmla="*/ 99219 h 135374"/>
                <a:gd name="connsiteX18" fmla="*/ 88676 w 138984"/>
                <a:gd name="connsiteY18" fmla="*/ 6673 h 135374"/>
                <a:gd name="connsiteX19" fmla="*/ 105633 w 138984"/>
                <a:gd name="connsiteY19" fmla="*/ 24943 h 135374"/>
                <a:gd name="connsiteX20" fmla="*/ 69600 w 138984"/>
                <a:gd name="connsiteY20" fmla="*/ 107605 h 135374"/>
                <a:gd name="connsiteX21" fmla="*/ 43256 w 138984"/>
                <a:gd name="connsiteY21" fmla="*/ 120783 h 135374"/>
                <a:gd name="connsiteX22" fmla="*/ 25694 w 138984"/>
                <a:gd name="connsiteY22" fmla="*/ 98321 h 135374"/>
                <a:gd name="connsiteX23" fmla="*/ 50221 w 138984"/>
                <a:gd name="connsiteY23" fmla="*/ 32730 h 135374"/>
                <a:gd name="connsiteX24" fmla="*/ 88676 w 138984"/>
                <a:gd name="connsiteY24" fmla="*/ 6673 h 13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984" h="135374">
                  <a:moveTo>
                    <a:pt x="135610" y="99219"/>
                  </a:moveTo>
                  <a:cubicBezTo>
                    <a:pt x="131068" y="103712"/>
                    <a:pt x="129251" y="105209"/>
                    <a:pt x="127132" y="107605"/>
                  </a:cubicBezTo>
                  <a:cubicBezTo>
                    <a:pt x="118048" y="116890"/>
                    <a:pt x="114111" y="119885"/>
                    <a:pt x="111386" y="119885"/>
                  </a:cubicBezTo>
                  <a:cubicBezTo>
                    <a:pt x="108964" y="119885"/>
                    <a:pt x="107147" y="118088"/>
                    <a:pt x="107147" y="115991"/>
                  </a:cubicBezTo>
                  <a:cubicBezTo>
                    <a:pt x="107147" y="110001"/>
                    <a:pt x="119864" y="58786"/>
                    <a:pt x="134096" y="7272"/>
                  </a:cubicBezTo>
                  <a:cubicBezTo>
                    <a:pt x="135004" y="4277"/>
                    <a:pt x="135307" y="3678"/>
                    <a:pt x="135913" y="983"/>
                  </a:cubicBezTo>
                  <a:lnTo>
                    <a:pt x="133793" y="84"/>
                  </a:lnTo>
                  <a:lnTo>
                    <a:pt x="115322" y="2181"/>
                  </a:lnTo>
                  <a:lnTo>
                    <a:pt x="114414" y="3079"/>
                  </a:lnTo>
                  <a:lnTo>
                    <a:pt x="111083" y="17455"/>
                  </a:lnTo>
                  <a:cubicBezTo>
                    <a:pt x="108661" y="6374"/>
                    <a:pt x="99880" y="84"/>
                    <a:pt x="86859" y="84"/>
                  </a:cubicBezTo>
                  <a:cubicBezTo>
                    <a:pt x="46890" y="84"/>
                    <a:pt x="259" y="54893"/>
                    <a:pt x="259" y="102214"/>
                  </a:cubicBezTo>
                  <a:cubicBezTo>
                    <a:pt x="259" y="123179"/>
                    <a:pt x="11765" y="135459"/>
                    <a:pt x="31144" y="135459"/>
                  </a:cubicBezTo>
                  <a:cubicBezTo>
                    <a:pt x="52340" y="135459"/>
                    <a:pt x="65361" y="125575"/>
                    <a:pt x="92007" y="88437"/>
                  </a:cubicBezTo>
                  <a:cubicBezTo>
                    <a:pt x="85951" y="111798"/>
                    <a:pt x="85043" y="115692"/>
                    <a:pt x="85043" y="122880"/>
                  </a:cubicBezTo>
                  <a:cubicBezTo>
                    <a:pt x="85043" y="131565"/>
                    <a:pt x="88676" y="135159"/>
                    <a:pt x="97155" y="135159"/>
                  </a:cubicBezTo>
                  <a:cubicBezTo>
                    <a:pt x="109266" y="135159"/>
                    <a:pt x="116836" y="129469"/>
                    <a:pt x="139244" y="102214"/>
                  </a:cubicBezTo>
                  <a:lnTo>
                    <a:pt x="135610" y="99219"/>
                  </a:lnTo>
                  <a:close/>
                  <a:moveTo>
                    <a:pt x="88676" y="6673"/>
                  </a:moveTo>
                  <a:cubicBezTo>
                    <a:pt x="98971" y="7272"/>
                    <a:pt x="105633" y="14460"/>
                    <a:pt x="105633" y="24943"/>
                  </a:cubicBezTo>
                  <a:cubicBezTo>
                    <a:pt x="105633" y="50101"/>
                    <a:pt x="90493" y="85442"/>
                    <a:pt x="69600" y="107605"/>
                  </a:cubicBezTo>
                  <a:cubicBezTo>
                    <a:pt x="62333" y="115692"/>
                    <a:pt x="52038" y="120783"/>
                    <a:pt x="43256" y="120783"/>
                  </a:cubicBezTo>
                  <a:cubicBezTo>
                    <a:pt x="32658" y="120783"/>
                    <a:pt x="25694" y="112098"/>
                    <a:pt x="25694" y="98321"/>
                  </a:cubicBezTo>
                  <a:cubicBezTo>
                    <a:pt x="25694" y="82148"/>
                    <a:pt x="37200" y="51299"/>
                    <a:pt x="50221" y="32730"/>
                  </a:cubicBezTo>
                  <a:cubicBezTo>
                    <a:pt x="62333" y="15359"/>
                    <a:pt x="76564" y="5775"/>
                    <a:pt x="88676" y="6673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C761076-97E2-1FE9-6F6B-1DB6A498389F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0003242" y="4765801"/>
              <a:ext cx="143526" cy="135374"/>
            </a:xfrm>
            <a:custGeom>
              <a:avLst/>
              <a:gdLst>
                <a:gd name="connsiteX0" fmla="*/ 130166 w 143526"/>
                <a:gd name="connsiteY0" fmla="*/ 98920 h 135374"/>
                <a:gd name="connsiteX1" fmla="*/ 123504 w 143526"/>
                <a:gd name="connsiteY1" fmla="*/ 107006 h 135374"/>
                <a:gd name="connsiteX2" fmla="*/ 109575 w 143526"/>
                <a:gd name="connsiteY2" fmla="*/ 118986 h 135374"/>
                <a:gd name="connsiteX3" fmla="*/ 100189 w 143526"/>
                <a:gd name="connsiteY3" fmla="*/ 106707 h 135374"/>
                <a:gd name="connsiteX4" fmla="*/ 98977 w 143526"/>
                <a:gd name="connsiteY4" fmla="*/ 101615 h 135374"/>
                <a:gd name="connsiteX5" fmla="*/ 88077 w 143526"/>
                <a:gd name="connsiteY5" fmla="*/ 53096 h 135374"/>
                <a:gd name="connsiteX6" fmla="*/ 117751 w 143526"/>
                <a:gd name="connsiteY6" fmla="*/ 16856 h 135374"/>
                <a:gd name="connsiteX7" fmla="*/ 125018 w 143526"/>
                <a:gd name="connsiteY7" fmla="*/ 19252 h 135374"/>
                <a:gd name="connsiteX8" fmla="*/ 133194 w 143526"/>
                <a:gd name="connsiteY8" fmla="*/ 21948 h 135374"/>
                <a:gd name="connsiteX9" fmla="*/ 143792 w 143526"/>
                <a:gd name="connsiteY9" fmla="*/ 11166 h 135374"/>
                <a:gd name="connsiteX10" fmla="*/ 131377 w 143526"/>
                <a:gd name="connsiteY10" fmla="*/ 84 h 135374"/>
                <a:gd name="connsiteX11" fmla="*/ 85654 w 143526"/>
                <a:gd name="connsiteY11" fmla="*/ 42913 h 135374"/>
                <a:gd name="connsiteX12" fmla="*/ 82323 w 143526"/>
                <a:gd name="connsiteY12" fmla="*/ 26440 h 135374"/>
                <a:gd name="connsiteX13" fmla="*/ 66578 w 143526"/>
                <a:gd name="connsiteY13" fmla="*/ 84 h 135374"/>
                <a:gd name="connsiteX14" fmla="*/ 31150 w 143526"/>
                <a:gd name="connsiteY14" fmla="*/ 8770 h 135374"/>
                <a:gd name="connsiteX15" fmla="*/ 27820 w 143526"/>
                <a:gd name="connsiteY15" fmla="*/ 9968 h 135374"/>
                <a:gd name="connsiteX16" fmla="*/ 29031 w 143526"/>
                <a:gd name="connsiteY16" fmla="*/ 14460 h 135374"/>
                <a:gd name="connsiteX17" fmla="*/ 45988 w 143526"/>
                <a:gd name="connsiteY17" fmla="*/ 11166 h 135374"/>
                <a:gd name="connsiteX18" fmla="*/ 59614 w 143526"/>
                <a:gd name="connsiteY18" fmla="*/ 31831 h 135374"/>
                <a:gd name="connsiteX19" fmla="*/ 68395 w 143526"/>
                <a:gd name="connsiteY19" fmla="*/ 68670 h 135374"/>
                <a:gd name="connsiteX20" fmla="*/ 43565 w 143526"/>
                <a:gd name="connsiteY20" fmla="*/ 103712 h 135374"/>
                <a:gd name="connsiteX21" fmla="*/ 28122 w 143526"/>
                <a:gd name="connsiteY21" fmla="*/ 118088 h 135374"/>
                <a:gd name="connsiteX22" fmla="*/ 20250 w 143526"/>
                <a:gd name="connsiteY22" fmla="*/ 115392 h 135374"/>
                <a:gd name="connsiteX23" fmla="*/ 10560 w 143526"/>
                <a:gd name="connsiteY23" fmla="*/ 112397 h 135374"/>
                <a:gd name="connsiteX24" fmla="*/ 265 w 143526"/>
                <a:gd name="connsiteY24" fmla="*/ 122880 h 135374"/>
                <a:gd name="connsiteX25" fmla="*/ 15405 w 143526"/>
                <a:gd name="connsiteY25" fmla="*/ 135459 h 135374"/>
                <a:gd name="connsiteX26" fmla="*/ 43565 w 143526"/>
                <a:gd name="connsiteY26" fmla="*/ 114494 h 135374"/>
                <a:gd name="connsiteX27" fmla="*/ 70817 w 143526"/>
                <a:gd name="connsiteY27" fmla="*/ 79452 h 135374"/>
                <a:gd name="connsiteX28" fmla="*/ 79901 w 143526"/>
                <a:gd name="connsiteY28" fmla="*/ 115392 h 135374"/>
                <a:gd name="connsiteX29" fmla="*/ 97463 w 143526"/>
                <a:gd name="connsiteY29" fmla="*/ 135459 h 135374"/>
                <a:gd name="connsiteX30" fmla="*/ 134405 w 143526"/>
                <a:gd name="connsiteY30" fmla="*/ 101316 h 135374"/>
                <a:gd name="connsiteX31" fmla="*/ 130166 w 143526"/>
                <a:gd name="connsiteY31" fmla="*/ 98920 h 13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6" h="135374">
                  <a:moveTo>
                    <a:pt x="130166" y="98920"/>
                  </a:moveTo>
                  <a:cubicBezTo>
                    <a:pt x="127743" y="101615"/>
                    <a:pt x="126229" y="103412"/>
                    <a:pt x="123504" y="107006"/>
                  </a:cubicBezTo>
                  <a:cubicBezTo>
                    <a:pt x="116540" y="115991"/>
                    <a:pt x="112906" y="118986"/>
                    <a:pt x="109575" y="118986"/>
                  </a:cubicBezTo>
                  <a:cubicBezTo>
                    <a:pt x="105033" y="118986"/>
                    <a:pt x="102308" y="115093"/>
                    <a:pt x="100189" y="106707"/>
                  </a:cubicBezTo>
                  <a:cubicBezTo>
                    <a:pt x="99583" y="104311"/>
                    <a:pt x="99280" y="102514"/>
                    <a:pt x="98977" y="101615"/>
                  </a:cubicBezTo>
                  <a:cubicBezTo>
                    <a:pt x="91407" y="71365"/>
                    <a:pt x="88077" y="57588"/>
                    <a:pt x="88077" y="53096"/>
                  </a:cubicBezTo>
                  <a:cubicBezTo>
                    <a:pt x="101400" y="30034"/>
                    <a:pt x="112300" y="16856"/>
                    <a:pt x="117751" y="16856"/>
                  </a:cubicBezTo>
                  <a:cubicBezTo>
                    <a:pt x="119568" y="16856"/>
                    <a:pt x="121990" y="17755"/>
                    <a:pt x="125018" y="19252"/>
                  </a:cubicBezTo>
                  <a:cubicBezTo>
                    <a:pt x="128652" y="21349"/>
                    <a:pt x="130771" y="21948"/>
                    <a:pt x="133194" y="21948"/>
                  </a:cubicBezTo>
                  <a:cubicBezTo>
                    <a:pt x="139552" y="21948"/>
                    <a:pt x="143792" y="17455"/>
                    <a:pt x="143792" y="11166"/>
                  </a:cubicBezTo>
                  <a:cubicBezTo>
                    <a:pt x="143792" y="4876"/>
                    <a:pt x="138644" y="84"/>
                    <a:pt x="131377" y="84"/>
                  </a:cubicBezTo>
                  <a:cubicBezTo>
                    <a:pt x="118054" y="84"/>
                    <a:pt x="106547" y="10866"/>
                    <a:pt x="85654" y="42913"/>
                  </a:cubicBezTo>
                  <a:lnTo>
                    <a:pt x="82323" y="26440"/>
                  </a:lnTo>
                  <a:cubicBezTo>
                    <a:pt x="78084" y="6074"/>
                    <a:pt x="74753" y="84"/>
                    <a:pt x="66578" y="84"/>
                  </a:cubicBezTo>
                  <a:cubicBezTo>
                    <a:pt x="59916" y="84"/>
                    <a:pt x="49621" y="2780"/>
                    <a:pt x="31150" y="8770"/>
                  </a:cubicBezTo>
                  <a:lnTo>
                    <a:pt x="27820" y="9968"/>
                  </a:lnTo>
                  <a:lnTo>
                    <a:pt x="29031" y="14460"/>
                  </a:lnTo>
                  <a:cubicBezTo>
                    <a:pt x="40537" y="11765"/>
                    <a:pt x="43262" y="11166"/>
                    <a:pt x="45988" y="11166"/>
                  </a:cubicBezTo>
                  <a:cubicBezTo>
                    <a:pt x="53558" y="11166"/>
                    <a:pt x="55374" y="13861"/>
                    <a:pt x="59614" y="31831"/>
                  </a:cubicBezTo>
                  <a:lnTo>
                    <a:pt x="68395" y="68670"/>
                  </a:lnTo>
                  <a:lnTo>
                    <a:pt x="43565" y="103712"/>
                  </a:lnTo>
                  <a:cubicBezTo>
                    <a:pt x="37509" y="112697"/>
                    <a:pt x="31453" y="118088"/>
                    <a:pt x="28122" y="118088"/>
                  </a:cubicBezTo>
                  <a:cubicBezTo>
                    <a:pt x="26306" y="118088"/>
                    <a:pt x="23278" y="117189"/>
                    <a:pt x="20250" y="115392"/>
                  </a:cubicBezTo>
                  <a:cubicBezTo>
                    <a:pt x="16313" y="113296"/>
                    <a:pt x="12983" y="112397"/>
                    <a:pt x="10560" y="112397"/>
                  </a:cubicBezTo>
                  <a:cubicBezTo>
                    <a:pt x="4807" y="112397"/>
                    <a:pt x="265" y="116890"/>
                    <a:pt x="265" y="122880"/>
                  </a:cubicBezTo>
                  <a:cubicBezTo>
                    <a:pt x="265" y="130667"/>
                    <a:pt x="6321" y="135459"/>
                    <a:pt x="15405" y="135459"/>
                  </a:cubicBezTo>
                  <a:cubicBezTo>
                    <a:pt x="24792" y="135459"/>
                    <a:pt x="28425" y="132763"/>
                    <a:pt x="43565" y="114494"/>
                  </a:cubicBezTo>
                  <a:cubicBezTo>
                    <a:pt x="51741" y="104910"/>
                    <a:pt x="58100" y="96823"/>
                    <a:pt x="70817" y="79452"/>
                  </a:cubicBezTo>
                  <a:lnTo>
                    <a:pt x="79901" y="115392"/>
                  </a:lnTo>
                  <a:cubicBezTo>
                    <a:pt x="83837" y="130667"/>
                    <a:pt x="87774" y="135459"/>
                    <a:pt x="97463" y="135459"/>
                  </a:cubicBezTo>
                  <a:cubicBezTo>
                    <a:pt x="108970" y="135459"/>
                    <a:pt x="116842" y="128271"/>
                    <a:pt x="134405" y="101316"/>
                  </a:cubicBezTo>
                  <a:lnTo>
                    <a:pt x="130166" y="9892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16C65864-4D56-5820-5B4F-2251B4D0100C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0152425" y="4622353"/>
              <a:ext cx="100831" cy="153811"/>
            </a:xfrm>
            <a:custGeom>
              <a:avLst/>
              <a:gdLst>
                <a:gd name="connsiteX0" fmla="*/ 19763 w 100831"/>
                <a:gd name="connsiteY0" fmla="*/ 8946 h 153811"/>
                <a:gd name="connsiteX1" fmla="*/ 34328 w 100831"/>
                <a:gd name="connsiteY1" fmla="*/ 14930 h 153811"/>
                <a:gd name="connsiteX2" fmla="*/ 32311 w 100831"/>
                <a:gd name="connsiteY2" fmla="*/ 24460 h 153811"/>
                <a:gd name="connsiteX3" fmla="*/ 31191 w 100831"/>
                <a:gd name="connsiteY3" fmla="*/ 28671 h 153811"/>
                <a:gd name="connsiteX4" fmla="*/ 30743 w 100831"/>
                <a:gd name="connsiteY4" fmla="*/ 30222 h 153811"/>
                <a:gd name="connsiteX5" fmla="*/ 269 w 100831"/>
                <a:gd name="connsiteY5" fmla="*/ 141260 h 153811"/>
                <a:gd name="connsiteX6" fmla="*/ 269 w 100831"/>
                <a:gd name="connsiteY6" fmla="*/ 142146 h 153811"/>
                <a:gd name="connsiteX7" fmla="*/ 30070 w 100831"/>
                <a:gd name="connsiteY7" fmla="*/ 153892 h 153811"/>
                <a:gd name="connsiteX8" fmla="*/ 101101 w 100831"/>
                <a:gd name="connsiteY8" fmla="*/ 80311 h 153811"/>
                <a:gd name="connsiteX9" fmla="*/ 75109 w 100831"/>
                <a:gd name="connsiteY9" fmla="*/ 53715 h 153811"/>
                <a:gd name="connsiteX10" fmla="*/ 31863 w 100831"/>
                <a:gd name="connsiteY10" fmla="*/ 87182 h 153811"/>
                <a:gd name="connsiteX11" fmla="*/ 55166 w 100831"/>
                <a:gd name="connsiteY11" fmla="*/ 1189 h 153811"/>
                <a:gd name="connsiteX12" fmla="*/ 54046 w 100831"/>
                <a:gd name="connsiteY12" fmla="*/ 81 h 153811"/>
                <a:gd name="connsiteX13" fmla="*/ 19763 w 100831"/>
                <a:gd name="connsiteY13" fmla="*/ 5178 h 153811"/>
                <a:gd name="connsiteX14" fmla="*/ 19763 w 100831"/>
                <a:gd name="connsiteY14" fmla="*/ 8946 h 153811"/>
                <a:gd name="connsiteX15" fmla="*/ 66370 w 100831"/>
                <a:gd name="connsiteY15" fmla="*/ 64575 h 153811"/>
                <a:gd name="connsiteX16" fmla="*/ 82055 w 100831"/>
                <a:gd name="connsiteY16" fmla="*/ 83635 h 153811"/>
                <a:gd name="connsiteX17" fmla="*/ 57407 w 100831"/>
                <a:gd name="connsiteY17" fmla="*/ 135719 h 153811"/>
                <a:gd name="connsiteX18" fmla="*/ 29846 w 100831"/>
                <a:gd name="connsiteY18" fmla="*/ 148795 h 153811"/>
                <a:gd name="connsiteX19" fmla="*/ 19539 w 100831"/>
                <a:gd name="connsiteY19" fmla="*/ 141260 h 153811"/>
                <a:gd name="connsiteX20" fmla="*/ 35672 w 100831"/>
                <a:gd name="connsiteY20" fmla="*/ 90063 h 153811"/>
                <a:gd name="connsiteX21" fmla="*/ 66370 w 100831"/>
                <a:gd name="connsiteY21" fmla="*/ 64575 h 153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0831" h="153811">
                  <a:moveTo>
                    <a:pt x="19763" y="8946"/>
                  </a:moveTo>
                  <a:cubicBezTo>
                    <a:pt x="32983" y="9389"/>
                    <a:pt x="34328" y="10054"/>
                    <a:pt x="34328" y="14930"/>
                  </a:cubicBezTo>
                  <a:cubicBezTo>
                    <a:pt x="34328" y="16925"/>
                    <a:pt x="33655" y="19584"/>
                    <a:pt x="32311" y="24460"/>
                  </a:cubicBezTo>
                  <a:cubicBezTo>
                    <a:pt x="31863" y="26011"/>
                    <a:pt x="31415" y="27563"/>
                    <a:pt x="31191" y="28671"/>
                  </a:cubicBezTo>
                  <a:lnTo>
                    <a:pt x="30743" y="30222"/>
                  </a:lnTo>
                  <a:lnTo>
                    <a:pt x="269" y="141260"/>
                  </a:lnTo>
                  <a:lnTo>
                    <a:pt x="269" y="142146"/>
                  </a:lnTo>
                  <a:cubicBezTo>
                    <a:pt x="269" y="147244"/>
                    <a:pt x="17522" y="153892"/>
                    <a:pt x="30070" y="153892"/>
                  </a:cubicBezTo>
                  <a:cubicBezTo>
                    <a:pt x="63905" y="153892"/>
                    <a:pt x="101101" y="115107"/>
                    <a:pt x="101101" y="80311"/>
                  </a:cubicBezTo>
                  <a:cubicBezTo>
                    <a:pt x="101101" y="64797"/>
                    <a:pt x="90121" y="53715"/>
                    <a:pt x="75109" y="53715"/>
                  </a:cubicBezTo>
                  <a:cubicBezTo>
                    <a:pt x="59424" y="53715"/>
                    <a:pt x="47772" y="62802"/>
                    <a:pt x="31863" y="87182"/>
                  </a:cubicBezTo>
                  <a:cubicBezTo>
                    <a:pt x="43515" y="45072"/>
                    <a:pt x="45083" y="39088"/>
                    <a:pt x="55166" y="1189"/>
                  </a:cubicBezTo>
                  <a:lnTo>
                    <a:pt x="54046" y="81"/>
                  </a:lnTo>
                  <a:cubicBezTo>
                    <a:pt x="42842" y="2075"/>
                    <a:pt x="34776" y="3405"/>
                    <a:pt x="19763" y="5178"/>
                  </a:cubicBezTo>
                  <a:lnTo>
                    <a:pt x="19763" y="8946"/>
                  </a:lnTo>
                  <a:close/>
                  <a:moveTo>
                    <a:pt x="66370" y="64575"/>
                  </a:moveTo>
                  <a:cubicBezTo>
                    <a:pt x="76005" y="64575"/>
                    <a:pt x="82055" y="71889"/>
                    <a:pt x="82055" y="83635"/>
                  </a:cubicBezTo>
                  <a:cubicBezTo>
                    <a:pt x="82055" y="98263"/>
                    <a:pt x="70627" y="121978"/>
                    <a:pt x="57407" y="135719"/>
                  </a:cubicBezTo>
                  <a:cubicBezTo>
                    <a:pt x="49116" y="144141"/>
                    <a:pt x="39481" y="148795"/>
                    <a:pt x="29846" y="148795"/>
                  </a:cubicBezTo>
                  <a:cubicBezTo>
                    <a:pt x="22900" y="148795"/>
                    <a:pt x="19539" y="146357"/>
                    <a:pt x="19539" y="141260"/>
                  </a:cubicBezTo>
                  <a:cubicBezTo>
                    <a:pt x="19539" y="127962"/>
                    <a:pt x="26261" y="106463"/>
                    <a:pt x="35672" y="90063"/>
                  </a:cubicBezTo>
                  <a:cubicBezTo>
                    <a:pt x="45531" y="72997"/>
                    <a:pt x="55614" y="64575"/>
                    <a:pt x="66370" y="64575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924BC89-AE4A-9FE8-0D5B-290DDF44B494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0366984" y="4760410"/>
              <a:ext cx="33610" cy="140765"/>
            </a:xfrm>
            <a:custGeom>
              <a:avLst/>
              <a:gdLst>
                <a:gd name="connsiteX0" fmla="*/ 16929 w 33610"/>
                <a:gd name="connsiteY0" fmla="*/ 85 h 140765"/>
                <a:gd name="connsiteX1" fmla="*/ 275 w 33610"/>
                <a:gd name="connsiteY1" fmla="*/ 17156 h 140765"/>
                <a:gd name="connsiteX2" fmla="*/ 16626 w 33610"/>
                <a:gd name="connsiteY2" fmla="*/ 33329 h 140765"/>
                <a:gd name="connsiteX3" fmla="*/ 33886 w 33610"/>
                <a:gd name="connsiteY3" fmla="*/ 17156 h 140765"/>
                <a:gd name="connsiteX4" fmla="*/ 16929 w 33610"/>
                <a:gd name="connsiteY4" fmla="*/ 85 h 140765"/>
                <a:gd name="connsiteX5" fmla="*/ 16929 w 33610"/>
                <a:gd name="connsiteY5" fmla="*/ 107606 h 140765"/>
                <a:gd name="connsiteX6" fmla="*/ 275 w 33610"/>
                <a:gd name="connsiteY6" fmla="*/ 124677 h 140765"/>
                <a:gd name="connsiteX7" fmla="*/ 16626 w 33610"/>
                <a:gd name="connsiteY7" fmla="*/ 140850 h 140765"/>
                <a:gd name="connsiteX8" fmla="*/ 33886 w 33610"/>
                <a:gd name="connsiteY8" fmla="*/ 124677 h 140765"/>
                <a:gd name="connsiteX9" fmla="*/ 16929 w 33610"/>
                <a:gd name="connsiteY9" fmla="*/ 107606 h 14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10" h="140765">
                  <a:moveTo>
                    <a:pt x="16929" y="85"/>
                  </a:moveTo>
                  <a:cubicBezTo>
                    <a:pt x="7845" y="85"/>
                    <a:pt x="275" y="7872"/>
                    <a:pt x="275" y="17156"/>
                  </a:cubicBezTo>
                  <a:cubicBezTo>
                    <a:pt x="275" y="25842"/>
                    <a:pt x="7845" y="33329"/>
                    <a:pt x="16626" y="33329"/>
                  </a:cubicBezTo>
                  <a:cubicBezTo>
                    <a:pt x="26013" y="33329"/>
                    <a:pt x="33886" y="25842"/>
                    <a:pt x="33886" y="17156"/>
                  </a:cubicBezTo>
                  <a:cubicBezTo>
                    <a:pt x="33886" y="7872"/>
                    <a:pt x="26013" y="85"/>
                    <a:pt x="16929" y="85"/>
                  </a:cubicBezTo>
                  <a:close/>
                  <a:moveTo>
                    <a:pt x="16929" y="107606"/>
                  </a:moveTo>
                  <a:cubicBezTo>
                    <a:pt x="7845" y="107606"/>
                    <a:pt x="275" y="115393"/>
                    <a:pt x="275" y="124677"/>
                  </a:cubicBezTo>
                  <a:cubicBezTo>
                    <a:pt x="275" y="133363"/>
                    <a:pt x="7845" y="140850"/>
                    <a:pt x="16626" y="140850"/>
                  </a:cubicBezTo>
                  <a:cubicBezTo>
                    <a:pt x="26013" y="140850"/>
                    <a:pt x="33886" y="133363"/>
                    <a:pt x="33886" y="124677"/>
                  </a:cubicBezTo>
                  <a:cubicBezTo>
                    <a:pt x="33886" y="115393"/>
                    <a:pt x="26013" y="107606"/>
                    <a:pt x="16929" y="107606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CBE0C90-FE6D-F921-EDF5-F9B4CE5A7924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0567780" y="4693322"/>
              <a:ext cx="72066" cy="204559"/>
            </a:xfrm>
            <a:custGeom>
              <a:avLst/>
              <a:gdLst>
                <a:gd name="connsiteX0" fmla="*/ 282 w 72066"/>
                <a:gd name="connsiteY0" fmla="*/ 18055 h 204559"/>
                <a:gd name="connsiteX1" fmla="*/ 2099 w 72066"/>
                <a:gd name="connsiteY1" fmla="*/ 18055 h 204559"/>
                <a:gd name="connsiteX2" fmla="*/ 11486 w 72066"/>
                <a:gd name="connsiteY2" fmla="*/ 17456 h 204559"/>
                <a:gd name="connsiteX3" fmla="*/ 24204 w 72066"/>
                <a:gd name="connsiteY3" fmla="*/ 35725 h 204559"/>
                <a:gd name="connsiteX4" fmla="*/ 24204 w 72066"/>
                <a:gd name="connsiteY4" fmla="*/ 178588 h 204559"/>
                <a:gd name="connsiteX5" fmla="*/ 888 w 72066"/>
                <a:gd name="connsiteY5" fmla="*/ 200152 h 204559"/>
                <a:gd name="connsiteX6" fmla="*/ 888 w 72066"/>
                <a:gd name="connsiteY6" fmla="*/ 204644 h 204559"/>
                <a:gd name="connsiteX7" fmla="*/ 72349 w 72066"/>
                <a:gd name="connsiteY7" fmla="*/ 204644 h 204559"/>
                <a:gd name="connsiteX8" fmla="*/ 72349 w 72066"/>
                <a:gd name="connsiteY8" fmla="*/ 200152 h 204559"/>
                <a:gd name="connsiteX9" fmla="*/ 49639 w 72066"/>
                <a:gd name="connsiteY9" fmla="*/ 179486 h 204559"/>
                <a:gd name="connsiteX10" fmla="*/ 49639 w 72066"/>
                <a:gd name="connsiteY10" fmla="*/ 684 h 204559"/>
                <a:gd name="connsiteX11" fmla="*/ 48427 w 72066"/>
                <a:gd name="connsiteY11" fmla="*/ 85 h 204559"/>
                <a:gd name="connsiteX12" fmla="*/ 282 w 72066"/>
                <a:gd name="connsiteY12" fmla="*/ 13263 h 204559"/>
                <a:gd name="connsiteX13" fmla="*/ 282 w 72066"/>
                <a:gd name="connsiteY13" fmla="*/ 1805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66" h="204559">
                  <a:moveTo>
                    <a:pt x="282" y="18055"/>
                  </a:moveTo>
                  <a:lnTo>
                    <a:pt x="2099" y="18055"/>
                  </a:lnTo>
                  <a:cubicBezTo>
                    <a:pt x="5430" y="17755"/>
                    <a:pt x="9064" y="17456"/>
                    <a:pt x="11486" y="17456"/>
                  </a:cubicBezTo>
                  <a:cubicBezTo>
                    <a:pt x="21176" y="17456"/>
                    <a:pt x="24204" y="21649"/>
                    <a:pt x="24204" y="35725"/>
                  </a:cubicBezTo>
                  <a:lnTo>
                    <a:pt x="24204" y="178588"/>
                  </a:lnTo>
                  <a:cubicBezTo>
                    <a:pt x="24204" y="194761"/>
                    <a:pt x="19964" y="198654"/>
                    <a:pt x="888" y="200152"/>
                  </a:cubicBezTo>
                  <a:lnTo>
                    <a:pt x="888" y="204644"/>
                  </a:lnTo>
                  <a:lnTo>
                    <a:pt x="72349" y="204644"/>
                  </a:lnTo>
                  <a:lnTo>
                    <a:pt x="72349" y="200152"/>
                  </a:lnTo>
                  <a:cubicBezTo>
                    <a:pt x="53272" y="198954"/>
                    <a:pt x="49639" y="195959"/>
                    <a:pt x="49639" y="179486"/>
                  </a:cubicBezTo>
                  <a:lnTo>
                    <a:pt x="49639" y="684"/>
                  </a:lnTo>
                  <a:lnTo>
                    <a:pt x="48427" y="85"/>
                  </a:lnTo>
                  <a:cubicBezTo>
                    <a:pt x="32682" y="5176"/>
                    <a:pt x="21176" y="8171"/>
                    <a:pt x="282" y="13263"/>
                  </a:cubicBezTo>
                  <a:lnTo>
                    <a:pt x="282" y="1805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DF0FAEC-82F4-C0B8-2FCD-E4371A1CB039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0651362" y="4760110"/>
              <a:ext cx="142012" cy="137770"/>
            </a:xfrm>
            <a:custGeom>
              <a:avLst/>
              <a:gdLst>
                <a:gd name="connsiteX0" fmla="*/ 285 w 142012"/>
                <a:gd name="connsiteY0" fmla="*/ 18654 h 137770"/>
                <a:gd name="connsiteX1" fmla="*/ 8461 w 142012"/>
                <a:gd name="connsiteY1" fmla="*/ 17456 h 137770"/>
                <a:gd name="connsiteX2" fmla="*/ 19664 w 142012"/>
                <a:gd name="connsiteY2" fmla="*/ 36624 h 137770"/>
                <a:gd name="connsiteX3" fmla="*/ 19664 w 142012"/>
                <a:gd name="connsiteY3" fmla="*/ 110900 h 137770"/>
                <a:gd name="connsiteX4" fmla="*/ 891 w 142012"/>
                <a:gd name="connsiteY4" fmla="*/ 133363 h 137770"/>
                <a:gd name="connsiteX5" fmla="*/ 891 w 142012"/>
                <a:gd name="connsiteY5" fmla="*/ 137855 h 137770"/>
                <a:gd name="connsiteX6" fmla="*/ 65084 w 142012"/>
                <a:gd name="connsiteY6" fmla="*/ 137855 h 137770"/>
                <a:gd name="connsiteX7" fmla="*/ 65084 w 142012"/>
                <a:gd name="connsiteY7" fmla="*/ 133363 h 137770"/>
                <a:gd name="connsiteX8" fmla="*/ 45099 w 142012"/>
                <a:gd name="connsiteY8" fmla="*/ 117789 h 137770"/>
                <a:gd name="connsiteX9" fmla="*/ 45099 w 142012"/>
                <a:gd name="connsiteY9" fmla="*/ 33629 h 137770"/>
                <a:gd name="connsiteX10" fmla="*/ 76288 w 142012"/>
                <a:gd name="connsiteY10" fmla="*/ 16557 h 137770"/>
                <a:gd name="connsiteX11" fmla="*/ 98392 w 142012"/>
                <a:gd name="connsiteY11" fmla="*/ 45609 h 137770"/>
                <a:gd name="connsiteX12" fmla="*/ 98392 w 142012"/>
                <a:gd name="connsiteY12" fmla="*/ 108205 h 137770"/>
                <a:gd name="connsiteX13" fmla="*/ 79316 w 142012"/>
                <a:gd name="connsiteY13" fmla="*/ 133363 h 137770"/>
                <a:gd name="connsiteX14" fmla="*/ 79316 w 142012"/>
                <a:gd name="connsiteY14" fmla="*/ 137855 h 137770"/>
                <a:gd name="connsiteX15" fmla="*/ 142298 w 142012"/>
                <a:gd name="connsiteY15" fmla="*/ 137855 h 137770"/>
                <a:gd name="connsiteX16" fmla="*/ 142298 w 142012"/>
                <a:gd name="connsiteY16" fmla="*/ 133363 h 137770"/>
                <a:gd name="connsiteX17" fmla="*/ 123827 w 142012"/>
                <a:gd name="connsiteY17" fmla="*/ 113596 h 137770"/>
                <a:gd name="connsiteX18" fmla="*/ 123827 w 142012"/>
                <a:gd name="connsiteY18" fmla="*/ 45010 h 137770"/>
                <a:gd name="connsiteX19" fmla="*/ 88097 w 142012"/>
                <a:gd name="connsiteY19" fmla="*/ 85 h 137770"/>
                <a:gd name="connsiteX20" fmla="*/ 44191 w 142012"/>
                <a:gd name="connsiteY20" fmla="*/ 24344 h 137770"/>
                <a:gd name="connsiteX21" fmla="*/ 44191 w 142012"/>
                <a:gd name="connsiteY21" fmla="*/ 684 h 137770"/>
                <a:gd name="connsiteX22" fmla="*/ 42071 w 142012"/>
                <a:gd name="connsiteY22" fmla="*/ 85 h 137770"/>
                <a:gd name="connsiteX23" fmla="*/ 285 w 142012"/>
                <a:gd name="connsiteY23" fmla="*/ 13562 h 137770"/>
                <a:gd name="connsiteX24" fmla="*/ 285 w 142012"/>
                <a:gd name="connsiteY24" fmla="*/ 18654 h 1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012" h="137770">
                  <a:moveTo>
                    <a:pt x="285" y="18654"/>
                  </a:moveTo>
                  <a:cubicBezTo>
                    <a:pt x="2102" y="17755"/>
                    <a:pt x="5130" y="17456"/>
                    <a:pt x="8461" y="17456"/>
                  </a:cubicBezTo>
                  <a:cubicBezTo>
                    <a:pt x="16939" y="17456"/>
                    <a:pt x="19664" y="21948"/>
                    <a:pt x="19664" y="36624"/>
                  </a:cubicBezTo>
                  <a:lnTo>
                    <a:pt x="19664" y="110900"/>
                  </a:lnTo>
                  <a:cubicBezTo>
                    <a:pt x="19664" y="127972"/>
                    <a:pt x="16334" y="132165"/>
                    <a:pt x="891" y="133363"/>
                  </a:cubicBezTo>
                  <a:lnTo>
                    <a:pt x="891" y="137855"/>
                  </a:lnTo>
                  <a:lnTo>
                    <a:pt x="65084" y="137855"/>
                  </a:lnTo>
                  <a:lnTo>
                    <a:pt x="65084" y="133363"/>
                  </a:lnTo>
                  <a:cubicBezTo>
                    <a:pt x="49641" y="132165"/>
                    <a:pt x="45099" y="128571"/>
                    <a:pt x="45099" y="117789"/>
                  </a:cubicBezTo>
                  <a:lnTo>
                    <a:pt x="45099" y="33629"/>
                  </a:lnTo>
                  <a:cubicBezTo>
                    <a:pt x="59634" y="20151"/>
                    <a:pt x="66295" y="16557"/>
                    <a:pt x="76288" y="16557"/>
                  </a:cubicBezTo>
                  <a:cubicBezTo>
                    <a:pt x="91125" y="16557"/>
                    <a:pt x="98392" y="25842"/>
                    <a:pt x="98392" y="45609"/>
                  </a:cubicBezTo>
                  <a:lnTo>
                    <a:pt x="98392" y="108205"/>
                  </a:lnTo>
                  <a:cubicBezTo>
                    <a:pt x="98392" y="127073"/>
                    <a:pt x="94456" y="132165"/>
                    <a:pt x="79316" y="133363"/>
                  </a:cubicBezTo>
                  <a:lnTo>
                    <a:pt x="79316" y="137855"/>
                  </a:lnTo>
                  <a:lnTo>
                    <a:pt x="142298" y="137855"/>
                  </a:lnTo>
                  <a:lnTo>
                    <a:pt x="142298" y="133363"/>
                  </a:lnTo>
                  <a:cubicBezTo>
                    <a:pt x="127461" y="131865"/>
                    <a:pt x="123827" y="128271"/>
                    <a:pt x="123827" y="113596"/>
                  </a:cubicBezTo>
                  <a:lnTo>
                    <a:pt x="123827" y="45010"/>
                  </a:lnTo>
                  <a:cubicBezTo>
                    <a:pt x="123827" y="16857"/>
                    <a:pt x="110504" y="85"/>
                    <a:pt x="88097" y="85"/>
                  </a:cubicBezTo>
                  <a:cubicBezTo>
                    <a:pt x="74168" y="85"/>
                    <a:pt x="64781" y="5176"/>
                    <a:pt x="44191" y="24344"/>
                  </a:cubicBezTo>
                  <a:lnTo>
                    <a:pt x="44191" y="684"/>
                  </a:lnTo>
                  <a:lnTo>
                    <a:pt x="42071" y="85"/>
                  </a:lnTo>
                  <a:cubicBezTo>
                    <a:pt x="27234" y="5476"/>
                    <a:pt x="16939" y="8770"/>
                    <a:pt x="285" y="13562"/>
                  </a:cubicBezTo>
                  <a:lnTo>
                    <a:pt x="285" y="1865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DEB1687-C94D-A063-3C3B-8881C3CFE535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0828462" y="4673255"/>
              <a:ext cx="70249" cy="299501"/>
            </a:xfrm>
            <a:custGeom>
              <a:avLst/>
              <a:gdLst>
                <a:gd name="connsiteX0" fmla="*/ 70540 w 70249"/>
                <a:gd name="connsiteY0" fmla="*/ 296591 h 299501"/>
                <a:gd name="connsiteX1" fmla="*/ 65392 w 70249"/>
                <a:gd name="connsiteY1" fmla="*/ 290002 h 299501"/>
                <a:gd name="connsiteX2" fmla="*/ 17853 w 70249"/>
                <a:gd name="connsiteY2" fmla="*/ 149835 h 299501"/>
                <a:gd name="connsiteX3" fmla="*/ 66603 w 70249"/>
                <a:gd name="connsiteY3" fmla="*/ 8171 h 299501"/>
                <a:gd name="connsiteX4" fmla="*/ 70540 w 70249"/>
                <a:gd name="connsiteY4" fmla="*/ 3080 h 299501"/>
                <a:gd name="connsiteX5" fmla="*/ 67512 w 70249"/>
                <a:gd name="connsiteY5" fmla="*/ 85 h 299501"/>
                <a:gd name="connsiteX6" fmla="*/ 19367 w 70249"/>
                <a:gd name="connsiteY6" fmla="*/ 58487 h 299501"/>
                <a:gd name="connsiteX7" fmla="*/ 290 w 70249"/>
                <a:gd name="connsiteY7" fmla="*/ 149835 h 299501"/>
                <a:gd name="connsiteX8" fmla="*/ 20275 w 70249"/>
                <a:gd name="connsiteY8" fmla="*/ 243280 h 299501"/>
                <a:gd name="connsiteX9" fmla="*/ 67512 w 70249"/>
                <a:gd name="connsiteY9" fmla="*/ 299586 h 299501"/>
                <a:gd name="connsiteX10" fmla="*/ 70540 w 70249"/>
                <a:gd name="connsiteY10" fmla="*/ 296591 h 2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9" h="299501">
                  <a:moveTo>
                    <a:pt x="70540" y="296591"/>
                  </a:moveTo>
                  <a:cubicBezTo>
                    <a:pt x="70540" y="295693"/>
                    <a:pt x="70540" y="295094"/>
                    <a:pt x="65392" y="290002"/>
                  </a:cubicBezTo>
                  <a:cubicBezTo>
                    <a:pt x="27542" y="252265"/>
                    <a:pt x="17853" y="195659"/>
                    <a:pt x="17853" y="149835"/>
                  </a:cubicBezTo>
                  <a:cubicBezTo>
                    <a:pt x="17853" y="97722"/>
                    <a:pt x="29359" y="45609"/>
                    <a:pt x="66603" y="8171"/>
                  </a:cubicBezTo>
                  <a:cubicBezTo>
                    <a:pt x="70540" y="4577"/>
                    <a:pt x="70540" y="3978"/>
                    <a:pt x="70540" y="3080"/>
                  </a:cubicBezTo>
                  <a:cubicBezTo>
                    <a:pt x="70540" y="983"/>
                    <a:pt x="69328" y="85"/>
                    <a:pt x="67512" y="85"/>
                  </a:cubicBezTo>
                  <a:cubicBezTo>
                    <a:pt x="64484" y="85"/>
                    <a:pt x="37232" y="20451"/>
                    <a:pt x="19367" y="58487"/>
                  </a:cubicBezTo>
                  <a:cubicBezTo>
                    <a:pt x="3924" y="91433"/>
                    <a:pt x="290" y="124677"/>
                    <a:pt x="290" y="149835"/>
                  </a:cubicBezTo>
                  <a:cubicBezTo>
                    <a:pt x="290" y="173197"/>
                    <a:pt x="3621" y="209436"/>
                    <a:pt x="20275" y="243280"/>
                  </a:cubicBezTo>
                  <a:cubicBezTo>
                    <a:pt x="38443" y="280119"/>
                    <a:pt x="64484" y="299586"/>
                    <a:pt x="67512" y="299586"/>
                  </a:cubicBezTo>
                  <a:cubicBezTo>
                    <a:pt x="69328" y="299586"/>
                    <a:pt x="70540" y="298688"/>
                    <a:pt x="70540" y="29659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5BBCC05-F89B-700E-B751-3F98F8485556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10909140" y="4765801"/>
              <a:ext cx="136259" cy="193777"/>
            </a:xfrm>
            <a:custGeom>
              <a:avLst/>
              <a:gdLst>
                <a:gd name="connsiteX0" fmla="*/ 12104 w 136259"/>
                <a:gd name="connsiteY0" fmla="*/ 12364 h 193777"/>
                <a:gd name="connsiteX1" fmla="*/ 21490 w 136259"/>
                <a:gd name="connsiteY1" fmla="*/ 11166 h 193777"/>
                <a:gd name="connsiteX2" fmla="*/ 57221 w 136259"/>
                <a:gd name="connsiteY2" fmla="*/ 70168 h 193777"/>
                <a:gd name="connsiteX3" fmla="*/ 69635 w 136259"/>
                <a:gd name="connsiteY3" fmla="*/ 129769 h 193777"/>
                <a:gd name="connsiteX4" fmla="*/ 63277 w 136259"/>
                <a:gd name="connsiteY4" fmla="*/ 144744 h 193777"/>
                <a:gd name="connsiteX5" fmla="*/ 44503 w 136259"/>
                <a:gd name="connsiteY5" fmla="*/ 168404 h 193777"/>
                <a:gd name="connsiteX6" fmla="*/ 30574 w 136259"/>
                <a:gd name="connsiteY6" fmla="*/ 177389 h 193777"/>
                <a:gd name="connsiteX7" fmla="*/ 23307 w 136259"/>
                <a:gd name="connsiteY7" fmla="*/ 174095 h 193777"/>
                <a:gd name="connsiteX8" fmla="*/ 12104 w 136259"/>
                <a:gd name="connsiteY8" fmla="*/ 169003 h 193777"/>
                <a:gd name="connsiteX9" fmla="*/ 295 w 136259"/>
                <a:gd name="connsiteY9" fmla="*/ 180684 h 193777"/>
                <a:gd name="connsiteX10" fmla="*/ 15737 w 136259"/>
                <a:gd name="connsiteY10" fmla="*/ 193862 h 193777"/>
                <a:gd name="connsiteX11" fmla="*/ 107485 w 136259"/>
                <a:gd name="connsiteY11" fmla="*/ 89635 h 193777"/>
                <a:gd name="connsiteX12" fmla="*/ 136554 w 136259"/>
                <a:gd name="connsiteY12" fmla="*/ 16557 h 193777"/>
                <a:gd name="connsiteX13" fmla="*/ 119900 w 136259"/>
                <a:gd name="connsiteY13" fmla="*/ 84 h 193777"/>
                <a:gd name="connsiteX14" fmla="*/ 108091 w 136259"/>
                <a:gd name="connsiteY14" fmla="*/ 11166 h 193777"/>
                <a:gd name="connsiteX15" fmla="*/ 116569 w 136259"/>
                <a:gd name="connsiteY15" fmla="*/ 22846 h 193777"/>
                <a:gd name="connsiteX16" fmla="*/ 124442 w 136259"/>
                <a:gd name="connsiteY16" fmla="*/ 33030 h 193777"/>
                <a:gd name="connsiteX17" fmla="*/ 87501 w 136259"/>
                <a:gd name="connsiteY17" fmla="*/ 110600 h 193777"/>
                <a:gd name="connsiteX18" fmla="*/ 81445 w 136259"/>
                <a:gd name="connsiteY18" fmla="*/ 75858 h 193777"/>
                <a:gd name="connsiteX19" fmla="*/ 55404 w 136259"/>
                <a:gd name="connsiteY19" fmla="*/ 84 h 193777"/>
                <a:gd name="connsiteX20" fmla="*/ 54193 w 136259"/>
                <a:gd name="connsiteY20" fmla="*/ 84 h 193777"/>
                <a:gd name="connsiteX21" fmla="*/ 51468 w 136259"/>
                <a:gd name="connsiteY21" fmla="*/ 384 h 193777"/>
                <a:gd name="connsiteX22" fmla="*/ 21793 w 136259"/>
                <a:gd name="connsiteY22" fmla="*/ 5475 h 193777"/>
                <a:gd name="connsiteX23" fmla="*/ 12104 w 136259"/>
                <a:gd name="connsiteY23" fmla="*/ 7272 h 193777"/>
                <a:gd name="connsiteX24" fmla="*/ 12104 w 136259"/>
                <a:gd name="connsiteY24" fmla="*/ 12364 h 19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259" h="193777">
                  <a:moveTo>
                    <a:pt x="12104" y="12364"/>
                  </a:moveTo>
                  <a:cubicBezTo>
                    <a:pt x="16040" y="11465"/>
                    <a:pt x="18160" y="11166"/>
                    <a:pt x="21490" y="11166"/>
                  </a:cubicBezTo>
                  <a:cubicBezTo>
                    <a:pt x="38750" y="11166"/>
                    <a:pt x="43292" y="18653"/>
                    <a:pt x="57221" y="70168"/>
                  </a:cubicBezTo>
                  <a:cubicBezTo>
                    <a:pt x="62368" y="89635"/>
                    <a:pt x="69635" y="124677"/>
                    <a:pt x="69635" y="129769"/>
                  </a:cubicBezTo>
                  <a:cubicBezTo>
                    <a:pt x="69635" y="134561"/>
                    <a:pt x="67819" y="139353"/>
                    <a:pt x="63277" y="144744"/>
                  </a:cubicBezTo>
                  <a:cubicBezTo>
                    <a:pt x="53890" y="157023"/>
                    <a:pt x="47834" y="164810"/>
                    <a:pt x="44503" y="168404"/>
                  </a:cubicBezTo>
                  <a:cubicBezTo>
                    <a:pt x="38144" y="174993"/>
                    <a:pt x="34511" y="177389"/>
                    <a:pt x="30574" y="177389"/>
                  </a:cubicBezTo>
                  <a:cubicBezTo>
                    <a:pt x="28758" y="177389"/>
                    <a:pt x="26638" y="176491"/>
                    <a:pt x="23307" y="174095"/>
                  </a:cubicBezTo>
                  <a:cubicBezTo>
                    <a:pt x="18765" y="170501"/>
                    <a:pt x="15435" y="169003"/>
                    <a:pt x="12104" y="169003"/>
                  </a:cubicBezTo>
                  <a:cubicBezTo>
                    <a:pt x="5442" y="169003"/>
                    <a:pt x="295" y="174095"/>
                    <a:pt x="295" y="180684"/>
                  </a:cubicBezTo>
                  <a:cubicBezTo>
                    <a:pt x="295" y="188171"/>
                    <a:pt x="6956" y="193862"/>
                    <a:pt x="15737" y="193862"/>
                  </a:cubicBezTo>
                  <a:cubicBezTo>
                    <a:pt x="35116" y="193862"/>
                    <a:pt x="74783" y="148937"/>
                    <a:pt x="107485" y="89635"/>
                  </a:cubicBezTo>
                  <a:cubicBezTo>
                    <a:pt x="128076" y="52797"/>
                    <a:pt x="136554" y="31233"/>
                    <a:pt x="136554" y="16557"/>
                  </a:cubicBezTo>
                  <a:cubicBezTo>
                    <a:pt x="136554" y="7572"/>
                    <a:pt x="128984" y="84"/>
                    <a:pt x="119900" y="84"/>
                  </a:cubicBezTo>
                  <a:cubicBezTo>
                    <a:pt x="112936" y="84"/>
                    <a:pt x="108091" y="4577"/>
                    <a:pt x="108091" y="11166"/>
                  </a:cubicBezTo>
                  <a:cubicBezTo>
                    <a:pt x="108091" y="15658"/>
                    <a:pt x="110513" y="18953"/>
                    <a:pt x="116569" y="22846"/>
                  </a:cubicBezTo>
                  <a:cubicBezTo>
                    <a:pt x="122322" y="26141"/>
                    <a:pt x="124442" y="28837"/>
                    <a:pt x="124442" y="33030"/>
                  </a:cubicBezTo>
                  <a:cubicBezTo>
                    <a:pt x="124442" y="45010"/>
                    <a:pt x="113239" y="68371"/>
                    <a:pt x="87501" y="110600"/>
                  </a:cubicBezTo>
                  <a:lnTo>
                    <a:pt x="81445" y="75858"/>
                  </a:lnTo>
                  <a:cubicBezTo>
                    <a:pt x="76903" y="49502"/>
                    <a:pt x="59946" y="84"/>
                    <a:pt x="55404" y="84"/>
                  </a:cubicBezTo>
                  <a:lnTo>
                    <a:pt x="54193" y="84"/>
                  </a:lnTo>
                  <a:cubicBezTo>
                    <a:pt x="53890" y="384"/>
                    <a:pt x="52679" y="384"/>
                    <a:pt x="51468" y="384"/>
                  </a:cubicBezTo>
                  <a:cubicBezTo>
                    <a:pt x="48742" y="683"/>
                    <a:pt x="37842" y="2480"/>
                    <a:pt x="21793" y="5475"/>
                  </a:cubicBezTo>
                  <a:cubicBezTo>
                    <a:pt x="20279" y="5775"/>
                    <a:pt x="16343" y="6673"/>
                    <a:pt x="12104" y="7272"/>
                  </a:cubicBezTo>
                  <a:lnTo>
                    <a:pt x="12104" y="1236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3BC036D-34E3-1AF7-E0BB-6837AA046998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11068612" y="4673255"/>
              <a:ext cx="70249" cy="299501"/>
            </a:xfrm>
            <a:custGeom>
              <a:avLst/>
              <a:gdLst>
                <a:gd name="connsiteX0" fmla="*/ 70548 w 70249"/>
                <a:gd name="connsiteY0" fmla="*/ 149835 h 299501"/>
                <a:gd name="connsiteX1" fmla="*/ 50563 w 70249"/>
                <a:gd name="connsiteY1" fmla="*/ 56391 h 299501"/>
                <a:gd name="connsiteX2" fmla="*/ 3326 w 70249"/>
                <a:gd name="connsiteY2" fmla="*/ 85 h 299501"/>
                <a:gd name="connsiteX3" fmla="*/ 298 w 70249"/>
                <a:gd name="connsiteY3" fmla="*/ 3080 h 299501"/>
                <a:gd name="connsiteX4" fmla="*/ 6052 w 70249"/>
                <a:gd name="connsiteY4" fmla="*/ 9968 h 299501"/>
                <a:gd name="connsiteX5" fmla="*/ 52985 w 70249"/>
                <a:gd name="connsiteY5" fmla="*/ 149835 h 299501"/>
                <a:gd name="connsiteX6" fmla="*/ 4235 w 70249"/>
                <a:gd name="connsiteY6" fmla="*/ 291500 h 299501"/>
                <a:gd name="connsiteX7" fmla="*/ 298 w 70249"/>
                <a:gd name="connsiteY7" fmla="*/ 296591 h 299501"/>
                <a:gd name="connsiteX8" fmla="*/ 3326 w 70249"/>
                <a:gd name="connsiteY8" fmla="*/ 299586 h 299501"/>
                <a:gd name="connsiteX9" fmla="*/ 51472 w 70249"/>
                <a:gd name="connsiteY9" fmla="*/ 241183 h 299501"/>
                <a:gd name="connsiteX10" fmla="*/ 70548 w 70249"/>
                <a:gd name="connsiteY10" fmla="*/ 149835 h 2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9" h="299501">
                  <a:moveTo>
                    <a:pt x="70548" y="149835"/>
                  </a:moveTo>
                  <a:cubicBezTo>
                    <a:pt x="70548" y="126474"/>
                    <a:pt x="67217" y="90235"/>
                    <a:pt x="50563" y="56391"/>
                  </a:cubicBezTo>
                  <a:cubicBezTo>
                    <a:pt x="32395" y="19552"/>
                    <a:pt x="6354" y="85"/>
                    <a:pt x="3326" y="85"/>
                  </a:cubicBezTo>
                  <a:cubicBezTo>
                    <a:pt x="1510" y="85"/>
                    <a:pt x="298" y="1283"/>
                    <a:pt x="298" y="3080"/>
                  </a:cubicBezTo>
                  <a:cubicBezTo>
                    <a:pt x="298" y="3978"/>
                    <a:pt x="298" y="4577"/>
                    <a:pt x="6052" y="9968"/>
                  </a:cubicBezTo>
                  <a:cubicBezTo>
                    <a:pt x="35726" y="39619"/>
                    <a:pt x="52985" y="87240"/>
                    <a:pt x="52985" y="149835"/>
                  </a:cubicBezTo>
                  <a:cubicBezTo>
                    <a:pt x="52985" y="201050"/>
                    <a:pt x="41782" y="253762"/>
                    <a:pt x="4235" y="291500"/>
                  </a:cubicBezTo>
                  <a:cubicBezTo>
                    <a:pt x="298" y="295094"/>
                    <a:pt x="298" y="295693"/>
                    <a:pt x="298" y="296591"/>
                  </a:cubicBezTo>
                  <a:cubicBezTo>
                    <a:pt x="298" y="298388"/>
                    <a:pt x="1510" y="299586"/>
                    <a:pt x="3326" y="299586"/>
                  </a:cubicBezTo>
                  <a:cubicBezTo>
                    <a:pt x="6354" y="299586"/>
                    <a:pt x="33606" y="279220"/>
                    <a:pt x="51472" y="241183"/>
                  </a:cubicBezTo>
                  <a:cubicBezTo>
                    <a:pt x="66914" y="208238"/>
                    <a:pt x="70548" y="174994"/>
                    <a:pt x="70548" y="149835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5432EBB-18C6-FFA2-2871-F1C3909D1F3B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10554760" y="4998963"/>
              <a:ext cx="146554" cy="100033"/>
            </a:xfrm>
            <a:custGeom>
              <a:avLst/>
              <a:gdLst>
                <a:gd name="connsiteX0" fmla="*/ 146837 w 146554"/>
                <a:gd name="connsiteY0" fmla="*/ 72571 h 100033"/>
                <a:gd name="connsiteX1" fmla="*/ 142598 w 146554"/>
                <a:gd name="connsiteY1" fmla="*/ 64185 h 100033"/>
                <a:gd name="connsiteX2" fmla="*/ 66898 w 146554"/>
                <a:gd name="connsiteY2" fmla="*/ 48311 h 100033"/>
                <a:gd name="connsiteX3" fmla="*/ 14211 w 146554"/>
                <a:gd name="connsiteY3" fmla="*/ 1589 h 100033"/>
                <a:gd name="connsiteX4" fmla="*/ 7550 w 146554"/>
                <a:gd name="connsiteY4" fmla="*/ 91 h 100033"/>
                <a:gd name="connsiteX5" fmla="*/ 282 w 146554"/>
                <a:gd name="connsiteY5" fmla="*/ 7878 h 100033"/>
                <a:gd name="connsiteX6" fmla="*/ 282 w 146554"/>
                <a:gd name="connsiteY6" fmla="*/ 12670 h 100033"/>
                <a:gd name="connsiteX7" fmla="*/ 140478 w 146554"/>
                <a:gd name="connsiteY7" fmla="*/ 100125 h 100033"/>
                <a:gd name="connsiteX8" fmla="*/ 146837 w 146554"/>
                <a:gd name="connsiteY8" fmla="*/ 91739 h 100033"/>
                <a:gd name="connsiteX9" fmla="*/ 146837 w 146554"/>
                <a:gd name="connsiteY9" fmla="*/ 72571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554" h="100033">
                  <a:moveTo>
                    <a:pt x="146837" y="72571"/>
                  </a:moveTo>
                  <a:cubicBezTo>
                    <a:pt x="146837" y="65682"/>
                    <a:pt x="146837" y="64185"/>
                    <a:pt x="142598" y="64185"/>
                  </a:cubicBezTo>
                  <a:cubicBezTo>
                    <a:pt x="124127" y="63885"/>
                    <a:pt x="94150" y="61489"/>
                    <a:pt x="66898" y="48311"/>
                  </a:cubicBezTo>
                  <a:cubicBezTo>
                    <a:pt x="34196" y="32138"/>
                    <a:pt x="21781" y="13269"/>
                    <a:pt x="14211" y="1589"/>
                  </a:cubicBezTo>
                  <a:cubicBezTo>
                    <a:pt x="13303" y="91"/>
                    <a:pt x="11486" y="91"/>
                    <a:pt x="7550" y="91"/>
                  </a:cubicBezTo>
                  <a:cubicBezTo>
                    <a:pt x="585" y="91"/>
                    <a:pt x="282" y="391"/>
                    <a:pt x="282" y="7878"/>
                  </a:cubicBezTo>
                  <a:lnTo>
                    <a:pt x="282" y="12670"/>
                  </a:lnTo>
                  <a:cubicBezTo>
                    <a:pt x="41463" y="86048"/>
                    <a:pt x="109593" y="100125"/>
                    <a:pt x="140478" y="100125"/>
                  </a:cubicBezTo>
                  <a:cubicBezTo>
                    <a:pt x="146837" y="100125"/>
                    <a:pt x="146837" y="99825"/>
                    <a:pt x="146837" y="91739"/>
                  </a:cubicBezTo>
                  <a:lnTo>
                    <a:pt x="146837" y="72571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44D9E89-9418-F8DE-B04E-F94232A8E0A0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0698797" y="5063225"/>
              <a:ext cx="30084" cy="35772"/>
            </a:xfrm>
            <a:custGeom>
              <a:avLst/>
              <a:gdLst>
                <a:gd name="connsiteX0" fmla="*/ 0 w 30084"/>
                <a:gd name="connsiteY0" fmla="*/ 0 h 35772"/>
                <a:gd name="connsiteX1" fmla="*/ 30084 w 30084"/>
                <a:gd name="connsiteY1" fmla="*/ 0 h 35772"/>
                <a:gd name="connsiteX2" fmla="*/ 30084 w 30084"/>
                <a:gd name="connsiteY2" fmla="*/ 35772 h 35772"/>
                <a:gd name="connsiteX3" fmla="*/ 0 w 30084"/>
                <a:gd name="connsiteY3" fmla="*/ 35772 h 3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84" h="35772">
                  <a:moveTo>
                    <a:pt x="0" y="0"/>
                  </a:moveTo>
                  <a:lnTo>
                    <a:pt x="30084" y="0"/>
                  </a:lnTo>
                  <a:lnTo>
                    <a:pt x="30084" y="35772"/>
                  </a:lnTo>
                  <a:lnTo>
                    <a:pt x="0" y="3577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1DDD304-B3F0-6287-0CEC-7570109656A4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0725853" y="5063057"/>
              <a:ext cx="146554" cy="100033"/>
            </a:xfrm>
            <a:custGeom>
              <a:avLst/>
              <a:gdLst>
                <a:gd name="connsiteX0" fmla="*/ 146843 w 146554"/>
                <a:gd name="connsiteY0" fmla="*/ 87546 h 100033"/>
                <a:gd name="connsiteX1" fmla="*/ 6647 w 146554"/>
                <a:gd name="connsiteY1" fmla="*/ 91 h 100033"/>
                <a:gd name="connsiteX2" fmla="*/ 288 w 146554"/>
                <a:gd name="connsiteY2" fmla="*/ 8477 h 100033"/>
                <a:gd name="connsiteX3" fmla="*/ 288 w 146554"/>
                <a:gd name="connsiteY3" fmla="*/ 27645 h 100033"/>
                <a:gd name="connsiteX4" fmla="*/ 4527 w 146554"/>
                <a:gd name="connsiteY4" fmla="*/ 36032 h 100033"/>
                <a:gd name="connsiteX5" fmla="*/ 80227 w 146554"/>
                <a:gd name="connsiteY5" fmla="*/ 51905 h 100033"/>
                <a:gd name="connsiteX6" fmla="*/ 132914 w 146554"/>
                <a:gd name="connsiteY6" fmla="*/ 98627 h 100033"/>
                <a:gd name="connsiteX7" fmla="*/ 139575 w 146554"/>
                <a:gd name="connsiteY7" fmla="*/ 100125 h 100033"/>
                <a:gd name="connsiteX8" fmla="*/ 146843 w 146554"/>
                <a:gd name="connsiteY8" fmla="*/ 92338 h 100033"/>
                <a:gd name="connsiteX9" fmla="*/ 146843 w 146554"/>
                <a:gd name="connsiteY9" fmla="*/ 87546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554" h="100033">
                  <a:moveTo>
                    <a:pt x="146843" y="87546"/>
                  </a:moveTo>
                  <a:cubicBezTo>
                    <a:pt x="105662" y="14168"/>
                    <a:pt x="37532" y="91"/>
                    <a:pt x="6647" y="91"/>
                  </a:cubicBezTo>
                  <a:cubicBezTo>
                    <a:pt x="288" y="91"/>
                    <a:pt x="288" y="391"/>
                    <a:pt x="288" y="8477"/>
                  </a:cubicBezTo>
                  <a:lnTo>
                    <a:pt x="288" y="27645"/>
                  </a:lnTo>
                  <a:cubicBezTo>
                    <a:pt x="288" y="34534"/>
                    <a:pt x="288" y="36032"/>
                    <a:pt x="4527" y="36032"/>
                  </a:cubicBezTo>
                  <a:cubicBezTo>
                    <a:pt x="22998" y="36331"/>
                    <a:pt x="52975" y="38727"/>
                    <a:pt x="80227" y="51905"/>
                  </a:cubicBezTo>
                  <a:cubicBezTo>
                    <a:pt x="112929" y="68078"/>
                    <a:pt x="125344" y="86947"/>
                    <a:pt x="132914" y="98627"/>
                  </a:cubicBezTo>
                  <a:cubicBezTo>
                    <a:pt x="133822" y="100125"/>
                    <a:pt x="135639" y="100125"/>
                    <a:pt x="139575" y="100125"/>
                  </a:cubicBezTo>
                  <a:cubicBezTo>
                    <a:pt x="146540" y="100125"/>
                    <a:pt x="146843" y="99825"/>
                    <a:pt x="146843" y="92338"/>
                  </a:cubicBezTo>
                  <a:lnTo>
                    <a:pt x="146843" y="87546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2609D25-4D5F-95BE-4F4E-8E3A4EA50846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0858385" y="5063057"/>
              <a:ext cx="146554" cy="100033"/>
            </a:xfrm>
            <a:custGeom>
              <a:avLst/>
              <a:gdLst>
                <a:gd name="connsiteX0" fmla="*/ 146847 w 146554"/>
                <a:gd name="connsiteY0" fmla="*/ 8477 h 100033"/>
                <a:gd name="connsiteX1" fmla="*/ 140488 w 146554"/>
                <a:gd name="connsiteY1" fmla="*/ 91 h 100033"/>
                <a:gd name="connsiteX2" fmla="*/ 292 w 146554"/>
                <a:gd name="connsiteY2" fmla="*/ 87546 h 100033"/>
                <a:gd name="connsiteX3" fmla="*/ 292 w 146554"/>
                <a:gd name="connsiteY3" fmla="*/ 92338 h 100033"/>
                <a:gd name="connsiteX4" fmla="*/ 7560 w 146554"/>
                <a:gd name="connsiteY4" fmla="*/ 100125 h 100033"/>
                <a:gd name="connsiteX5" fmla="*/ 15130 w 146554"/>
                <a:gd name="connsiteY5" fmla="*/ 97729 h 100033"/>
                <a:gd name="connsiteX6" fmla="*/ 143213 w 146554"/>
                <a:gd name="connsiteY6" fmla="*/ 36032 h 100033"/>
                <a:gd name="connsiteX7" fmla="*/ 146847 w 146554"/>
                <a:gd name="connsiteY7" fmla="*/ 27645 h 100033"/>
                <a:gd name="connsiteX8" fmla="*/ 146847 w 146554"/>
                <a:gd name="connsiteY8" fmla="*/ 8477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554" h="100033">
                  <a:moveTo>
                    <a:pt x="146847" y="8477"/>
                  </a:moveTo>
                  <a:cubicBezTo>
                    <a:pt x="146847" y="391"/>
                    <a:pt x="146847" y="91"/>
                    <a:pt x="140488" y="91"/>
                  </a:cubicBezTo>
                  <a:cubicBezTo>
                    <a:pt x="109603" y="91"/>
                    <a:pt x="41473" y="14467"/>
                    <a:pt x="292" y="87546"/>
                  </a:cubicBezTo>
                  <a:lnTo>
                    <a:pt x="292" y="92338"/>
                  </a:lnTo>
                  <a:cubicBezTo>
                    <a:pt x="292" y="99825"/>
                    <a:pt x="595" y="100125"/>
                    <a:pt x="7560" y="100125"/>
                  </a:cubicBezTo>
                  <a:cubicBezTo>
                    <a:pt x="13313" y="100125"/>
                    <a:pt x="13616" y="99825"/>
                    <a:pt x="15130" y="97729"/>
                  </a:cubicBezTo>
                  <a:cubicBezTo>
                    <a:pt x="39959" y="58494"/>
                    <a:pt x="81745" y="37230"/>
                    <a:pt x="143213" y="36032"/>
                  </a:cubicBezTo>
                  <a:cubicBezTo>
                    <a:pt x="146847" y="36032"/>
                    <a:pt x="146847" y="33935"/>
                    <a:pt x="146847" y="27645"/>
                  </a:cubicBezTo>
                  <a:lnTo>
                    <a:pt x="146847" y="8477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131EAF1-61AA-D6F7-1B8B-18BECC73AF47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1002422" y="5063225"/>
              <a:ext cx="30083" cy="35772"/>
            </a:xfrm>
            <a:custGeom>
              <a:avLst/>
              <a:gdLst>
                <a:gd name="connsiteX0" fmla="*/ 0 w 30083"/>
                <a:gd name="connsiteY0" fmla="*/ 0 h 35772"/>
                <a:gd name="connsiteX1" fmla="*/ 30084 w 30083"/>
                <a:gd name="connsiteY1" fmla="*/ 0 h 35772"/>
                <a:gd name="connsiteX2" fmla="*/ 30084 w 30083"/>
                <a:gd name="connsiteY2" fmla="*/ 35772 h 35772"/>
                <a:gd name="connsiteX3" fmla="*/ 0 w 30083"/>
                <a:gd name="connsiteY3" fmla="*/ 35772 h 3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83" h="35772">
                  <a:moveTo>
                    <a:pt x="0" y="0"/>
                  </a:moveTo>
                  <a:lnTo>
                    <a:pt x="30084" y="0"/>
                  </a:lnTo>
                  <a:lnTo>
                    <a:pt x="30084" y="35772"/>
                  </a:lnTo>
                  <a:lnTo>
                    <a:pt x="0" y="3577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F2A53B0-30F5-96DF-6C45-F6A2EE07B357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1029478" y="4998963"/>
              <a:ext cx="146554" cy="100033"/>
            </a:xfrm>
            <a:custGeom>
              <a:avLst/>
              <a:gdLst>
                <a:gd name="connsiteX0" fmla="*/ 146853 w 146554"/>
                <a:gd name="connsiteY0" fmla="*/ 7878 h 100033"/>
                <a:gd name="connsiteX1" fmla="*/ 139585 w 146554"/>
                <a:gd name="connsiteY1" fmla="*/ 91 h 100033"/>
                <a:gd name="connsiteX2" fmla="*/ 132015 w 146554"/>
                <a:gd name="connsiteY2" fmla="*/ 2487 h 100033"/>
                <a:gd name="connsiteX3" fmla="*/ 3931 w 146554"/>
                <a:gd name="connsiteY3" fmla="*/ 64185 h 100033"/>
                <a:gd name="connsiteX4" fmla="*/ 298 w 146554"/>
                <a:gd name="connsiteY4" fmla="*/ 72571 h 100033"/>
                <a:gd name="connsiteX5" fmla="*/ 298 w 146554"/>
                <a:gd name="connsiteY5" fmla="*/ 91739 h 100033"/>
                <a:gd name="connsiteX6" fmla="*/ 6657 w 146554"/>
                <a:gd name="connsiteY6" fmla="*/ 100125 h 100033"/>
                <a:gd name="connsiteX7" fmla="*/ 146853 w 146554"/>
                <a:gd name="connsiteY7" fmla="*/ 12670 h 100033"/>
                <a:gd name="connsiteX8" fmla="*/ 146853 w 146554"/>
                <a:gd name="connsiteY8" fmla="*/ 7878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554" h="100033">
                  <a:moveTo>
                    <a:pt x="146853" y="7878"/>
                  </a:moveTo>
                  <a:cubicBezTo>
                    <a:pt x="146853" y="391"/>
                    <a:pt x="146550" y="91"/>
                    <a:pt x="139585" y="91"/>
                  </a:cubicBezTo>
                  <a:cubicBezTo>
                    <a:pt x="133832" y="91"/>
                    <a:pt x="133529" y="391"/>
                    <a:pt x="132015" y="2487"/>
                  </a:cubicBezTo>
                  <a:cubicBezTo>
                    <a:pt x="107186" y="41722"/>
                    <a:pt x="65400" y="62987"/>
                    <a:pt x="3931" y="64185"/>
                  </a:cubicBezTo>
                  <a:cubicBezTo>
                    <a:pt x="298" y="64185"/>
                    <a:pt x="298" y="66281"/>
                    <a:pt x="298" y="72571"/>
                  </a:cubicBezTo>
                  <a:lnTo>
                    <a:pt x="298" y="91739"/>
                  </a:lnTo>
                  <a:cubicBezTo>
                    <a:pt x="298" y="99825"/>
                    <a:pt x="298" y="100125"/>
                    <a:pt x="6657" y="100125"/>
                  </a:cubicBezTo>
                  <a:cubicBezTo>
                    <a:pt x="37542" y="100125"/>
                    <a:pt x="105672" y="85749"/>
                    <a:pt x="146853" y="12670"/>
                  </a:cubicBezTo>
                  <a:lnTo>
                    <a:pt x="146853" y="7878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ABE4300-6469-6485-DD33-705DB921BEF6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10832222" y="5248548"/>
              <a:ext cx="58034" cy="123448"/>
            </a:xfrm>
            <a:custGeom>
              <a:avLst/>
              <a:gdLst>
                <a:gd name="connsiteX0" fmla="*/ 58325 w 58034"/>
                <a:gd name="connsiteY0" fmla="*/ 26253 h 123448"/>
                <a:gd name="connsiteX1" fmla="*/ 40400 w 58034"/>
                <a:gd name="connsiteY1" fmla="*/ 26253 h 123448"/>
                <a:gd name="connsiteX2" fmla="*/ 46674 w 58034"/>
                <a:gd name="connsiteY2" fmla="*/ 3425 h 123448"/>
                <a:gd name="connsiteX3" fmla="*/ 46898 w 58034"/>
                <a:gd name="connsiteY3" fmla="*/ 2317 h 123448"/>
                <a:gd name="connsiteX4" fmla="*/ 45105 w 58034"/>
                <a:gd name="connsiteY4" fmla="*/ 100 h 123448"/>
                <a:gd name="connsiteX5" fmla="*/ 41744 w 58034"/>
                <a:gd name="connsiteY5" fmla="*/ 2095 h 123448"/>
                <a:gd name="connsiteX6" fmla="*/ 11943 w 58034"/>
                <a:gd name="connsiteY6" fmla="*/ 26474 h 123448"/>
                <a:gd name="connsiteX7" fmla="*/ 4772 w 58034"/>
                <a:gd name="connsiteY7" fmla="*/ 32015 h 123448"/>
                <a:gd name="connsiteX8" fmla="*/ 4997 w 58034"/>
                <a:gd name="connsiteY8" fmla="*/ 33345 h 123448"/>
                <a:gd name="connsiteX9" fmla="*/ 21578 w 58034"/>
                <a:gd name="connsiteY9" fmla="*/ 33345 h 123448"/>
                <a:gd name="connsiteX10" fmla="*/ 5445 w 58034"/>
                <a:gd name="connsiteY10" fmla="*/ 94293 h 123448"/>
                <a:gd name="connsiteX11" fmla="*/ 4100 w 58034"/>
                <a:gd name="connsiteY11" fmla="*/ 98948 h 123448"/>
                <a:gd name="connsiteX12" fmla="*/ 291 w 58034"/>
                <a:gd name="connsiteY12" fmla="*/ 115127 h 123448"/>
                <a:gd name="connsiteX13" fmla="*/ 11046 w 58034"/>
                <a:gd name="connsiteY13" fmla="*/ 123549 h 123448"/>
                <a:gd name="connsiteX14" fmla="*/ 42865 w 58034"/>
                <a:gd name="connsiteY14" fmla="*/ 96731 h 123448"/>
                <a:gd name="connsiteX15" fmla="*/ 39952 w 58034"/>
                <a:gd name="connsiteY15" fmla="*/ 95180 h 123448"/>
                <a:gd name="connsiteX16" fmla="*/ 21802 w 58034"/>
                <a:gd name="connsiteY16" fmla="*/ 112689 h 123448"/>
                <a:gd name="connsiteX17" fmla="*/ 18441 w 58034"/>
                <a:gd name="connsiteY17" fmla="*/ 108256 h 123448"/>
                <a:gd name="connsiteX18" fmla="*/ 18665 w 58034"/>
                <a:gd name="connsiteY18" fmla="*/ 107148 h 123448"/>
                <a:gd name="connsiteX19" fmla="*/ 38383 w 58034"/>
                <a:gd name="connsiteY19" fmla="*/ 33345 h 123448"/>
                <a:gd name="connsiteX20" fmla="*/ 57205 w 58034"/>
                <a:gd name="connsiteY20" fmla="*/ 33345 h 123448"/>
                <a:gd name="connsiteX21" fmla="*/ 58325 w 58034"/>
                <a:gd name="connsiteY21" fmla="*/ 26253 h 123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034" h="123448">
                  <a:moveTo>
                    <a:pt x="58325" y="26253"/>
                  </a:moveTo>
                  <a:lnTo>
                    <a:pt x="40400" y="26253"/>
                  </a:lnTo>
                  <a:lnTo>
                    <a:pt x="46674" y="3425"/>
                  </a:lnTo>
                  <a:cubicBezTo>
                    <a:pt x="46898" y="2981"/>
                    <a:pt x="46898" y="2538"/>
                    <a:pt x="46898" y="2317"/>
                  </a:cubicBezTo>
                  <a:cubicBezTo>
                    <a:pt x="46898" y="765"/>
                    <a:pt x="46226" y="100"/>
                    <a:pt x="45105" y="100"/>
                  </a:cubicBezTo>
                  <a:cubicBezTo>
                    <a:pt x="43761" y="100"/>
                    <a:pt x="43089" y="322"/>
                    <a:pt x="41744" y="2095"/>
                  </a:cubicBezTo>
                  <a:cubicBezTo>
                    <a:pt x="33005" y="13398"/>
                    <a:pt x="19113" y="24480"/>
                    <a:pt x="11943" y="26474"/>
                  </a:cubicBezTo>
                  <a:cubicBezTo>
                    <a:pt x="6341" y="28247"/>
                    <a:pt x="4772" y="29577"/>
                    <a:pt x="4772" y="32015"/>
                  </a:cubicBezTo>
                  <a:cubicBezTo>
                    <a:pt x="4772" y="32237"/>
                    <a:pt x="4772" y="32680"/>
                    <a:pt x="4997" y="33345"/>
                  </a:cubicBezTo>
                  <a:lnTo>
                    <a:pt x="21578" y="33345"/>
                  </a:lnTo>
                  <a:lnTo>
                    <a:pt x="5445" y="94293"/>
                  </a:lnTo>
                  <a:cubicBezTo>
                    <a:pt x="4997" y="96288"/>
                    <a:pt x="4772" y="96953"/>
                    <a:pt x="4100" y="98948"/>
                  </a:cubicBezTo>
                  <a:cubicBezTo>
                    <a:pt x="2084" y="105597"/>
                    <a:pt x="291" y="113354"/>
                    <a:pt x="291" y="115127"/>
                  </a:cubicBezTo>
                  <a:cubicBezTo>
                    <a:pt x="291" y="120003"/>
                    <a:pt x="4997" y="123549"/>
                    <a:pt x="11046" y="123549"/>
                  </a:cubicBezTo>
                  <a:cubicBezTo>
                    <a:pt x="21354" y="123549"/>
                    <a:pt x="28748" y="117343"/>
                    <a:pt x="42865" y="96731"/>
                  </a:cubicBezTo>
                  <a:lnTo>
                    <a:pt x="39952" y="95180"/>
                  </a:lnTo>
                  <a:cubicBezTo>
                    <a:pt x="28972" y="109143"/>
                    <a:pt x="25387" y="112689"/>
                    <a:pt x="21802" y="112689"/>
                  </a:cubicBezTo>
                  <a:cubicBezTo>
                    <a:pt x="19785" y="112689"/>
                    <a:pt x="18441" y="110916"/>
                    <a:pt x="18441" y="108256"/>
                  </a:cubicBezTo>
                  <a:cubicBezTo>
                    <a:pt x="18441" y="108035"/>
                    <a:pt x="18441" y="107813"/>
                    <a:pt x="18665" y="107148"/>
                  </a:cubicBezTo>
                  <a:lnTo>
                    <a:pt x="38383" y="33345"/>
                  </a:lnTo>
                  <a:lnTo>
                    <a:pt x="57205" y="33345"/>
                  </a:lnTo>
                  <a:lnTo>
                    <a:pt x="58325" y="26253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02786D1-7EA7-6FA8-6842-20226BB972D5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11253771" y="4787964"/>
              <a:ext cx="201361" cy="70083"/>
            </a:xfrm>
            <a:custGeom>
              <a:avLst/>
              <a:gdLst>
                <a:gd name="connsiteX0" fmla="*/ 191371 w 201361"/>
                <a:gd name="connsiteY0" fmla="*/ 12065 h 70083"/>
                <a:gd name="connsiteX1" fmla="*/ 201666 w 201361"/>
                <a:gd name="connsiteY1" fmla="*/ 6075 h 70083"/>
                <a:gd name="connsiteX2" fmla="*/ 191673 w 201361"/>
                <a:gd name="connsiteY2" fmla="*/ 85 h 70083"/>
                <a:gd name="connsiteX3" fmla="*/ 10297 w 201361"/>
                <a:gd name="connsiteY3" fmla="*/ 85 h 70083"/>
                <a:gd name="connsiteX4" fmla="*/ 305 w 201361"/>
                <a:gd name="connsiteY4" fmla="*/ 6075 h 70083"/>
                <a:gd name="connsiteX5" fmla="*/ 10600 w 201361"/>
                <a:gd name="connsiteY5" fmla="*/ 12065 h 70083"/>
                <a:gd name="connsiteX6" fmla="*/ 191371 w 201361"/>
                <a:gd name="connsiteY6" fmla="*/ 12065 h 70083"/>
                <a:gd name="connsiteX7" fmla="*/ 191673 w 201361"/>
                <a:gd name="connsiteY7" fmla="*/ 70168 h 70083"/>
                <a:gd name="connsiteX8" fmla="*/ 201666 w 201361"/>
                <a:gd name="connsiteY8" fmla="*/ 64178 h 70083"/>
                <a:gd name="connsiteX9" fmla="*/ 191371 w 201361"/>
                <a:gd name="connsiteY9" fmla="*/ 58188 h 70083"/>
                <a:gd name="connsiteX10" fmla="*/ 10600 w 201361"/>
                <a:gd name="connsiteY10" fmla="*/ 58188 h 70083"/>
                <a:gd name="connsiteX11" fmla="*/ 305 w 201361"/>
                <a:gd name="connsiteY11" fmla="*/ 64178 h 70083"/>
                <a:gd name="connsiteX12" fmla="*/ 10297 w 201361"/>
                <a:gd name="connsiteY12" fmla="*/ 70168 h 70083"/>
                <a:gd name="connsiteX13" fmla="*/ 191673 w 201361"/>
                <a:gd name="connsiteY13" fmla="*/ 70168 h 70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61" h="70083">
                  <a:moveTo>
                    <a:pt x="191371" y="12065"/>
                  </a:moveTo>
                  <a:cubicBezTo>
                    <a:pt x="195913" y="12065"/>
                    <a:pt x="201666" y="12065"/>
                    <a:pt x="201666" y="6075"/>
                  </a:cubicBezTo>
                  <a:cubicBezTo>
                    <a:pt x="201666" y="85"/>
                    <a:pt x="195913" y="85"/>
                    <a:pt x="191673" y="85"/>
                  </a:cubicBezTo>
                  <a:lnTo>
                    <a:pt x="10297" y="85"/>
                  </a:lnTo>
                  <a:cubicBezTo>
                    <a:pt x="6058" y="85"/>
                    <a:pt x="305" y="85"/>
                    <a:pt x="305" y="6075"/>
                  </a:cubicBezTo>
                  <a:cubicBezTo>
                    <a:pt x="305" y="12065"/>
                    <a:pt x="6058" y="12065"/>
                    <a:pt x="10600" y="12065"/>
                  </a:cubicBezTo>
                  <a:lnTo>
                    <a:pt x="191371" y="12065"/>
                  </a:lnTo>
                  <a:close/>
                  <a:moveTo>
                    <a:pt x="191673" y="70168"/>
                  </a:moveTo>
                  <a:cubicBezTo>
                    <a:pt x="195913" y="70168"/>
                    <a:pt x="201666" y="70168"/>
                    <a:pt x="201666" y="64178"/>
                  </a:cubicBezTo>
                  <a:cubicBezTo>
                    <a:pt x="201666" y="58188"/>
                    <a:pt x="195913" y="58188"/>
                    <a:pt x="191371" y="58188"/>
                  </a:cubicBezTo>
                  <a:lnTo>
                    <a:pt x="10600" y="58188"/>
                  </a:lnTo>
                  <a:cubicBezTo>
                    <a:pt x="6058" y="58188"/>
                    <a:pt x="305" y="58188"/>
                    <a:pt x="305" y="64178"/>
                  </a:cubicBezTo>
                  <a:cubicBezTo>
                    <a:pt x="305" y="70168"/>
                    <a:pt x="6058" y="70168"/>
                    <a:pt x="10297" y="70168"/>
                  </a:cubicBezTo>
                  <a:lnTo>
                    <a:pt x="191673" y="70168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F0CC918-8118-2FC6-2843-4322C3C59B45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11546260" y="4693322"/>
              <a:ext cx="72066" cy="204559"/>
            </a:xfrm>
            <a:custGeom>
              <a:avLst/>
              <a:gdLst>
                <a:gd name="connsiteX0" fmla="*/ 315 w 72066"/>
                <a:gd name="connsiteY0" fmla="*/ 18055 h 204559"/>
                <a:gd name="connsiteX1" fmla="*/ 2131 w 72066"/>
                <a:gd name="connsiteY1" fmla="*/ 18055 h 204559"/>
                <a:gd name="connsiteX2" fmla="*/ 11518 w 72066"/>
                <a:gd name="connsiteY2" fmla="*/ 17456 h 204559"/>
                <a:gd name="connsiteX3" fmla="*/ 24236 w 72066"/>
                <a:gd name="connsiteY3" fmla="*/ 35725 h 204559"/>
                <a:gd name="connsiteX4" fmla="*/ 24236 w 72066"/>
                <a:gd name="connsiteY4" fmla="*/ 178588 h 204559"/>
                <a:gd name="connsiteX5" fmla="*/ 920 w 72066"/>
                <a:gd name="connsiteY5" fmla="*/ 200152 h 204559"/>
                <a:gd name="connsiteX6" fmla="*/ 920 w 72066"/>
                <a:gd name="connsiteY6" fmla="*/ 204644 h 204559"/>
                <a:gd name="connsiteX7" fmla="*/ 72381 w 72066"/>
                <a:gd name="connsiteY7" fmla="*/ 204644 h 204559"/>
                <a:gd name="connsiteX8" fmla="*/ 72381 w 72066"/>
                <a:gd name="connsiteY8" fmla="*/ 200152 h 204559"/>
                <a:gd name="connsiteX9" fmla="*/ 49671 w 72066"/>
                <a:gd name="connsiteY9" fmla="*/ 179486 h 204559"/>
                <a:gd name="connsiteX10" fmla="*/ 49671 w 72066"/>
                <a:gd name="connsiteY10" fmla="*/ 684 h 204559"/>
                <a:gd name="connsiteX11" fmla="*/ 48460 w 72066"/>
                <a:gd name="connsiteY11" fmla="*/ 85 h 204559"/>
                <a:gd name="connsiteX12" fmla="*/ 315 w 72066"/>
                <a:gd name="connsiteY12" fmla="*/ 13263 h 204559"/>
                <a:gd name="connsiteX13" fmla="*/ 315 w 72066"/>
                <a:gd name="connsiteY13" fmla="*/ 1805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66" h="204559">
                  <a:moveTo>
                    <a:pt x="315" y="18055"/>
                  </a:moveTo>
                  <a:lnTo>
                    <a:pt x="2131" y="18055"/>
                  </a:lnTo>
                  <a:cubicBezTo>
                    <a:pt x="5462" y="17755"/>
                    <a:pt x="9096" y="17456"/>
                    <a:pt x="11518" y="17456"/>
                  </a:cubicBezTo>
                  <a:cubicBezTo>
                    <a:pt x="21208" y="17456"/>
                    <a:pt x="24236" y="21649"/>
                    <a:pt x="24236" y="35725"/>
                  </a:cubicBezTo>
                  <a:lnTo>
                    <a:pt x="24236" y="178588"/>
                  </a:lnTo>
                  <a:cubicBezTo>
                    <a:pt x="24236" y="194761"/>
                    <a:pt x="19996" y="198654"/>
                    <a:pt x="920" y="200152"/>
                  </a:cubicBezTo>
                  <a:lnTo>
                    <a:pt x="920" y="204644"/>
                  </a:lnTo>
                  <a:lnTo>
                    <a:pt x="72381" y="204644"/>
                  </a:lnTo>
                  <a:lnTo>
                    <a:pt x="72381" y="200152"/>
                  </a:lnTo>
                  <a:cubicBezTo>
                    <a:pt x="53304" y="198954"/>
                    <a:pt x="49671" y="195959"/>
                    <a:pt x="49671" y="179486"/>
                  </a:cubicBezTo>
                  <a:lnTo>
                    <a:pt x="49671" y="684"/>
                  </a:lnTo>
                  <a:lnTo>
                    <a:pt x="48460" y="85"/>
                  </a:lnTo>
                  <a:cubicBezTo>
                    <a:pt x="32714" y="5176"/>
                    <a:pt x="21208" y="8171"/>
                    <a:pt x="315" y="13263"/>
                  </a:cubicBezTo>
                  <a:lnTo>
                    <a:pt x="315" y="1805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B02F70C-B23A-9BAC-BC48-6713F50CF198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11629843" y="4760110"/>
              <a:ext cx="142012" cy="137770"/>
            </a:xfrm>
            <a:custGeom>
              <a:avLst/>
              <a:gdLst>
                <a:gd name="connsiteX0" fmla="*/ 317 w 142012"/>
                <a:gd name="connsiteY0" fmla="*/ 18654 h 137770"/>
                <a:gd name="connsiteX1" fmla="*/ 8493 w 142012"/>
                <a:gd name="connsiteY1" fmla="*/ 17456 h 137770"/>
                <a:gd name="connsiteX2" fmla="*/ 19696 w 142012"/>
                <a:gd name="connsiteY2" fmla="*/ 36624 h 137770"/>
                <a:gd name="connsiteX3" fmla="*/ 19696 w 142012"/>
                <a:gd name="connsiteY3" fmla="*/ 110900 h 137770"/>
                <a:gd name="connsiteX4" fmla="*/ 923 w 142012"/>
                <a:gd name="connsiteY4" fmla="*/ 133363 h 137770"/>
                <a:gd name="connsiteX5" fmla="*/ 923 w 142012"/>
                <a:gd name="connsiteY5" fmla="*/ 137855 h 137770"/>
                <a:gd name="connsiteX6" fmla="*/ 65116 w 142012"/>
                <a:gd name="connsiteY6" fmla="*/ 137855 h 137770"/>
                <a:gd name="connsiteX7" fmla="*/ 65116 w 142012"/>
                <a:gd name="connsiteY7" fmla="*/ 133363 h 137770"/>
                <a:gd name="connsiteX8" fmla="*/ 45132 w 142012"/>
                <a:gd name="connsiteY8" fmla="*/ 117789 h 137770"/>
                <a:gd name="connsiteX9" fmla="*/ 45132 w 142012"/>
                <a:gd name="connsiteY9" fmla="*/ 33629 h 137770"/>
                <a:gd name="connsiteX10" fmla="*/ 76320 w 142012"/>
                <a:gd name="connsiteY10" fmla="*/ 16557 h 137770"/>
                <a:gd name="connsiteX11" fmla="*/ 98424 w 142012"/>
                <a:gd name="connsiteY11" fmla="*/ 45609 h 137770"/>
                <a:gd name="connsiteX12" fmla="*/ 98424 w 142012"/>
                <a:gd name="connsiteY12" fmla="*/ 108205 h 137770"/>
                <a:gd name="connsiteX13" fmla="*/ 79348 w 142012"/>
                <a:gd name="connsiteY13" fmla="*/ 133363 h 137770"/>
                <a:gd name="connsiteX14" fmla="*/ 79348 w 142012"/>
                <a:gd name="connsiteY14" fmla="*/ 137855 h 137770"/>
                <a:gd name="connsiteX15" fmla="*/ 142330 w 142012"/>
                <a:gd name="connsiteY15" fmla="*/ 137855 h 137770"/>
                <a:gd name="connsiteX16" fmla="*/ 142330 w 142012"/>
                <a:gd name="connsiteY16" fmla="*/ 133363 h 137770"/>
                <a:gd name="connsiteX17" fmla="*/ 123859 w 142012"/>
                <a:gd name="connsiteY17" fmla="*/ 113596 h 137770"/>
                <a:gd name="connsiteX18" fmla="*/ 123859 w 142012"/>
                <a:gd name="connsiteY18" fmla="*/ 45010 h 137770"/>
                <a:gd name="connsiteX19" fmla="*/ 88129 w 142012"/>
                <a:gd name="connsiteY19" fmla="*/ 85 h 137770"/>
                <a:gd name="connsiteX20" fmla="*/ 44223 w 142012"/>
                <a:gd name="connsiteY20" fmla="*/ 24344 h 137770"/>
                <a:gd name="connsiteX21" fmla="*/ 44223 w 142012"/>
                <a:gd name="connsiteY21" fmla="*/ 684 h 137770"/>
                <a:gd name="connsiteX22" fmla="*/ 42104 w 142012"/>
                <a:gd name="connsiteY22" fmla="*/ 85 h 137770"/>
                <a:gd name="connsiteX23" fmla="*/ 317 w 142012"/>
                <a:gd name="connsiteY23" fmla="*/ 13562 h 137770"/>
                <a:gd name="connsiteX24" fmla="*/ 317 w 142012"/>
                <a:gd name="connsiteY24" fmla="*/ 18654 h 1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012" h="137770">
                  <a:moveTo>
                    <a:pt x="317" y="18654"/>
                  </a:moveTo>
                  <a:cubicBezTo>
                    <a:pt x="2134" y="17755"/>
                    <a:pt x="5162" y="17456"/>
                    <a:pt x="8493" y="17456"/>
                  </a:cubicBezTo>
                  <a:cubicBezTo>
                    <a:pt x="16971" y="17456"/>
                    <a:pt x="19696" y="21948"/>
                    <a:pt x="19696" y="36624"/>
                  </a:cubicBezTo>
                  <a:lnTo>
                    <a:pt x="19696" y="110900"/>
                  </a:lnTo>
                  <a:cubicBezTo>
                    <a:pt x="19696" y="127972"/>
                    <a:pt x="16366" y="132165"/>
                    <a:pt x="923" y="133363"/>
                  </a:cubicBezTo>
                  <a:lnTo>
                    <a:pt x="923" y="137855"/>
                  </a:lnTo>
                  <a:lnTo>
                    <a:pt x="65116" y="137855"/>
                  </a:lnTo>
                  <a:lnTo>
                    <a:pt x="65116" y="133363"/>
                  </a:lnTo>
                  <a:cubicBezTo>
                    <a:pt x="49673" y="132165"/>
                    <a:pt x="45132" y="128571"/>
                    <a:pt x="45132" y="117789"/>
                  </a:cubicBezTo>
                  <a:lnTo>
                    <a:pt x="45132" y="33629"/>
                  </a:lnTo>
                  <a:cubicBezTo>
                    <a:pt x="59666" y="20151"/>
                    <a:pt x="66327" y="16557"/>
                    <a:pt x="76320" y="16557"/>
                  </a:cubicBezTo>
                  <a:cubicBezTo>
                    <a:pt x="91157" y="16557"/>
                    <a:pt x="98424" y="25842"/>
                    <a:pt x="98424" y="45609"/>
                  </a:cubicBezTo>
                  <a:lnTo>
                    <a:pt x="98424" y="108205"/>
                  </a:lnTo>
                  <a:cubicBezTo>
                    <a:pt x="98424" y="127073"/>
                    <a:pt x="94488" y="132165"/>
                    <a:pt x="79348" y="133363"/>
                  </a:cubicBezTo>
                  <a:lnTo>
                    <a:pt x="79348" y="137855"/>
                  </a:lnTo>
                  <a:lnTo>
                    <a:pt x="142330" y="137855"/>
                  </a:lnTo>
                  <a:lnTo>
                    <a:pt x="142330" y="133363"/>
                  </a:lnTo>
                  <a:cubicBezTo>
                    <a:pt x="127493" y="131865"/>
                    <a:pt x="123859" y="128271"/>
                    <a:pt x="123859" y="113596"/>
                  </a:cubicBezTo>
                  <a:lnTo>
                    <a:pt x="123859" y="45010"/>
                  </a:lnTo>
                  <a:cubicBezTo>
                    <a:pt x="123859" y="16857"/>
                    <a:pt x="110536" y="85"/>
                    <a:pt x="88129" y="85"/>
                  </a:cubicBezTo>
                  <a:cubicBezTo>
                    <a:pt x="74200" y="85"/>
                    <a:pt x="64813" y="5176"/>
                    <a:pt x="44223" y="24344"/>
                  </a:cubicBezTo>
                  <a:lnTo>
                    <a:pt x="44223" y="684"/>
                  </a:lnTo>
                  <a:lnTo>
                    <a:pt x="42104" y="85"/>
                  </a:lnTo>
                  <a:cubicBezTo>
                    <a:pt x="27266" y="5476"/>
                    <a:pt x="16971" y="8770"/>
                    <a:pt x="317" y="13562"/>
                  </a:cubicBezTo>
                  <a:lnTo>
                    <a:pt x="317" y="1865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B4B1A94-A58F-BF68-B910-CC6FE8F03FC9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11806942" y="4673255"/>
              <a:ext cx="70249" cy="299501"/>
            </a:xfrm>
            <a:custGeom>
              <a:avLst/>
              <a:gdLst>
                <a:gd name="connsiteX0" fmla="*/ 70572 w 70249"/>
                <a:gd name="connsiteY0" fmla="*/ 296591 h 299501"/>
                <a:gd name="connsiteX1" fmla="*/ 65424 w 70249"/>
                <a:gd name="connsiteY1" fmla="*/ 290002 h 299501"/>
                <a:gd name="connsiteX2" fmla="*/ 17885 w 70249"/>
                <a:gd name="connsiteY2" fmla="*/ 149835 h 299501"/>
                <a:gd name="connsiteX3" fmla="*/ 66635 w 70249"/>
                <a:gd name="connsiteY3" fmla="*/ 8171 h 299501"/>
                <a:gd name="connsiteX4" fmla="*/ 70572 w 70249"/>
                <a:gd name="connsiteY4" fmla="*/ 3080 h 299501"/>
                <a:gd name="connsiteX5" fmla="*/ 67544 w 70249"/>
                <a:gd name="connsiteY5" fmla="*/ 85 h 299501"/>
                <a:gd name="connsiteX6" fmla="*/ 19399 w 70249"/>
                <a:gd name="connsiteY6" fmla="*/ 58487 h 299501"/>
                <a:gd name="connsiteX7" fmla="*/ 322 w 70249"/>
                <a:gd name="connsiteY7" fmla="*/ 149835 h 299501"/>
                <a:gd name="connsiteX8" fmla="*/ 20307 w 70249"/>
                <a:gd name="connsiteY8" fmla="*/ 243280 h 299501"/>
                <a:gd name="connsiteX9" fmla="*/ 67544 w 70249"/>
                <a:gd name="connsiteY9" fmla="*/ 299586 h 299501"/>
                <a:gd name="connsiteX10" fmla="*/ 70572 w 70249"/>
                <a:gd name="connsiteY10" fmla="*/ 296591 h 2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9" h="299501">
                  <a:moveTo>
                    <a:pt x="70572" y="296591"/>
                  </a:moveTo>
                  <a:cubicBezTo>
                    <a:pt x="70572" y="295693"/>
                    <a:pt x="70572" y="295094"/>
                    <a:pt x="65424" y="290002"/>
                  </a:cubicBezTo>
                  <a:cubicBezTo>
                    <a:pt x="27574" y="252265"/>
                    <a:pt x="17885" y="195659"/>
                    <a:pt x="17885" y="149835"/>
                  </a:cubicBezTo>
                  <a:cubicBezTo>
                    <a:pt x="17885" y="97722"/>
                    <a:pt x="29391" y="45609"/>
                    <a:pt x="66635" y="8171"/>
                  </a:cubicBezTo>
                  <a:cubicBezTo>
                    <a:pt x="70572" y="4577"/>
                    <a:pt x="70572" y="3978"/>
                    <a:pt x="70572" y="3080"/>
                  </a:cubicBezTo>
                  <a:cubicBezTo>
                    <a:pt x="70572" y="983"/>
                    <a:pt x="69360" y="85"/>
                    <a:pt x="67544" y="85"/>
                  </a:cubicBezTo>
                  <a:cubicBezTo>
                    <a:pt x="64516" y="85"/>
                    <a:pt x="37264" y="20451"/>
                    <a:pt x="19399" y="58487"/>
                  </a:cubicBezTo>
                  <a:cubicBezTo>
                    <a:pt x="3956" y="91433"/>
                    <a:pt x="322" y="124677"/>
                    <a:pt x="322" y="149835"/>
                  </a:cubicBezTo>
                  <a:cubicBezTo>
                    <a:pt x="322" y="173197"/>
                    <a:pt x="3653" y="209436"/>
                    <a:pt x="20307" y="243280"/>
                  </a:cubicBezTo>
                  <a:cubicBezTo>
                    <a:pt x="38475" y="280119"/>
                    <a:pt x="64516" y="299586"/>
                    <a:pt x="67544" y="299586"/>
                  </a:cubicBezTo>
                  <a:cubicBezTo>
                    <a:pt x="69360" y="299586"/>
                    <a:pt x="70572" y="298688"/>
                    <a:pt x="70572" y="29659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9D071C3-C926-ADFA-D380-D55643714539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11900035" y="4765801"/>
              <a:ext cx="138984" cy="135374"/>
            </a:xfrm>
            <a:custGeom>
              <a:avLst/>
              <a:gdLst>
                <a:gd name="connsiteX0" fmla="*/ 135678 w 138984"/>
                <a:gd name="connsiteY0" fmla="*/ 99219 h 135374"/>
                <a:gd name="connsiteX1" fmla="*/ 127199 w 138984"/>
                <a:gd name="connsiteY1" fmla="*/ 107605 h 135374"/>
                <a:gd name="connsiteX2" fmla="*/ 111454 w 138984"/>
                <a:gd name="connsiteY2" fmla="*/ 119885 h 135374"/>
                <a:gd name="connsiteX3" fmla="*/ 107215 w 138984"/>
                <a:gd name="connsiteY3" fmla="*/ 115991 h 135374"/>
                <a:gd name="connsiteX4" fmla="*/ 134164 w 138984"/>
                <a:gd name="connsiteY4" fmla="*/ 7272 h 135374"/>
                <a:gd name="connsiteX5" fmla="*/ 135981 w 138984"/>
                <a:gd name="connsiteY5" fmla="*/ 983 h 135374"/>
                <a:gd name="connsiteX6" fmla="*/ 133861 w 138984"/>
                <a:gd name="connsiteY6" fmla="*/ 84 h 135374"/>
                <a:gd name="connsiteX7" fmla="*/ 115390 w 138984"/>
                <a:gd name="connsiteY7" fmla="*/ 2181 h 135374"/>
                <a:gd name="connsiteX8" fmla="*/ 114482 w 138984"/>
                <a:gd name="connsiteY8" fmla="*/ 3079 h 135374"/>
                <a:gd name="connsiteX9" fmla="*/ 111151 w 138984"/>
                <a:gd name="connsiteY9" fmla="*/ 17455 h 135374"/>
                <a:gd name="connsiteX10" fmla="*/ 86927 w 138984"/>
                <a:gd name="connsiteY10" fmla="*/ 84 h 135374"/>
                <a:gd name="connsiteX11" fmla="*/ 327 w 138984"/>
                <a:gd name="connsiteY11" fmla="*/ 102214 h 135374"/>
                <a:gd name="connsiteX12" fmla="*/ 31212 w 138984"/>
                <a:gd name="connsiteY12" fmla="*/ 135459 h 135374"/>
                <a:gd name="connsiteX13" fmla="*/ 92075 w 138984"/>
                <a:gd name="connsiteY13" fmla="*/ 88437 h 135374"/>
                <a:gd name="connsiteX14" fmla="*/ 85110 w 138984"/>
                <a:gd name="connsiteY14" fmla="*/ 122880 h 135374"/>
                <a:gd name="connsiteX15" fmla="*/ 97222 w 138984"/>
                <a:gd name="connsiteY15" fmla="*/ 135159 h 135374"/>
                <a:gd name="connsiteX16" fmla="*/ 139311 w 138984"/>
                <a:gd name="connsiteY16" fmla="*/ 102214 h 135374"/>
                <a:gd name="connsiteX17" fmla="*/ 135678 w 138984"/>
                <a:gd name="connsiteY17" fmla="*/ 99219 h 135374"/>
                <a:gd name="connsiteX18" fmla="*/ 88744 w 138984"/>
                <a:gd name="connsiteY18" fmla="*/ 6673 h 135374"/>
                <a:gd name="connsiteX19" fmla="*/ 105701 w 138984"/>
                <a:gd name="connsiteY19" fmla="*/ 24943 h 135374"/>
                <a:gd name="connsiteX20" fmla="*/ 69668 w 138984"/>
                <a:gd name="connsiteY20" fmla="*/ 107605 h 135374"/>
                <a:gd name="connsiteX21" fmla="*/ 43324 w 138984"/>
                <a:gd name="connsiteY21" fmla="*/ 120783 h 135374"/>
                <a:gd name="connsiteX22" fmla="*/ 25762 w 138984"/>
                <a:gd name="connsiteY22" fmla="*/ 98321 h 135374"/>
                <a:gd name="connsiteX23" fmla="*/ 50289 w 138984"/>
                <a:gd name="connsiteY23" fmla="*/ 32730 h 135374"/>
                <a:gd name="connsiteX24" fmla="*/ 88744 w 138984"/>
                <a:gd name="connsiteY24" fmla="*/ 6673 h 13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984" h="135374">
                  <a:moveTo>
                    <a:pt x="135678" y="99219"/>
                  </a:moveTo>
                  <a:cubicBezTo>
                    <a:pt x="131136" y="103712"/>
                    <a:pt x="129319" y="105209"/>
                    <a:pt x="127199" y="107605"/>
                  </a:cubicBezTo>
                  <a:cubicBezTo>
                    <a:pt x="118115" y="116890"/>
                    <a:pt x="114179" y="119885"/>
                    <a:pt x="111454" y="119885"/>
                  </a:cubicBezTo>
                  <a:cubicBezTo>
                    <a:pt x="109032" y="119885"/>
                    <a:pt x="107215" y="118088"/>
                    <a:pt x="107215" y="115991"/>
                  </a:cubicBezTo>
                  <a:cubicBezTo>
                    <a:pt x="107215" y="110001"/>
                    <a:pt x="119932" y="58786"/>
                    <a:pt x="134164" y="7272"/>
                  </a:cubicBezTo>
                  <a:cubicBezTo>
                    <a:pt x="135072" y="4277"/>
                    <a:pt x="135375" y="3678"/>
                    <a:pt x="135981" y="983"/>
                  </a:cubicBezTo>
                  <a:lnTo>
                    <a:pt x="133861" y="84"/>
                  </a:lnTo>
                  <a:lnTo>
                    <a:pt x="115390" y="2181"/>
                  </a:lnTo>
                  <a:lnTo>
                    <a:pt x="114482" y="3079"/>
                  </a:lnTo>
                  <a:lnTo>
                    <a:pt x="111151" y="17455"/>
                  </a:lnTo>
                  <a:cubicBezTo>
                    <a:pt x="108729" y="6374"/>
                    <a:pt x="99948" y="84"/>
                    <a:pt x="86927" y="84"/>
                  </a:cubicBezTo>
                  <a:cubicBezTo>
                    <a:pt x="46958" y="84"/>
                    <a:pt x="327" y="54893"/>
                    <a:pt x="327" y="102214"/>
                  </a:cubicBezTo>
                  <a:cubicBezTo>
                    <a:pt x="327" y="123179"/>
                    <a:pt x="11833" y="135459"/>
                    <a:pt x="31212" y="135459"/>
                  </a:cubicBezTo>
                  <a:cubicBezTo>
                    <a:pt x="52408" y="135459"/>
                    <a:pt x="65429" y="125575"/>
                    <a:pt x="92075" y="88437"/>
                  </a:cubicBezTo>
                  <a:cubicBezTo>
                    <a:pt x="86019" y="111798"/>
                    <a:pt x="85110" y="115692"/>
                    <a:pt x="85110" y="122880"/>
                  </a:cubicBezTo>
                  <a:cubicBezTo>
                    <a:pt x="85110" y="131565"/>
                    <a:pt x="88744" y="135159"/>
                    <a:pt x="97222" y="135159"/>
                  </a:cubicBezTo>
                  <a:cubicBezTo>
                    <a:pt x="109334" y="135159"/>
                    <a:pt x="116904" y="129469"/>
                    <a:pt x="139311" y="102214"/>
                  </a:cubicBezTo>
                  <a:lnTo>
                    <a:pt x="135678" y="99219"/>
                  </a:lnTo>
                  <a:close/>
                  <a:moveTo>
                    <a:pt x="88744" y="6673"/>
                  </a:moveTo>
                  <a:cubicBezTo>
                    <a:pt x="99039" y="7272"/>
                    <a:pt x="105701" y="14460"/>
                    <a:pt x="105701" y="24943"/>
                  </a:cubicBezTo>
                  <a:cubicBezTo>
                    <a:pt x="105701" y="50101"/>
                    <a:pt x="90561" y="85442"/>
                    <a:pt x="69668" y="107605"/>
                  </a:cubicBezTo>
                  <a:cubicBezTo>
                    <a:pt x="62401" y="115692"/>
                    <a:pt x="52105" y="120783"/>
                    <a:pt x="43324" y="120783"/>
                  </a:cubicBezTo>
                  <a:cubicBezTo>
                    <a:pt x="32726" y="120783"/>
                    <a:pt x="25762" y="112098"/>
                    <a:pt x="25762" y="98321"/>
                  </a:cubicBezTo>
                  <a:cubicBezTo>
                    <a:pt x="25762" y="82148"/>
                    <a:pt x="37268" y="51299"/>
                    <a:pt x="50289" y="32730"/>
                  </a:cubicBezTo>
                  <a:cubicBezTo>
                    <a:pt x="62401" y="15359"/>
                    <a:pt x="76632" y="5775"/>
                    <a:pt x="88744" y="6673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3BC50D2-51D8-2212-D92C-1501BD80D2C2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12064114" y="4673255"/>
              <a:ext cx="70249" cy="299501"/>
            </a:xfrm>
            <a:custGeom>
              <a:avLst/>
              <a:gdLst>
                <a:gd name="connsiteX0" fmla="*/ 70580 w 70249"/>
                <a:gd name="connsiteY0" fmla="*/ 149835 h 299501"/>
                <a:gd name="connsiteX1" fmla="*/ 50596 w 70249"/>
                <a:gd name="connsiteY1" fmla="*/ 56391 h 299501"/>
                <a:gd name="connsiteX2" fmla="*/ 3359 w 70249"/>
                <a:gd name="connsiteY2" fmla="*/ 85 h 299501"/>
                <a:gd name="connsiteX3" fmla="*/ 331 w 70249"/>
                <a:gd name="connsiteY3" fmla="*/ 3080 h 299501"/>
                <a:gd name="connsiteX4" fmla="*/ 6084 w 70249"/>
                <a:gd name="connsiteY4" fmla="*/ 9968 h 299501"/>
                <a:gd name="connsiteX5" fmla="*/ 53018 w 70249"/>
                <a:gd name="connsiteY5" fmla="*/ 149835 h 299501"/>
                <a:gd name="connsiteX6" fmla="*/ 4268 w 70249"/>
                <a:gd name="connsiteY6" fmla="*/ 291500 h 299501"/>
                <a:gd name="connsiteX7" fmla="*/ 331 w 70249"/>
                <a:gd name="connsiteY7" fmla="*/ 296591 h 299501"/>
                <a:gd name="connsiteX8" fmla="*/ 3359 w 70249"/>
                <a:gd name="connsiteY8" fmla="*/ 299586 h 299501"/>
                <a:gd name="connsiteX9" fmla="*/ 51504 w 70249"/>
                <a:gd name="connsiteY9" fmla="*/ 241183 h 299501"/>
                <a:gd name="connsiteX10" fmla="*/ 70580 w 70249"/>
                <a:gd name="connsiteY10" fmla="*/ 149835 h 2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9" h="299501">
                  <a:moveTo>
                    <a:pt x="70580" y="149835"/>
                  </a:moveTo>
                  <a:cubicBezTo>
                    <a:pt x="70580" y="126474"/>
                    <a:pt x="67250" y="90235"/>
                    <a:pt x="50596" y="56391"/>
                  </a:cubicBezTo>
                  <a:cubicBezTo>
                    <a:pt x="32428" y="19552"/>
                    <a:pt x="6387" y="85"/>
                    <a:pt x="3359" y="85"/>
                  </a:cubicBezTo>
                  <a:cubicBezTo>
                    <a:pt x="1542" y="85"/>
                    <a:pt x="331" y="1283"/>
                    <a:pt x="331" y="3080"/>
                  </a:cubicBezTo>
                  <a:cubicBezTo>
                    <a:pt x="331" y="3978"/>
                    <a:pt x="331" y="4577"/>
                    <a:pt x="6084" y="9968"/>
                  </a:cubicBezTo>
                  <a:cubicBezTo>
                    <a:pt x="35759" y="39619"/>
                    <a:pt x="53018" y="87240"/>
                    <a:pt x="53018" y="149835"/>
                  </a:cubicBezTo>
                  <a:cubicBezTo>
                    <a:pt x="53018" y="201050"/>
                    <a:pt x="41815" y="253762"/>
                    <a:pt x="4268" y="291500"/>
                  </a:cubicBezTo>
                  <a:cubicBezTo>
                    <a:pt x="331" y="295094"/>
                    <a:pt x="331" y="295693"/>
                    <a:pt x="331" y="296591"/>
                  </a:cubicBezTo>
                  <a:cubicBezTo>
                    <a:pt x="331" y="298388"/>
                    <a:pt x="1542" y="299586"/>
                    <a:pt x="3359" y="299586"/>
                  </a:cubicBezTo>
                  <a:cubicBezTo>
                    <a:pt x="6387" y="299586"/>
                    <a:pt x="33639" y="279220"/>
                    <a:pt x="51504" y="241183"/>
                  </a:cubicBezTo>
                  <a:cubicBezTo>
                    <a:pt x="66947" y="208238"/>
                    <a:pt x="70580" y="174994"/>
                    <a:pt x="70580" y="149835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6E71626-7F6D-BBDF-1C6F-D8B13D3F21B3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12223946" y="4723272"/>
              <a:ext cx="201361" cy="199468"/>
            </a:xfrm>
            <a:custGeom>
              <a:avLst/>
              <a:gdLst>
                <a:gd name="connsiteX0" fmla="*/ 107224 w 201361"/>
                <a:gd name="connsiteY0" fmla="*/ 105809 h 199468"/>
                <a:gd name="connsiteX1" fmla="*/ 191705 w 201361"/>
                <a:gd name="connsiteY1" fmla="*/ 105809 h 199468"/>
                <a:gd name="connsiteX2" fmla="*/ 201698 w 201361"/>
                <a:gd name="connsiteY2" fmla="*/ 99819 h 199468"/>
                <a:gd name="connsiteX3" fmla="*/ 191705 w 201361"/>
                <a:gd name="connsiteY3" fmla="*/ 93829 h 199468"/>
                <a:gd name="connsiteX4" fmla="*/ 107224 w 201361"/>
                <a:gd name="connsiteY4" fmla="*/ 93829 h 199468"/>
                <a:gd name="connsiteX5" fmla="*/ 107224 w 201361"/>
                <a:gd name="connsiteY5" fmla="*/ 9968 h 199468"/>
                <a:gd name="connsiteX6" fmla="*/ 101168 w 201361"/>
                <a:gd name="connsiteY6" fmla="*/ 85 h 199468"/>
                <a:gd name="connsiteX7" fmla="*/ 95112 w 201361"/>
                <a:gd name="connsiteY7" fmla="*/ 9968 h 199468"/>
                <a:gd name="connsiteX8" fmla="*/ 95112 w 201361"/>
                <a:gd name="connsiteY8" fmla="*/ 93829 h 199468"/>
                <a:gd name="connsiteX9" fmla="*/ 10329 w 201361"/>
                <a:gd name="connsiteY9" fmla="*/ 93829 h 199468"/>
                <a:gd name="connsiteX10" fmla="*/ 336 w 201361"/>
                <a:gd name="connsiteY10" fmla="*/ 99819 h 199468"/>
                <a:gd name="connsiteX11" fmla="*/ 10329 w 201361"/>
                <a:gd name="connsiteY11" fmla="*/ 105809 h 199468"/>
                <a:gd name="connsiteX12" fmla="*/ 95112 w 201361"/>
                <a:gd name="connsiteY12" fmla="*/ 105809 h 199468"/>
                <a:gd name="connsiteX13" fmla="*/ 95112 w 201361"/>
                <a:gd name="connsiteY13" fmla="*/ 189669 h 199468"/>
                <a:gd name="connsiteX14" fmla="*/ 101168 w 201361"/>
                <a:gd name="connsiteY14" fmla="*/ 199553 h 199468"/>
                <a:gd name="connsiteX15" fmla="*/ 107224 w 201361"/>
                <a:gd name="connsiteY15" fmla="*/ 189669 h 199468"/>
                <a:gd name="connsiteX16" fmla="*/ 107224 w 201361"/>
                <a:gd name="connsiteY16" fmla="*/ 105809 h 199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61" h="199468">
                  <a:moveTo>
                    <a:pt x="107224" y="105809"/>
                  </a:moveTo>
                  <a:lnTo>
                    <a:pt x="191705" y="105809"/>
                  </a:lnTo>
                  <a:cubicBezTo>
                    <a:pt x="195944" y="105809"/>
                    <a:pt x="201698" y="105809"/>
                    <a:pt x="201698" y="99819"/>
                  </a:cubicBezTo>
                  <a:cubicBezTo>
                    <a:pt x="201698" y="93829"/>
                    <a:pt x="195944" y="93829"/>
                    <a:pt x="191705" y="93829"/>
                  </a:cubicBezTo>
                  <a:lnTo>
                    <a:pt x="107224" y="93829"/>
                  </a:lnTo>
                  <a:lnTo>
                    <a:pt x="107224" y="9968"/>
                  </a:lnTo>
                  <a:cubicBezTo>
                    <a:pt x="107224" y="5775"/>
                    <a:pt x="107224" y="85"/>
                    <a:pt x="101168" y="85"/>
                  </a:cubicBezTo>
                  <a:cubicBezTo>
                    <a:pt x="95112" y="85"/>
                    <a:pt x="95112" y="5775"/>
                    <a:pt x="95112" y="9968"/>
                  </a:cubicBezTo>
                  <a:lnTo>
                    <a:pt x="95112" y="93829"/>
                  </a:lnTo>
                  <a:lnTo>
                    <a:pt x="10329" y="93829"/>
                  </a:lnTo>
                  <a:cubicBezTo>
                    <a:pt x="6090" y="93829"/>
                    <a:pt x="336" y="93829"/>
                    <a:pt x="336" y="99819"/>
                  </a:cubicBezTo>
                  <a:cubicBezTo>
                    <a:pt x="336" y="105809"/>
                    <a:pt x="6090" y="105809"/>
                    <a:pt x="10329" y="105809"/>
                  </a:cubicBezTo>
                  <a:lnTo>
                    <a:pt x="95112" y="105809"/>
                  </a:lnTo>
                  <a:lnTo>
                    <a:pt x="95112" y="189669"/>
                  </a:lnTo>
                  <a:cubicBezTo>
                    <a:pt x="95112" y="193862"/>
                    <a:pt x="95112" y="199553"/>
                    <a:pt x="101168" y="199553"/>
                  </a:cubicBezTo>
                  <a:cubicBezTo>
                    <a:pt x="107224" y="199553"/>
                    <a:pt x="107224" y="193862"/>
                    <a:pt x="107224" y="189669"/>
                  </a:cubicBezTo>
                  <a:lnTo>
                    <a:pt x="107224" y="105809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72D169A-C1D3-3EAA-1EBC-F78FFB28932C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12492320" y="4693322"/>
              <a:ext cx="136259" cy="207854"/>
            </a:xfrm>
            <a:custGeom>
              <a:avLst/>
              <a:gdLst>
                <a:gd name="connsiteX0" fmla="*/ 26690 w 136259"/>
                <a:gd name="connsiteY0" fmla="*/ 12064 h 207854"/>
                <a:gd name="connsiteX1" fmla="*/ 46372 w 136259"/>
                <a:gd name="connsiteY1" fmla="*/ 20150 h 207854"/>
                <a:gd name="connsiteX2" fmla="*/ 43646 w 136259"/>
                <a:gd name="connsiteY2" fmla="*/ 33029 h 207854"/>
                <a:gd name="connsiteX3" fmla="*/ 42132 w 136259"/>
                <a:gd name="connsiteY3" fmla="*/ 38719 h 207854"/>
                <a:gd name="connsiteX4" fmla="*/ 41527 w 136259"/>
                <a:gd name="connsiteY4" fmla="*/ 40816 h 207854"/>
                <a:gd name="connsiteX5" fmla="*/ 346 w 136259"/>
                <a:gd name="connsiteY5" fmla="*/ 190866 h 207854"/>
                <a:gd name="connsiteX6" fmla="*/ 346 w 136259"/>
                <a:gd name="connsiteY6" fmla="*/ 192064 h 207854"/>
                <a:gd name="connsiteX7" fmla="*/ 40618 w 136259"/>
                <a:gd name="connsiteY7" fmla="*/ 207938 h 207854"/>
                <a:gd name="connsiteX8" fmla="*/ 136606 w 136259"/>
                <a:gd name="connsiteY8" fmla="*/ 108503 h 207854"/>
                <a:gd name="connsiteX9" fmla="*/ 101481 w 136259"/>
                <a:gd name="connsiteY9" fmla="*/ 72563 h 207854"/>
                <a:gd name="connsiteX10" fmla="*/ 43041 w 136259"/>
                <a:gd name="connsiteY10" fmla="*/ 117788 h 207854"/>
                <a:gd name="connsiteX11" fmla="*/ 74532 w 136259"/>
                <a:gd name="connsiteY11" fmla="*/ 1581 h 207854"/>
                <a:gd name="connsiteX12" fmla="*/ 73018 w 136259"/>
                <a:gd name="connsiteY12" fmla="*/ 84 h 207854"/>
                <a:gd name="connsiteX13" fmla="*/ 26690 w 136259"/>
                <a:gd name="connsiteY13" fmla="*/ 6972 h 207854"/>
                <a:gd name="connsiteX14" fmla="*/ 26690 w 136259"/>
                <a:gd name="connsiteY14" fmla="*/ 12064 h 207854"/>
                <a:gd name="connsiteX15" fmla="*/ 89672 w 136259"/>
                <a:gd name="connsiteY15" fmla="*/ 87239 h 207854"/>
                <a:gd name="connsiteX16" fmla="*/ 110868 w 136259"/>
                <a:gd name="connsiteY16" fmla="*/ 112996 h 207854"/>
                <a:gd name="connsiteX17" fmla="*/ 77560 w 136259"/>
                <a:gd name="connsiteY17" fmla="*/ 183379 h 207854"/>
                <a:gd name="connsiteX18" fmla="*/ 40316 w 136259"/>
                <a:gd name="connsiteY18" fmla="*/ 201049 h 207854"/>
                <a:gd name="connsiteX19" fmla="*/ 26387 w 136259"/>
                <a:gd name="connsiteY19" fmla="*/ 190866 h 207854"/>
                <a:gd name="connsiteX20" fmla="*/ 48188 w 136259"/>
                <a:gd name="connsiteY20" fmla="*/ 121681 h 207854"/>
                <a:gd name="connsiteX21" fmla="*/ 89672 w 136259"/>
                <a:gd name="connsiteY21" fmla="*/ 87239 h 20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259" h="207854">
                  <a:moveTo>
                    <a:pt x="26690" y="12064"/>
                  </a:moveTo>
                  <a:cubicBezTo>
                    <a:pt x="44555" y="12663"/>
                    <a:pt x="46372" y="13561"/>
                    <a:pt x="46372" y="20150"/>
                  </a:cubicBezTo>
                  <a:cubicBezTo>
                    <a:pt x="46372" y="22846"/>
                    <a:pt x="45463" y="26440"/>
                    <a:pt x="43646" y="33029"/>
                  </a:cubicBezTo>
                  <a:cubicBezTo>
                    <a:pt x="43041" y="35126"/>
                    <a:pt x="42435" y="37222"/>
                    <a:pt x="42132" y="38719"/>
                  </a:cubicBezTo>
                  <a:lnTo>
                    <a:pt x="41527" y="40816"/>
                  </a:lnTo>
                  <a:lnTo>
                    <a:pt x="346" y="190866"/>
                  </a:lnTo>
                  <a:lnTo>
                    <a:pt x="346" y="192064"/>
                  </a:lnTo>
                  <a:cubicBezTo>
                    <a:pt x="346" y="198953"/>
                    <a:pt x="23662" y="207938"/>
                    <a:pt x="40618" y="207938"/>
                  </a:cubicBezTo>
                  <a:cubicBezTo>
                    <a:pt x="86341" y="207938"/>
                    <a:pt x="136606" y="155525"/>
                    <a:pt x="136606" y="108503"/>
                  </a:cubicBezTo>
                  <a:cubicBezTo>
                    <a:pt x="136606" y="87538"/>
                    <a:pt x="121768" y="72563"/>
                    <a:pt x="101481" y="72563"/>
                  </a:cubicBezTo>
                  <a:cubicBezTo>
                    <a:pt x="80285" y="72563"/>
                    <a:pt x="64539" y="84843"/>
                    <a:pt x="43041" y="117788"/>
                  </a:cubicBezTo>
                  <a:cubicBezTo>
                    <a:pt x="58786" y="60883"/>
                    <a:pt x="60906" y="52796"/>
                    <a:pt x="74532" y="1581"/>
                  </a:cubicBezTo>
                  <a:lnTo>
                    <a:pt x="73018" y="84"/>
                  </a:lnTo>
                  <a:cubicBezTo>
                    <a:pt x="57878" y="2779"/>
                    <a:pt x="46977" y="4576"/>
                    <a:pt x="26690" y="6972"/>
                  </a:cubicBezTo>
                  <a:lnTo>
                    <a:pt x="26690" y="12064"/>
                  </a:lnTo>
                  <a:close/>
                  <a:moveTo>
                    <a:pt x="89672" y="87239"/>
                  </a:moveTo>
                  <a:cubicBezTo>
                    <a:pt x="102692" y="87239"/>
                    <a:pt x="110868" y="97122"/>
                    <a:pt x="110868" y="112996"/>
                  </a:cubicBezTo>
                  <a:cubicBezTo>
                    <a:pt x="110868" y="132763"/>
                    <a:pt x="95425" y="164810"/>
                    <a:pt x="77560" y="183379"/>
                  </a:cubicBezTo>
                  <a:cubicBezTo>
                    <a:pt x="66356" y="194760"/>
                    <a:pt x="53336" y="201049"/>
                    <a:pt x="40316" y="201049"/>
                  </a:cubicBezTo>
                  <a:cubicBezTo>
                    <a:pt x="30929" y="201049"/>
                    <a:pt x="26387" y="197755"/>
                    <a:pt x="26387" y="190866"/>
                  </a:cubicBezTo>
                  <a:cubicBezTo>
                    <a:pt x="26387" y="172896"/>
                    <a:pt x="35471" y="143845"/>
                    <a:pt x="48188" y="121681"/>
                  </a:cubicBezTo>
                  <a:cubicBezTo>
                    <a:pt x="61511" y="98620"/>
                    <a:pt x="75137" y="87239"/>
                    <a:pt x="89672" y="87239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0F50001-33C4-CE4D-9432-DF3028FF0214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12710615" y="4693322"/>
              <a:ext cx="72066" cy="204559"/>
            </a:xfrm>
            <a:custGeom>
              <a:avLst/>
              <a:gdLst>
                <a:gd name="connsiteX0" fmla="*/ 353 w 72066"/>
                <a:gd name="connsiteY0" fmla="*/ 18055 h 204559"/>
                <a:gd name="connsiteX1" fmla="*/ 2169 w 72066"/>
                <a:gd name="connsiteY1" fmla="*/ 18055 h 204559"/>
                <a:gd name="connsiteX2" fmla="*/ 11556 w 72066"/>
                <a:gd name="connsiteY2" fmla="*/ 17456 h 204559"/>
                <a:gd name="connsiteX3" fmla="*/ 24274 w 72066"/>
                <a:gd name="connsiteY3" fmla="*/ 35725 h 204559"/>
                <a:gd name="connsiteX4" fmla="*/ 24274 w 72066"/>
                <a:gd name="connsiteY4" fmla="*/ 178588 h 204559"/>
                <a:gd name="connsiteX5" fmla="*/ 958 w 72066"/>
                <a:gd name="connsiteY5" fmla="*/ 200152 h 204559"/>
                <a:gd name="connsiteX6" fmla="*/ 958 w 72066"/>
                <a:gd name="connsiteY6" fmla="*/ 204644 h 204559"/>
                <a:gd name="connsiteX7" fmla="*/ 72419 w 72066"/>
                <a:gd name="connsiteY7" fmla="*/ 204644 h 204559"/>
                <a:gd name="connsiteX8" fmla="*/ 72419 w 72066"/>
                <a:gd name="connsiteY8" fmla="*/ 200152 h 204559"/>
                <a:gd name="connsiteX9" fmla="*/ 49709 w 72066"/>
                <a:gd name="connsiteY9" fmla="*/ 179486 h 204559"/>
                <a:gd name="connsiteX10" fmla="*/ 49709 w 72066"/>
                <a:gd name="connsiteY10" fmla="*/ 684 h 204559"/>
                <a:gd name="connsiteX11" fmla="*/ 48498 w 72066"/>
                <a:gd name="connsiteY11" fmla="*/ 85 h 204559"/>
                <a:gd name="connsiteX12" fmla="*/ 353 w 72066"/>
                <a:gd name="connsiteY12" fmla="*/ 13263 h 204559"/>
                <a:gd name="connsiteX13" fmla="*/ 353 w 72066"/>
                <a:gd name="connsiteY13" fmla="*/ 18055 h 20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66" h="204559">
                  <a:moveTo>
                    <a:pt x="353" y="18055"/>
                  </a:moveTo>
                  <a:lnTo>
                    <a:pt x="2169" y="18055"/>
                  </a:lnTo>
                  <a:cubicBezTo>
                    <a:pt x="5500" y="17755"/>
                    <a:pt x="9134" y="17456"/>
                    <a:pt x="11556" y="17456"/>
                  </a:cubicBezTo>
                  <a:cubicBezTo>
                    <a:pt x="21246" y="17456"/>
                    <a:pt x="24274" y="21649"/>
                    <a:pt x="24274" y="35725"/>
                  </a:cubicBezTo>
                  <a:lnTo>
                    <a:pt x="24274" y="178588"/>
                  </a:lnTo>
                  <a:cubicBezTo>
                    <a:pt x="24274" y="194761"/>
                    <a:pt x="20035" y="198654"/>
                    <a:pt x="958" y="200152"/>
                  </a:cubicBezTo>
                  <a:lnTo>
                    <a:pt x="958" y="204644"/>
                  </a:lnTo>
                  <a:lnTo>
                    <a:pt x="72419" y="204644"/>
                  </a:lnTo>
                  <a:lnTo>
                    <a:pt x="72419" y="200152"/>
                  </a:lnTo>
                  <a:cubicBezTo>
                    <a:pt x="53342" y="198954"/>
                    <a:pt x="49709" y="195959"/>
                    <a:pt x="49709" y="179486"/>
                  </a:cubicBezTo>
                  <a:lnTo>
                    <a:pt x="49709" y="684"/>
                  </a:lnTo>
                  <a:lnTo>
                    <a:pt x="48498" y="85"/>
                  </a:lnTo>
                  <a:cubicBezTo>
                    <a:pt x="32752" y="5176"/>
                    <a:pt x="21246" y="8171"/>
                    <a:pt x="353" y="13263"/>
                  </a:cubicBezTo>
                  <a:lnTo>
                    <a:pt x="353" y="18055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941622E-9A5E-26DE-FDC8-0D3145084F8C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12794198" y="4760110"/>
              <a:ext cx="142012" cy="137770"/>
            </a:xfrm>
            <a:custGeom>
              <a:avLst/>
              <a:gdLst>
                <a:gd name="connsiteX0" fmla="*/ 355 w 142012"/>
                <a:gd name="connsiteY0" fmla="*/ 18654 h 137770"/>
                <a:gd name="connsiteX1" fmla="*/ 8531 w 142012"/>
                <a:gd name="connsiteY1" fmla="*/ 17456 h 137770"/>
                <a:gd name="connsiteX2" fmla="*/ 19735 w 142012"/>
                <a:gd name="connsiteY2" fmla="*/ 36624 h 137770"/>
                <a:gd name="connsiteX3" fmla="*/ 19735 w 142012"/>
                <a:gd name="connsiteY3" fmla="*/ 110900 h 137770"/>
                <a:gd name="connsiteX4" fmla="*/ 961 w 142012"/>
                <a:gd name="connsiteY4" fmla="*/ 133363 h 137770"/>
                <a:gd name="connsiteX5" fmla="*/ 961 w 142012"/>
                <a:gd name="connsiteY5" fmla="*/ 137855 h 137770"/>
                <a:gd name="connsiteX6" fmla="*/ 65154 w 142012"/>
                <a:gd name="connsiteY6" fmla="*/ 137855 h 137770"/>
                <a:gd name="connsiteX7" fmla="*/ 65154 w 142012"/>
                <a:gd name="connsiteY7" fmla="*/ 133363 h 137770"/>
                <a:gd name="connsiteX8" fmla="*/ 45170 w 142012"/>
                <a:gd name="connsiteY8" fmla="*/ 117789 h 137770"/>
                <a:gd name="connsiteX9" fmla="*/ 45170 w 142012"/>
                <a:gd name="connsiteY9" fmla="*/ 33629 h 137770"/>
                <a:gd name="connsiteX10" fmla="*/ 76358 w 142012"/>
                <a:gd name="connsiteY10" fmla="*/ 16557 h 137770"/>
                <a:gd name="connsiteX11" fmla="*/ 98462 w 142012"/>
                <a:gd name="connsiteY11" fmla="*/ 45609 h 137770"/>
                <a:gd name="connsiteX12" fmla="*/ 98462 w 142012"/>
                <a:gd name="connsiteY12" fmla="*/ 108205 h 137770"/>
                <a:gd name="connsiteX13" fmla="*/ 79386 w 142012"/>
                <a:gd name="connsiteY13" fmla="*/ 133363 h 137770"/>
                <a:gd name="connsiteX14" fmla="*/ 79386 w 142012"/>
                <a:gd name="connsiteY14" fmla="*/ 137855 h 137770"/>
                <a:gd name="connsiteX15" fmla="*/ 142368 w 142012"/>
                <a:gd name="connsiteY15" fmla="*/ 137855 h 137770"/>
                <a:gd name="connsiteX16" fmla="*/ 142368 w 142012"/>
                <a:gd name="connsiteY16" fmla="*/ 133363 h 137770"/>
                <a:gd name="connsiteX17" fmla="*/ 123897 w 142012"/>
                <a:gd name="connsiteY17" fmla="*/ 113596 h 137770"/>
                <a:gd name="connsiteX18" fmla="*/ 123897 w 142012"/>
                <a:gd name="connsiteY18" fmla="*/ 45010 h 137770"/>
                <a:gd name="connsiteX19" fmla="*/ 88167 w 142012"/>
                <a:gd name="connsiteY19" fmla="*/ 85 h 137770"/>
                <a:gd name="connsiteX20" fmla="*/ 44261 w 142012"/>
                <a:gd name="connsiteY20" fmla="*/ 24344 h 137770"/>
                <a:gd name="connsiteX21" fmla="*/ 44261 w 142012"/>
                <a:gd name="connsiteY21" fmla="*/ 684 h 137770"/>
                <a:gd name="connsiteX22" fmla="*/ 42142 w 142012"/>
                <a:gd name="connsiteY22" fmla="*/ 85 h 137770"/>
                <a:gd name="connsiteX23" fmla="*/ 355 w 142012"/>
                <a:gd name="connsiteY23" fmla="*/ 13562 h 137770"/>
                <a:gd name="connsiteX24" fmla="*/ 355 w 142012"/>
                <a:gd name="connsiteY24" fmla="*/ 18654 h 13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012" h="137770">
                  <a:moveTo>
                    <a:pt x="355" y="18654"/>
                  </a:moveTo>
                  <a:cubicBezTo>
                    <a:pt x="2172" y="17755"/>
                    <a:pt x="5200" y="17456"/>
                    <a:pt x="8531" y="17456"/>
                  </a:cubicBezTo>
                  <a:cubicBezTo>
                    <a:pt x="17009" y="17456"/>
                    <a:pt x="19735" y="21948"/>
                    <a:pt x="19735" y="36624"/>
                  </a:cubicBezTo>
                  <a:lnTo>
                    <a:pt x="19735" y="110900"/>
                  </a:lnTo>
                  <a:cubicBezTo>
                    <a:pt x="19735" y="127972"/>
                    <a:pt x="16404" y="132165"/>
                    <a:pt x="961" y="133363"/>
                  </a:cubicBezTo>
                  <a:lnTo>
                    <a:pt x="961" y="137855"/>
                  </a:lnTo>
                  <a:lnTo>
                    <a:pt x="65154" y="137855"/>
                  </a:lnTo>
                  <a:lnTo>
                    <a:pt x="65154" y="133363"/>
                  </a:lnTo>
                  <a:cubicBezTo>
                    <a:pt x="49712" y="132165"/>
                    <a:pt x="45170" y="128571"/>
                    <a:pt x="45170" y="117789"/>
                  </a:cubicBezTo>
                  <a:lnTo>
                    <a:pt x="45170" y="33629"/>
                  </a:lnTo>
                  <a:cubicBezTo>
                    <a:pt x="59704" y="20151"/>
                    <a:pt x="66366" y="16557"/>
                    <a:pt x="76358" y="16557"/>
                  </a:cubicBezTo>
                  <a:cubicBezTo>
                    <a:pt x="91195" y="16557"/>
                    <a:pt x="98462" y="25842"/>
                    <a:pt x="98462" y="45609"/>
                  </a:cubicBezTo>
                  <a:lnTo>
                    <a:pt x="98462" y="108205"/>
                  </a:lnTo>
                  <a:cubicBezTo>
                    <a:pt x="98462" y="127073"/>
                    <a:pt x="94526" y="132165"/>
                    <a:pt x="79386" y="133363"/>
                  </a:cubicBezTo>
                  <a:lnTo>
                    <a:pt x="79386" y="137855"/>
                  </a:lnTo>
                  <a:lnTo>
                    <a:pt x="142368" y="137855"/>
                  </a:lnTo>
                  <a:lnTo>
                    <a:pt x="142368" y="133363"/>
                  </a:lnTo>
                  <a:cubicBezTo>
                    <a:pt x="127531" y="131865"/>
                    <a:pt x="123897" y="128271"/>
                    <a:pt x="123897" y="113596"/>
                  </a:cubicBezTo>
                  <a:lnTo>
                    <a:pt x="123897" y="45010"/>
                  </a:lnTo>
                  <a:cubicBezTo>
                    <a:pt x="123897" y="16857"/>
                    <a:pt x="110574" y="85"/>
                    <a:pt x="88167" y="85"/>
                  </a:cubicBezTo>
                  <a:cubicBezTo>
                    <a:pt x="74238" y="85"/>
                    <a:pt x="64852" y="5176"/>
                    <a:pt x="44261" y="24344"/>
                  </a:cubicBezTo>
                  <a:lnTo>
                    <a:pt x="44261" y="684"/>
                  </a:lnTo>
                  <a:lnTo>
                    <a:pt x="42142" y="85"/>
                  </a:lnTo>
                  <a:cubicBezTo>
                    <a:pt x="27305" y="5476"/>
                    <a:pt x="17009" y="8770"/>
                    <a:pt x="355" y="13562"/>
                  </a:cubicBezTo>
                  <a:lnTo>
                    <a:pt x="355" y="18654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7E590CC-C26D-327A-8792-EF4C2D037246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12971297" y="4673255"/>
              <a:ext cx="70249" cy="299501"/>
            </a:xfrm>
            <a:custGeom>
              <a:avLst/>
              <a:gdLst>
                <a:gd name="connsiteX0" fmla="*/ 70610 w 70249"/>
                <a:gd name="connsiteY0" fmla="*/ 296591 h 299501"/>
                <a:gd name="connsiteX1" fmla="*/ 65462 w 70249"/>
                <a:gd name="connsiteY1" fmla="*/ 290002 h 299501"/>
                <a:gd name="connsiteX2" fmla="*/ 17923 w 70249"/>
                <a:gd name="connsiteY2" fmla="*/ 149835 h 299501"/>
                <a:gd name="connsiteX3" fmla="*/ 66673 w 70249"/>
                <a:gd name="connsiteY3" fmla="*/ 8171 h 299501"/>
                <a:gd name="connsiteX4" fmla="*/ 70610 w 70249"/>
                <a:gd name="connsiteY4" fmla="*/ 3080 h 299501"/>
                <a:gd name="connsiteX5" fmla="*/ 67582 w 70249"/>
                <a:gd name="connsiteY5" fmla="*/ 85 h 299501"/>
                <a:gd name="connsiteX6" fmla="*/ 19437 w 70249"/>
                <a:gd name="connsiteY6" fmla="*/ 58487 h 299501"/>
                <a:gd name="connsiteX7" fmla="*/ 360 w 70249"/>
                <a:gd name="connsiteY7" fmla="*/ 149835 h 299501"/>
                <a:gd name="connsiteX8" fmla="*/ 20345 w 70249"/>
                <a:gd name="connsiteY8" fmla="*/ 243280 h 299501"/>
                <a:gd name="connsiteX9" fmla="*/ 67582 w 70249"/>
                <a:gd name="connsiteY9" fmla="*/ 299586 h 299501"/>
                <a:gd name="connsiteX10" fmla="*/ 70610 w 70249"/>
                <a:gd name="connsiteY10" fmla="*/ 296591 h 2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9" h="299501">
                  <a:moveTo>
                    <a:pt x="70610" y="296591"/>
                  </a:moveTo>
                  <a:cubicBezTo>
                    <a:pt x="70610" y="295693"/>
                    <a:pt x="70610" y="295094"/>
                    <a:pt x="65462" y="290002"/>
                  </a:cubicBezTo>
                  <a:cubicBezTo>
                    <a:pt x="27612" y="252265"/>
                    <a:pt x="17923" y="195659"/>
                    <a:pt x="17923" y="149835"/>
                  </a:cubicBezTo>
                  <a:cubicBezTo>
                    <a:pt x="17923" y="97722"/>
                    <a:pt x="29429" y="45609"/>
                    <a:pt x="66673" y="8171"/>
                  </a:cubicBezTo>
                  <a:cubicBezTo>
                    <a:pt x="70610" y="4577"/>
                    <a:pt x="70610" y="3978"/>
                    <a:pt x="70610" y="3080"/>
                  </a:cubicBezTo>
                  <a:cubicBezTo>
                    <a:pt x="70610" y="983"/>
                    <a:pt x="69399" y="85"/>
                    <a:pt x="67582" y="85"/>
                  </a:cubicBezTo>
                  <a:cubicBezTo>
                    <a:pt x="64554" y="85"/>
                    <a:pt x="37302" y="20451"/>
                    <a:pt x="19437" y="58487"/>
                  </a:cubicBezTo>
                  <a:cubicBezTo>
                    <a:pt x="3994" y="91433"/>
                    <a:pt x="360" y="124677"/>
                    <a:pt x="360" y="149835"/>
                  </a:cubicBezTo>
                  <a:cubicBezTo>
                    <a:pt x="360" y="173197"/>
                    <a:pt x="3691" y="209436"/>
                    <a:pt x="20345" y="243280"/>
                  </a:cubicBezTo>
                  <a:cubicBezTo>
                    <a:pt x="38513" y="280119"/>
                    <a:pt x="64554" y="299586"/>
                    <a:pt x="67582" y="299586"/>
                  </a:cubicBezTo>
                  <a:cubicBezTo>
                    <a:pt x="69399" y="299586"/>
                    <a:pt x="70610" y="298688"/>
                    <a:pt x="70610" y="296591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937352-7DDA-0D2E-06F7-8D5550777A4F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13051067" y="4765801"/>
              <a:ext cx="143526" cy="135374"/>
            </a:xfrm>
            <a:custGeom>
              <a:avLst/>
              <a:gdLst>
                <a:gd name="connsiteX0" fmla="*/ 130266 w 143526"/>
                <a:gd name="connsiteY0" fmla="*/ 98920 h 135374"/>
                <a:gd name="connsiteX1" fmla="*/ 123604 w 143526"/>
                <a:gd name="connsiteY1" fmla="*/ 107006 h 135374"/>
                <a:gd name="connsiteX2" fmla="*/ 109675 w 143526"/>
                <a:gd name="connsiteY2" fmla="*/ 118986 h 135374"/>
                <a:gd name="connsiteX3" fmla="*/ 100288 w 143526"/>
                <a:gd name="connsiteY3" fmla="*/ 106707 h 135374"/>
                <a:gd name="connsiteX4" fmla="*/ 99077 w 143526"/>
                <a:gd name="connsiteY4" fmla="*/ 101615 h 135374"/>
                <a:gd name="connsiteX5" fmla="*/ 88177 w 143526"/>
                <a:gd name="connsiteY5" fmla="*/ 53096 h 135374"/>
                <a:gd name="connsiteX6" fmla="*/ 117851 w 143526"/>
                <a:gd name="connsiteY6" fmla="*/ 16856 h 135374"/>
                <a:gd name="connsiteX7" fmla="*/ 125118 w 143526"/>
                <a:gd name="connsiteY7" fmla="*/ 19252 h 135374"/>
                <a:gd name="connsiteX8" fmla="*/ 133293 w 143526"/>
                <a:gd name="connsiteY8" fmla="*/ 21948 h 135374"/>
                <a:gd name="connsiteX9" fmla="*/ 143891 w 143526"/>
                <a:gd name="connsiteY9" fmla="*/ 11166 h 135374"/>
                <a:gd name="connsiteX10" fmla="*/ 131477 w 143526"/>
                <a:gd name="connsiteY10" fmla="*/ 84 h 135374"/>
                <a:gd name="connsiteX11" fmla="*/ 85754 w 143526"/>
                <a:gd name="connsiteY11" fmla="*/ 42913 h 135374"/>
                <a:gd name="connsiteX12" fmla="*/ 82423 w 143526"/>
                <a:gd name="connsiteY12" fmla="*/ 26440 h 135374"/>
                <a:gd name="connsiteX13" fmla="*/ 66678 w 143526"/>
                <a:gd name="connsiteY13" fmla="*/ 84 h 135374"/>
                <a:gd name="connsiteX14" fmla="*/ 31250 w 143526"/>
                <a:gd name="connsiteY14" fmla="*/ 8770 h 135374"/>
                <a:gd name="connsiteX15" fmla="*/ 27920 w 143526"/>
                <a:gd name="connsiteY15" fmla="*/ 9968 h 135374"/>
                <a:gd name="connsiteX16" fmla="*/ 29131 w 143526"/>
                <a:gd name="connsiteY16" fmla="*/ 14460 h 135374"/>
                <a:gd name="connsiteX17" fmla="*/ 46087 w 143526"/>
                <a:gd name="connsiteY17" fmla="*/ 11166 h 135374"/>
                <a:gd name="connsiteX18" fmla="*/ 59713 w 143526"/>
                <a:gd name="connsiteY18" fmla="*/ 31831 h 135374"/>
                <a:gd name="connsiteX19" fmla="*/ 68495 w 143526"/>
                <a:gd name="connsiteY19" fmla="*/ 68670 h 135374"/>
                <a:gd name="connsiteX20" fmla="*/ 43665 w 143526"/>
                <a:gd name="connsiteY20" fmla="*/ 103712 h 135374"/>
                <a:gd name="connsiteX21" fmla="*/ 28222 w 143526"/>
                <a:gd name="connsiteY21" fmla="*/ 118088 h 135374"/>
                <a:gd name="connsiteX22" fmla="*/ 20350 w 143526"/>
                <a:gd name="connsiteY22" fmla="*/ 115392 h 135374"/>
                <a:gd name="connsiteX23" fmla="*/ 10660 w 143526"/>
                <a:gd name="connsiteY23" fmla="*/ 112397 h 135374"/>
                <a:gd name="connsiteX24" fmla="*/ 365 w 143526"/>
                <a:gd name="connsiteY24" fmla="*/ 122880 h 135374"/>
                <a:gd name="connsiteX25" fmla="*/ 15505 w 143526"/>
                <a:gd name="connsiteY25" fmla="*/ 135459 h 135374"/>
                <a:gd name="connsiteX26" fmla="*/ 43665 w 143526"/>
                <a:gd name="connsiteY26" fmla="*/ 114494 h 135374"/>
                <a:gd name="connsiteX27" fmla="*/ 70917 w 143526"/>
                <a:gd name="connsiteY27" fmla="*/ 79452 h 135374"/>
                <a:gd name="connsiteX28" fmla="*/ 80001 w 143526"/>
                <a:gd name="connsiteY28" fmla="*/ 115392 h 135374"/>
                <a:gd name="connsiteX29" fmla="*/ 97563 w 143526"/>
                <a:gd name="connsiteY29" fmla="*/ 135459 h 135374"/>
                <a:gd name="connsiteX30" fmla="*/ 134505 w 143526"/>
                <a:gd name="connsiteY30" fmla="*/ 101316 h 135374"/>
                <a:gd name="connsiteX31" fmla="*/ 130266 w 143526"/>
                <a:gd name="connsiteY31" fmla="*/ 98920 h 13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6" h="135374">
                  <a:moveTo>
                    <a:pt x="130266" y="98920"/>
                  </a:moveTo>
                  <a:cubicBezTo>
                    <a:pt x="127843" y="101615"/>
                    <a:pt x="126329" y="103412"/>
                    <a:pt x="123604" y="107006"/>
                  </a:cubicBezTo>
                  <a:cubicBezTo>
                    <a:pt x="116640" y="115991"/>
                    <a:pt x="113006" y="118986"/>
                    <a:pt x="109675" y="118986"/>
                  </a:cubicBezTo>
                  <a:cubicBezTo>
                    <a:pt x="105133" y="118986"/>
                    <a:pt x="102408" y="115093"/>
                    <a:pt x="100288" y="106707"/>
                  </a:cubicBezTo>
                  <a:cubicBezTo>
                    <a:pt x="99683" y="104311"/>
                    <a:pt x="99380" y="102514"/>
                    <a:pt x="99077" y="101615"/>
                  </a:cubicBezTo>
                  <a:cubicBezTo>
                    <a:pt x="91507" y="71365"/>
                    <a:pt x="88177" y="57588"/>
                    <a:pt x="88177" y="53096"/>
                  </a:cubicBezTo>
                  <a:cubicBezTo>
                    <a:pt x="101500" y="30034"/>
                    <a:pt x="112400" y="16856"/>
                    <a:pt x="117851" y="16856"/>
                  </a:cubicBezTo>
                  <a:cubicBezTo>
                    <a:pt x="119668" y="16856"/>
                    <a:pt x="122090" y="17755"/>
                    <a:pt x="125118" y="19252"/>
                  </a:cubicBezTo>
                  <a:cubicBezTo>
                    <a:pt x="128752" y="21349"/>
                    <a:pt x="130871" y="21948"/>
                    <a:pt x="133293" y="21948"/>
                  </a:cubicBezTo>
                  <a:cubicBezTo>
                    <a:pt x="139652" y="21948"/>
                    <a:pt x="143891" y="17455"/>
                    <a:pt x="143891" y="11166"/>
                  </a:cubicBezTo>
                  <a:cubicBezTo>
                    <a:pt x="143891" y="4876"/>
                    <a:pt x="138744" y="84"/>
                    <a:pt x="131477" y="84"/>
                  </a:cubicBezTo>
                  <a:cubicBezTo>
                    <a:pt x="118154" y="84"/>
                    <a:pt x="106647" y="10866"/>
                    <a:pt x="85754" y="42913"/>
                  </a:cubicBezTo>
                  <a:lnTo>
                    <a:pt x="82423" y="26440"/>
                  </a:lnTo>
                  <a:cubicBezTo>
                    <a:pt x="78184" y="6074"/>
                    <a:pt x="74853" y="84"/>
                    <a:pt x="66678" y="84"/>
                  </a:cubicBezTo>
                  <a:cubicBezTo>
                    <a:pt x="60016" y="84"/>
                    <a:pt x="49721" y="2780"/>
                    <a:pt x="31250" y="8770"/>
                  </a:cubicBezTo>
                  <a:lnTo>
                    <a:pt x="27920" y="9968"/>
                  </a:lnTo>
                  <a:lnTo>
                    <a:pt x="29131" y="14460"/>
                  </a:lnTo>
                  <a:cubicBezTo>
                    <a:pt x="40637" y="11765"/>
                    <a:pt x="43362" y="11166"/>
                    <a:pt x="46087" y="11166"/>
                  </a:cubicBezTo>
                  <a:cubicBezTo>
                    <a:pt x="53657" y="11166"/>
                    <a:pt x="55474" y="13861"/>
                    <a:pt x="59713" y="31831"/>
                  </a:cubicBezTo>
                  <a:lnTo>
                    <a:pt x="68495" y="68670"/>
                  </a:lnTo>
                  <a:lnTo>
                    <a:pt x="43665" y="103712"/>
                  </a:lnTo>
                  <a:cubicBezTo>
                    <a:pt x="37609" y="112697"/>
                    <a:pt x="31553" y="118088"/>
                    <a:pt x="28222" y="118088"/>
                  </a:cubicBezTo>
                  <a:cubicBezTo>
                    <a:pt x="26406" y="118088"/>
                    <a:pt x="23378" y="117189"/>
                    <a:pt x="20350" y="115392"/>
                  </a:cubicBezTo>
                  <a:cubicBezTo>
                    <a:pt x="16413" y="113296"/>
                    <a:pt x="13082" y="112397"/>
                    <a:pt x="10660" y="112397"/>
                  </a:cubicBezTo>
                  <a:cubicBezTo>
                    <a:pt x="4907" y="112397"/>
                    <a:pt x="365" y="116890"/>
                    <a:pt x="365" y="122880"/>
                  </a:cubicBezTo>
                  <a:cubicBezTo>
                    <a:pt x="365" y="130667"/>
                    <a:pt x="6421" y="135459"/>
                    <a:pt x="15505" y="135459"/>
                  </a:cubicBezTo>
                  <a:cubicBezTo>
                    <a:pt x="24892" y="135459"/>
                    <a:pt x="28525" y="132763"/>
                    <a:pt x="43665" y="114494"/>
                  </a:cubicBezTo>
                  <a:cubicBezTo>
                    <a:pt x="51841" y="104910"/>
                    <a:pt x="58199" y="96823"/>
                    <a:pt x="70917" y="79452"/>
                  </a:cubicBezTo>
                  <a:lnTo>
                    <a:pt x="80001" y="115392"/>
                  </a:lnTo>
                  <a:cubicBezTo>
                    <a:pt x="83937" y="130667"/>
                    <a:pt x="87874" y="135459"/>
                    <a:pt x="97563" y="135459"/>
                  </a:cubicBezTo>
                  <a:cubicBezTo>
                    <a:pt x="109070" y="135459"/>
                    <a:pt x="116942" y="128271"/>
                    <a:pt x="134505" y="101316"/>
                  </a:cubicBezTo>
                  <a:lnTo>
                    <a:pt x="130266" y="98920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035E2F3E-F2D5-B08E-AB39-6928A4ECC9C5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13212356" y="4673255"/>
              <a:ext cx="70249" cy="299501"/>
            </a:xfrm>
            <a:custGeom>
              <a:avLst/>
              <a:gdLst>
                <a:gd name="connsiteX0" fmla="*/ 70618 w 70249"/>
                <a:gd name="connsiteY0" fmla="*/ 149835 h 299501"/>
                <a:gd name="connsiteX1" fmla="*/ 50633 w 70249"/>
                <a:gd name="connsiteY1" fmla="*/ 56391 h 299501"/>
                <a:gd name="connsiteX2" fmla="*/ 3397 w 70249"/>
                <a:gd name="connsiteY2" fmla="*/ 85 h 299501"/>
                <a:gd name="connsiteX3" fmla="*/ 369 w 70249"/>
                <a:gd name="connsiteY3" fmla="*/ 3080 h 299501"/>
                <a:gd name="connsiteX4" fmla="*/ 6122 w 70249"/>
                <a:gd name="connsiteY4" fmla="*/ 9968 h 299501"/>
                <a:gd name="connsiteX5" fmla="*/ 53056 w 70249"/>
                <a:gd name="connsiteY5" fmla="*/ 149835 h 299501"/>
                <a:gd name="connsiteX6" fmla="*/ 4305 w 70249"/>
                <a:gd name="connsiteY6" fmla="*/ 291500 h 299501"/>
                <a:gd name="connsiteX7" fmla="*/ 369 w 70249"/>
                <a:gd name="connsiteY7" fmla="*/ 296591 h 299501"/>
                <a:gd name="connsiteX8" fmla="*/ 3397 w 70249"/>
                <a:gd name="connsiteY8" fmla="*/ 299586 h 299501"/>
                <a:gd name="connsiteX9" fmla="*/ 51542 w 70249"/>
                <a:gd name="connsiteY9" fmla="*/ 241183 h 299501"/>
                <a:gd name="connsiteX10" fmla="*/ 70618 w 70249"/>
                <a:gd name="connsiteY10" fmla="*/ 149835 h 29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9" h="299501">
                  <a:moveTo>
                    <a:pt x="70618" y="149835"/>
                  </a:moveTo>
                  <a:cubicBezTo>
                    <a:pt x="70618" y="126474"/>
                    <a:pt x="67287" y="90235"/>
                    <a:pt x="50633" y="56391"/>
                  </a:cubicBezTo>
                  <a:cubicBezTo>
                    <a:pt x="32465" y="19552"/>
                    <a:pt x="6425" y="85"/>
                    <a:pt x="3397" y="85"/>
                  </a:cubicBezTo>
                  <a:cubicBezTo>
                    <a:pt x="1580" y="85"/>
                    <a:pt x="369" y="1283"/>
                    <a:pt x="369" y="3080"/>
                  </a:cubicBezTo>
                  <a:cubicBezTo>
                    <a:pt x="369" y="3978"/>
                    <a:pt x="369" y="4577"/>
                    <a:pt x="6122" y="9968"/>
                  </a:cubicBezTo>
                  <a:cubicBezTo>
                    <a:pt x="35796" y="39619"/>
                    <a:pt x="53056" y="87240"/>
                    <a:pt x="53056" y="149835"/>
                  </a:cubicBezTo>
                  <a:cubicBezTo>
                    <a:pt x="53056" y="201050"/>
                    <a:pt x="41852" y="253762"/>
                    <a:pt x="4305" y="291500"/>
                  </a:cubicBezTo>
                  <a:cubicBezTo>
                    <a:pt x="369" y="295094"/>
                    <a:pt x="369" y="295693"/>
                    <a:pt x="369" y="296591"/>
                  </a:cubicBezTo>
                  <a:cubicBezTo>
                    <a:pt x="369" y="298388"/>
                    <a:pt x="1580" y="299586"/>
                    <a:pt x="3397" y="299586"/>
                  </a:cubicBezTo>
                  <a:cubicBezTo>
                    <a:pt x="6425" y="299586"/>
                    <a:pt x="33677" y="279220"/>
                    <a:pt x="51542" y="241183"/>
                  </a:cubicBezTo>
                  <a:cubicBezTo>
                    <a:pt x="66985" y="208238"/>
                    <a:pt x="70618" y="174994"/>
                    <a:pt x="70618" y="149835"/>
                  </a:cubicBez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67BBF72-0913-2357-8866-9284D1166A13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12697595" y="4998963"/>
              <a:ext cx="146554" cy="100033"/>
            </a:xfrm>
            <a:custGeom>
              <a:avLst/>
              <a:gdLst>
                <a:gd name="connsiteX0" fmla="*/ 146907 w 146554"/>
                <a:gd name="connsiteY0" fmla="*/ 72571 h 100033"/>
                <a:gd name="connsiteX1" fmla="*/ 142668 w 146554"/>
                <a:gd name="connsiteY1" fmla="*/ 64185 h 100033"/>
                <a:gd name="connsiteX2" fmla="*/ 66968 w 146554"/>
                <a:gd name="connsiteY2" fmla="*/ 48311 h 100033"/>
                <a:gd name="connsiteX3" fmla="*/ 14281 w 146554"/>
                <a:gd name="connsiteY3" fmla="*/ 1589 h 100033"/>
                <a:gd name="connsiteX4" fmla="*/ 7620 w 146554"/>
                <a:gd name="connsiteY4" fmla="*/ 91 h 100033"/>
                <a:gd name="connsiteX5" fmla="*/ 353 w 146554"/>
                <a:gd name="connsiteY5" fmla="*/ 7878 h 100033"/>
                <a:gd name="connsiteX6" fmla="*/ 353 w 146554"/>
                <a:gd name="connsiteY6" fmla="*/ 12670 h 100033"/>
                <a:gd name="connsiteX7" fmla="*/ 140549 w 146554"/>
                <a:gd name="connsiteY7" fmla="*/ 100125 h 100033"/>
                <a:gd name="connsiteX8" fmla="*/ 146907 w 146554"/>
                <a:gd name="connsiteY8" fmla="*/ 91739 h 100033"/>
                <a:gd name="connsiteX9" fmla="*/ 146907 w 146554"/>
                <a:gd name="connsiteY9" fmla="*/ 72571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554" h="100033">
                  <a:moveTo>
                    <a:pt x="146907" y="72571"/>
                  </a:moveTo>
                  <a:cubicBezTo>
                    <a:pt x="146907" y="65682"/>
                    <a:pt x="146907" y="64185"/>
                    <a:pt x="142668" y="64185"/>
                  </a:cubicBezTo>
                  <a:cubicBezTo>
                    <a:pt x="124197" y="63885"/>
                    <a:pt x="94220" y="61489"/>
                    <a:pt x="66968" y="48311"/>
                  </a:cubicBezTo>
                  <a:cubicBezTo>
                    <a:pt x="34266" y="32138"/>
                    <a:pt x="21851" y="13269"/>
                    <a:pt x="14281" y="1589"/>
                  </a:cubicBezTo>
                  <a:cubicBezTo>
                    <a:pt x="13373" y="91"/>
                    <a:pt x="11556" y="91"/>
                    <a:pt x="7620" y="91"/>
                  </a:cubicBezTo>
                  <a:cubicBezTo>
                    <a:pt x="655" y="91"/>
                    <a:pt x="353" y="391"/>
                    <a:pt x="353" y="7878"/>
                  </a:cubicBezTo>
                  <a:lnTo>
                    <a:pt x="353" y="12670"/>
                  </a:lnTo>
                  <a:cubicBezTo>
                    <a:pt x="41533" y="86048"/>
                    <a:pt x="109663" y="100125"/>
                    <a:pt x="140549" y="100125"/>
                  </a:cubicBezTo>
                  <a:cubicBezTo>
                    <a:pt x="146907" y="100125"/>
                    <a:pt x="146907" y="99825"/>
                    <a:pt x="146907" y="91739"/>
                  </a:cubicBezTo>
                  <a:lnTo>
                    <a:pt x="146907" y="72571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92BE010-6AAA-DBBA-8F0F-8D090951C8E1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12841632" y="5063225"/>
              <a:ext cx="30538" cy="35772"/>
            </a:xfrm>
            <a:custGeom>
              <a:avLst/>
              <a:gdLst>
                <a:gd name="connsiteX0" fmla="*/ 0 w 30538"/>
                <a:gd name="connsiteY0" fmla="*/ 0 h 35772"/>
                <a:gd name="connsiteX1" fmla="*/ 30538 w 30538"/>
                <a:gd name="connsiteY1" fmla="*/ 0 h 35772"/>
                <a:gd name="connsiteX2" fmla="*/ 30538 w 30538"/>
                <a:gd name="connsiteY2" fmla="*/ 35772 h 35772"/>
                <a:gd name="connsiteX3" fmla="*/ 0 w 30538"/>
                <a:gd name="connsiteY3" fmla="*/ 35772 h 3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38" h="35772">
                  <a:moveTo>
                    <a:pt x="0" y="0"/>
                  </a:moveTo>
                  <a:lnTo>
                    <a:pt x="30538" y="0"/>
                  </a:lnTo>
                  <a:lnTo>
                    <a:pt x="30538" y="35772"/>
                  </a:lnTo>
                  <a:lnTo>
                    <a:pt x="0" y="3577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9320127-2241-6262-C52E-4221B259A56A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12869143" y="5063057"/>
              <a:ext cx="146554" cy="100033"/>
            </a:xfrm>
            <a:custGeom>
              <a:avLst/>
              <a:gdLst>
                <a:gd name="connsiteX0" fmla="*/ 146913 w 146554"/>
                <a:gd name="connsiteY0" fmla="*/ 87546 h 100033"/>
                <a:gd name="connsiteX1" fmla="*/ 6717 w 146554"/>
                <a:gd name="connsiteY1" fmla="*/ 91 h 100033"/>
                <a:gd name="connsiteX2" fmla="*/ 358 w 146554"/>
                <a:gd name="connsiteY2" fmla="*/ 8477 h 100033"/>
                <a:gd name="connsiteX3" fmla="*/ 358 w 146554"/>
                <a:gd name="connsiteY3" fmla="*/ 27645 h 100033"/>
                <a:gd name="connsiteX4" fmla="*/ 4597 w 146554"/>
                <a:gd name="connsiteY4" fmla="*/ 36032 h 100033"/>
                <a:gd name="connsiteX5" fmla="*/ 80297 w 146554"/>
                <a:gd name="connsiteY5" fmla="*/ 51905 h 100033"/>
                <a:gd name="connsiteX6" fmla="*/ 132984 w 146554"/>
                <a:gd name="connsiteY6" fmla="*/ 98627 h 100033"/>
                <a:gd name="connsiteX7" fmla="*/ 139646 w 146554"/>
                <a:gd name="connsiteY7" fmla="*/ 100125 h 100033"/>
                <a:gd name="connsiteX8" fmla="*/ 146913 w 146554"/>
                <a:gd name="connsiteY8" fmla="*/ 92338 h 100033"/>
                <a:gd name="connsiteX9" fmla="*/ 146913 w 146554"/>
                <a:gd name="connsiteY9" fmla="*/ 87546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554" h="100033">
                  <a:moveTo>
                    <a:pt x="146913" y="87546"/>
                  </a:moveTo>
                  <a:cubicBezTo>
                    <a:pt x="105732" y="14168"/>
                    <a:pt x="37602" y="91"/>
                    <a:pt x="6717" y="91"/>
                  </a:cubicBezTo>
                  <a:cubicBezTo>
                    <a:pt x="358" y="91"/>
                    <a:pt x="358" y="391"/>
                    <a:pt x="358" y="8477"/>
                  </a:cubicBezTo>
                  <a:lnTo>
                    <a:pt x="358" y="27645"/>
                  </a:lnTo>
                  <a:cubicBezTo>
                    <a:pt x="358" y="34534"/>
                    <a:pt x="358" y="36032"/>
                    <a:pt x="4597" y="36032"/>
                  </a:cubicBezTo>
                  <a:cubicBezTo>
                    <a:pt x="23068" y="36331"/>
                    <a:pt x="53045" y="38727"/>
                    <a:pt x="80297" y="51905"/>
                  </a:cubicBezTo>
                  <a:cubicBezTo>
                    <a:pt x="112999" y="68078"/>
                    <a:pt x="125414" y="86947"/>
                    <a:pt x="132984" y="98627"/>
                  </a:cubicBezTo>
                  <a:cubicBezTo>
                    <a:pt x="133892" y="100125"/>
                    <a:pt x="135709" y="100125"/>
                    <a:pt x="139646" y="100125"/>
                  </a:cubicBezTo>
                  <a:cubicBezTo>
                    <a:pt x="146610" y="100125"/>
                    <a:pt x="146913" y="99825"/>
                    <a:pt x="146913" y="92338"/>
                  </a:cubicBezTo>
                  <a:lnTo>
                    <a:pt x="146913" y="87546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9C695FD-65A4-5487-599E-04D64791D681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13001674" y="5063057"/>
              <a:ext cx="146554" cy="100033"/>
            </a:xfrm>
            <a:custGeom>
              <a:avLst/>
              <a:gdLst>
                <a:gd name="connsiteX0" fmla="*/ 146917 w 146554"/>
                <a:gd name="connsiteY0" fmla="*/ 8477 h 100033"/>
                <a:gd name="connsiteX1" fmla="*/ 140559 w 146554"/>
                <a:gd name="connsiteY1" fmla="*/ 91 h 100033"/>
                <a:gd name="connsiteX2" fmla="*/ 363 w 146554"/>
                <a:gd name="connsiteY2" fmla="*/ 87546 h 100033"/>
                <a:gd name="connsiteX3" fmla="*/ 363 w 146554"/>
                <a:gd name="connsiteY3" fmla="*/ 92338 h 100033"/>
                <a:gd name="connsiteX4" fmla="*/ 7630 w 146554"/>
                <a:gd name="connsiteY4" fmla="*/ 100125 h 100033"/>
                <a:gd name="connsiteX5" fmla="*/ 15200 w 146554"/>
                <a:gd name="connsiteY5" fmla="*/ 97729 h 100033"/>
                <a:gd name="connsiteX6" fmla="*/ 143284 w 146554"/>
                <a:gd name="connsiteY6" fmla="*/ 36032 h 100033"/>
                <a:gd name="connsiteX7" fmla="*/ 146917 w 146554"/>
                <a:gd name="connsiteY7" fmla="*/ 27645 h 100033"/>
                <a:gd name="connsiteX8" fmla="*/ 146917 w 146554"/>
                <a:gd name="connsiteY8" fmla="*/ 8477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554" h="100033">
                  <a:moveTo>
                    <a:pt x="146917" y="8477"/>
                  </a:moveTo>
                  <a:cubicBezTo>
                    <a:pt x="146917" y="391"/>
                    <a:pt x="146917" y="91"/>
                    <a:pt x="140559" y="91"/>
                  </a:cubicBezTo>
                  <a:cubicBezTo>
                    <a:pt x="109673" y="91"/>
                    <a:pt x="41543" y="14467"/>
                    <a:pt x="363" y="87546"/>
                  </a:cubicBezTo>
                  <a:lnTo>
                    <a:pt x="363" y="92338"/>
                  </a:lnTo>
                  <a:cubicBezTo>
                    <a:pt x="363" y="99825"/>
                    <a:pt x="665" y="100125"/>
                    <a:pt x="7630" y="100125"/>
                  </a:cubicBezTo>
                  <a:cubicBezTo>
                    <a:pt x="13383" y="100125"/>
                    <a:pt x="13686" y="99825"/>
                    <a:pt x="15200" y="97729"/>
                  </a:cubicBezTo>
                  <a:cubicBezTo>
                    <a:pt x="40029" y="58494"/>
                    <a:pt x="81816" y="37230"/>
                    <a:pt x="143284" y="36032"/>
                  </a:cubicBezTo>
                  <a:cubicBezTo>
                    <a:pt x="146917" y="36032"/>
                    <a:pt x="146917" y="33935"/>
                    <a:pt x="146917" y="27645"/>
                  </a:cubicBezTo>
                  <a:lnTo>
                    <a:pt x="146917" y="8477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31D081A-CE5D-9787-34F6-072D52431B0E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13145711" y="5063225"/>
              <a:ext cx="30538" cy="35772"/>
            </a:xfrm>
            <a:custGeom>
              <a:avLst/>
              <a:gdLst>
                <a:gd name="connsiteX0" fmla="*/ 0 w 30538"/>
                <a:gd name="connsiteY0" fmla="*/ 0 h 35772"/>
                <a:gd name="connsiteX1" fmla="*/ 30538 w 30538"/>
                <a:gd name="connsiteY1" fmla="*/ 0 h 35772"/>
                <a:gd name="connsiteX2" fmla="*/ 30538 w 30538"/>
                <a:gd name="connsiteY2" fmla="*/ 35772 h 35772"/>
                <a:gd name="connsiteX3" fmla="*/ 0 w 30538"/>
                <a:gd name="connsiteY3" fmla="*/ 35772 h 3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38" h="35772">
                  <a:moveTo>
                    <a:pt x="0" y="0"/>
                  </a:moveTo>
                  <a:lnTo>
                    <a:pt x="30538" y="0"/>
                  </a:lnTo>
                  <a:lnTo>
                    <a:pt x="30538" y="35772"/>
                  </a:lnTo>
                  <a:lnTo>
                    <a:pt x="0" y="35772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FD6AF59-391F-EC90-79D1-85BBA36C7E4C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13173221" y="4998963"/>
              <a:ext cx="146554" cy="100033"/>
            </a:xfrm>
            <a:custGeom>
              <a:avLst/>
              <a:gdLst>
                <a:gd name="connsiteX0" fmla="*/ 146923 w 146554"/>
                <a:gd name="connsiteY0" fmla="*/ 7878 h 100033"/>
                <a:gd name="connsiteX1" fmla="*/ 139656 w 146554"/>
                <a:gd name="connsiteY1" fmla="*/ 91 h 100033"/>
                <a:gd name="connsiteX2" fmla="*/ 132086 w 146554"/>
                <a:gd name="connsiteY2" fmla="*/ 2487 h 100033"/>
                <a:gd name="connsiteX3" fmla="*/ 4002 w 146554"/>
                <a:gd name="connsiteY3" fmla="*/ 64185 h 100033"/>
                <a:gd name="connsiteX4" fmla="*/ 368 w 146554"/>
                <a:gd name="connsiteY4" fmla="*/ 72571 h 100033"/>
                <a:gd name="connsiteX5" fmla="*/ 368 w 146554"/>
                <a:gd name="connsiteY5" fmla="*/ 91739 h 100033"/>
                <a:gd name="connsiteX6" fmla="*/ 6727 w 146554"/>
                <a:gd name="connsiteY6" fmla="*/ 100125 h 100033"/>
                <a:gd name="connsiteX7" fmla="*/ 146923 w 146554"/>
                <a:gd name="connsiteY7" fmla="*/ 12670 h 100033"/>
                <a:gd name="connsiteX8" fmla="*/ 146923 w 146554"/>
                <a:gd name="connsiteY8" fmla="*/ 7878 h 10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554" h="100033">
                  <a:moveTo>
                    <a:pt x="146923" y="7878"/>
                  </a:moveTo>
                  <a:cubicBezTo>
                    <a:pt x="146923" y="391"/>
                    <a:pt x="146620" y="91"/>
                    <a:pt x="139656" y="91"/>
                  </a:cubicBezTo>
                  <a:cubicBezTo>
                    <a:pt x="133902" y="91"/>
                    <a:pt x="133600" y="391"/>
                    <a:pt x="132086" y="2487"/>
                  </a:cubicBezTo>
                  <a:cubicBezTo>
                    <a:pt x="107256" y="41722"/>
                    <a:pt x="65470" y="62987"/>
                    <a:pt x="4002" y="64185"/>
                  </a:cubicBezTo>
                  <a:cubicBezTo>
                    <a:pt x="368" y="64185"/>
                    <a:pt x="368" y="66281"/>
                    <a:pt x="368" y="72571"/>
                  </a:cubicBezTo>
                  <a:lnTo>
                    <a:pt x="368" y="91739"/>
                  </a:lnTo>
                  <a:cubicBezTo>
                    <a:pt x="368" y="99825"/>
                    <a:pt x="368" y="100125"/>
                    <a:pt x="6727" y="100125"/>
                  </a:cubicBezTo>
                  <a:cubicBezTo>
                    <a:pt x="37612" y="100125"/>
                    <a:pt x="105742" y="85749"/>
                    <a:pt x="146923" y="12670"/>
                  </a:cubicBezTo>
                  <a:lnTo>
                    <a:pt x="146923" y="7878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CE9A447-AA92-3B5E-596F-E5209C7D67ED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12968781" y="5271598"/>
              <a:ext cx="78424" cy="100842"/>
            </a:xfrm>
            <a:custGeom>
              <a:avLst/>
              <a:gdLst>
                <a:gd name="connsiteX0" fmla="*/ 4843 w 78424"/>
                <a:gd name="connsiteY0" fmla="*/ 65703 h 100842"/>
                <a:gd name="connsiteX1" fmla="*/ 361 w 78424"/>
                <a:gd name="connsiteY1" fmla="*/ 100942 h 100842"/>
                <a:gd name="connsiteX2" fmla="*/ 3946 w 78424"/>
                <a:gd name="connsiteY2" fmla="*/ 100942 h 100842"/>
                <a:gd name="connsiteX3" fmla="*/ 9324 w 78424"/>
                <a:gd name="connsiteY3" fmla="*/ 96288 h 100842"/>
                <a:gd name="connsiteX4" fmla="*/ 20304 w 78424"/>
                <a:gd name="connsiteY4" fmla="*/ 98283 h 100842"/>
                <a:gd name="connsiteX5" fmla="*/ 32627 w 78424"/>
                <a:gd name="connsiteY5" fmla="*/ 100499 h 100842"/>
                <a:gd name="connsiteX6" fmla="*/ 64894 w 78424"/>
                <a:gd name="connsiteY6" fmla="*/ 71687 h 100842"/>
                <a:gd name="connsiteX7" fmla="*/ 49657 w 78424"/>
                <a:gd name="connsiteY7" fmla="*/ 40659 h 100842"/>
                <a:gd name="connsiteX8" fmla="*/ 37557 w 78424"/>
                <a:gd name="connsiteY8" fmla="*/ 17388 h 100842"/>
                <a:gd name="connsiteX9" fmla="*/ 50105 w 78424"/>
                <a:gd name="connsiteY9" fmla="*/ 5419 h 100842"/>
                <a:gd name="connsiteX10" fmla="*/ 70720 w 78424"/>
                <a:gd name="connsiteY10" fmla="*/ 30907 h 100842"/>
                <a:gd name="connsiteX11" fmla="*/ 74305 w 78424"/>
                <a:gd name="connsiteY11" fmla="*/ 30907 h 100842"/>
                <a:gd name="connsiteX12" fmla="*/ 78786 w 78424"/>
                <a:gd name="connsiteY12" fmla="*/ 100 h 100842"/>
                <a:gd name="connsiteX13" fmla="*/ 75649 w 78424"/>
                <a:gd name="connsiteY13" fmla="*/ 100 h 100842"/>
                <a:gd name="connsiteX14" fmla="*/ 68927 w 78424"/>
                <a:gd name="connsiteY14" fmla="*/ 4090 h 100842"/>
                <a:gd name="connsiteX15" fmla="*/ 60860 w 78424"/>
                <a:gd name="connsiteY15" fmla="*/ 2538 h 100842"/>
                <a:gd name="connsiteX16" fmla="*/ 48312 w 78424"/>
                <a:gd name="connsiteY16" fmla="*/ 322 h 100842"/>
                <a:gd name="connsiteX17" fmla="*/ 21200 w 78424"/>
                <a:gd name="connsiteY17" fmla="*/ 24701 h 100842"/>
                <a:gd name="connsiteX18" fmla="*/ 35316 w 78424"/>
                <a:gd name="connsiteY18" fmla="*/ 53292 h 100842"/>
                <a:gd name="connsiteX19" fmla="*/ 47864 w 78424"/>
                <a:gd name="connsiteY19" fmla="*/ 78779 h 100842"/>
                <a:gd name="connsiteX20" fmla="*/ 31283 w 78424"/>
                <a:gd name="connsiteY20" fmla="*/ 95845 h 100842"/>
                <a:gd name="connsiteX21" fmla="*/ 8428 w 78424"/>
                <a:gd name="connsiteY21" fmla="*/ 65703 h 100842"/>
                <a:gd name="connsiteX22" fmla="*/ 4843 w 78424"/>
                <a:gd name="connsiteY22" fmla="*/ 65703 h 10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8424" h="100842">
                  <a:moveTo>
                    <a:pt x="4843" y="65703"/>
                  </a:moveTo>
                  <a:lnTo>
                    <a:pt x="361" y="100942"/>
                  </a:lnTo>
                  <a:lnTo>
                    <a:pt x="3946" y="100942"/>
                  </a:lnTo>
                  <a:cubicBezTo>
                    <a:pt x="5739" y="97396"/>
                    <a:pt x="7083" y="96288"/>
                    <a:pt x="9324" y="96288"/>
                  </a:cubicBezTo>
                  <a:cubicBezTo>
                    <a:pt x="11789" y="96288"/>
                    <a:pt x="15822" y="97175"/>
                    <a:pt x="20304" y="98283"/>
                  </a:cubicBezTo>
                  <a:cubicBezTo>
                    <a:pt x="25233" y="99834"/>
                    <a:pt x="29042" y="100499"/>
                    <a:pt x="32627" y="100499"/>
                  </a:cubicBezTo>
                  <a:cubicBezTo>
                    <a:pt x="51449" y="100499"/>
                    <a:pt x="64894" y="88531"/>
                    <a:pt x="64894" y="71687"/>
                  </a:cubicBezTo>
                  <a:cubicBezTo>
                    <a:pt x="64894" y="63265"/>
                    <a:pt x="60188" y="53513"/>
                    <a:pt x="49657" y="40659"/>
                  </a:cubicBezTo>
                  <a:cubicBezTo>
                    <a:pt x="41142" y="30242"/>
                    <a:pt x="37557" y="23372"/>
                    <a:pt x="37557" y="17388"/>
                  </a:cubicBezTo>
                  <a:cubicBezTo>
                    <a:pt x="37557" y="10074"/>
                    <a:pt x="42262" y="5419"/>
                    <a:pt x="50105" y="5419"/>
                  </a:cubicBezTo>
                  <a:cubicBezTo>
                    <a:pt x="61757" y="5419"/>
                    <a:pt x="68479" y="13620"/>
                    <a:pt x="70720" y="30907"/>
                  </a:cubicBezTo>
                  <a:lnTo>
                    <a:pt x="74305" y="30907"/>
                  </a:lnTo>
                  <a:lnTo>
                    <a:pt x="78786" y="100"/>
                  </a:lnTo>
                  <a:lnTo>
                    <a:pt x="75649" y="100"/>
                  </a:lnTo>
                  <a:cubicBezTo>
                    <a:pt x="73857" y="3203"/>
                    <a:pt x="72064" y="4090"/>
                    <a:pt x="68927" y="4090"/>
                  </a:cubicBezTo>
                  <a:cubicBezTo>
                    <a:pt x="67358" y="4090"/>
                    <a:pt x="65118" y="3646"/>
                    <a:pt x="60860" y="2538"/>
                  </a:cubicBezTo>
                  <a:cubicBezTo>
                    <a:pt x="55259" y="765"/>
                    <a:pt x="51898" y="322"/>
                    <a:pt x="48312" y="322"/>
                  </a:cubicBezTo>
                  <a:cubicBezTo>
                    <a:pt x="31955" y="322"/>
                    <a:pt x="21200" y="9852"/>
                    <a:pt x="21200" y="24701"/>
                  </a:cubicBezTo>
                  <a:cubicBezTo>
                    <a:pt x="21200" y="31794"/>
                    <a:pt x="25905" y="41324"/>
                    <a:pt x="35316" y="53292"/>
                  </a:cubicBezTo>
                  <a:cubicBezTo>
                    <a:pt x="44055" y="64595"/>
                    <a:pt x="47864" y="72352"/>
                    <a:pt x="47864" y="78779"/>
                  </a:cubicBezTo>
                  <a:cubicBezTo>
                    <a:pt x="47864" y="88753"/>
                    <a:pt x="41142" y="95845"/>
                    <a:pt x="31283" y="95845"/>
                  </a:cubicBezTo>
                  <a:cubicBezTo>
                    <a:pt x="18959" y="95845"/>
                    <a:pt x="12013" y="86758"/>
                    <a:pt x="8428" y="65703"/>
                  </a:cubicBezTo>
                  <a:lnTo>
                    <a:pt x="4843" y="65703"/>
                  </a:lnTo>
                  <a:close/>
                </a:path>
              </a:pathLst>
            </a:custGeom>
            <a:solidFill>
              <a:srgbClr val="FFFFFF"/>
            </a:solidFill>
            <a:ln w="3049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62" name="Group 26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 \Rightarrow \quad&#10;t = t_0+b\, s; \quad \quad \text{with}\,\, t_0=\ln(a)&#10;\end{align*}&#10;}&#10;\end{document}" title="IguanaTex Shape Display">
            <a:extLst>
              <a:ext uri="{FF2B5EF4-FFF2-40B4-BE49-F238E27FC236}">
                <a16:creationId xmlns:a16="http://schemas.microsoft.com/office/drawing/2014/main" id="{0EB706EA-AB0F-0145-6C1E-C9E8ABC12087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139095" y="2956386"/>
            <a:ext cx="5560982" cy="368704"/>
            <a:chOff x="9689381" y="5987451"/>
            <a:chExt cx="5560982" cy="368704"/>
          </a:xfrm>
        </p:grpSpPr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9885DD9-A20B-C57A-B165-99121C9123EE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9689381" y="6070410"/>
              <a:ext cx="335237" cy="202787"/>
            </a:xfrm>
            <a:custGeom>
              <a:avLst/>
              <a:gdLst>
                <a:gd name="connsiteX0" fmla="*/ 253475 w 335237"/>
                <a:gd name="connsiteY0" fmla="*/ 73088 h 202787"/>
                <a:gd name="connsiteX1" fmla="*/ 301043 w 335237"/>
                <a:gd name="connsiteY1" fmla="*/ 101478 h 202787"/>
                <a:gd name="connsiteX2" fmla="*/ 253475 w 335237"/>
                <a:gd name="connsiteY2" fmla="*/ 129869 h 202787"/>
                <a:gd name="connsiteX3" fmla="*/ 13750 w 335237"/>
                <a:gd name="connsiteY3" fmla="*/ 129869 h 202787"/>
                <a:gd name="connsiteX4" fmla="*/ 160 w 335237"/>
                <a:gd name="connsiteY4" fmla="*/ 137243 h 202787"/>
                <a:gd name="connsiteX5" fmla="*/ 13373 w 335237"/>
                <a:gd name="connsiteY5" fmla="*/ 144617 h 202787"/>
                <a:gd name="connsiteX6" fmla="*/ 236487 w 335237"/>
                <a:gd name="connsiteY6" fmla="*/ 144617 h 202787"/>
                <a:gd name="connsiteX7" fmla="*/ 198735 w 335237"/>
                <a:gd name="connsiteY7" fmla="*/ 198816 h 202787"/>
                <a:gd name="connsiteX8" fmla="*/ 205908 w 335237"/>
                <a:gd name="connsiteY8" fmla="*/ 202872 h 202787"/>
                <a:gd name="connsiteX9" fmla="*/ 213081 w 335237"/>
                <a:gd name="connsiteY9" fmla="*/ 199923 h 202787"/>
                <a:gd name="connsiteX10" fmla="*/ 256118 w 335237"/>
                <a:gd name="connsiteY10" fmla="*/ 144986 h 202787"/>
                <a:gd name="connsiteX11" fmla="*/ 327092 w 335237"/>
                <a:gd name="connsiteY11" fmla="*/ 107009 h 202787"/>
                <a:gd name="connsiteX12" fmla="*/ 334642 w 335237"/>
                <a:gd name="connsiteY12" fmla="*/ 103691 h 202787"/>
                <a:gd name="connsiteX13" fmla="*/ 335397 w 335237"/>
                <a:gd name="connsiteY13" fmla="*/ 101478 h 202787"/>
                <a:gd name="connsiteX14" fmla="*/ 335020 w 335237"/>
                <a:gd name="connsiteY14" fmla="*/ 99266 h 202787"/>
                <a:gd name="connsiteX15" fmla="*/ 333887 w 335237"/>
                <a:gd name="connsiteY15" fmla="*/ 98529 h 202787"/>
                <a:gd name="connsiteX16" fmla="*/ 325582 w 335237"/>
                <a:gd name="connsiteY16" fmla="*/ 95579 h 202787"/>
                <a:gd name="connsiteX17" fmla="*/ 215724 w 335237"/>
                <a:gd name="connsiteY17" fmla="*/ 7827 h 202787"/>
                <a:gd name="connsiteX18" fmla="*/ 205908 w 335237"/>
                <a:gd name="connsiteY18" fmla="*/ 85 h 202787"/>
                <a:gd name="connsiteX19" fmla="*/ 198735 w 335237"/>
                <a:gd name="connsiteY19" fmla="*/ 4140 h 202787"/>
                <a:gd name="connsiteX20" fmla="*/ 236487 w 335237"/>
                <a:gd name="connsiteY20" fmla="*/ 58340 h 202787"/>
                <a:gd name="connsiteX21" fmla="*/ 13373 w 335237"/>
                <a:gd name="connsiteY21" fmla="*/ 58340 h 202787"/>
                <a:gd name="connsiteX22" fmla="*/ 160 w 335237"/>
                <a:gd name="connsiteY22" fmla="*/ 65714 h 202787"/>
                <a:gd name="connsiteX23" fmla="*/ 13750 w 335237"/>
                <a:gd name="connsiteY23" fmla="*/ 73088 h 202787"/>
                <a:gd name="connsiteX24" fmla="*/ 253475 w 335237"/>
                <a:gd name="connsiteY24" fmla="*/ 73088 h 20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5237" h="202787">
                  <a:moveTo>
                    <a:pt x="253475" y="73088"/>
                  </a:moveTo>
                  <a:cubicBezTo>
                    <a:pt x="269331" y="86362"/>
                    <a:pt x="288585" y="95948"/>
                    <a:pt x="301043" y="101478"/>
                  </a:cubicBezTo>
                  <a:cubicBezTo>
                    <a:pt x="287452" y="107378"/>
                    <a:pt x="268954" y="116964"/>
                    <a:pt x="253475" y="129869"/>
                  </a:cubicBezTo>
                  <a:lnTo>
                    <a:pt x="13750" y="129869"/>
                  </a:lnTo>
                  <a:cubicBezTo>
                    <a:pt x="7333" y="129869"/>
                    <a:pt x="160" y="129869"/>
                    <a:pt x="160" y="137243"/>
                  </a:cubicBezTo>
                  <a:cubicBezTo>
                    <a:pt x="160" y="144617"/>
                    <a:pt x="6955" y="144617"/>
                    <a:pt x="13373" y="144617"/>
                  </a:cubicBezTo>
                  <a:lnTo>
                    <a:pt x="236487" y="144617"/>
                  </a:lnTo>
                  <a:cubicBezTo>
                    <a:pt x="218366" y="161577"/>
                    <a:pt x="198735" y="194023"/>
                    <a:pt x="198735" y="198816"/>
                  </a:cubicBezTo>
                  <a:cubicBezTo>
                    <a:pt x="198735" y="202872"/>
                    <a:pt x="203643" y="202872"/>
                    <a:pt x="205908" y="202872"/>
                  </a:cubicBezTo>
                  <a:cubicBezTo>
                    <a:pt x="208928" y="202872"/>
                    <a:pt x="211571" y="202872"/>
                    <a:pt x="213081" y="199923"/>
                  </a:cubicBezTo>
                  <a:cubicBezTo>
                    <a:pt x="221009" y="185912"/>
                    <a:pt x="231579" y="166370"/>
                    <a:pt x="256118" y="144986"/>
                  </a:cubicBezTo>
                  <a:cubicBezTo>
                    <a:pt x="282167" y="122495"/>
                    <a:pt x="307461" y="112540"/>
                    <a:pt x="327092" y="107009"/>
                  </a:cubicBezTo>
                  <a:cubicBezTo>
                    <a:pt x="333510" y="104797"/>
                    <a:pt x="333887" y="104428"/>
                    <a:pt x="334642" y="103691"/>
                  </a:cubicBezTo>
                  <a:cubicBezTo>
                    <a:pt x="335397" y="103322"/>
                    <a:pt x="335397" y="102216"/>
                    <a:pt x="335397" y="101478"/>
                  </a:cubicBezTo>
                  <a:cubicBezTo>
                    <a:pt x="335397" y="100741"/>
                    <a:pt x="335397" y="100004"/>
                    <a:pt x="335020" y="99266"/>
                  </a:cubicBezTo>
                  <a:lnTo>
                    <a:pt x="333887" y="98529"/>
                  </a:lnTo>
                  <a:cubicBezTo>
                    <a:pt x="333132" y="98160"/>
                    <a:pt x="332755" y="97791"/>
                    <a:pt x="325582" y="95579"/>
                  </a:cubicBezTo>
                  <a:cubicBezTo>
                    <a:pt x="274617" y="80831"/>
                    <a:pt x="236865" y="47279"/>
                    <a:pt x="215724" y="7827"/>
                  </a:cubicBezTo>
                  <a:cubicBezTo>
                    <a:pt x="211571" y="453"/>
                    <a:pt x="211193" y="85"/>
                    <a:pt x="205908" y="85"/>
                  </a:cubicBezTo>
                  <a:cubicBezTo>
                    <a:pt x="203643" y="85"/>
                    <a:pt x="198735" y="85"/>
                    <a:pt x="198735" y="4140"/>
                  </a:cubicBezTo>
                  <a:cubicBezTo>
                    <a:pt x="198735" y="8934"/>
                    <a:pt x="217989" y="41011"/>
                    <a:pt x="236487" y="58340"/>
                  </a:cubicBezTo>
                  <a:lnTo>
                    <a:pt x="13373" y="58340"/>
                  </a:lnTo>
                  <a:cubicBezTo>
                    <a:pt x="6955" y="58340"/>
                    <a:pt x="160" y="58340"/>
                    <a:pt x="160" y="65714"/>
                  </a:cubicBezTo>
                  <a:cubicBezTo>
                    <a:pt x="160" y="73088"/>
                    <a:pt x="7333" y="73088"/>
                    <a:pt x="13750" y="73088"/>
                  </a:cubicBezTo>
                  <a:lnTo>
                    <a:pt x="253475" y="73088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D99853A-630D-D6B2-52DD-2DFA0032B2E2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10515189" y="6062667"/>
              <a:ext cx="97777" cy="205368"/>
            </a:xfrm>
            <a:custGeom>
              <a:avLst/>
              <a:gdLst>
                <a:gd name="connsiteX0" fmla="*/ 97959 w 97777"/>
                <a:gd name="connsiteY0" fmla="*/ 43592 h 205368"/>
                <a:gd name="connsiteX1" fmla="*/ 67758 w 97777"/>
                <a:gd name="connsiteY1" fmla="*/ 43592 h 205368"/>
                <a:gd name="connsiteX2" fmla="*/ 78328 w 97777"/>
                <a:gd name="connsiteY2" fmla="*/ 5615 h 205368"/>
                <a:gd name="connsiteX3" fmla="*/ 78706 w 97777"/>
                <a:gd name="connsiteY3" fmla="*/ 3772 h 205368"/>
                <a:gd name="connsiteX4" fmla="*/ 75686 w 97777"/>
                <a:gd name="connsiteY4" fmla="*/ 85 h 205368"/>
                <a:gd name="connsiteX5" fmla="*/ 70023 w 97777"/>
                <a:gd name="connsiteY5" fmla="*/ 3403 h 205368"/>
                <a:gd name="connsiteX6" fmla="*/ 19813 w 97777"/>
                <a:gd name="connsiteY6" fmla="*/ 43961 h 205368"/>
                <a:gd name="connsiteX7" fmla="*/ 7732 w 97777"/>
                <a:gd name="connsiteY7" fmla="*/ 53178 h 205368"/>
                <a:gd name="connsiteX8" fmla="*/ 8110 w 97777"/>
                <a:gd name="connsiteY8" fmla="*/ 55390 h 205368"/>
                <a:gd name="connsiteX9" fmla="*/ 36046 w 97777"/>
                <a:gd name="connsiteY9" fmla="*/ 55390 h 205368"/>
                <a:gd name="connsiteX10" fmla="*/ 8865 w 97777"/>
                <a:gd name="connsiteY10" fmla="*/ 156784 h 205368"/>
                <a:gd name="connsiteX11" fmla="*/ 6599 w 97777"/>
                <a:gd name="connsiteY11" fmla="*/ 164527 h 205368"/>
                <a:gd name="connsiteX12" fmla="*/ 182 w 97777"/>
                <a:gd name="connsiteY12" fmla="*/ 191442 h 205368"/>
                <a:gd name="connsiteX13" fmla="*/ 18303 w 97777"/>
                <a:gd name="connsiteY13" fmla="*/ 205453 h 205368"/>
                <a:gd name="connsiteX14" fmla="*/ 71910 w 97777"/>
                <a:gd name="connsiteY14" fmla="*/ 160840 h 205368"/>
                <a:gd name="connsiteX15" fmla="*/ 67003 w 97777"/>
                <a:gd name="connsiteY15" fmla="*/ 158259 h 205368"/>
                <a:gd name="connsiteX16" fmla="*/ 36424 w 97777"/>
                <a:gd name="connsiteY16" fmla="*/ 187387 h 205368"/>
                <a:gd name="connsiteX17" fmla="*/ 30761 w 97777"/>
                <a:gd name="connsiteY17" fmla="*/ 180013 h 205368"/>
                <a:gd name="connsiteX18" fmla="*/ 31138 w 97777"/>
                <a:gd name="connsiteY18" fmla="*/ 178169 h 205368"/>
                <a:gd name="connsiteX19" fmla="*/ 64360 w 97777"/>
                <a:gd name="connsiteY19" fmla="*/ 55390 h 205368"/>
                <a:gd name="connsiteX20" fmla="*/ 96072 w 97777"/>
                <a:gd name="connsiteY20" fmla="*/ 55390 h 205368"/>
                <a:gd name="connsiteX21" fmla="*/ 97959 w 97777"/>
                <a:gd name="connsiteY21" fmla="*/ 43592 h 205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777" h="205368">
                  <a:moveTo>
                    <a:pt x="97959" y="43592"/>
                  </a:moveTo>
                  <a:lnTo>
                    <a:pt x="67758" y="43592"/>
                  </a:lnTo>
                  <a:lnTo>
                    <a:pt x="78328" y="5615"/>
                  </a:lnTo>
                  <a:cubicBezTo>
                    <a:pt x="78706" y="4878"/>
                    <a:pt x="78706" y="4140"/>
                    <a:pt x="78706" y="3772"/>
                  </a:cubicBezTo>
                  <a:cubicBezTo>
                    <a:pt x="78706" y="1191"/>
                    <a:pt x="77573" y="85"/>
                    <a:pt x="75686" y="85"/>
                  </a:cubicBezTo>
                  <a:cubicBezTo>
                    <a:pt x="73420" y="85"/>
                    <a:pt x="72288" y="453"/>
                    <a:pt x="70023" y="3403"/>
                  </a:cubicBezTo>
                  <a:cubicBezTo>
                    <a:pt x="55300" y="22207"/>
                    <a:pt x="31893" y="40642"/>
                    <a:pt x="19813" y="43961"/>
                  </a:cubicBezTo>
                  <a:cubicBezTo>
                    <a:pt x="10375" y="46910"/>
                    <a:pt x="7732" y="49122"/>
                    <a:pt x="7732" y="53178"/>
                  </a:cubicBezTo>
                  <a:cubicBezTo>
                    <a:pt x="7732" y="53547"/>
                    <a:pt x="7732" y="54284"/>
                    <a:pt x="8110" y="55390"/>
                  </a:cubicBezTo>
                  <a:lnTo>
                    <a:pt x="36046" y="55390"/>
                  </a:lnTo>
                  <a:lnTo>
                    <a:pt x="8865" y="156784"/>
                  </a:lnTo>
                  <a:cubicBezTo>
                    <a:pt x="8110" y="160102"/>
                    <a:pt x="7732" y="161209"/>
                    <a:pt x="6599" y="164527"/>
                  </a:cubicBezTo>
                  <a:cubicBezTo>
                    <a:pt x="3202" y="175588"/>
                    <a:pt x="182" y="188493"/>
                    <a:pt x="182" y="191442"/>
                  </a:cubicBezTo>
                  <a:cubicBezTo>
                    <a:pt x="182" y="199554"/>
                    <a:pt x="8110" y="205453"/>
                    <a:pt x="18303" y="205453"/>
                  </a:cubicBezTo>
                  <a:cubicBezTo>
                    <a:pt x="35668" y="205453"/>
                    <a:pt x="48127" y="195129"/>
                    <a:pt x="71910" y="160840"/>
                  </a:cubicBezTo>
                  <a:lnTo>
                    <a:pt x="67003" y="158259"/>
                  </a:lnTo>
                  <a:cubicBezTo>
                    <a:pt x="48504" y="181487"/>
                    <a:pt x="42464" y="187387"/>
                    <a:pt x="36424" y="187387"/>
                  </a:cubicBezTo>
                  <a:cubicBezTo>
                    <a:pt x="33026" y="187387"/>
                    <a:pt x="30761" y="184437"/>
                    <a:pt x="30761" y="180013"/>
                  </a:cubicBezTo>
                  <a:cubicBezTo>
                    <a:pt x="30761" y="179644"/>
                    <a:pt x="30761" y="179275"/>
                    <a:pt x="31138" y="178169"/>
                  </a:cubicBezTo>
                  <a:lnTo>
                    <a:pt x="64360" y="55390"/>
                  </a:lnTo>
                  <a:lnTo>
                    <a:pt x="96072" y="55390"/>
                  </a:lnTo>
                  <a:lnTo>
                    <a:pt x="97959" y="43592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4D366873-AE23-8E07-2C67-886D68869A72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0737672" y="6128665"/>
              <a:ext cx="251050" cy="86276"/>
            </a:xfrm>
            <a:custGeom>
              <a:avLst/>
              <a:gdLst>
                <a:gd name="connsiteX0" fmla="*/ 238403 w 251050"/>
                <a:gd name="connsiteY0" fmla="*/ 14832 h 86276"/>
                <a:gd name="connsiteX1" fmla="*/ 251239 w 251050"/>
                <a:gd name="connsiteY1" fmla="*/ 7458 h 86276"/>
                <a:gd name="connsiteX2" fmla="*/ 238781 w 251050"/>
                <a:gd name="connsiteY2" fmla="*/ 84 h 86276"/>
                <a:gd name="connsiteX3" fmla="*/ 12646 w 251050"/>
                <a:gd name="connsiteY3" fmla="*/ 84 h 86276"/>
                <a:gd name="connsiteX4" fmla="*/ 188 w 251050"/>
                <a:gd name="connsiteY4" fmla="*/ 7458 h 86276"/>
                <a:gd name="connsiteX5" fmla="*/ 13024 w 251050"/>
                <a:gd name="connsiteY5" fmla="*/ 14832 h 86276"/>
                <a:gd name="connsiteX6" fmla="*/ 238403 w 251050"/>
                <a:gd name="connsiteY6" fmla="*/ 14832 h 86276"/>
                <a:gd name="connsiteX7" fmla="*/ 238781 w 251050"/>
                <a:gd name="connsiteY7" fmla="*/ 86361 h 86276"/>
                <a:gd name="connsiteX8" fmla="*/ 251239 w 251050"/>
                <a:gd name="connsiteY8" fmla="*/ 78987 h 86276"/>
                <a:gd name="connsiteX9" fmla="*/ 238403 w 251050"/>
                <a:gd name="connsiteY9" fmla="*/ 71613 h 86276"/>
                <a:gd name="connsiteX10" fmla="*/ 13024 w 251050"/>
                <a:gd name="connsiteY10" fmla="*/ 71613 h 86276"/>
                <a:gd name="connsiteX11" fmla="*/ 188 w 251050"/>
                <a:gd name="connsiteY11" fmla="*/ 78987 h 86276"/>
                <a:gd name="connsiteX12" fmla="*/ 12646 w 251050"/>
                <a:gd name="connsiteY12" fmla="*/ 86361 h 86276"/>
                <a:gd name="connsiteX13" fmla="*/ 238781 w 251050"/>
                <a:gd name="connsiteY13" fmla="*/ 86361 h 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050" h="86276">
                  <a:moveTo>
                    <a:pt x="238403" y="14832"/>
                  </a:moveTo>
                  <a:cubicBezTo>
                    <a:pt x="244066" y="14832"/>
                    <a:pt x="251239" y="14832"/>
                    <a:pt x="251239" y="7458"/>
                  </a:cubicBezTo>
                  <a:cubicBezTo>
                    <a:pt x="251239" y="84"/>
                    <a:pt x="244066" y="84"/>
                    <a:pt x="238781" y="84"/>
                  </a:cubicBezTo>
                  <a:lnTo>
                    <a:pt x="12646" y="84"/>
                  </a:lnTo>
                  <a:cubicBezTo>
                    <a:pt x="7361" y="84"/>
                    <a:pt x="188" y="84"/>
                    <a:pt x="188" y="7458"/>
                  </a:cubicBezTo>
                  <a:cubicBezTo>
                    <a:pt x="188" y="14832"/>
                    <a:pt x="7361" y="14832"/>
                    <a:pt x="13024" y="14832"/>
                  </a:cubicBezTo>
                  <a:lnTo>
                    <a:pt x="238403" y="14832"/>
                  </a:lnTo>
                  <a:close/>
                  <a:moveTo>
                    <a:pt x="238781" y="86361"/>
                  </a:moveTo>
                  <a:cubicBezTo>
                    <a:pt x="244066" y="86361"/>
                    <a:pt x="251239" y="86361"/>
                    <a:pt x="251239" y="78987"/>
                  </a:cubicBezTo>
                  <a:cubicBezTo>
                    <a:pt x="251239" y="71613"/>
                    <a:pt x="244066" y="71613"/>
                    <a:pt x="238403" y="71613"/>
                  </a:cubicBezTo>
                  <a:lnTo>
                    <a:pt x="13024" y="71613"/>
                  </a:lnTo>
                  <a:cubicBezTo>
                    <a:pt x="7361" y="71613"/>
                    <a:pt x="188" y="71613"/>
                    <a:pt x="188" y="78987"/>
                  </a:cubicBezTo>
                  <a:cubicBezTo>
                    <a:pt x="188" y="86361"/>
                    <a:pt x="7361" y="86361"/>
                    <a:pt x="12646" y="86361"/>
                  </a:cubicBezTo>
                  <a:lnTo>
                    <a:pt x="238781" y="86361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9AA980DE-6294-897F-5BAA-C37A586DFAE9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11099661" y="6062667"/>
              <a:ext cx="97777" cy="205368"/>
            </a:xfrm>
            <a:custGeom>
              <a:avLst/>
              <a:gdLst>
                <a:gd name="connsiteX0" fmla="*/ 97975 w 97777"/>
                <a:gd name="connsiteY0" fmla="*/ 43592 h 205368"/>
                <a:gd name="connsiteX1" fmla="*/ 67773 w 97777"/>
                <a:gd name="connsiteY1" fmla="*/ 43592 h 205368"/>
                <a:gd name="connsiteX2" fmla="*/ 78344 w 97777"/>
                <a:gd name="connsiteY2" fmla="*/ 5615 h 205368"/>
                <a:gd name="connsiteX3" fmla="*/ 78721 w 97777"/>
                <a:gd name="connsiteY3" fmla="*/ 3772 h 205368"/>
                <a:gd name="connsiteX4" fmla="*/ 75701 w 97777"/>
                <a:gd name="connsiteY4" fmla="*/ 85 h 205368"/>
                <a:gd name="connsiteX5" fmla="*/ 70038 w 97777"/>
                <a:gd name="connsiteY5" fmla="*/ 3403 h 205368"/>
                <a:gd name="connsiteX6" fmla="*/ 19828 w 97777"/>
                <a:gd name="connsiteY6" fmla="*/ 43961 h 205368"/>
                <a:gd name="connsiteX7" fmla="*/ 7747 w 97777"/>
                <a:gd name="connsiteY7" fmla="*/ 53178 h 205368"/>
                <a:gd name="connsiteX8" fmla="*/ 8125 w 97777"/>
                <a:gd name="connsiteY8" fmla="*/ 55390 h 205368"/>
                <a:gd name="connsiteX9" fmla="*/ 36061 w 97777"/>
                <a:gd name="connsiteY9" fmla="*/ 55390 h 205368"/>
                <a:gd name="connsiteX10" fmla="*/ 8880 w 97777"/>
                <a:gd name="connsiteY10" fmla="*/ 156784 h 205368"/>
                <a:gd name="connsiteX11" fmla="*/ 6615 w 97777"/>
                <a:gd name="connsiteY11" fmla="*/ 164527 h 205368"/>
                <a:gd name="connsiteX12" fmla="*/ 197 w 97777"/>
                <a:gd name="connsiteY12" fmla="*/ 191442 h 205368"/>
                <a:gd name="connsiteX13" fmla="*/ 18318 w 97777"/>
                <a:gd name="connsiteY13" fmla="*/ 205453 h 205368"/>
                <a:gd name="connsiteX14" fmla="*/ 71926 w 97777"/>
                <a:gd name="connsiteY14" fmla="*/ 160840 h 205368"/>
                <a:gd name="connsiteX15" fmla="*/ 67018 w 97777"/>
                <a:gd name="connsiteY15" fmla="*/ 158259 h 205368"/>
                <a:gd name="connsiteX16" fmla="*/ 36439 w 97777"/>
                <a:gd name="connsiteY16" fmla="*/ 187387 h 205368"/>
                <a:gd name="connsiteX17" fmla="*/ 30776 w 97777"/>
                <a:gd name="connsiteY17" fmla="*/ 180013 h 205368"/>
                <a:gd name="connsiteX18" fmla="*/ 31154 w 97777"/>
                <a:gd name="connsiteY18" fmla="*/ 178169 h 205368"/>
                <a:gd name="connsiteX19" fmla="*/ 64375 w 97777"/>
                <a:gd name="connsiteY19" fmla="*/ 55390 h 205368"/>
                <a:gd name="connsiteX20" fmla="*/ 96087 w 97777"/>
                <a:gd name="connsiteY20" fmla="*/ 55390 h 205368"/>
                <a:gd name="connsiteX21" fmla="*/ 97975 w 97777"/>
                <a:gd name="connsiteY21" fmla="*/ 43592 h 205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777" h="205368">
                  <a:moveTo>
                    <a:pt x="97975" y="43592"/>
                  </a:moveTo>
                  <a:lnTo>
                    <a:pt x="67773" y="43592"/>
                  </a:lnTo>
                  <a:lnTo>
                    <a:pt x="78344" y="5615"/>
                  </a:lnTo>
                  <a:cubicBezTo>
                    <a:pt x="78721" y="4878"/>
                    <a:pt x="78721" y="4140"/>
                    <a:pt x="78721" y="3772"/>
                  </a:cubicBezTo>
                  <a:cubicBezTo>
                    <a:pt x="78721" y="1191"/>
                    <a:pt x="77589" y="85"/>
                    <a:pt x="75701" y="85"/>
                  </a:cubicBezTo>
                  <a:cubicBezTo>
                    <a:pt x="73436" y="85"/>
                    <a:pt x="72303" y="453"/>
                    <a:pt x="70038" y="3403"/>
                  </a:cubicBezTo>
                  <a:cubicBezTo>
                    <a:pt x="55315" y="22207"/>
                    <a:pt x="31909" y="40642"/>
                    <a:pt x="19828" y="43961"/>
                  </a:cubicBezTo>
                  <a:cubicBezTo>
                    <a:pt x="10390" y="46910"/>
                    <a:pt x="7747" y="49122"/>
                    <a:pt x="7747" y="53178"/>
                  </a:cubicBezTo>
                  <a:cubicBezTo>
                    <a:pt x="7747" y="53547"/>
                    <a:pt x="7747" y="54284"/>
                    <a:pt x="8125" y="55390"/>
                  </a:cubicBezTo>
                  <a:lnTo>
                    <a:pt x="36061" y="55390"/>
                  </a:lnTo>
                  <a:lnTo>
                    <a:pt x="8880" y="156784"/>
                  </a:lnTo>
                  <a:cubicBezTo>
                    <a:pt x="8125" y="160102"/>
                    <a:pt x="7747" y="161209"/>
                    <a:pt x="6615" y="164527"/>
                  </a:cubicBezTo>
                  <a:cubicBezTo>
                    <a:pt x="3217" y="175588"/>
                    <a:pt x="197" y="188493"/>
                    <a:pt x="197" y="191442"/>
                  </a:cubicBezTo>
                  <a:cubicBezTo>
                    <a:pt x="197" y="199554"/>
                    <a:pt x="8125" y="205453"/>
                    <a:pt x="18318" y="205453"/>
                  </a:cubicBezTo>
                  <a:cubicBezTo>
                    <a:pt x="35684" y="205453"/>
                    <a:pt x="48142" y="195129"/>
                    <a:pt x="71926" y="160840"/>
                  </a:cubicBezTo>
                  <a:lnTo>
                    <a:pt x="67018" y="158259"/>
                  </a:lnTo>
                  <a:cubicBezTo>
                    <a:pt x="48520" y="181487"/>
                    <a:pt x="42479" y="187387"/>
                    <a:pt x="36439" y="187387"/>
                  </a:cubicBezTo>
                  <a:cubicBezTo>
                    <a:pt x="33041" y="187387"/>
                    <a:pt x="30776" y="184437"/>
                    <a:pt x="30776" y="180013"/>
                  </a:cubicBezTo>
                  <a:cubicBezTo>
                    <a:pt x="30776" y="179644"/>
                    <a:pt x="30776" y="179275"/>
                    <a:pt x="31154" y="178169"/>
                  </a:cubicBezTo>
                  <a:lnTo>
                    <a:pt x="64375" y="55390"/>
                  </a:lnTo>
                  <a:lnTo>
                    <a:pt x="96087" y="55390"/>
                  </a:lnTo>
                  <a:lnTo>
                    <a:pt x="97975" y="43592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A019347E-A3D8-11B2-CEB8-4E008D5E94AB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1197738" y="6135444"/>
              <a:ext cx="126272" cy="188260"/>
            </a:xfrm>
            <a:custGeom>
              <a:avLst/>
              <a:gdLst>
                <a:gd name="connsiteX0" fmla="*/ 64453 w 126272"/>
                <a:gd name="connsiteY0" fmla="*/ 87 h 188260"/>
                <a:gd name="connsiteX1" fmla="*/ 27018 w 126272"/>
                <a:gd name="connsiteY1" fmla="*/ 14275 h 188260"/>
                <a:gd name="connsiteX2" fmla="*/ 199 w 126272"/>
                <a:gd name="connsiteY2" fmla="*/ 92853 h 188260"/>
                <a:gd name="connsiteX3" fmla="*/ 22548 w 126272"/>
                <a:gd name="connsiteY3" fmla="*/ 169794 h 188260"/>
                <a:gd name="connsiteX4" fmla="*/ 63335 w 126272"/>
                <a:gd name="connsiteY4" fmla="*/ 188347 h 188260"/>
                <a:gd name="connsiteX5" fmla="*/ 99653 w 126272"/>
                <a:gd name="connsiteY5" fmla="*/ 174160 h 188260"/>
                <a:gd name="connsiteX6" fmla="*/ 126472 w 126272"/>
                <a:gd name="connsiteY6" fmla="*/ 94490 h 188260"/>
                <a:gd name="connsiteX7" fmla="*/ 64453 w 126272"/>
                <a:gd name="connsiteY7" fmla="*/ 87 h 188260"/>
                <a:gd name="connsiteX8" fmla="*/ 63615 w 126272"/>
                <a:gd name="connsiteY8" fmla="*/ 7181 h 188260"/>
                <a:gd name="connsiteX9" fmla="*/ 99653 w 126272"/>
                <a:gd name="connsiteY9" fmla="*/ 95036 h 188260"/>
                <a:gd name="connsiteX10" fmla="*/ 63335 w 126272"/>
                <a:gd name="connsiteY10" fmla="*/ 181253 h 188260"/>
                <a:gd name="connsiteX11" fmla="*/ 27018 w 126272"/>
                <a:gd name="connsiteY11" fmla="*/ 95309 h 188260"/>
                <a:gd name="connsiteX12" fmla="*/ 63615 w 126272"/>
                <a:gd name="connsiteY12" fmla="*/ 7181 h 188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272" h="188260">
                  <a:moveTo>
                    <a:pt x="64453" y="87"/>
                  </a:moveTo>
                  <a:cubicBezTo>
                    <a:pt x="49088" y="87"/>
                    <a:pt x="37355" y="4725"/>
                    <a:pt x="27018" y="14275"/>
                  </a:cubicBezTo>
                  <a:cubicBezTo>
                    <a:pt x="10815" y="29554"/>
                    <a:pt x="199" y="60931"/>
                    <a:pt x="199" y="92853"/>
                  </a:cubicBezTo>
                  <a:cubicBezTo>
                    <a:pt x="199" y="122593"/>
                    <a:pt x="9418" y="154515"/>
                    <a:pt x="22548" y="169794"/>
                  </a:cubicBezTo>
                  <a:cubicBezTo>
                    <a:pt x="32885" y="181799"/>
                    <a:pt x="47132" y="188347"/>
                    <a:pt x="63335" y="188347"/>
                  </a:cubicBezTo>
                  <a:cubicBezTo>
                    <a:pt x="77583" y="188347"/>
                    <a:pt x="89596" y="183709"/>
                    <a:pt x="99653" y="174160"/>
                  </a:cubicBezTo>
                  <a:cubicBezTo>
                    <a:pt x="115856" y="159153"/>
                    <a:pt x="126472" y="127504"/>
                    <a:pt x="126472" y="94490"/>
                  </a:cubicBezTo>
                  <a:cubicBezTo>
                    <a:pt x="126472" y="38558"/>
                    <a:pt x="101050" y="87"/>
                    <a:pt x="64453" y="87"/>
                  </a:cubicBezTo>
                  <a:close/>
                  <a:moveTo>
                    <a:pt x="63615" y="7181"/>
                  </a:moveTo>
                  <a:cubicBezTo>
                    <a:pt x="87081" y="7181"/>
                    <a:pt x="99653" y="38012"/>
                    <a:pt x="99653" y="95036"/>
                  </a:cubicBezTo>
                  <a:cubicBezTo>
                    <a:pt x="99653" y="152059"/>
                    <a:pt x="87361" y="181253"/>
                    <a:pt x="63335" y="181253"/>
                  </a:cubicBezTo>
                  <a:cubicBezTo>
                    <a:pt x="39310" y="181253"/>
                    <a:pt x="27018" y="152059"/>
                    <a:pt x="27018" y="95309"/>
                  </a:cubicBezTo>
                  <a:cubicBezTo>
                    <a:pt x="27018" y="37466"/>
                    <a:pt x="39589" y="7181"/>
                    <a:pt x="63615" y="7181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A17397A9-952D-EBEC-601C-8909B76ED209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1423955" y="6049025"/>
              <a:ext cx="251050" cy="245557"/>
            </a:xfrm>
            <a:custGeom>
              <a:avLst/>
              <a:gdLst>
                <a:gd name="connsiteX0" fmla="*/ 133471 w 251050"/>
                <a:gd name="connsiteY0" fmla="*/ 130237 h 245557"/>
                <a:gd name="connsiteX1" fmla="*/ 238799 w 251050"/>
                <a:gd name="connsiteY1" fmla="*/ 130237 h 245557"/>
                <a:gd name="connsiteX2" fmla="*/ 251257 w 251050"/>
                <a:gd name="connsiteY2" fmla="*/ 122863 h 245557"/>
                <a:gd name="connsiteX3" fmla="*/ 238799 w 251050"/>
                <a:gd name="connsiteY3" fmla="*/ 115489 h 245557"/>
                <a:gd name="connsiteX4" fmla="*/ 133471 w 251050"/>
                <a:gd name="connsiteY4" fmla="*/ 115489 h 245557"/>
                <a:gd name="connsiteX5" fmla="*/ 133471 w 251050"/>
                <a:gd name="connsiteY5" fmla="*/ 12251 h 245557"/>
                <a:gd name="connsiteX6" fmla="*/ 125920 w 251050"/>
                <a:gd name="connsiteY6" fmla="*/ 84 h 245557"/>
                <a:gd name="connsiteX7" fmla="*/ 118370 w 251050"/>
                <a:gd name="connsiteY7" fmla="*/ 12251 h 245557"/>
                <a:gd name="connsiteX8" fmla="*/ 118370 w 251050"/>
                <a:gd name="connsiteY8" fmla="*/ 115489 h 245557"/>
                <a:gd name="connsiteX9" fmla="*/ 12665 w 251050"/>
                <a:gd name="connsiteY9" fmla="*/ 115489 h 245557"/>
                <a:gd name="connsiteX10" fmla="*/ 206 w 251050"/>
                <a:gd name="connsiteY10" fmla="*/ 122863 h 245557"/>
                <a:gd name="connsiteX11" fmla="*/ 12665 w 251050"/>
                <a:gd name="connsiteY11" fmla="*/ 130237 h 245557"/>
                <a:gd name="connsiteX12" fmla="*/ 118370 w 251050"/>
                <a:gd name="connsiteY12" fmla="*/ 130237 h 245557"/>
                <a:gd name="connsiteX13" fmla="*/ 118370 w 251050"/>
                <a:gd name="connsiteY13" fmla="*/ 233474 h 245557"/>
                <a:gd name="connsiteX14" fmla="*/ 125920 w 251050"/>
                <a:gd name="connsiteY14" fmla="*/ 245641 h 245557"/>
                <a:gd name="connsiteX15" fmla="*/ 133471 w 251050"/>
                <a:gd name="connsiteY15" fmla="*/ 233474 h 245557"/>
                <a:gd name="connsiteX16" fmla="*/ 133471 w 251050"/>
                <a:gd name="connsiteY16" fmla="*/ 130237 h 24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1050" h="245557">
                  <a:moveTo>
                    <a:pt x="133471" y="130237"/>
                  </a:moveTo>
                  <a:lnTo>
                    <a:pt x="238799" y="130237"/>
                  </a:lnTo>
                  <a:cubicBezTo>
                    <a:pt x="244084" y="130237"/>
                    <a:pt x="251257" y="130237"/>
                    <a:pt x="251257" y="122863"/>
                  </a:cubicBezTo>
                  <a:cubicBezTo>
                    <a:pt x="251257" y="115489"/>
                    <a:pt x="244084" y="115489"/>
                    <a:pt x="238799" y="115489"/>
                  </a:cubicBezTo>
                  <a:lnTo>
                    <a:pt x="133471" y="115489"/>
                  </a:lnTo>
                  <a:lnTo>
                    <a:pt x="133471" y="12251"/>
                  </a:lnTo>
                  <a:cubicBezTo>
                    <a:pt x="133471" y="7089"/>
                    <a:pt x="133471" y="84"/>
                    <a:pt x="125920" y="84"/>
                  </a:cubicBezTo>
                  <a:cubicBezTo>
                    <a:pt x="118370" y="84"/>
                    <a:pt x="118370" y="7089"/>
                    <a:pt x="118370" y="12251"/>
                  </a:cubicBezTo>
                  <a:lnTo>
                    <a:pt x="118370" y="115489"/>
                  </a:lnTo>
                  <a:lnTo>
                    <a:pt x="12665" y="115489"/>
                  </a:lnTo>
                  <a:cubicBezTo>
                    <a:pt x="7379" y="115489"/>
                    <a:pt x="206" y="115489"/>
                    <a:pt x="206" y="122863"/>
                  </a:cubicBezTo>
                  <a:cubicBezTo>
                    <a:pt x="206" y="130237"/>
                    <a:pt x="7379" y="130237"/>
                    <a:pt x="12665" y="130237"/>
                  </a:cubicBezTo>
                  <a:lnTo>
                    <a:pt x="118370" y="130237"/>
                  </a:lnTo>
                  <a:lnTo>
                    <a:pt x="118370" y="233474"/>
                  </a:lnTo>
                  <a:cubicBezTo>
                    <a:pt x="118370" y="238636"/>
                    <a:pt x="118370" y="245641"/>
                    <a:pt x="125920" y="245641"/>
                  </a:cubicBezTo>
                  <a:cubicBezTo>
                    <a:pt x="133471" y="245641"/>
                    <a:pt x="133471" y="238636"/>
                    <a:pt x="133471" y="233474"/>
                  </a:cubicBezTo>
                  <a:lnTo>
                    <a:pt x="133471" y="130237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DA3EB20-BC8E-204A-18AD-97078EFC116F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1758555" y="6012154"/>
              <a:ext cx="169883" cy="255880"/>
            </a:xfrm>
            <a:custGeom>
              <a:avLst/>
              <a:gdLst>
                <a:gd name="connsiteX0" fmla="*/ 33059 w 169883"/>
                <a:gd name="connsiteY0" fmla="*/ 14833 h 255880"/>
                <a:gd name="connsiteX1" fmla="*/ 57597 w 169883"/>
                <a:gd name="connsiteY1" fmla="*/ 24788 h 255880"/>
                <a:gd name="connsiteX2" fmla="*/ 54200 w 169883"/>
                <a:gd name="connsiteY2" fmla="*/ 40642 h 255880"/>
                <a:gd name="connsiteX3" fmla="*/ 52312 w 169883"/>
                <a:gd name="connsiteY3" fmla="*/ 47648 h 255880"/>
                <a:gd name="connsiteX4" fmla="*/ 51557 w 169883"/>
                <a:gd name="connsiteY4" fmla="*/ 50228 h 255880"/>
                <a:gd name="connsiteX5" fmla="*/ 214 w 169883"/>
                <a:gd name="connsiteY5" fmla="*/ 234949 h 255880"/>
                <a:gd name="connsiteX6" fmla="*/ 214 w 169883"/>
                <a:gd name="connsiteY6" fmla="*/ 236424 h 255880"/>
                <a:gd name="connsiteX7" fmla="*/ 50425 w 169883"/>
                <a:gd name="connsiteY7" fmla="*/ 255966 h 255880"/>
                <a:gd name="connsiteX8" fmla="*/ 170098 w 169883"/>
                <a:gd name="connsiteY8" fmla="*/ 133556 h 255880"/>
                <a:gd name="connsiteX9" fmla="*/ 126306 w 169883"/>
                <a:gd name="connsiteY9" fmla="*/ 89311 h 255880"/>
                <a:gd name="connsiteX10" fmla="*/ 53445 w 169883"/>
                <a:gd name="connsiteY10" fmla="*/ 144986 h 255880"/>
                <a:gd name="connsiteX11" fmla="*/ 92707 w 169883"/>
                <a:gd name="connsiteY11" fmla="*/ 1928 h 255880"/>
                <a:gd name="connsiteX12" fmla="*/ 90819 w 169883"/>
                <a:gd name="connsiteY12" fmla="*/ 85 h 255880"/>
                <a:gd name="connsiteX13" fmla="*/ 33059 w 169883"/>
                <a:gd name="connsiteY13" fmla="*/ 8565 h 255880"/>
                <a:gd name="connsiteX14" fmla="*/ 33059 w 169883"/>
                <a:gd name="connsiteY14" fmla="*/ 14833 h 255880"/>
                <a:gd name="connsiteX15" fmla="*/ 111583 w 169883"/>
                <a:gd name="connsiteY15" fmla="*/ 107378 h 255880"/>
                <a:gd name="connsiteX16" fmla="*/ 138009 w 169883"/>
                <a:gd name="connsiteY16" fmla="*/ 139086 h 255880"/>
                <a:gd name="connsiteX17" fmla="*/ 96482 w 169883"/>
                <a:gd name="connsiteY17" fmla="*/ 225732 h 255880"/>
                <a:gd name="connsiteX18" fmla="*/ 50047 w 169883"/>
                <a:gd name="connsiteY18" fmla="*/ 247485 h 255880"/>
                <a:gd name="connsiteX19" fmla="*/ 32681 w 169883"/>
                <a:gd name="connsiteY19" fmla="*/ 234949 h 255880"/>
                <a:gd name="connsiteX20" fmla="*/ 59863 w 169883"/>
                <a:gd name="connsiteY20" fmla="*/ 149779 h 255880"/>
                <a:gd name="connsiteX21" fmla="*/ 111583 w 169883"/>
                <a:gd name="connsiteY21" fmla="*/ 107378 h 2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9883" h="255880">
                  <a:moveTo>
                    <a:pt x="33059" y="14833"/>
                  </a:moveTo>
                  <a:cubicBezTo>
                    <a:pt x="55332" y="15570"/>
                    <a:pt x="57597" y="16676"/>
                    <a:pt x="57597" y="24788"/>
                  </a:cubicBezTo>
                  <a:cubicBezTo>
                    <a:pt x="57597" y="28106"/>
                    <a:pt x="56465" y="32531"/>
                    <a:pt x="54200" y="40642"/>
                  </a:cubicBezTo>
                  <a:cubicBezTo>
                    <a:pt x="53445" y="43223"/>
                    <a:pt x="52690" y="45804"/>
                    <a:pt x="52312" y="47648"/>
                  </a:cubicBezTo>
                  <a:lnTo>
                    <a:pt x="51557" y="50228"/>
                  </a:lnTo>
                  <a:lnTo>
                    <a:pt x="214" y="234949"/>
                  </a:lnTo>
                  <a:lnTo>
                    <a:pt x="214" y="236424"/>
                  </a:lnTo>
                  <a:cubicBezTo>
                    <a:pt x="214" y="244905"/>
                    <a:pt x="29283" y="255966"/>
                    <a:pt x="50425" y="255966"/>
                  </a:cubicBezTo>
                  <a:cubicBezTo>
                    <a:pt x="107430" y="255966"/>
                    <a:pt x="170098" y="191442"/>
                    <a:pt x="170098" y="133556"/>
                  </a:cubicBezTo>
                  <a:cubicBezTo>
                    <a:pt x="170098" y="107746"/>
                    <a:pt x="151600" y="89311"/>
                    <a:pt x="126306" y="89311"/>
                  </a:cubicBezTo>
                  <a:cubicBezTo>
                    <a:pt x="99880" y="89311"/>
                    <a:pt x="80249" y="104428"/>
                    <a:pt x="53445" y="144986"/>
                  </a:cubicBezTo>
                  <a:cubicBezTo>
                    <a:pt x="73076" y="74932"/>
                    <a:pt x="75718" y="64977"/>
                    <a:pt x="92707" y="1928"/>
                  </a:cubicBezTo>
                  <a:lnTo>
                    <a:pt x="90819" y="85"/>
                  </a:lnTo>
                  <a:cubicBezTo>
                    <a:pt x="71943" y="3403"/>
                    <a:pt x="58352" y="5615"/>
                    <a:pt x="33059" y="8565"/>
                  </a:cubicBezTo>
                  <a:lnTo>
                    <a:pt x="33059" y="14833"/>
                  </a:lnTo>
                  <a:close/>
                  <a:moveTo>
                    <a:pt x="111583" y="107378"/>
                  </a:moveTo>
                  <a:cubicBezTo>
                    <a:pt x="127816" y="107378"/>
                    <a:pt x="138009" y="119545"/>
                    <a:pt x="138009" y="139086"/>
                  </a:cubicBezTo>
                  <a:cubicBezTo>
                    <a:pt x="138009" y="163421"/>
                    <a:pt x="118756" y="202872"/>
                    <a:pt x="96482" y="225732"/>
                  </a:cubicBezTo>
                  <a:cubicBezTo>
                    <a:pt x="82514" y="239743"/>
                    <a:pt x="66280" y="247485"/>
                    <a:pt x="50047" y="247485"/>
                  </a:cubicBezTo>
                  <a:cubicBezTo>
                    <a:pt x="38344" y="247485"/>
                    <a:pt x="32681" y="243430"/>
                    <a:pt x="32681" y="234949"/>
                  </a:cubicBezTo>
                  <a:cubicBezTo>
                    <a:pt x="32681" y="212827"/>
                    <a:pt x="44007" y="177063"/>
                    <a:pt x="59863" y="149779"/>
                  </a:cubicBezTo>
                  <a:cubicBezTo>
                    <a:pt x="76473" y="121388"/>
                    <a:pt x="93462" y="107378"/>
                    <a:pt x="111583" y="107378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AC47F3D7-48FF-4A03-99C4-41B997A368B6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1987483" y="6101012"/>
              <a:ext cx="132131" cy="167760"/>
            </a:xfrm>
            <a:custGeom>
              <a:avLst/>
              <a:gdLst>
                <a:gd name="connsiteX0" fmla="*/ 7771 w 132131"/>
                <a:gd name="connsiteY0" fmla="*/ 109221 h 167760"/>
                <a:gd name="connsiteX1" fmla="*/ 221 w 132131"/>
                <a:gd name="connsiteY1" fmla="*/ 167845 h 167760"/>
                <a:gd name="connsiteX2" fmla="*/ 6261 w 132131"/>
                <a:gd name="connsiteY2" fmla="*/ 167845 h 167760"/>
                <a:gd name="connsiteX3" fmla="*/ 15321 w 132131"/>
                <a:gd name="connsiteY3" fmla="*/ 160102 h 167760"/>
                <a:gd name="connsiteX4" fmla="*/ 33820 w 132131"/>
                <a:gd name="connsiteY4" fmla="*/ 163421 h 167760"/>
                <a:gd name="connsiteX5" fmla="*/ 54583 w 132131"/>
                <a:gd name="connsiteY5" fmla="*/ 167108 h 167760"/>
                <a:gd name="connsiteX6" fmla="*/ 108946 w 132131"/>
                <a:gd name="connsiteY6" fmla="*/ 119176 h 167760"/>
                <a:gd name="connsiteX7" fmla="*/ 83275 w 132131"/>
                <a:gd name="connsiteY7" fmla="*/ 67558 h 167760"/>
                <a:gd name="connsiteX8" fmla="*/ 62889 w 132131"/>
                <a:gd name="connsiteY8" fmla="*/ 28844 h 167760"/>
                <a:gd name="connsiteX9" fmla="*/ 84030 w 132131"/>
                <a:gd name="connsiteY9" fmla="*/ 8934 h 167760"/>
                <a:gd name="connsiteX10" fmla="*/ 118762 w 132131"/>
                <a:gd name="connsiteY10" fmla="*/ 51335 h 167760"/>
                <a:gd name="connsiteX11" fmla="*/ 124802 w 132131"/>
                <a:gd name="connsiteY11" fmla="*/ 51335 h 167760"/>
                <a:gd name="connsiteX12" fmla="*/ 132352 w 132131"/>
                <a:gd name="connsiteY12" fmla="*/ 85 h 167760"/>
                <a:gd name="connsiteX13" fmla="*/ 127067 w 132131"/>
                <a:gd name="connsiteY13" fmla="*/ 85 h 167760"/>
                <a:gd name="connsiteX14" fmla="*/ 115742 w 132131"/>
                <a:gd name="connsiteY14" fmla="*/ 6721 h 167760"/>
                <a:gd name="connsiteX15" fmla="*/ 102151 w 132131"/>
                <a:gd name="connsiteY15" fmla="*/ 4140 h 167760"/>
                <a:gd name="connsiteX16" fmla="*/ 81010 w 132131"/>
                <a:gd name="connsiteY16" fmla="*/ 453 h 167760"/>
                <a:gd name="connsiteX17" fmla="*/ 35330 w 132131"/>
                <a:gd name="connsiteY17" fmla="*/ 41011 h 167760"/>
                <a:gd name="connsiteX18" fmla="*/ 59114 w 132131"/>
                <a:gd name="connsiteY18" fmla="*/ 88574 h 167760"/>
                <a:gd name="connsiteX19" fmla="*/ 80255 w 132131"/>
                <a:gd name="connsiteY19" fmla="*/ 130975 h 167760"/>
                <a:gd name="connsiteX20" fmla="*/ 52318 w 132131"/>
                <a:gd name="connsiteY20" fmla="*/ 159365 h 167760"/>
                <a:gd name="connsiteX21" fmla="*/ 13811 w 132131"/>
                <a:gd name="connsiteY21" fmla="*/ 109221 h 167760"/>
                <a:gd name="connsiteX22" fmla="*/ 7771 w 132131"/>
                <a:gd name="connsiteY22" fmla="*/ 109221 h 167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2131" h="167760">
                  <a:moveTo>
                    <a:pt x="7771" y="109221"/>
                  </a:moveTo>
                  <a:lnTo>
                    <a:pt x="221" y="167845"/>
                  </a:lnTo>
                  <a:lnTo>
                    <a:pt x="6261" y="167845"/>
                  </a:lnTo>
                  <a:cubicBezTo>
                    <a:pt x="9281" y="161946"/>
                    <a:pt x="11546" y="160102"/>
                    <a:pt x="15321" y="160102"/>
                  </a:cubicBezTo>
                  <a:cubicBezTo>
                    <a:pt x="19474" y="160102"/>
                    <a:pt x="26269" y="161577"/>
                    <a:pt x="33820" y="163421"/>
                  </a:cubicBezTo>
                  <a:cubicBezTo>
                    <a:pt x="42125" y="166002"/>
                    <a:pt x="48543" y="167108"/>
                    <a:pt x="54583" y="167108"/>
                  </a:cubicBezTo>
                  <a:cubicBezTo>
                    <a:pt x="86295" y="167108"/>
                    <a:pt x="108946" y="147198"/>
                    <a:pt x="108946" y="119176"/>
                  </a:cubicBezTo>
                  <a:cubicBezTo>
                    <a:pt x="108946" y="105165"/>
                    <a:pt x="101018" y="88943"/>
                    <a:pt x="83275" y="67558"/>
                  </a:cubicBezTo>
                  <a:cubicBezTo>
                    <a:pt x="68929" y="50229"/>
                    <a:pt x="62889" y="38799"/>
                    <a:pt x="62889" y="28844"/>
                  </a:cubicBezTo>
                  <a:cubicBezTo>
                    <a:pt x="62889" y="16676"/>
                    <a:pt x="70817" y="8934"/>
                    <a:pt x="84030" y="8934"/>
                  </a:cubicBezTo>
                  <a:cubicBezTo>
                    <a:pt x="103661" y="8934"/>
                    <a:pt x="114987" y="22576"/>
                    <a:pt x="118762" y="51335"/>
                  </a:cubicBezTo>
                  <a:lnTo>
                    <a:pt x="124802" y="51335"/>
                  </a:lnTo>
                  <a:lnTo>
                    <a:pt x="132352" y="85"/>
                  </a:lnTo>
                  <a:lnTo>
                    <a:pt x="127067" y="85"/>
                  </a:lnTo>
                  <a:cubicBezTo>
                    <a:pt x="124047" y="5247"/>
                    <a:pt x="121027" y="6721"/>
                    <a:pt x="115742" y="6721"/>
                  </a:cubicBezTo>
                  <a:cubicBezTo>
                    <a:pt x="113099" y="6721"/>
                    <a:pt x="109324" y="5984"/>
                    <a:pt x="102151" y="4140"/>
                  </a:cubicBezTo>
                  <a:cubicBezTo>
                    <a:pt x="92713" y="1191"/>
                    <a:pt x="87050" y="453"/>
                    <a:pt x="81010" y="453"/>
                  </a:cubicBezTo>
                  <a:cubicBezTo>
                    <a:pt x="53451" y="453"/>
                    <a:pt x="35330" y="16308"/>
                    <a:pt x="35330" y="41011"/>
                  </a:cubicBezTo>
                  <a:cubicBezTo>
                    <a:pt x="35330" y="52809"/>
                    <a:pt x="43258" y="68664"/>
                    <a:pt x="59114" y="88574"/>
                  </a:cubicBezTo>
                  <a:cubicBezTo>
                    <a:pt x="73837" y="107378"/>
                    <a:pt x="80255" y="120282"/>
                    <a:pt x="80255" y="130975"/>
                  </a:cubicBezTo>
                  <a:cubicBezTo>
                    <a:pt x="80255" y="147567"/>
                    <a:pt x="68929" y="159365"/>
                    <a:pt x="52318" y="159365"/>
                  </a:cubicBezTo>
                  <a:cubicBezTo>
                    <a:pt x="31555" y="159365"/>
                    <a:pt x="19852" y="144248"/>
                    <a:pt x="13811" y="109221"/>
                  </a:cubicBezTo>
                  <a:lnTo>
                    <a:pt x="7771" y="109221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83612E3-76B6-7EDE-D58D-A01BD478BABD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12159046" y="6094744"/>
              <a:ext cx="52475" cy="221222"/>
            </a:xfrm>
            <a:custGeom>
              <a:avLst/>
              <a:gdLst>
                <a:gd name="connsiteX0" fmla="*/ 10417 w 52475"/>
                <a:gd name="connsiteY0" fmla="*/ 221307 h 221222"/>
                <a:gd name="connsiteX1" fmla="*/ 52700 w 52475"/>
                <a:gd name="connsiteY1" fmla="*/ 164527 h 221222"/>
                <a:gd name="connsiteX2" fmla="*/ 22498 w 52475"/>
                <a:gd name="connsiteY2" fmla="*/ 131712 h 221222"/>
                <a:gd name="connsiteX3" fmla="*/ 224 w 52475"/>
                <a:gd name="connsiteY3" fmla="*/ 152360 h 221222"/>
                <a:gd name="connsiteX4" fmla="*/ 22498 w 52475"/>
                <a:gd name="connsiteY4" fmla="*/ 171532 h 221222"/>
                <a:gd name="connsiteX5" fmla="*/ 29671 w 52475"/>
                <a:gd name="connsiteY5" fmla="*/ 170795 h 221222"/>
                <a:gd name="connsiteX6" fmla="*/ 32691 w 52475"/>
                <a:gd name="connsiteY6" fmla="*/ 170057 h 221222"/>
                <a:gd name="connsiteX7" fmla="*/ 37976 w 52475"/>
                <a:gd name="connsiteY7" fmla="*/ 175219 h 221222"/>
                <a:gd name="connsiteX8" fmla="*/ 7020 w 52475"/>
                <a:gd name="connsiteY8" fmla="*/ 214302 h 221222"/>
                <a:gd name="connsiteX9" fmla="*/ 10417 w 52475"/>
                <a:gd name="connsiteY9" fmla="*/ 221307 h 221222"/>
                <a:gd name="connsiteX10" fmla="*/ 21366 w 52475"/>
                <a:gd name="connsiteY10" fmla="*/ 85 h 221222"/>
                <a:gd name="connsiteX11" fmla="*/ 602 w 52475"/>
                <a:gd name="connsiteY11" fmla="*/ 21101 h 221222"/>
                <a:gd name="connsiteX12" fmla="*/ 20988 w 52475"/>
                <a:gd name="connsiteY12" fmla="*/ 41011 h 221222"/>
                <a:gd name="connsiteX13" fmla="*/ 42507 w 52475"/>
                <a:gd name="connsiteY13" fmla="*/ 21101 h 221222"/>
                <a:gd name="connsiteX14" fmla="*/ 21366 w 52475"/>
                <a:gd name="connsiteY14" fmla="*/ 85 h 22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475" h="221222">
                  <a:moveTo>
                    <a:pt x="10417" y="221307"/>
                  </a:moveTo>
                  <a:cubicBezTo>
                    <a:pt x="36466" y="208771"/>
                    <a:pt x="52700" y="186649"/>
                    <a:pt x="52700" y="164527"/>
                  </a:cubicBezTo>
                  <a:cubicBezTo>
                    <a:pt x="52700" y="146092"/>
                    <a:pt x="39486" y="131712"/>
                    <a:pt x="22498" y="131712"/>
                  </a:cubicBezTo>
                  <a:cubicBezTo>
                    <a:pt x="9285" y="131712"/>
                    <a:pt x="224" y="139824"/>
                    <a:pt x="224" y="152360"/>
                  </a:cubicBezTo>
                  <a:cubicBezTo>
                    <a:pt x="224" y="164527"/>
                    <a:pt x="8530" y="171532"/>
                    <a:pt x="22498" y="171532"/>
                  </a:cubicBezTo>
                  <a:cubicBezTo>
                    <a:pt x="24763" y="171532"/>
                    <a:pt x="27406" y="171164"/>
                    <a:pt x="29671" y="170795"/>
                  </a:cubicBezTo>
                  <a:cubicBezTo>
                    <a:pt x="32314" y="170057"/>
                    <a:pt x="32314" y="170057"/>
                    <a:pt x="32691" y="170057"/>
                  </a:cubicBezTo>
                  <a:cubicBezTo>
                    <a:pt x="35711" y="170057"/>
                    <a:pt x="37976" y="172270"/>
                    <a:pt x="37976" y="175219"/>
                  </a:cubicBezTo>
                  <a:cubicBezTo>
                    <a:pt x="37976" y="187018"/>
                    <a:pt x="27406" y="200660"/>
                    <a:pt x="7020" y="214302"/>
                  </a:cubicBezTo>
                  <a:lnTo>
                    <a:pt x="10417" y="221307"/>
                  </a:lnTo>
                  <a:close/>
                  <a:moveTo>
                    <a:pt x="21366" y="85"/>
                  </a:moveTo>
                  <a:cubicBezTo>
                    <a:pt x="10040" y="85"/>
                    <a:pt x="602" y="9671"/>
                    <a:pt x="602" y="21101"/>
                  </a:cubicBezTo>
                  <a:cubicBezTo>
                    <a:pt x="602" y="31793"/>
                    <a:pt x="10040" y="41011"/>
                    <a:pt x="20988" y="41011"/>
                  </a:cubicBezTo>
                  <a:cubicBezTo>
                    <a:pt x="32691" y="41011"/>
                    <a:pt x="42507" y="31793"/>
                    <a:pt x="42507" y="21101"/>
                  </a:cubicBezTo>
                  <a:cubicBezTo>
                    <a:pt x="42507" y="9671"/>
                    <a:pt x="32691" y="85"/>
                    <a:pt x="21366" y="85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B890B1D7-8DCF-4025-45B5-53FF2306E055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3042087" y="6098062"/>
              <a:ext cx="254070" cy="171078"/>
            </a:xfrm>
            <a:custGeom>
              <a:avLst/>
              <a:gdLst>
                <a:gd name="connsiteX0" fmla="*/ 207884 w 254070"/>
                <a:gd name="connsiteY0" fmla="*/ 85 h 171078"/>
                <a:gd name="connsiteX1" fmla="*/ 207884 w 254070"/>
                <a:gd name="connsiteY1" fmla="*/ 5615 h 171078"/>
                <a:gd name="connsiteX2" fmla="*/ 224495 w 254070"/>
                <a:gd name="connsiteY2" fmla="*/ 17045 h 171078"/>
                <a:gd name="connsiteX3" fmla="*/ 218077 w 254070"/>
                <a:gd name="connsiteY3" fmla="*/ 41380 h 171078"/>
                <a:gd name="connsiteX4" fmla="*/ 184100 w 254070"/>
                <a:gd name="connsiteY4" fmla="*/ 123232 h 171078"/>
                <a:gd name="connsiteX5" fmla="*/ 152389 w 254070"/>
                <a:gd name="connsiteY5" fmla="*/ 40642 h 171078"/>
                <a:gd name="connsiteX6" fmla="*/ 145971 w 254070"/>
                <a:gd name="connsiteY6" fmla="*/ 18889 h 171078"/>
                <a:gd name="connsiteX7" fmla="*/ 167867 w 254070"/>
                <a:gd name="connsiteY7" fmla="*/ 5615 h 171078"/>
                <a:gd name="connsiteX8" fmla="*/ 167867 w 254070"/>
                <a:gd name="connsiteY8" fmla="*/ 85 h 171078"/>
                <a:gd name="connsiteX9" fmla="*/ 91230 w 254070"/>
                <a:gd name="connsiteY9" fmla="*/ 85 h 171078"/>
                <a:gd name="connsiteX10" fmla="*/ 91230 w 254070"/>
                <a:gd name="connsiteY10" fmla="*/ 5615 h 171078"/>
                <a:gd name="connsiteX11" fmla="*/ 117279 w 254070"/>
                <a:gd name="connsiteY11" fmla="*/ 31056 h 171078"/>
                <a:gd name="connsiteX12" fmla="*/ 124830 w 254070"/>
                <a:gd name="connsiteY12" fmla="*/ 51703 h 171078"/>
                <a:gd name="connsiteX13" fmla="*/ 90475 w 254070"/>
                <a:gd name="connsiteY13" fmla="*/ 125076 h 171078"/>
                <a:gd name="connsiteX14" fmla="*/ 53101 w 254070"/>
                <a:gd name="connsiteY14" fmla="*/ 28844 h 171078"/>
                <a:gd name="connsiteX15" fmla="*/ 50836 w 254070"/>
                <a:gd name="connsiteY15" fmla="*/ 17782 h 171078"/>
                <a:gd name="connsiteX16" fmla="*/ 68202 w 254070"/>
                <a:gd name="connsiteY16" fmla="*/ 5615 h 171078"/>
                <a:gd name="connsiteX17" fmla="*/ 68202 w 254070"/>
                <a:gd name="connsiteY17" fmla="*/ 85 h 171078"/>
                <a:gd name="connsiteX18" fmla="*/ 248 w 254070"/>
                <a:gd name="connsiteY18" fmla="*/ 85 h 171078"/>
                <a:gd name="connsiteX19" fmla="*/ 248 w 254070"/>
                <a:gd name="connsiteY19" fmla="*/ 5615 h 171078"/>
                <a:gd name="connsiteX20" fmla="*/ 20257 w 254070"/>
                <a:gd name="connsiteY20" fmla="*/ 28844 h 171078"/>
                <a:gd name="connsiteX21" fmla="*/ 71222 w 254070"/>
                <a:gd name="connsiteY21" fmla="*/ 154941 h 171078"/>
                <a:gd name="connsiteX22" fmla="*/ 81037 w 254070"/>
                <a:gd name="connsiteY22" fmla="*/ 171164 h 171078"/>
                <a:gd name="connsiteX23" fmla="*/ 90475 w 254070"/>
                <a:gd name="connsiteY23" fmla="*/ 156784 h 171078"/>
                <a:gd name="connsiteX24" fmla="*/ 132758 w 254070"/>
                <a:gd name="connsiteY24" fmla="*/ 68295 h 171078"/>
                <a:gd name="connsiteX25" fmla="*/ 167112 w 254070"/>
                <a:gd name="connsiteY25" fmla="*/ 155309 h 171078"/>
                <a:gd name="connsiteX26" fmla="*/ 176172 w 254070"/>
                <a:gd name="connsiteY26" fmla="*/ 171164 h 171078"/>
                <a:gd name="connsiteX27" fmla="*/ 186743 w 254070"/>
                <a:gd name="connsiteY27" fmla="*/ 153097 h 171078"/>
                <a:gd name="connsiteX28" fmla="*/ 238841 w 254070"/>
                <a:gd name="connsiteY28" fmla="*/ 25525 h 171078"/>
                <a:gd name="connsiteX29" fmla="*/ 254319 w 254070"/>
                <a:gd name="connsiteY29" fmla="*/ 5615 h 171078"/>
                <a:gd name="connsiteX30" fmla="*/ 254319 w 254070"/>
                <a:gd name="connsiteY30" fmla="*/ 85 h 171078"/>
                <a:gd name="connsiteX31" fmla="*/ 207884 w 254070"/>
                <a:gd name="connsiteY31" fmla="*/ 85 h 171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4070" h="171078">
                  <a:moveTo>
                    <a:pt x="207884" y="85"/>
                  </a:moveTo>
                  <a:lnTo>
                    <a:pt x="207884" y="5615"/>
                  </a:lnTo>
                  <a:cubicBezTo>
                    <a:pt x="220720" y="8196"/>
                    <a:pt x="224495" y="10777"/>
                    <a:pt x="224495" y="17045"/>
                  </a:cubicBezTo>
                  <a:cubicBezTo>
                    <a:pt x="224495" y="22576"/>
                    <a:pt x="222230" y="31425"/>
                    <a:pt x="218077" y="41380"/>
                  </a:cubicBezTo>
                  <a:lnTo>
                    <a:pt x="184100" y="123232"/>
                  </a:lnTo>
                  <a:lnTo>
                    <a:pt x="152389" y="40642"/>
                  </a:lnTo>
                  <a:cubicBezTo>
                    <a:pt x="145971" y="23682"/>
                    <a:pt x="145971" y="23682"/>
                    <a:pt x="145971" y="18889"/>
                  </a:cubicBezTo>
                  <a:cubicBezTo>
                    <a:pt x="145971" y="10777"/>
                    <a:pt x="150124" y="8196"/>
                    <a:pt x="167867" y="5615"/>
                  </a:cubicBezTo>
                  <a:lnTo>
                    <a:pt x="167867" y="85"/>
                  </a:lnTo>
                  <a:lnTo>
                    <a:pt x="91230" y="85"/>
                  </a:lnTo>
                  <a:lnTo>
                    <a:pt x="91230" y="5615"/>
                  </a:lnTo>
                  <a:cubicBezTo>
                    <a:pt x="105199" y="7090"/>
                    <a:pt x="109729" y="11146"/>
                    <a:pt x="117279" y="31056"/>
                  </a:cubicBezTo>
                  <a:cubicBezTo>
                    <a:pt x="119922" y="38061"/>
                    <a:pt x="122565" y="45067"/>
                    <a:pt x="124830" y="51703"/>
                  </a:cubicBezTo>
                  <a:lnTo>
                    <a:pt x="90475" y="125076"/>
                  </a:lnTo>
                  <a:lnTo>
                    <a:pt x="53101" y="28844"/>
                  </a:lnTo>
                  <a:cubicBezTo>
                    <a:pt x="51591" y="25157"/>
                    <a:pt x="50836" y="21470"/>
                    <a:pt x="50836" y="17782"/>
                  </a:cubicBezTo>
                  <a:cubicBezTo>
                    <a:pt x="50836" y="10040"/>
                    <a:pt x="55366" y="7090"/>
                    <a:pt x="68202" y="5615"/>
                  </a:cubicBezTo>
                  <a:lnTo>
                    <a:pt x="68202" y="85"/>
                  </a:lnTo>
                  <a:lnTo>
                    <a:pt x="248" y="85"/>
                  </a:lnTo>
                  <a:lnTo>
                    <a:pt x="248" y="5615"/>
                  </a:lnTo>
                  <a:cubicBezTo>
                    <a:pt x="8931" y="6353"/>
                    <a:pt x="11951" y="10040"/>
                    <a:pt x="20257" y="28844"/>
                  </a:cubicBezTo>
                  <a:lnTo>
                    <a:pt x="71222" y="154941"/>
                  </a:lnTo>
                  <a:cubicBezTo>
                    <a:pt x="75752" y="166002"/>
                    <a:pt x="78772" y="171164"/>
                    <a:pt x="81037" y="171164"/>
                  </a:cubicBezTo>
                  <a:cubicBezTo>
                    <a:pt x="82925" y="171164"/>
                    <a:pt x="85945" y="166370"/>
                    <a:pt x="90475" y="156784"/>
                  </a:cubicBezTo>
                  <a:lnTo>
                    <a:pt x="132758" y="68295"/>
                  </a:lnTo>
                  <a:lnTo>
                    <a:pt x="167112" y="155309"/>
                  </a:lnTo>
                  <a:cubicBezTo>
                    <a:pt x="172397" y="168951"/>
                    <a:pt x="173907" y="171164"/>
                    <a:pt x="176172" y="171164"/>
                  </a:cubicBezTo>
                  <a:cubicBezTo>
                    <a:pt x="178815" y="171164"/>
                    <a:pt x="180703" y="167845"/>
                    <a:pt x="186743" y="153097"/>
                  </a:cubicBezTo>
                  <a:lnTo>
                    <a:pt x="238841" y="25525"/>
                  </a:lnTo>
                  <a:cubicBezTo>
                    <a:pt x="245636" y="10040"/>
                    <a:pt x="246769" y="8196"/>
                    <a:pt x="254319" y="5615"/>
                  </a:cubicBezTo>
                  <a:lnTo>
                    <a:pt x="254319" y="85"/>
                  </a:lnTo>
                  <a:lnTo>
                    <a:pt x="207884" y="85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EB13EA96-B367-5919-5E88-50C44F01299D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3313790" y="6012154"/>
              <a:ext cx="89472" cy="251825"/>
            </a:xfrm>
            <a:custGeom>
              <a:avLst/>
              <a:gdLst>
                <a:gd name="connsiteX0" fmla="*/ 60281 w 89472"/>
                <a:gd name="connsiteY0" fmla="*/ 82306 h 251825"/>
                <a:gd name="connsiteX1" fmla="*/ 1765 w 89472"/>
                <a:gd name="connsiteY1" fmla="*/ 102585 h 251825"/>
                <a:gd name="connsiteX2" fmla="*/ 1765 w 89472"/>
                <a:gd name="connsiteY2" fmla="*/ 108115 h 251825"/>
                <a:gd name="connsiteX3" fmla="*/ 4786 w 89472"/>
                <a:gd name="connsiteY3" fmla="*/ 107746 h 251825"/>
                <a:gd name="connsiteX4" fmla="*/ 17621 w 89472"/>
                <a:gd name="connsiteY4" fmla="*/ 106640 h 251825"/>
                <a:gd name="connsiteX5" fmla="*/ 30079 w 89472"/>
                <a:gd name="connsiteY5" fmla="*/ 128763 h 251825"/>
                <a:gd name="connsiteX6" fmla="*/ 30079 w 89472"/>
                <a:gd name="connsiteY6" fmla="*/ 214302 h 251825"/>
                <a:gd name="connsiteX7" fmla="*/ 255 w 89472"/>
                <a:gd name="connsiteY7" fmla="*/ 246379 h 251825"/>
                <a:gd name="connsiteX8" fmla="*/ 255 w 89472"/>
                <a:gd name="connsiteY8" fmla="*/ 251910 h 251825"/>
                <a:gd name="connsiteX9" fmla="*/ 89728 w 89472"/>
                <a:gd name="connsiteY9" fmla="*/ 251910 h 251825"/>
                <a:gd name="connsiteX10" fmla="*/ 89728 w 89472"/>
                <a:gd name="connsiteY10" fmla="*/ 246379 h 251825"/>
                <a:gd name="connsiteX11" fmla="*/ 61791 w 89472"/>
                <a:gd name="connsiteY11" fmla="*/ 214302 h 251825"/>
                <a:gd name="connsiteX12" fmla="*/ 61791 w 89472"/>
                <a:gd name="connsiteY12" fmla="*/ 83412 h 251825"/>
                <a:gd name="connsiteX13" fmla="*/ 60281 w 89472"/>
                <a:gd name="connsiteY13" fmla="*/ 82306 h 251825"/>
                <a:gd name="connsiteX14" fmla="*/ 42538 w 89472"/>
                <a:gd name="connsiteY14" fmla="*/ 85 h 251825"/>
                <a:gd name="connsiteX15" fmla="*/ 23662 w 89472"/>
                <a:gd name="connsiteY15" fmla="*/ 18889 h 251825"/>
                <a:gd name="connsiteX16" fmla="*/ 42538 w 89472"/>
                <a:gd name="connsiteY16" fmla="*/ 37693 h 251825"/>
                <a:gd name="connsiteX17" fmla="*/ 62169 w 89472"/>
                <a:gd name="connsiteY17" fmla="*/ 18889 h 251825"/>
                <a:gd name="connsiteX18" fmla="*/ 42538 w 89472"/>
                <a:gd name="connsiteY18" fmla="*/ 85 h 2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9472" h="251825">
                  <a:moveTo>
                    <a:pt x="60281" y="82306"/>
                  </a:moveTo>
                  <a:lnTo>
                    <a:pt x="1765" y="102585"/>
                  </a:lnTo>
                  <a:lnTo>
                    <a:pt x="1765" y="108115"/>
                  </a:lnTo>
                  <a:lnTo>
                    <a:pt x="4786" y="107746"/>
                  </a:lnTo>
                  <a:cubicBezTo>
                    <a:pt x="9316" y="107009"/>
                    <a:pt x="14224" y="106640"/>
                    <a:pt x="17621" y="106640"/>
                  </a:cubicBezTo>
                  <a:cubicBezTo>
                    <a:pt x="26682" y="106640"/>
                    <a:pt x="30079" y="112540"/>
                    <a:pt x="30079" y="128763"/>
                  </a:cubicBezTo>
                  <a:lnTo>
                    <a:pt x="30079" y="214302"/>
                  </a:lnTo>
                  <a:cubicBezTo>
                    <a:pt x="30079" y="240849"/>
                    <a:pt x="26304" y="244905"/>
                    <a:pt x="255" y="246379"/>
                  </a:cubicBezTo>
                  <a:lnTo>
                    <a:pt x="255" y="251910"/>
                  </a:lnTo>
                  <a:lnTo>
                    <a:pt x="89728" y="251910"/>
                  </a:lnTo>
                  <a:lnTo>
                    <a:pt x="89728" y="246379"/>
                  </a:lnTo>
                  <a:cubicBezTo>
                    <a:pt x="64811" y="244536"/>
                    <a:pt x="61791" y="240849"/>
                    <a:pt x="61791" y="214302"/>
                  </a:cubicBezTo>
                  <a:lnTo>
                    <a:pt x="61791" y="83412"/>
                  </a:lnTo>
                  <a:lnTo>
                    <a:pt x="60281" y="82306"/>
                  </a:lnTo>
                  <a:close/>
                  <a:moveTo>
                    <a:pt x="42538" y="85"/>
                  </a:moveTo>
                  <a:cubicBezTo>
                    <a:pt x="32345" y="85"/>
                    <a:pt x="23662" y="8565"/>
                    <a:pt x="23662" y="18889"/>
                  </a:cubicBezTo>
                  <a:cubicBezTo>
                    <a:pt x="23662" y="29212"/>
                    <a:pt x="31967" y="37693"/>
                    <a:pt x="42538" y="37693"/>
                  </a:cubicBezTo>
                  <a:cubicBezTo>
                    <a:pt x="53486" y="37693"/>
                    <a:pt x="62169" y="29581"/>
                    <a:pt x="62169" y="18889"/>
                  </a:cubicBezTo>
                  <a:cubicBezTo>
                    <a:pt x="62169" y="8565"/>
                    <a:pt x="53486" y="85"/>
                    <a:pt x="42538" y="85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76EC3DDD-9317-71B5-0F6A-0393EDB1770C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3417997" y="6050500"/>
              <a:ext cx="100420" cy="217166"/>
            </a:xfrm>
            <a:custGeom>
              <a:avLst/>
              <a:gdLst>
                <a:gd name="connsiteX0" fmla="*/ 91618 w 100420"/>
                <a:gd name="connsiteY0" fmla="*/ 47648 h 217166"/>
                <a:gd name="connsiteX1" fmla="*/ 53489 w 100420"/>
                <a:gd name="connsiteY1" fmla="*/ 47648 h 217166"/>
                <a:gd name="connsiteX2" fmla="*/ 53489 w 100420"/>
                <a:gd name="connsiteY2" fmla="*/ 4878 h 217166"/>
                <a:gd name="connsiteX3" fmla="*/ 50846 w 100420"/>
                <a:gd name="connsiteY3" fmla="*/ 85 h 217166"/>
                <a:gd name="connsiteX4" fmla="*/ 43295 w 100420"/>
                <a:gd name="connsiteY4" fmla="*/ 10408 h 217166"/>
                <a:gd name="connsiteX5" fmla="*/ 6676 w 100420"/>
                <a:gd name="connsiteY5" fmla="*/ 49860 h 217166"/>
                <a:gd name="connsiteX6" fmla="*/ 258 w 100420"/>
                <a:gd name="connsiteY6" fmla="*/ 56865 h 217166"/>
                <a:gd name="connsiteX7" fmla="*/ 1768 w 100420"/>
                <a:gd name="connsiteY7" fmla="*/ 59446 h 217166"/>
                <a:gd name="connsiteX8" fmla="*/ 21777 w 100420"/>
                <a:gd name="connsiteY8" fmla="*/ 59446 h 217166"/>
                <a:gd name="connsiteX9" fmla="*/ 21777 w 100420"/>
                <a:gd name="connsiteY9" fmla="*/ 170426 h 217166"/>
                <a:gd name="connsiteX10" fmla="*/ 55376 w 100420"/>
                <a:gd name="connsiteY10" fmla="*/ 217252 h 217166"/>
                <a:gd name="connsiteX11" fmla="*/ 100678 w 100420"/>
                <a:gd name="connsiteY11" fmla="*/ 189230 h 217166"/>
                <a:gd name="connsiteX12" fmla="*/ 95771 w 100420"/>
                <a:gd name="connsiteY12" fmla="*/ 185174 h 217166"/>
                <a:gd name="connsiteX13" fmla="*/ 73120 w 100420"/>
                <a:gd name="connsiteY13" fmla="*/ 198079 h 217166"/>
                <a:gd name="connsiteX14" fmla="*/ 53489 w 100420"/>
                <a:gd name="connsiteY14" fmla="*/ 164896 h 217166"/>
                <a:gd name="connsiteX15" fmla="*/ 53489 w 100420"/>
                <a:gd name="connsiteY15" fmla="*/ 59446 h 217166"/>
                <a:gd name="connsiteX16" fmla="*/ 91618 w 100420"/>
                <a:gd name="connsiteY16" fmla="*/ 59446 h 217166"/>
                <a:gd name="connsiteX17" fmla="*/ 91618 w 100420"/>
                <a:gd name="connsiteY17" fmla="*/ 47648 h 21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420" h="217166">
                  <a:moveTo>
                    <a:pt x="91618" y="47648"/>
                  </a:moveTo>
                  <a:lnTo>
                    <a:pt x="53489" y="47648"/>
                  </a:lnTo>
                  <a:lnTo>
                    <a:pt x="53489" y="4878"/>
                  </a:lnTo>
                  <a:cubicBezTo>
                    <a:pt x="53489" y="1191"/>
                    <a:pt x="53111" y="85"/>
                    <a:pt x="50846" y="85"/>
                  </a:cubicBezTo>
                  <a:cubicBezTo>
                    <a:pt x="48203" y="3403"/>
                    <a:pt x="45938" y="6721"/>
                    <a:pt x="43295" y="10408"/>
                  </a:cubicBezTo>
                  <a:cubicBezTo>
                    <a:pt x="28950" y="30687"/>
                    <a:pt x="12716" y="48385"/>
                    <a:pt x="6676" y="49860"/>
                  </a:cubicBezTo>
                  <a:cubicBezTo>
                    <a:pt x="2523" y="52441"/>
                    <a:pt x="258" y="55022"/>
                    <a:pt x="258" y="56865"/>
                  </a:cubicBezTo>
                  <a:cubicBezTo>
                    <a:pt x="258" y="57971"/>
                    <a:pt x="636" y="58709"/>
                    <a:pt x="1768" y="59446"/>
                  </a:cubicBezTo>
                  <a:lnTo>
                    <a:pt x="21777" y="59446"/>
                  </a:lnTo>
                  <a:lnTo>
                    <a:pt x="21777" y="170426"/>
                  </a:lnTo>
                  <a:cubicBezTo>
                    <a:pt x="21777" y="201397"/>
                    <a:pt x="33102" y="217252"/>
                    <a:pt x="55376" y="217252"/>
                  </a:cubicBezTo>
                  <a:cubicBezTo>
                    <a:pt x="73875" y="217252"/>
                    <a:pt x="88220" y="208403"/>
                    <a:pt x="100678" y="189230"/>
                  </a:cubicBezTo>
                  <a:lnTo>
                    <a:pt x="95771" y="185174"/>
                  </a:lnTo>
                  <a:cubicBezTo>
                    <a:pt x="87843" y="194392"/>
                    <a:pt x="81425" y="198079"/>
                    <a:pt x="73120" y="198079"/>
                  </a:cubicBezTo>
                  <a:cubicBezTo>
                    <a:pt x="59151" y="198079"/>
                    <a:pt x="53489" y="188124"/>
                    <a:pt x="53489" y="164896"/>
                  </a:cubicBezTo>
                  <a:lnTo>
                    <a:pt x="53489" y="59446"/>
                  </a:lnTo>
                  <a:lnTo>
                    <a:pt x="91618" y="59446"/>
                  </a:lnTo>
                  <a:lnTo>
                    <a:pt x="91618" y="47648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586E697-8FB3-A8B6-4FC0-8176B8A42072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3521828" y="6012154"/>
              <a:ext cx="180454" cy="251825"/>
            </a:xfrm>
            <a:custGeom>
              <a:avLst/>
              <a:gdLst>
                <a:gd name="connsiteX0" fmla="*/ 56134 w 180454"/>
                <a:gd name="connsiteY0" fmla="*/ 125444 h 251825"/>
                <a:gd name="connsiteX1" fmla="*/ 98039 w 180454"/>
                <a:gd name="connsiteY1" fmla="*/ 102216 h 251825"/>
                <a:gd name="connsiteX2" fmla="*/ 126353 w 180454"/>
                <a:gd name="connsiteY2" fmla="*/ 141299 h 251825"/>
                <a:gd name="connsiteX3" fmla="*/ 126353 w 180454"/>
                <a:gd name="connsiteY3" fmla="*/ 214302 h 251825"/>
                <a:gd name="connsiteX4" fmla="*/ 100681 w 180454"/>
                <a:gd name="connsiteY4" fmla="*/ 246379 h 251825"/>
                <a:gd name="connsiteX5" fmla="*/ 100681 w 180454"/>
                <a:gd name="connsiteY5" fmla="*/ 251910 h 251825"/>
                <a:gd name="connsiteX6" fmla="*/ 180715 w 180454"/>
                <a:gd name="connsiteY6" fmla="*/ 251910 h 251825"/>
                <a:gd name="connsiteX7" fmla="*/ 180715 w 180454"/>
                <a:gd name="connsiteY7" fmla="*/ 246379 h 251825"/>
                <a:gd name="connsiteX8" fmla="*/ 158064 w 180454"/>
                <a:gd name="connsiteY8" fmla="*/ 214302 h 251825"/>
                <a:gd name="connsiteX9" fmla="*/ 158064 w 180454"/>
                <a:gd name="connsiteY9" fmla="*/ 140930 h 251825"/>
                <a:gd name="connsiteX10" fmla="*/ 111629 w 180454"/>
                <a:gd name="connsiteY10" fmla="*/ 82306 h 251825"/>
                <a:gd name="connsiteX11" fmla="*/ 56134 w 180454"/>
                <a:gd name="connsiteY11" fmla="*/ 113277 h 251825"/>
                <a:gd name="connsiteX12" fmla="*/ 56134 w 180454"/>
                <a:gd name="connsiteY12" fmla="*/ 1191 h 251825"/>
                <a:gd name="connsiteX13" fmla="*/ 54246 w 180454"/>
                <a:gd name="connsiteY13" fmla="*/ 85 h 251825"/>
                <a:gd name="connsiteX14" fmla="*/ 10832 w 180454"/>
                <a:gd name="connsiteY14" fmla="*/ 13358 h 251825"/>
                <a:gd name="connsiteX15" fmla="*/ 638 w 180454"/>
                <a:gd name="connsiteY15" fmla="*/ 16308 h 251825"/>
                <a:gd name="connsiteX16" fmla="*/ 638 w 180454"/>
                <a:gd name="connsiteY16" fmla="*/ 22207 h 251825"/>
                <a:gd name="connsiteX17" fmla="*/ 5169 w 180454"/>
                <a:gd name="connsiteY17" fmla="*/ 21838 h 251825"/>
                <a:gd name="connsiteX18" fmla="*/ 24422 w 180454"/>
                <a:gd name="connsiteY18" fmla="*/ 40642 h 251825"/>
                <a:gd name="connsiteX19" fmla="*/ 24422 w 180454"/>
                <a:gd name="connsiteY19" fmla="*/ 214302 h 251825"/>
                <a:gd name="connsiteX20" fmla="*/ 261 w 180454"/>
                <a:gd name="connsiteY20" fmla="*/ 246379 h 251825"/>
                <a:gd name="connsiteX21" fmla="*/ 261 w 180454"/>
                <a:gd name="connsiteY21" fmla="*/ 251910 h 251825"/>
                <a:gd name="connsiteX22" fmla="*/ 81805 w 180454"/>
                <a:gd name="connsiteY22" fmla="*/ 251910 h 251825"/>
                <a:gd name="connsiteX23" fmla="*/ 81805 w 180454"/>
                <a:gd name="connsiteY23" fmla="*/ 246379 h 251825"/>
                <a:gd name="connsiteX24" fmla="*/ 56134 w 180454"/>
                <a:gd name="connsiteY24" fmla="*/ 214302 h 251825"/>
                <a:gd name="connsiteX25" fmla="*/ 56134 w 180454"/>
                <a:gd name="connsiteY25" fmla="*/ 125444 h 2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0454" h="251825">
                  <a:moveTo>
                    <a:pt x="56134" y="125444"/>
                  </a:moveTo>
                  <a:cubicBezTo>
                    <a:pt x="71990" y="108484"/>
                    <a:pt x="83315" y="102216"/>
                    <a:pt x="98039" y="102216"/>
                  </a:cubicBezTo>
                  <a:cubicBezTo>
                    <a:pt x="116915" y="102216"/>
                    <a:pt x="126353" y="115489"/>
                    <a:pt x="126353" y="141299"/>
                  </a:cubicBezTo>
                  <a:lnTo>
                    <a:pt x="126353" y="214302"/>
                  </a:lnTo>
                  <a:cubicBezTo>
                    <a:pt x="126353" y="239374"/>
                    <a:pt x="122577" y="244167"/>
                    <a:pt x="100681" y="246379"/>
                  </a:cubicBezTo>
                  <a:lnTo>
                    <a:pt x="100681" y="251910"/>
                  </a:lnTo>
                  <a:lnTo>
                    <a:pt x="180715" y="251910"/>
                  </a:lnTo>
                  <a:lnTo>
                    <a:pt x="180715" y="246379"/>
                  </a:lnTo>
                  <a:cubicBezTo>
                    <a:pt x="160329" y="242692"/>
                    <a:pt x="158064" y="239743"/>
                    <a:pt x="158064" y="214302"/>
                  </a:cubicBezTo>
                  <a:lnTo>
                    <a:pt x="158064" y="140930"/>
                  </a:lnTo>
                  <a:cubicBezTo>
                    <a:pt x="158064" y="102216"/>
                    <a:pt x="142208" y="82306"/>
                    <a:pt x="111629" y="82306"/>
                  </a:cubicBezTo>
                  <a:cubicBezTo>
                    <a:pt x="89356" y="82306"/>
                    <a:pt x="73500" y="91155"/>
                    <a:pt x="56134" y="113277"/>
                  </a:cubicBezTo>
                  <a:lnTo>
                    <a:pt x="56134" y="1191"/>
                  </a:lnTo>
                  <a:lnTo>
                    <a:pt x="54246" y="85"/>
                  </a:lnTo>
                  <a:cubicBezTo>
                    <a:pt x="41411" y="4509"/>
                    <a:pt x="31973" y="7459"/>
                    <a:pt x="10832" y="13358"/>
                  </a:cubicBezTo>
                  <a:lnTo>
                    <a:pt x="638" y="16308"/>
                  </a:lnTo>
                  <a:lnTo>
                    <a:pt x="638" y="22207"/>
                  </a:lnTo>
                  <a:cubicBezTo>
                    <a:pt x="2149" y="21838"/>
                    <a:pt x="3281" y="21838"/>
                    <a:pt x="5169" y="21838"/>
                  </a:cubicBezTo>
                  <a:cubicBezTo>
                    <a:pt x="21402" y="21838"/>
                    <a:pt x="24422" y="24788"/>
                    <a:pt x="24422" y="40642"/>
                  </a:cubicBezTo>
                  <a:lnTo>
                    <a:pt x="24422" y="214302"/>
                  </a:lnTo>
                  <a:cubicBezTo>
                    <a:pt x="24422" y="240111"/>
                    <a:pt x="22157" y="243430"/>
                    <a:pt x="261" y="246379"/>
                  </a:cubicBezTo>
                  <a:lnTo>
                    <a:pt x="261" y="251910"/>
                  </a:lnTo>
                  <a:lnTo>
                    <a:pt x="81805" y="251910"/>
                  </a:lnTo>
                  <a:lnTo>
                    <a:pt x="81805" y="246379"/>
                  </a:lnTo>
                  <a:cubicBezTo>
                    <a:pt x="59909" y="244167"/>
                    <a:pt x="56134" y="239743"/>
                    <a:pt x="56134" y="214302"/>
                  </a:cubicBezTo>
                  <a:lnTo>
                    <a:pt x="56134" y="125444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8C5466DA-2166-A3A2-D485-D45F9760765F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3796598" y="6062667"/>
              <a:ext cx="97777" cy="205368"/>
            </a:xfrm>
            <a:custGeom>
              <a:avLst/>
              <a:gdLst>
                <a:gd name="connsiteX0" fmla="*/ 98045 w 97777"/>
                <a:gd name="connsiteY0" fmla="*/ 43592 h 205368"/>
                <a:gd name="connsiteX1" fmla="*/ 67844 w 97777"/>
                <a:gd name="connsiteY1" fmla="*/ 43592 h 205368"/>
                <a:gd name="connsiteX2" fmla="*/ 78414 w 97777"/>
                <a:gd name="connsiteY2" fmla="*/ 5615 h 205368"/>
                <a:gd name="connsiteX3" fmla="*/ 78792 w 97777"/>
                <a:gd name="connsiteY3" fmla="*/ 3772 h 205368"/>
                <a:gd name="connsiteX4" fmla="*/ 75772 w 97777"/>
                <a:gd name="connsiteY4" fmla="*/ 85 h 205368"/>
                <a:gd name="connsiteX5" fmla="*/ 70109 w 97777"/>
                <a:gd name="connsiteY5" fmla="*/ 3403 h 205368"/>
                <a:gd name="connsiteX6" fmla="*/ 19899 w 97777"/>
                <a:gd name="connsiteY6" fmla="*/ 43961 h 205368"/>
                <a:gd name="connsiteX7" fmla="*/ 7818 w 97777"/>
                <a:gd name="connsiteY7" fmla="*/ 53178 h 205368"/>
                <a:gd name="connsiteX8" fmla="*/ 8196 w 97777"/>
                <a:gd name="connsiteY8" fmla="*/ 55390 h 205368"/>
                <a:gd name="connsiteX9" fmla="*/ 36132 w 97777"/>
                <a:gd name="connsiteY9" fmla="*/ 55390 h 205368"/>
                <a:gd name="connsiteX10" fmla="*/ 8951 w 97777"/>
                <a:gd name="connsiteY10" fmla="*/ 156784 h 205368"/>
                <a:gd name="connsiteX11" fmla="*/ 6686 w 97777"/>
                <a:gd name="connsiteY11" fmla="*/ 164527 h 205368"/>
                <a:gd name="connsiteX12" fmla="*/ 268 w 97777"/>
                <a:gd name="connsiteY12" fmla="*/ 191442 h 205368"/>
                <a:gd name="connsiteX13" fmla="*/ 18389 w 97777"/>
                <a:gd name="connsiteY13" fmla="*/ 205453 h 205368"/>
                <a:gd name="connsiteX14" fmla="*/ 71997 w 97777"/>
                <a:gd name="connsiteY14" fmla="*/ 160840 h 205368"/>
                <a:gd name="connsiteX15" fmla="*/ 67089 w 97777"/>
                <a:gd name="connsiteY15" fmla="*/ 158259 h 205368"/>
                <a:gd name="connsiteX16" fmla="*/ 36510 w 97777"/>
                <a:gd name="connsiteY16" fmla="*/ 187387 h 205368"/>
                <a:gd name="connsiteX17" fmla="*/ 30847 w 97777"/>
                <a:gd name="connsiteY17" fmla="*/ 180013 h 205368"/>
                <a:gd name="connsiteX18" fmla="*/ 31225 w 97777"/>
                <a:gd name="connsiteY18" fmla="*/ 178169 h 205368"/>
                <a:gd name="connsiteX19" fmla="*/ 64446 w 97777"/>
                <a:gd name="connsiteY19" fmla="*/ 55390 h 205368"/>
                <a:gd name="connsiteX20" fmla="*/ 96158 w 97777"/>
                <a:gd name="connsiteY20" fmla="*/ 55390 h 205368"/>
                <a:gd name="connsiteX21" fmla="*/ 98045 w 97777"/>
                <a:gd name="connsiteY21" fmla="*/ 43592 h 205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7777" h="205368">
                  <a:moveTo>
                    <a:pt x="98045" y="43592"/>
                  </a:moveTo>
                  <a:lnTo>
                    <a:pt x="67844" y="43592"/>
                  </a:lnTo>
                  <a:lnTo>
                    <a:pt x="78414" y="5615"/>
                  </a:lnTo>
                  <a:cubicBezTo>
                    <a:pt x="78792" y="4878"/>
                    <a:pt x="78792" y="4140"/>
                    <a:pt x="78792" y="3772"/>
                  </a:cubicBezTo>
                  <a:cubicBezTo>
                    <a:pt x="78792" y="1191"/>
                    <a:pt x="77659" y="85"/>
                    <a:pt x="75772" y="85"/>
                  </a:cubicBezTo>
                  <a:cubicBezTo>
                    <a:pt x="73507" y="85"/>
                    <a:pt x="72374" y="453"/>
                    <a:pt x="70109" y="3403"/>
                  </a:cubicBezTo>
                  <a:cubicBezTo>
                    <a:pt x="55386" y="22207"/>
                    <a:pt x="31980" y="40642"/>
                    <a:pt x="19899" y="43961"/>
                  </a:cubicBezTo>
                  <a:cubicBezTo>
                    <a:pt x="10461" y="46910"/>
                    <a:pt x="7818" y="49122"/>
                    <a:pt x="7818" y="53178"/>
                  </a:cubicBezTo>
                  <a:cubicBezTo>
                    <a:pt x="7818" y="53547"/>
                    <a:pt x="7818" y="54284"/>
                    <a:pt x="8196" y="55390"/>
                  </a:cubicBezTo>
                  <a:lnTo>
                    <a:pt x="36132" y="55390"/>
                  </a:lnTo>
                  <a:lnTo>
                    <a:pt x="8951" y="156784"/>
                  </a:lnTo>
                  <a:cubicBezTo>
                    <a:pt x="8196" y="160102"/>
                    <a:pt x="7818" y="161209"/>
                    <a:pt x="6686" y="164527"/>
                  </a:cubicBezTo>
                  <a:cubicBezTo>
                    <a:pt x="3288" y="175588"/>
                    <a:pt x="268" y="188493"/>
                    <a:pt x="268" y="191442"/>
                  </a:cubicBezTo>
                  <a:cubicBezTo>
                    <a:pt x="268" y="199554"/>
                    <a:pt x="8196" y="205453"/>
                    <a:pt x="18389" y="205453"/>
                  </a:cubicBezTo>
                  <a:cubicBezTo>
                    <a:pt x="35755" y="205453"/>
                    <a:pt x="48213" y="195129"/>
                    <a:pt x="71997" y="160840"/>
                  </a:cubicBezTo>
                  <a:lnTo>
                    <a:pt x="67089" y="158259"/>
                  </a:lnTo>
                  <a:cubicBezTo>
                    <a:pt x="48590" y="181487"/>
                    <a:pt x="42550" y="187387"/>
                    <a:pt x="36510" y="187387"/>
                  </a:cubicBezTo>
                  <a:cubicBezTo>
                    <a:pt x="33112" y="187387"/>
                    <a:pt x="30847" y="184437"/>
                    <a:pt x="30847" y="180013"/>
                  </a:cubicBezTo>
                  <a:cubicBezTo>
                    <a:pt x="30847" y="179644"/>
                    <a:pt x="30847" y="179275"/>
                    <a:pt x="31225" y="178169"/>
                  </a:cubicBezTo>
                  <a:lnTo>
                    <a:pt x="64446" y="55390"/>
                  </a:lnTo>
                  <a:lnTo>
                    <a:pt x="96158" y="55390"/>
                  </a:lnTo>
                  <a:lnTo>
                    <a:pt x="98045" y="43592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CE1AC2FE-D2DF-917C-4F00-AE704CD67A21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3894674" y="6135444"/>
              <a:ext cx="126272" cy="188260"/>
            </a:xfrm>
            <a:custGeom>
              <a:avLst/>
              <a:gdLst>
                <a:gd name="connsiteX0" fmla="*/ 64524 w 126272"/>
                <a:gd name="connsiteY0" fmla="*/ 87 h 188260"/>
                <a:gd name="connsiteX1" fmla="*/ 27089 w 126272"/>
                <a:gd name="connsiteY1" fmla="*/ 14275 h 188260"/>
                <a:gd name="connsiteX2" fmla="*/ 270 w 126272"/>
                <a:gd name="connsiteY2" fmla="*/ 92853 h 188260"/>
                <a:gd name="connsiteX3" fmla="*/ 22619 w 126272"/>
                <a:gd name="connsiteY3" fmla="*/ 169794 h 188260"/>
                <a:gd name="connsiteX4" fmla="*/ 63406 w 126272"/>
                <a:gd name="connsiteY4" fmla="*/ 188347 h 188260"/>
                <a:gd name="connsiteX5" fmla="*/ 99724 w 126272"/>
                <a:gd name="connsiteY5" fmla="*/ 174160 h 188260"/>
                <a:gd name="connsiteX6" fmla="*/ 126543 w 126272"/>
                <a:gd name="connsiteY6" fmla="*/ 94490 h 188260"/>
                <a:gd name="connsiteX7" fmla="*/ 64524 w 126272"/>
                <a:gd name="connsiteY7" fmla="*/ 87 h 188260"/>
                <a:gd name="connsiteX8" fmla="*/ 63686 w 126272"/>
                <a:gd name="connsiteY8" fmla="*/ 7181 h 188260"/>
                <a:gd name="connsiteX9" fmla="*/ 99724 w 126272"/>
                <a:gd name="connsiteY9" fmla="*/ 95036 h 188260"/>
                <a:gd name="connsiteX10" fmla="*/ 63406 w 126272"/>
                <a:gd name="connsiteY10" fmla="*/ 181253 h 188260"/>
                <a:gd name="connsiteX11" fmla="*/ 27089 w 126272"/>
                <a:gd name="connsiteY11" fmla="*/ 95309 h 188260"/>
                <a:gd name="connsiteX12" fmla="*/ 63686 w 126272"/>
                <a:gd name="connsiteY12" fmla="*/ 7181 h 188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6272" h="188260">
                  <a:moveTo>
                    <a:pt x="64524" y="87"/>
                  </a:moveTo>
                  <a:cubicBezTo>
                    <a:pt x="49159" y="87"/>
                    <a:pt x="37425" y="4725"/>
                    <a:pt x="27089" y="14275"/>
                  </a:cubicBezTo>
                  <a:cubicBezTo>
                    <a:pt x="10886" y="29554"/>
                    <a:pt x="270" y="60931"/>
                    <a:pt x="270" y="92853"/>
                  </a:cubicBezTo>
                  <a:cubicBezTo>
                    <a:pt x="270" y="122593"/>
                    <a:pt x="9489" y="154515"/>
                    <a:pt x="22619" y="169794"/>
                  </a:cubicBezTo>
                  <a:cubicBezTo>
                    <a:pt x="32956" y="181799"/>
                    <a:pt x="47203" y="188347"/>
                    <a:pt x="63406" y="188347"/>
                  </a:cubicBezTo>
                  <a:cubicBezTo>
                    <a:pt x="77654" y="188347"/>
                    <a:pt x="89667" y="183709"/>
                    <a:pt x="99724" y="174160"/>
                  </a:cubicBezTo>
                  <a:cubicBezTo>
                    <a:pt x="115927" y="159153"/>
                    <a:pt x="126543" y="127504"/>
                    <a:pt x="126543" y="94490"/>
                  </a:cubicBezTo>
                  <a:cubicBezTo>
                    <a:pt x="126543" y="38558"/>
                    <a:pt x="101121" y="87"/>
                    <a:pt x="64524" y="87"/>
                  </a:cubicBezTo>
                  <a:close/>
                  <a:moveTo>
                    <a:pt x="63686" y="7181"/>
                  </a:moveTo>
                  <a:cubicBezTo>
                    <a:pt x="87152" y="7181"/>
                    <a:pt x="99724" y="38012"/>
                    <a:pt x="99724" y="95036"/>
                  </a:cubicBezTo>
                  <a:cubicBezTo>
                    <a:pt x="99724" y="152059"/>
                    <a:pt x="87432" y="181253"/>
                    <a:pt x="63406" y="181253"/>
                  </a:cubicBezTo>
                  <a:cubicBezTo>
                    <a:pt x="39381" y="181253"/>
                    <a:pt x="27089" y="152059"/>
                    <a:pt x="27089" y="95309"/>
                  </a:cubicBezTo>
                  <a:cubicBezTo>
                    <a:pt x="27089" y="37466"/>
                    <a:pt x="39660" y="7181"/>
                    <a:pt x="63686" y="7181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696FF0E-61F0-AB69-26EA-9D5D24FD3EDE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4152469" y="6128665"/>
              <a:ext cx="251050" cy="86276"/>
            </a:xfrm>
            <a:custGeom>
              <a:avLst/>
              <a:gdLst>
                <a:gd name="connsiteX0" fmla="*/ 238493 w 251050"/>
                <a:gd name="connsiteY0" fmla="*/ 14832 h 86276"/>
                <a:gd name="connsiteX1" fmla="*/ 251329 w 251050"/>
                <a:gd name="connsiteY1" fmla="*/ 7458 h 86276"/>
                <a:gd name="connsiteX2" fmla="*/ 238870 w 251050"/>
                <a:gd name="connsiteY2" fmla="*/ 84 h 86276"/>
                <a:gd name="connsiteX3" fmla="*/ 12736 w 251050"/>
                <a:gd name="connsiteY3" fmla="*/ 84 h 86276"/>
                <a:gd name="connsiteX4" fmla="*/ 278 w 251050"/>
                <a:gd name="connsiteY4" fmla="*/ 7458 h 86276"/>
                <a:gd name="connsiteX5" fmla="*/ 13114 w 251050"/>
                <a:gd name="connsiteY5" fmla="*/ 14832 h 86276"/>
                <a:gd name="connsiteX6" fmla="*/ 238493 w 251050"/>
                <a:gd name="connsiteY6" fmla="*/ 14832 h 86276"/>
                <a:gd name="connsiteX7" fmla="*/ 238870 w 251050"/>
                <a:gd name="connsiteY7" fmla="*/ 86361 h 86276"/>
                <a:gd name="connsiteX8" fmla="*/ 251329 w 251050"/>
                <a:gd name="connsiteY8" fmla="*/ 78987 h 86276"/>
                <a:gd name="connsiteX9" fmla="*/ 238493 w 251050"/>
                <a:gd name="connsiteY9" fmla="*/ 71613 h 86276"/>
                <a:gd name="connsiteX10" fmla="*/ 13114 w 251050"/>
                <a:gd name="connsiteY10" fmla="*/ 71613 h 86276"/>
                <a:gd name="connsiteX11" fmla="*/ 278 w 251050"/>
                <a:gd name="connsiteY11" fmla="*/ 78987 h 86276"/>
                <a:gd name="connsiteX12" fmla="*/ 12736 w 251050"/>
                <a:gd name="connsiteY12" fmla="*/ 86361 h 86276"/>
                <a:gd name="connsiteX13" fmla="*/ 238870 w 251050"/>
                <a:gd name="connsiteY13" fmla="*/ 86361 h 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050" h="86276">
                  <a:moveTo>
                    <a:pt x="238493" y="14832"/>
                  </a:moveTo>
                  <a:cubicBezTo>
                    <a:pt x="244156" y="14832"/>
                    <a:pt x="251329" y="14832"/>
                    <a:pt x="251329" y="7458"/>
                  </a:cubicBezTo>
                  <a:cubicBezTo>
                    <a:pt x="251329" y="84"/>
                    <a:pt x="244156" y="84"/>
                    <a:pt x="238870" y="84"/>
                  </a:cubicBezTo>
                  <a:lnTo>
                    <a:pt x="12736" y="84"/>
                  </a:lnTo>
                  <a:cubicBezTo>
                    <a:pt x="7451" y="84"/>
                    <a:pt x="278" y="84"/>
                    <a:pt x="278" y="7458"/>
                  </a:cubicBezTo>
                  <a:cubicBezTo>
                    <a:pt x="278" y="14832"/>
                    <a:pt x="7451" y="14832"/>
                    <a:pt x="13114" y="14832"/>
                  </a:cubicBezTo>
                  <a:lnTo>
                    <a:pt x="238493" y="14832"/>
                  </a:lnTo>
                  <a:close/>
                  <a:moveTo>
                    <a:pt x="238870" y="86361"/>
                  </a:moveTo>
                  <a:cubicBezTo>
                    <a:pt x="244156" y="86361"/>
                    <a:pt x="251329" y="86361"/>
                    <a:pt x="251329" y="78987"/>
                  </a:cubicBezTo>
                  <a:cubicBezTo>
                    <a:pt x="251329" y="71613"/>
                    <a:pt x="244156" y="71613"/>
                    <a:pt x="238493" y="71613"/>
                  </a:cubicBezTo>
                  <a:lnTo>
                    <a:pt x="13114" y="71613"/>
                  </a:lnTo>
                  <a:cubicBezTo>
                    <a:pt x="7451" y="71613"/>
                    <a:pt x="278" y="71613"/>
                    <a:pt x="278" y="78987"/>
                  </a:cubicBezTo>
                  <a:cubicBezTo>
                    <a:pt x="278" y="86361"/>
                    <a:pt x="7451" y="86361"/>
                    <a:pt x="12736" y="86361"/>
                  </a:cubicBezTo>
                  <a:lnTo>
                    <a:pt x="238870" y="86361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067970E6-F791-A4E4-354E-6C0DAA0CCFB3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4517136" y="6012154"/>
              <a:ext cx="89849" cy="251825"/>
            </a:xfrm>
            <a:custGeom>
              <a:avLst/>
              <a:gdLst>
                <a:gd name="connsiteX0" fmla="*/ 287 w 89849"/>
                <a:gd name="connsiteY0" fmla="*/ 22207 h 251825"/>
                <a:gd name="connsiteX1" fmla="*/ 2552 w 89849"/>
                <a:gd name="connsiteY1" fmla="*/ 22207 h 251825"/>
                <a:gd name="connsiteX2" fmla="*/ 14255 w 89849"/>
                <a:gd name="connsiteY2" fmla="*/ 21470 h 251825"/>
                <a:gd name="connsiteX3" fmla="*/ 30111 w 89849"/>
                <a:gd name="connsiteY3" fmla="*/ 43961 h 251825"/>
                <a:gd name="connsiteX4" fmla="*/ 30111 w 89849"/>
                <a:gd name="connsiteY4" fmla="*/ 219833 h 251825"/>
                <a:gd name="connsiteX5" fmla="*/ 1042 w 89849"/>
                <a:gd name="connsiteY5" fmla="*/ 246379 h 251825"/>
                <a:gd name="connsiteX6" fmla="*/ 1042 w 89849"/>
                <a:gd name="connsiteY6" fmla="*/ 251910 h 251825"/>
                <a:gd name="connsiteX7" fmla="*/ 90137 w 89849"/>
                <a:gd name="connsiteY7" fmla="*/ 251910 h 251825"/>
                <a:gd name="connsiteX8" fmla="*/ 90137 w 89849"/>
                <a:gd name="connsiteY8" fmla="*/ 246379 h 251825"/>
                <a:gd name="connsiteX9" fmla="*/ 61823 w 89849"/>
                <a:gd name="connsiteY9" fmla="*/ 220939 h 251825"/>
                <a:gd name="connsiteX10" fmla="*/ 61823 w 89849"/>
                <a:gd name="connsiteY10" fmla="*/ 822 h 251825"/>
                <a:gd name="connsiteX11" fmla="*/ 60313 w 89849"/>
                <a:gd name="connsiteY11" fmla="*/ 85 h 251825"/>
                <a:gd name="connsiteX12" fmla="*/ 287 w 89849"/>
                <a:gd name="connsiteY12" fmla="*/ 16308 h 251825"/>
                <a:gd name="connsiteX13" fmla="*/ 287 w 89849"/>
                <a:gd name="connsiteY13" fmla="*/ 22207 h 2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849" h="251825">
                  <a:moveTo>
                    <a:pt x="287" y="22207"/>
                  </a:moveTo>
                  <a:lnTo>
                    <a:pt x="2552" y="22207"/>
                  </a:lnTo>
                  <a:cubicBezTo>
                    <a:pt x="6705" y="21838"/>
                    <a:pt x="11235" y="21470"/>
                    <a:pt x="14255" y="21470"/>
                  </a:cubicBezTo>
                  <a:cubicBezTo>
                    <a:pt x="26336" y="21470"/>
                    <a:pt x="30111" y="26631"/>
                    <a:pt x="30111" y="43961"/>
                  </a:cubicBezTo>
                  <a:lnTo>
                    <a:pt x="30111" y="219833"/>
                  </a:lnTo>
                  <a:cubicBezTo>
                    <a:pt x="30111" y="239743"/>
                    <a:pt x="24826" y="244536"/>
                    <a:pt x="1042" y="246379"/>
                  </a:cubicBezTo>
                  <a:lnTo>
                    <a:pt x="1042" y="251910"/>
                  </a:lnTo>
                  <a:lnTo>
                    <a:pt x="90137" y="251910"/>
                  </a:lnTo>
                  <a:lnTo>
                    <a:pt x="90137" y="246379"/>
                  </a:lnTo>
                  <a:cubicBezTo>
                    <a:pt x="66353" y="244905"/>
                    <a:pt x="61823" y="241217"/>
                    <a:pt x="61823" y="220939"/>
                  </a:cubicBezTo>
                  <a:lnTo>
                    <a:pt x="61823" y="822"/>
                  </a:lnTo>
                  <a:lnTo>
                    <a:pt x="60313" y="85"/>
                  </a:lnTo>
                  <a:cubicBezTo>
                    <a:pt x="40682" y="6353"/>
                    <a:pt x="26336" y="10040"/>
                    <a:pt x="287" y="16308"/>
                  </a:cubicBezTo>
                  <a:lnTo>
                    <a:pt x="287" y="22207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828C4667-BC97-47C7-F51A-3EC47CA29199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4621343" y="6094375"/>
              <a:ext cx="177056" cy="169604"/>
            </a:xfrm>
            <a:custGeom>
              <a:avLst/>
              <a:gdLst>
                <a:gd name="connsiteX0" fmla="*/ 290 w 177056"/>
                <a:gd name="connsiteY0" fmla="*/ 22944 h 169604"/>
                <a:gd name="connsiteX1" fmla="*/ 10483 w 177056"/>
                <a:gd name="connsiteY1" fmla="*/ 21470 h 169604"/>
                <a:gd name="connsiteX2" fmla="*/ 24451 w 177056"/>
                <a:gd name="connsiteY2" fmla="*/ 45067 h 169604"/>
                <a:gd name="connsiteX3" fmla="*/ 24451 w 177056"/>
                <a:gd name="connsiteY3" fmla="*/ 136505 h 169604"/>
                <a:gd name="connsiteX4" fmla="*/ 1045 w 177056"/>
                <a:gd name="connsiteY4" fmla="*/ 164158 h 169604"/>
                <a:gd name="connsiteX5" fmla="*/ 1045 w 177056"/>
                <a:gd name="connsiteY5" fmla="*/ 169689 h 169604"/>
                <a:gd name="connsiteX6" fmla="*/ 81079 w 177056"/>
                <a:gd name="connsiteY6" fmla="*/ 169689 h 169604"/>
                <a:gd name="connsiteX7" fmla="*/ 81079 w 177056"/>
                <a:gd name="connsiteY7" fmla="*/ 164158 h 169604"/>
                <a:gd name="connsiteX8" fmla="*/ 56163 w 177056"/>
                <a:gd name="connsiteY8" fmla="*/ 144986 h 169604"/>
                <a:gd name="connsiteX9" fmla="*/ 56163 w 177056"/>
                <a:gd name="connsiteY9" fmla="*/ 41380 h 169604"/>
                <a:gd name="connsiteX10" fmla="*/ 95047 w 177056"/>
                <a:gd name="connsiteY10" fmla="*/ 20363 h 169604"/>
                <a:gd name="connsiteX11" fmla="*/ 122606 w 177056"/>
                <a:gd name="connsiteY11" fmla="*/ 56128 h 169604"/>
                <a:gd name="connsiteX12" fmla="*/ 122606 w 177056"/>
                <a:gd name="connsiteY12" fmla="*/ 133187 h 169604"/>
                <a:gd name="connsiteX13" fmla="*/ 98822 w 177056"/>
                <a:gd name="connsiteY13" fmla="*/ 164158 h 169604"/>
                <a:gd name="connsiteX14" fmla="*/ 98822 w 177056"/>
                <a:gd name="connsiteY14" fmla="*/ 169689 h 169604"/>
                <a:gd name="connsiteX15" fmla="*/ 177347 w 177056"/>
                <a:gd name="connsiteY15" fmla="*/ 169689 h 169604"/>
                <a:gd name="connsiteX16" fmla="*/ 177347 w 177056"/>
                <a:gd name="connsiteY16" fmla="*/ 164158 h 169604"/>
                <a:gd name="connsiteX17" fmla="*/ 154318 w 177056"/>
                <a:gd name="connsiteY17" fmla="*/ 139824 h 169604"/>
                <a:gd name="connsiteX18" fmla="*/ 154318 w 177056"/>
                <a:gd name="connsiteY18" fmla="*/ 55390 h 169604"/>
                <a:gd name="connsiteX19" fmla="*/ 109770 w 177056"/>
                <a:gd name="connsiteY19" fmla="*/ 85 h 169604"/>
                <a:gd name="connsiteX20" fmla="*/ 55030 w 177056"/>
                <a:gd name="connsiteY20" fmla="*/ 29950 h 169604"/>
                <a:gd name="connsiteX21" fmla="*/ 55030 w 177056"/>
                <a:gd name="connsiteY21" fmla="*/ 822 h 169604"/>
                <a:gd name="connsiteX22" fmla="*/ 52388 w 177056"/>
                <a:gd name="connsiteY22" fmla="*/ 85 h 169604"/>
                <a:gd name="connsiteX23" fmla="*/ 290 w 177056"/>
                <a:gd name="connsiteY23" fmla="*/ 16676 h 169604"/>
                <a:gd name="connsiteX24" fmla="*/ 290 w 177056"/>
                <a:gd name="connsiteY24" fmla="*/ 22944 h 16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056" h="169604">
                  <a:moveTo>
                    <a:pt x="290" y="22944"/>
                  </a:moveTo>
                  <a:cubicBezTo>
                    <a:pt x="2555" y="21838"/>
                    <a:pt x="6330" y="21470"/>
                    <a:pt x="10483" y="21470"/>
                  </a:cubicBezTo>
                  <a:cubicBezTo>
                    <a:pt x="21053" y="21470"/>
                    <a:pt x="24451" y="27000"/>
                    <a:pt x="24451" y="45067"/>
                  </a:cubicBezTo>
                  <a:lnTo>
                    <a:pt x="24451" y="136505"/>
                  </a:lnTo>
                  <a:cubicBezTo>
                    <a:pt x="24451" y="157522"/>
                    <a:pt x="20298" y="162683"/>
                    <a:pt x="1045" y="164158"/>
                  </a:cubicBezTo>
                  <a:lnTo>
                    <a:pt x="1045" y="169689"/>
                  </a:lnTo>
                  <a:lnTo>
                    <a:pt x="81079" y="169689"/>
                  </a:lnTo>
                  <a:lnTo>
                    <a:pt x="81079" y="164158"/>
                  </a:lnTo>
                  <a:cubicBezTo>
                    <a:pt x="61826" y="162683"/>
                    <a:pt x="56163" y="158259"/>
                    <a:pt x="56163" y="144986"/>
                  </a:cubicBezTo>
                  <a:lnTo>
                    <a:pt x="56163" y="41380"/>
                  </a:lnTo>
                  <a:cubicBezTo>
                    <a:pt x="74284" y="24788"/>
                    <a:pt x="82589" y="20363"/>
                    <a:pt x="95047" y="20363"/>
                  </a:cubicBezTo>
                  <a:cubicBezTo>
                    <a:pt x="113546" y="20363"/>
                    <a:pt x="122606" y="31793"/>
                    <a:pt x="122606" y="56128"/>
                  </a:cubicBezTo>
                  <a:lnTo>
                    <a:pt x="122606" y="133187"/>
                  </a:lnTo>
                  <a:cubicBezTo>
                    <a:pt x="122606" y="156415"/>
                    <a:pt x="117698" y="162683"/>
                    <a:pt x="98822" y="164158"/>
                  </a:cubicBezTo>
                  <a:lnTo>
                    <a:pt x="98822" y="169689"/>
                  </a:lnTo>
                  <a:lnTo>
                    <a:pt x="177347" y="169689"/>
                  </a:lnTo>
                  <a:lnTo>
                    <a:pt x="177347" y="164158"/>
                  </a:lnTo>
                  <a:cubicBezTo>
                    <a:pt x="158848" y="162315"/>
                    <a:pt x="154318" y="157890"/>
                    <a:pt x="154318" y="139824"/>
                  </a:cubicBezTo>
                  <a:lnTo>
                    <a:pt x="154318" y="55390"/>
                  </a:lnTo>
                  <a:cubicBezTo>
                    <a:pt x="154318" y="20732"/>
                    <a:pt x="137707" y="85"/>
                    <a:pt x="109770" y="85"/>
                  </a:cubicBezTo>
                  <a:cubicBezTo>
                    <a:pt x="92405" y="85"/>
                    <a:pt x="80701" y="6353"/>
                    <a:pt x="55030" y="29950"/>
                  </a:cubicBezTo>
                  <a:lnTo>
                    <a:pt x="55030" y="822"/>
                  </a:lnTo>
                  <a:lnTo>
                    <a:pt x="52388" y="85"/>
                  </a:lnTo>
                  <a:cubicBezTo>
                    <a:pt x="33889" y="6721"/>
                    <a:pt x="21053" y="10777"/>
                    <a:pt x="290" y="16676"/>
                  </a:cubicBezTo>
                  <a:lnTo>
                    <a:pt x="290" y="22944"/>
                  </a:ln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97D61DE3-E892-53C4-36D0-62A5F8F05294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4842145" y="5987451"/>
              <a:ext cx="87584" cy="368704"/>
            </a:xfrm>
            <a:custGeom>
              <a:avLst/>
              <a:gdLst>
                <a:gd name="connsiteX0" fmla="*/ 87880 w 87584"/>
                <a:gd name="connsiteY0" fmla="*/ 365101 h 368704"/>
                <a:gd name="connsiteX1" fmla="*/ 81462 w 87584"/>
                <a:gd name="connsiteY1" fmla="*/ 356990 h 368704"/>
                <a:gd name="connsiteX2" fmla="*/ 22191 w 87584"/>
                <a:gd name="connsiteY2" fmla="*/ 184436 h 368704"/>
                <a:gd name="connsiteX3" fmla="*/ 82972 w 87584"/>
                <a:gd name="connsiteY3" fmla="*/ 10039 h 368704"/>
                <a:gd name="connsiteX4" fmla="*/ 87880 w 87584"/>
                <a:gd name="connsiteY4" fmla="*/ 3771 h 368704"/>
                <a:gd name="connsiteX5" fmla="*/ 84105 w 87584"/>
                <a:gd name="connsiteY5" fmla="*/ 84 h 368704"/>
                <a:gd name="connsiteX6" fmla="*/ 24079 w 87584"/>
                <a:gd name="connsiteY6" fmla="*/ 71981 h 368704"/>
                <a:gd name="connsiteX7" fmla="*/ 295 w 87584"/>
                <a:gd name="connsiteY7" fmla="*/ 184436 h 368704"/>
                <a:gd name="connsiteX8" fmla="*/ 25212 w 87584"/>
                <a:gd name="connsiteY8" fmla="*/ 299472 h 368704"/>
                <a:gd name="connsiteX9" fmla="*/ 84105 w 87584"/>
                <a:gd name="connsiteY9" fmla="*/ 368788 h 368704"/>
                <a:gd name="connsiteX10" fmla="*/ 87880 w 87584"/>
                <a:gd name="connsiteY10" fmla="*/ 365101 h 36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84" h="368704">
                  <a:moveTo>
                    <a:pt x="87880" y="365101"/>
                  </a:moveTo>
                  <a:cubicBezTo>
                    <a:pt x="87880" y="363995"/>
                    <a:pt x="87880" y="363258"/>
                    <a:pt x="81462" y="356990"/>
                  </a:cubicBezTo>
                  <a:cubicBezTo>
                    <a:pt x="34272" y="310533"/>
                    <a:pt x="22191" y="240848"/>
                    <a:pt x="22191" y="184436"/>
                  </a:cubicBezTo>
                  <a:cubicBezTo>
                    <a:pt x="22191" y="120282"/>
                    <a:pt x="36537" y="56127"/>
                    <a:pt x="82972" y="10039"/>
                  </a:cubicBezTo>
                  <a:cubicBezTo>
                    <a:pt x="87880" y="5615"/>
                    <a:pt x="87880" y="4877"/>
                    <a:pt x="87880" y="3771"/>
                  </a:cubicBezTo>
                  <a:cubicBezTo>
                    <a:pt x="87880" y="1190"/>
                    <a:pt x="86370" y="84"/>
                    <a:pt x="84105" y="84"/>
                  </a:cubicBezTo>
                  <a:cubicBezTo>
                    <a:pt x="80329" y="84"/>
                    <a:pt x="46353" y="25156"/>
                    <a:pt x="24079" y="71981"/>
                  </a:cubicBezTo>
                  <a:cubicBezTo>
                    <a:pt x="4826" y="112539"/>
                    <a:pt x="295" y="153465"/>
                    <a:pt x="295" y="184436"/>
                  </a:cubicBezTo>
                  <a:cubicBezTo>
                    <a:pt x="295" y="213195"/>
                    <a:pt x="4448" y="257808"/>
                    <a:pt x="25212" y="299472"/>
                  </a:cubicBezTo>
                  <a:cubicBezTo>
                    <a:pt x="47863" y="344823"/>
                    <a:pt x="80329" y="368788"/>
                    <a:pt x="84105" y="368788"/>
                  </a:cubicBezTo>
                  <a:cubicBezTo>
                    <a:pt x="86370" y="368788"/>
                    <a:pt x="87880" y="367682"/>
                    <a:pt x="87880" y="365101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6367DA3-A6CA-ADA7-1FCC-8CDAC9B314C5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4958211" y="6101381"/>
              <a:ext cx="173281" cy="166654"/>
            </a:xfrm>
            <a:custGeom>
              <a:avLst/>
              <a:gdLst>
                <a:gd name="connsiteX0" fmla="*/ 169050 w 173281"/>
                <a:gd name="connsiteY0" fmla="*/ 122126 h 166654"/>
                <a:gd name="connsiteX1" fmla="*/ 158479 w 173281"/>
                <a:gd name="connsiteY1" fmla="*/ 132450 h 166654"/>
                <a:gd name="connsiteX2" fmla="*/ 138848 w 173281"/>
                <a:gd name="connsiteY2" fmla="*/ 147567 h 166654"/>
                <a:gd name="connsiteX3" fmla="*/ 133563 w 173281"/>
                <a:gd name="connsiteY3" fmla="*/ 142773 h 166654"/>
                <a:gd name="connsiteX4" fmla="*/ 167162 w 173281"/>
                <a:gd name="connsiteY4" fmla="*/ 8934 h 166654"/>
                <a:gd name="connsiteX5" fmla="*/ 169427 w 173281"/>
                <a:gd name="connsiteY5" fmla="*/ 1191 h 166654"/>
                <a:gd name="connsiteX6" fmla="*/ 166785 w 173281"/>
                <a:gd name="connsiteY6" fmla="*/ 85 h 166654"/>
                <a:gd name="connsiteX7" fmla="*/ 143756 w 173281"/>
                <a:gd name="connsiteY7" fmla="*/ 2666 h 166654"/>
                <a:gd name="connsiteX8" fmla="*/ 142624 w 173281"/>
                <a:gd name="connsiteY8" fmla="*/ 3772 h 166654"/>
                <a:gd name="connsiteX9" fmla="*/ 138471 w 173281"/>
                <a:gd name="connsiteY9" fmla="*/ 21470 h 166654"/>
                <a:gd name="connsiteX10" fmla="*/ 108269 w 173281"/>
                <a:gd name="connsiteY10" fmla="*/ 85 h 166654"/>
                <a:gd name="connsiteX11" fmla="*/ 299 w 173281"/>
                <a:gd name="connsiteY11" fmla="*/ 125813 h 166654"/>
                <a:gd name="connsiteX12" fmla="*/ 38806 w 173281"/>
                <a:gd name="connsiteY12" fmla="*/ 166739 h 166654"/>
                <a:gd name="connsiteX13" fmla="*/ 114687 w 173281"/>
                <a:gd name="connsiteY13" fmla="*/ 108853 h 166654"/>
                <a:gd name="connsiteX14" fmla="*/ 106004 w 173281"/>
                <a:gd name="connsiteY14" fmla="*/ 151254 h 166654"/>
                <a:gd name="connsiteX15" fmla="*/ 121105 w 173281"/>
                <a:gd name="connsiteY15" fmla="*/ 166370 h 166654"/>
                <a:gd name="connsiteX16" fmla="*/ 173580 w 173281"/>
                <a:gd name="connsiteY16" fmla="*/ 125813 h 166654"/>
                <a:gd name="connsiteX17" fmla="*/ 169050 w 173281"/>
                <a:gd name="connsiteY17" fmla="*/ 122126 h 166654"/>
                <a:gd name="connsiteX18" fmla="*/ 110534 w 173281"/>
                <a:gd name="connsiteY18" fmla="*/ 8196 h 166654"/>
                <a:gd name="connsiteX19" fmla="*/ 131676 w 173281"/>
                <a:gd name="connsiteY19" fmla="*/ 30687 h 166654"/>
                <a:gd name="connsiteX20" fmla="*/ 86751 w 173281"/>
                <a:gd name="connsiteY20" fmla="*/ 132450 h 166654"/>
                <a:gd name="connsiteX21" fmla="*/ 53906 w 173281"/>
                <a:gd name="connsiteY21" fmla="*/ 148673 h 166654"/>
                <a:gd name="connsiteX22" fmla="*/ 32010 w 173281"/>
                <a:gd name="connsiteY22" fmla="*/ 121020 h 166654"/>
                <a:gd name="connsiteX23" fmla="*/ 62589 w 173281"/>
                <a:gd name="connsiteY23" fmla="*/ 40273 h 166654"/>
                <a:gd name="connsiteX24" fmla="*/ 110534 w 173281"/>
                <a:gd name="connsiteY24" fmla="*/ 8196 h 166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3281" h="166654">
                  <a:moveTo>
                    <a:pt x="169050" y="122126"/>
                  </a:moveTo>
                  <a:cubicBezTo>
                    <a:pt x="163387" y="127656"/>
                    <a:pt x="161122" y="129500"/>
                    <a:pt x="158479" y="132450"/>
                  </a:cubicBezTo>
                  <a:cubicBezTo>
                    <a:pt x="147154" y="143879"/>
                    <a:pt x="142246" y="147567"/>
                    <a:pt x="138848" y="147567"/>
                  </a:cubicBezTo>
                  <a:cubicBezTo>
                    <a:pt x="135828" y="147567"/>
                    <a:pt x="133563" y="145354"/>
                    <a:pt x="133563" y="142773"/>
                  </a:cubicBezTo>
                  <a:cubicBezTo>
                    <a:pt x="133563" y="135399"/>
                    <a:pt x="149419" y="72351"/>
                    <a:pt x="167162" y="8934"/>
                  </a:cubicBezTo>
                  <a:cubicBezTo>
                    <a:pt x="168295" y="5247"/>
                    <a:pt x="168672" y="4509"/>
                    <a:pt x="169427" y="1191"/>
                  </a:cubicBezTo>
                  <a:lnTo>
                    <a:pt x="166785" y="85"/>
                  </a:lnTo>
                  <a:lnTo>
                    <a:pt x="143756" y="2666"/>
                  </a:lnTo>
                  <a:lnTo>
                    <a:pt x="142624" y="3772"/>
                  </a:lnTo>
                  <a:lnTo>
                    <a:pt x="138471" y="21470"/>
                  </a:lnTo>
                  <a:cubicBezTo>
                    <a:pt x="135451" y="7827"/>
                    <a:pt x="124503" y="85"/>
                    <a:pt x="108269" y="85"/>
                  </a:cubicBezTo>
                  <a:cubicBezTo>
                    <a:pt x="58437" y="85"/>
                    <a:pt x="299" y="67558"/>
                    <a:pt x="299" y="125813"/>
                  </a:cubicBezTo>
                  <a:cubicBezTo>
                    <a:pt x="299" y="151622"/>
                    <a:pt x="14644" y="166739"/>
                    <a:pt x="38806" y="166739"/>
                  </a:cubicBezTo>
                  <a:cubicBezTo>
                    <a:pt x="65232" y="166739"/>
                    <a:pt x="81465" y="154572"/>
                    <a:pt x="114687" y="108853"/>
                  </a:cubicBezTo>
                  <a:cubicBezTo>
                    <a:pt x="107137" y="137611"/>
                    <a:pt x="106004" y="142405"/>
                    <a:pt x="106004" y="151254"/>
                  </a:cubicBezTo>
                  <a:cubicBezTo>
                    <a:pt x="106004" y="161946"/>
                    <a:pt x="110534" y="166370"/>
                    <a:pt x="121105" y="166370"/>
                  </a:cubicBezTo>
                  <a:cubicBezTo>
                    <a:pt x="136206" y="166370"/>
                    <a:pt x="145644" y="159365"/>
                    <a:pt x="173580" y="125813"/>
                  </a:cubicBezTo>
                  <a:lnTo>
                    <a:pt x="169050" y="122126"/>
                  </a:lnTo>
                  <a:close/>
                  <a:moveTo>
                    <a:pt x="110534" y="8196"/>
                  </a:moveTo>
                  <a:cubicBezTo>
                    <a:pt x="123370" y="8934"/>
                    <a:pt x="131676" y="17782"/>
                    <a:pt x="131676" y="30687"/>
                  </a:cubicBezTo>
                  <a:cubicBezTo>
                    <a:pt x="131676" y="61658"/>
                    <a:pt x="112800" y="105165"/>
                    <a:pt x="86751" y="132450"/>
                  </a:cubicBezTo>
                  <a:cubicBezTo>
                    <a:pt x="77690" y="142405"/>
                    <a:pt x="64855" y="148673"/>
                    <a:pt x="53906" y="148673"/>
                  </a:cubicBezTo>
                  <a:cubicBezTo>
                    <a:pt x="40693" y="148673"/>
                    <a:pt x="32010" y="137980"/>
                    <a:pt x="32010" y="121020"/>
                  </a:cubicBezTo>
                  <a:cubicBezTo>
                    <a:pt x="32010" y="101110"/>
                    <a:pt x="46356" y="63133"/>
                    <a:pt x="62589" y="40273"/>
                  </a:cubicBezTo>
                  <a:cubicBezTo>
                    <a:pt x="77690" y="18889"/>
                    <a:pt x="95434" y="7090"/>
                    <a:pt x="110534" y="8196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E579A47-9ADF-EDFF-BC11-E8C99D54666B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5162779" y="5987451"/>
              <a:ext cx="87584" cy="368704"/>
            </a:xfrm>
            <a:custGeom>
              <a:avLst/>
              <a:gdLst>
                <a:gd name="connsiteX0" fmla="*/ 87889 w 87584"/>
                <a:gd name="connsiteY0" fmla="*/ 184436 h 368704"/>
                <a:gd name="connsiteX1" fmla="*/ 62972 w 87584"/>
                <a:gd name="connsiteY1" fmla="*/ 69400 h 368704"/>
                <a:gd name="connsiteX2" fmla="*/ 4079 w 87584"/>
                <a:gd name="connsiteY2" fmla="*/ 84 h 368704"/>
                <a:gd name="connsiteX3" fmla="*/ 304 w 87584"/>
                <a:gd name="connsiteY3" fmla="*/ 3771 h 368704"/>
                <a:gd name="connsiteX4" fmla="*/ 7477 w 87584"/>
                <a:gd name="connsiteY4" fmla="*/ 12251 h 368704"/>
                <a:gd name="connsiteX5" fmla="*/ 65992 w 87584"/>
                <a:gd name="connsiteY5" fmla="*/ 184436 h 368704"/>
                <a:gd name="connsiteX6" fmla="*/ 5212 w 87584"/>
                <a:gd name="connsiteY6" fmla="*/ 358833 h 368704"/>
                <a:gd name="connsiteX7" fmla="*/ 304 w 87584"/>
                <a:gd name="connsiteY7" fmla="*/ 365101 h 368704"/>
                <a:gd name="connsiteX8" fmla="*/ 4079 w 87584"/>
                <a:gd name="connsiteY8" fmla="*/ 368788 h 368704"/>
                <a:gd name="connsiteX9" fmla="*/ 64105 w 87584"/>
                <a:gd name="connsiteY9" fmla="*/ 296891 h 368704"/>
                <a:gd name="connsiteX10" fmla="*/ 87889 w 87584"/>
                <a:gd name="connsiteY10" fmla="*/ 184436 h 36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584" h="368704">
                  <a:moveTo>
                    <a:pt x="87889" y="184436"/>
                  </a:moveTo>
                  <a:cubicBezTo>
                    <a:pt x="87889" y="155677"/>
                    <a:pt x="83736" y="111064"/>
                    <a:pt x="62972" y="69400"/>
                  </a:cubicBezTo>
                  <a:cubicBezTo>
                    <a:pt x="40321" y="24050"/>
                    <a:pt x="7854" y="84"/>
                    <a:pt x="4079" y="84"/>
                  </a:cubicBezTo>
                  <a:cubicBezTo>
                    <a:pt x="1814" y="84"/>
                    <a:pt x="304" y="1559"/>
                    <a:pt x="304" y="3771"/>
                  </a:cubicBezTo>
                  <a:cubicBezTo>
                    <a:pt x="304" y="4877"/>
                    <a:pt x="304" y="5615"/>
                    <a:pt x="7477" y="12251"/>
                  </a:cubicBezTo>
                  <a:cubicBezTo>
                    <a:pt x="44474" y="48753"/>
                    <a:pt x="65992" y="107377"/>
                    <a:pt x="65992" y="184436"/>
                  </a:cubicBezTo>
                  <a:cubicBezTo>
                    <a:pt x="65992" y="247485"/>
                    <a:pt x="52024" y="312377"/>
                    <a:pt x="5212" y="358833"/>
                  </a:cubicBezTo>
                  <a:cubicBezTo>
                    <a:pt x="304" y="363258"/>
                    <a:pt x="304" y="363995"/>
                    <a:pt x="304" y="365101"/>
                  </a:cubicBezTo>
                  <a:cubicBezTo>
                    <a:pt x="304" y="367314"/>
                    <a:pt x="1814" y="368788"/>
                    <a:pt x="4079" y="368788"/>
                  </a:cubicBezTo>
                  <a:cubicBezTo>
                    <a:pt x="7854" y="368788"/>
                    <a:pt x="41831" y="343717"/>
                    <a:pt x="64105" y="296891"/>
                  </a:cubicBezTo>
                  <a:cubicBezTo>
                    <a:pt x="83358" y="256334"/>
                    <a:pt x="87889" y="215407"/>
                    <a:pt x="87889" y="184436"/>
                  </a:cubicBezTo>
                  <a:close/>
                </a:path>
              </a:pathLst>
            </a:custGeom>
            <a:solidFill>
              <a:srgbClr val="FFFFFF"/>
            </a:solidFill>
            <a:ln w="3787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45" name="Group 944" descr="\documentclass{article}&#10;\usepackage{amsmath,amsfonts,amssymb,xcolor,mathptmx}&#10;\newcommand{\dbar}{{d\mkern-7mu\mathchar'26\mkern-2mu}}&#10;\usepackage{times}&#10;\usepackage{tabularx}&#10;\usepackage{mathptmx}&#10;\usepackage{bm}&#10;\usepackage{xcolor}&#10;\pagestyle{empty}&#10;\begin{document}&#10;\color{white}{&#10;\begin{tabular}{|&gt;{\centering\arraybackslash}m{1cm}|&gt;{\centering\arraybackslash}m{1cm}|&gt;{\centering\arraybackslash}m{1cm}|&gt;{\centering\arraybackslash}m{1cm}|&gt;{\centering\arraybackslash}m{1cm}|&gt;{\centering\arraybackslash}m{1cm}|&gt;{\centering\arraybackslash}m{1cm}|}&#10;\hline&#10;$k$ &amp; $x$ &amp; $y$ &amp; $s=\ln(x)$ &amp; $t=\ln(y)$ &amp; $s^2$ &amp; $s\times t$ \\&#10;\hline \hline&#10;1 &amp; 1 &amp; 0.5 &amp; 0.000 &amp; -0.693 &amp; 0.000 &amp; 0.000 \\&#10;\hline&#10;2 &amp; 3 &amp; 3.4 &amp; 1.099 &amp; 1.224 &amp; 1.207 &amp; 1.344 \\&#10;\hline&#10;3 &amp; 5 &amp; 8.4 &amp; 1.609 &amp; 2.128 &amp; 2.5900 &amp; 3.425 \\&#10;\hline&#10;4 &amp; 7 &amp; 15.2 &amp; 1.946 &amp; 2.721 &amp; 3.787 &amp; 5.295 \\&#10;\hline \hline&#10;$n=4$ &amp;  &amp;  &amp; 4.654 &amp; 5.38 &amp; 7.584 &amp;  10.065 \\&#10;\hline&#10;\end{tabular}&#10;}&#10;\end{document}" title="IguanaTex Shape Display">
            <a:extLst>
              <a:ext uri="{FF2B5EF4-FFF2-40B4-BE49-F238E27FC236}">
                <a16:creationId xmlns:a16="http://schemas.microsoft.com/office/drawing/2014/main" id="{8B6D4A9C-48AE-7A6D-EEA0-7087F828BAD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322945" y="3482105"/>
            <a:ext cx="8695921" cy="2796819"/>
            <a:chOff x="4707318" y="5405586"/>
            <a:chExt cx="8695921" cy="2796819"/>
          </a:xfrm>
        </p:grpSpPr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AD7F720D-A0CE-BE63-EF49-D95E71FC500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707318" y="5405586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B113989A-9094-3FCF-07A5-59178C3A71B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707318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8856847E-9A99-BC53-9782-683874E89E6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267905" y="5649712"/>
              <a:ext cx="135229" cy="211107"/>
            </a:xfrm>
            <a:custGeom>
              <a:avLst/>
              <a:gdLst>
                <a:gd name="connsiteX0" fmla="*/ 121106 w 135229"/>
                <a:gd name="connsiteY0" fmla="*/ 174672 h 211107"/>
                <a:gd name="connsiteX1" fmla="*/ 116568 w 135229"/>
                <a:gd name="connsiteY1" fmla="*/ 182581 h 211107"/>
                <a:gd name="connsiteX2" fmla="*/ 102954 w 135229"/>
                <a:gd name="connsiteY2" fmla="*/ 195357 h 211107"/>
                <a:gd name="connsiteX3" fmla="*/ 78449 w 135229"/>
                <a:gd name="connsiteY3" fmla="*/ 156117 h 211107"/>
                <a:gd name="connsiteX4" fmla="*/ 67256 w 135229"/>
                <a:gd name="connsiteY4" fmla="*/ 129348 h 211107"/>
                <a:gd name="connsiteX5" fmla="*/ 135324 w 135229"/>
                <a:gd name="connsiteY5" fmla="*/ 82503 h 211107"/>
                <a:gd name="connsiteX6" fmla="*/ 135324 w 135229"/>
                <a:gd name="connsiteY6" fmla="*/ 77636 h 211107"/>
                <a:gd name="connsiteX7" fmla="*/ 79962 w 135229"/>
                <a:gd name="connsiteY7" fmla="*/ 77636 h 211107"/>
                <a:gd name="connsiteX8" fmla="*/ 79962 w 135229"/>
                <a:gd name="connsiteY8" fmla="*/ 82503 h 211107"/>
                <a:gd name="connsiteX9" fmla="*/ 84802 w 135229"/>
                <a:gd name="connsiteY9" fmla="*/ 82503 h 211107"/>
                <a:gd name="connsiteX10" fmla="*/ 96601 w 135229"/>
                <a:gd name="connsiteY10" fmla="*/ 87978 h 211107"/>
                <a:gd name="connsiteX11" fmla="*/ 53340 w 135229"/>
                <a:gd name="connsiteY11" fmla="*/ 130565 h 211107"/>
                <a:gd name="connsiteX12" fmla="*/ 40331 w 135229"/>
                <a:gd name="connsiteY12" fmla="*/ 140603 h 211107"/>
                <a:gd name="connsiteX13" fmla="*/ 76634 w 135229"/>
                <a:gd name="connsiteY13" fmla="*/ 1588 h 211107"/>
                <a:gd name="connsiteX14" fmla="*/ 75122 w 135229"/>
                <a:gd name="connsiteY14" fmla="*/ 68 h 211107"/>
                <a:gd name="connsiteX15" fmla="*/ 27927 w 135229"/>
                <a:gd name="connsiteY15" fmla="*/ 8281 h 211107"/>
                <a:gd name="connsiteX16" fmla="*/ 27927 w 135229"/>
                <a:gd name="connsiteY16" fmla="*/ 13148 h 211107"/>
                <a:gd name="connsiteX17" fmla="*/ 48499 w 135229"/>
                <a:gd name="connsiteY17" fmla="*/ 20752 h 211107"/>
                <a:gd name="connsiteX18" fmla="*/ 41844 w 135229"/>
                <a:gd name="connsiteY18" fmla="*/ 48129 h 211107"/>
                <a:gd name="connsiteX19" fmla="*/ 39121 w 135229"/>
                <a:gd name="connsiteY19" fmla="*/ 58168 h 211107"/>
                <a:gd name="connsiteX20" fmla="*/ 38516 w 135229"/>
                <a:gd name="connsiteY20" fmla="*/ 60905 h 211107"/>
                <a:gd name="connsiteX21" fmla="*/ 95 w 135229"/>
                <a:gd name="connsiteY21" fmla="*/ 207829 h 211107"/>
                <a:gd name="connsiteX22" fmla="*/ 22784 w 135229"/>
                <a:gd name="connsiteY22" fmla="*/ 207829 h 211107"/>
                <a:gd name="connsiteX23" fmla="*/ 37306 w 135229"/>
                <a:gd name="connsiteY23" fmla="*/ 153075 h 211107"/>
                <a:gd name="connsiteX24" fmla="*/ 50012 w 135229"/>
                <a:gd name="connsiteY24" fmla="*/ 143341 h 211107"/>
                <a:gd name="connsiteX25" fmla="*/ 68163 w 135229"/>
                <a:gd name="connsiteY25" fmla="*/ 186231 h 211107"/>
                <a:gd name="connsiteX26" fmla="*/ 92063 w 135229"/>
                <a:gd name="connsiteY26" fmla="*/ 211175 h 211107"/>
                <a:gd name="connsiteX27" fmla="*/ 125644 w 135229"/>
                <a:gd name="connsiteY27" fmla="*/ 178018 h 211107"/>
                <a:gd name="connsiteX28" fmla="*/ 121106 w 135229"/>
                <a:gd name="connsiteY28" fmla="*/ 174672 h 211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5229" h="211107">
                  <a:moveTo>
                    <a:pt x="121106" y="174672"/>
                  </a:moveTo>
                  <a:lnTo>
                    <a:pt x="116568" y="182581"/>
                  </a:lnTo>
                  <a:cubicBezTo>
                    <a:pt x="111122" y="192011"/>
                    <a:pt x="107492" y="195357"/>
                    <a:pt x="102954" y="195357"/>
                  </a:cubicBezTo>
                  <a:cubicBezTo>
                    <a:pt x="96601" y="195357"/>
                    <a:pt x="90248" y="185319"/>
                    <a:pt x="78449" y="156117"/>
                  </a:cubicBezTo>
                  <a:cubicBezTo>
                    <a:pt x="76937" y="152162"/>
                    <a:pt x="72399" y="141211"/>
                    <a:pt x="67256" y="129348"/>
                  </a:cubicBezTo>
                  <a:cubicBezTo>
                    <a:pt x="111727" y="89499"/>
                    <a:pt x="121106" y="83415"/>
                    <a:pt x="135324" y="82503"/>
                  </a:cubicBezTo>
                  <a:lnTo>
                    <a:pt x="135324" y="77636"/>
                  </a:lnTo>
                  <a:lnTo>
                    <a:pt x="79962" y="77636"/>
                  </a:lnTo>
                  <a:lnTo>
                    <a:pt x="79962" y="82503"/>
                  </a:lnTo>
                  <a:lnTo>
                    <a:pt x="84802" y="82503"/>
                  </a:lnTo>
                  <a:cubicBezTo>
                    <a:pt x="92366" y="82503"/>
                    <a:pt x="96601" y="84632"/>
                    <a:pt x="96601" y="87978"/>
                  </a:cubicBezTo>
                  <a:cubicBezTo>
                    <a:pt x="96601" y="94062"/>
                    <a:pt x="81475" y="108967"/>
                    <a:pt x="53340" y="130565"/>
                  </a:cubicBezTo>
                  <a:cubicBezTo>
                    <a:pt x="49104" y="133911"/>
                    <a:pt x="45474" y="136953"/>
                    <a:pt x="40331" y="140603"/>
                  </a:cubicBezTo>
                  <a:lnTo>
                    <a:pt x="76634" y="1588"/>
                  </a:lnTo>
                  <a:lnTo>
                    <a:pt x="75122" y="68"/>
                  </a:lnTo>
                  <a:cubicBezTo>
                    <a:pt x="57273" y="4022"/>
                    <a:pt x="45776" y="6151"/>
                    <a:pt x="27927" y="8281"/>
                  </a:cubicBezTo>
                  <a:lnTo>
                    <a:pt x="27927" y="13148"/>
                  </a:lnTo>
                  <a:cubicBezTo>
                    <a:pt x="42449" y="12843"/>
                    <a:pt x="48197" y="14973"/>
                    <a:pt x="48499" y="20752"/>
                  </a:cubicBezTo>
                  <a:cubicBezTo>
                    <a:pt x="47894" y="25924"/>
                    <a:pt x="45776" y="34137"/>
                    <a:pt x="41844" y="48129"/>
                  </a:cubicBezTo>
                  <a:cubicBezTo>
                    <a:pt x="40634" y="52388"/>
                    <a:pt x="39726" y="55734"/>
                    <a:pt x="39121" y="58168"/>
                  </a:cubicBezTo>
                  <a:lnTo>
                    <a:pt x="38516" y="60905"/>
                  </a:lnTo>
                  <a:lnTo>
                    <a:pt x="95" y="207829"/>
                  </a:lnTo>
                  <a:lnTo>
                    <a:pt x="22784" y="207829"/>
                  </a:lnTo>
                  <a:lnTo>
                    <a:pt x="37306" y="153075"/>
                  </a:lnTo>
                  <a:lnTo>
                    <a:pt x="50012" y="143341"/>
                  </a:lnTo>
                  <a:cubicBezTo>
                    <a:pt x="54852" y="156725"/>
                    <a:pt x="62718" y="175280"/>
                    <a:pt x="68163" y="186231"/>
                  </a:cubicBezTo>
                  <a:cubicBezTo>
                    <a:pt x="77844" y="205395"/>
                    <a:pt x="83290" y="211175"/>
                    <a:pt x="92063" y="211175"/>
                  </a:cubicBezTo>
                  <a:cubicBezTo>
                    <a:pt x="104164" y="211175"/>
                    <a:pt x="112030" y="203570"/>
                    <a:pt x="125644" y="178018"/>
                  </a:cubicBezTo>
                  <a:lnTo>
                    <a:pt x="121106" y="1746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1B078CBE-3B5C-0FD0-42A0-A87558B0A90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47857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B0B06702-29CC-7988-8CA3-BAE481EBF36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498166" y="5723325"/>
              <a:ext cx="143397" cy="137493"/>
            </a:xfrm>
            <a:custGeom>
              <a:avLst/>
              <a:gdLst>
                <a:gd name="connsiteX0" fmla="*/ 129920 w 143397"/>
                <a:gd name="connsiteY0" fmla="*/ 100450 h 137493"/>
                <a:gd name="connsiteX1" fmla="*/ 123264 w 143397"/>
                <a:gd name="connsiteY1" fmla="*/ 108663 h 137493"/>
                <a:gd name="connsiteX2" fmla="*/ 109348 w 143397"/>
                <a:gd name="connsiteY2" fmla="*/ 120831 h 137493"/>
                <a:gd name="connsiteX3" fmla="*/ 99970 w 143397"/>
                <a:gd name="connsiteY3" fmla="*/ 108359 h 137493"/>
                <a:gd name="connsiteX4" fmla="*/ 98759 w 143397"/>
                <a:gd name="connsiteY4" fmla="*/ 103188 h 137493"/>
                <a:gd name="connsiteX5" fmla="*/ 87868 w 143397"/>
                <a:gd name="connsiteY5" fmla="*/ 53909 h 137493"/>
                <a:gd name="connsiteX6" fmla="*/ 117516 w 143397"/>
                <a:gd name="connsiteY6" fmla="*/ 17102 h 137493"/>
                <a:gd name="connsiteX7" fmla="*/ 124777 w 143397"/>
                <a:gd name="connsiteY7" fmla="*/ 19536 h 137493"/>
                <a:gd name="connsiteX8" fmla="*/ 132945 w 143397"/>
                <a:gd name="connsiteY8" fmla="*/ 22273 h 137493"/>
                <a:gd name="connsiteX9" fmla="*/ 143533 w 143397"/>
                <a:gd name="connsiteY9" fmla="*/ 11323 h 137493"/>
                <a:gd name="connsiteX10" fmla="*/ 131130 w 143397"/>
                <a:gd name="connsiteY10" fmla="*/ 68 h 137493"/>
                <a:gd name="connsiteX11" fmla="*/ 85448 w 143397"/>
                <a:gd name="connsiteY11" fmla="*/ 43567 h 137493"/>
                <a:gd name="connsiteX12" fmla="*/ 82120 w 143397"/>
                <a:gd name="connsiteY12" fmla="*/ 26836 h 137493"/>
                <a:gd name="connsiteX13" fmla="*/ 66389 w 143397"/>
                <a:gd name="connsiteY13" fmla="*/ 68 h 137493"/>
                <a:gd name="connsiteX14" fmla="*/ 30993 w 143397"/>
                <a:gd name="connsiteY14" fmla="*/ 8889 h 137493"/>
                <a:gd name="connsiteX15" fmla="*/ 27666 w 143397"/>
                <a:gd name="connsiteY15" fmla="*/ 10106 h 137493"/>
                <a:gd name="connsiteX16" fmla="*/ 28876 w 143397"/>
                <a:gd name="connsiteY16" fmla="*/ 14669 h 137493"/>
                <a:gd name="connsiteX17" fmla="*/ 45817 w 143397"/>
                <a:gd name="connsiteY17" fmla="*/ 11323 h 137493"/>
                <a:gd name="connsiteX18" fmla="*/ 59431 w 143397"/>
                <a:gd name="connsiteY18" fmla="*/ 32312 h 137493"/>
                <a:gd name="connsiteX19" fmla="*/ 68204 w 143397"/>
                <a:gd name="connsiteY19" fmla="*/ 69727 h 137493"/>
                <a:gd name="connsiteX20" fmla="*/ 43397 w 143397"/>
                <a:gd name="connsiteY20" fmla="*/ 105317 h 137493"/>
                <a:gd name="connsiteX21" fmla="*/ 27968 w 143397"/>
                <a:gd name="connsiteY21" fmla="*/ 119918 h 137493"/>
                <a:gd name="connsiteX22" fmla="*/ 20102 w 143397"/>
                <a:gd name="connsiteY22" fmla="*/ 117180 h 137493"/>
                <a:gd name="connsiteX23" fmla="*/ 10422 w 143397"/>
                <a:gd name="connsiteY23" fmla="*/ 114138 h 137493"/>
                <a:gd name="connsiteX24" fmla="*/ 136 w 143397"/>
                <a:gd name="connsiteY24" fmla="*/ 124785 h 137493"/>
                <a:gd name="connsiteX25" fmla="*/ 15262 w 143397"/>
                <a:gd name="connsiteY25" fmla="*/ 137561 h 137493"/>
                <a:gd name="connsiteX26" fmla="*/ 43397 w 143397"/>
                <a:gd name="connsiteY26" fmla="*/ 116268 h 137493"/>
                <a:gd name="connsiteX27" fmla="*/ 70624 w 143397"/>
                <a:gd name="connsiteY27" fmla="*/ 80678 h 137493"/>
                <a:gd name="connsiteX28" fmla="*/ 79700 w 143397"/>
                <a:gd name="connsiteY28" fmla="*/ 117180 h 137493"/>
                <a:gd name="connsiteX29" fmla="*/ 97247 w 143397"/>
                <a:gd name="connsiteY29" fmla="*/ 137561 h 137493"/>
                <a:gd name="connsiteX30" fmla="*/ 134155 w 143397"/>
                <a:gd name="connsiteY30" fmla="*/ 102883 h 137493"/>
                <a:gd name="connsiteX31" fmla="*/ 129920 w 143397"/>
                <a:gd name="connsiteY31" fmla="*/ 100450 h 13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7493">
                  <a:moveTo>
                    <a:pt x="129920" y="100450"/>
                  </a:moveTo>
                  <a:cubicBezTo>
                    <a:pt x="127499" y="103188"/>
                    <a:pt x="125987" y="105013"/>
                    <a:pt x="123264" y="108663"/>
                  </a:cubicBezTo>
                  <a:cubicBezTo>
                    <a:pt x="116306" y="117789"/>
                    <a:pt x="112676" y="120831"/>
                    <a:pt x="109348" y="120831"/>
                  </a:cubicBezTo>
                  <a:cubicBezTo>
                    <a:pt x="104810" y="120831"/>
                    <a:pt x="102087" y="116876"/>
                    <a:pt x="99970" y="108359"/>
                  </a:cubicBezTo>
                  <a:cubicBezTo>
                    <a:pt x="99364" y="105925"/>
                    <a:pt x="99062" y="104100"/>
                    <a:pt x="98759" y="103188"/>
                  </a:cubicBezTo>
                  <a:cubicBezTo>
                    <a:pt x="91196" y="72465"/>
                    <a:pt x="87868" y="58472"/>
                    <a:pt x="87868" y="53909"/>
                  </a:cubicBezTo>
                  <a:cubicBezTo>
                    <a:pt x="101180" y="30486"/>
                    <a:pt x="112071" y="17102"/>
                    <a:pt x="117516" y="17102"/>
                  </a:cubicBezTo>
                  <a:cubicBezTo>
                    <a:pt x="119331" y="17102"/>
                    <a:pt x="121751" y="18015"/>
                    <a:pt x="124777" y="19536"/>
                  </a:cubicBezTo>
                  <a:cubicBezTo>
                    <a:pt x="128407" y="21665"/>
                    <a:pt x="130525" y="22273"/>
                    <a:pt x="132945" y="22273"/>
                  </a:cubicBezTo>
                  <a:cubicBezTo>
                    <a:pt x="139298" y="22273"/>
                    <a:pt x="143533" y="17711"/>
                    <a:pt x="143533" y="11323"/>
                  </a:cubicBezTo>
                  <a:cubicBezTo>
                    <a:pt x="143533" y="4935"/>
                    <a:pt x="138390" y="68"/>
                    <a:pt x="131130" y="68"/>
                  </a:cubicBezTo>
                  <a:cubicBezTo>
                    <a:pt x="117819" y="68"/>
                    <a:pt x="106323" y="11018"/>
                    <a:pt x="85448" y="43567"/>
                  </a:cubicBezTo>
                  <a:lnTo>
                    <a:pt x="82120" y="26836"/>
                  </a:lnTo>
                  <a:cubicBezTo>
                    <a:pt x="77885" y="6151"/>
                    <a:pt x="74557" y="68"/>
                    <a:pt x="66389" y="68"/>
                  </a:cubicBezTo>
                  <a:cubicBezTo>
                    <a:pt x="59733" y="68"/>
                    <a:pt x="49448" y="2805"/>
                    <a:pt x="30993" y="8889"/>
                  </a:cubicBezTo>
                  <a:lnTo>
                    <a:pt x="27666" y="10106"/>
                  </a:lnTo>
                  <a:lnTo>
                    <a:pt x="28876" y="14669"/>
                  </a:lnTo>
                  <a:cubicBezTo>
                    <a:pt x="40372" y="11931"/>
                    <a:pt x="43095" y="11323"/>
                    <a:pt x="45817" y="11323"/>
                  </a:cubicBezTo>
                  <a:cubicBezTo>
                    <a:pt x="53380" y="11323"/>
                    <a:pt x="55196" y="14060"/>
                    <a:pt x="59431" y="32312"/>
                  </a:cubicBezTo>
                  <a:lnTo>
                    <a:pt x="68204" y="69727"/>
                  </a:lnTo>
                  <a:lnTo>
                    <a:pt x="43397" y="105317"/>
                  </a:lnTo>
                  <a:cubicBezTo>
                    <a:pt x="37347" y="114443"/>
                    <a:pt x="31296" y="119918"/>
                    <a:pt x="27968" y="119918"/>
                  </a:cubicBezTo>
                  <a:cubicBezTo>
                    <a:pt x="26153" y="119918"/>
                    <a:pt x="23128" y="119005"/>
                    <a:pt x="20102" y="117180"/>
                  </a:cubicBezTo>
                  <a:cubicBezTo>
                    <a:pt x="16170" y="115051"/>
                    <a:pt x="12842" y="114138"/>
                    <a:pt x="10422" y="114138"/>
                  </a:cubicBezTo>
                  <a:cubicBezTo>
                    <a:pt x="4674" y="114138"/>
                    <a:pt x="136" y="118701"/>
                    <a:pt x="136" y="124785"/>
                  </a:cubicBezTo>
                  <a:cubicBezTo>
                    <a:pt x="136" y="132694"/>
                    <a:pt x="6186" y="137561"/>
                    <a:pt x="15262" y="137561"/>
                  </a:cubicBezTo>
                  <a:cubicBezTo>
                    <a:pt x="24640" y="137561"/>
                    <a:pt x="28271" y="134823"/>
                    <a:pt x="43397" y="116268"/>
                  </a:cubicBezTo>
                  <a:cubicBezTo>
                    <a:pt x="51565" y="106534"/>
                    <a:pt x="57918" y="98321"/>
                    <a:pt x="70624" y="80678"/>
                  </a:cubicBezTo>
                  <a:lnTo>
                    <a:pt x="79700" y="117180"/>
                  </a:lnTo>
                  <a:cubicBezTo>
                    <a:pt x="83633" y="132694"/>
                    <a:pt x="87566" y="137561"/>
                    <a:pt x="97247" y="137561"/>
                  </a:cubicBezTo>
                  <a:cubicBezTo>
                    <a:pt x="108743" y="137561"/>
                    <a:pt x="116609" y="130260"/>
                    <a:pt x="134155" y="102883"/>
                  </a:cubicBezTo>
                  <a:lnTo>
                    <a:pt x="129920" y="1004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DBEF3E68-6847-EF6F-4682-31D5F42BF50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188397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05FD4DF-890A-7DAC-5DBB-1FF901BA6EB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740067" y="5723325"/>
              <a:ext cx="136137" cy="196810"/>
            </a:xfrm>
            <a:custGeom>
              <a:avLst/>
              <a:gdLst>
                <a:gd name="connsiteX0" fmla="*/ 11975 w 136137"/>
                <a:gd name="connsiteY0" fmla="*/ 12539 h 196810"/>
                <a:gd name="connsiteX1" fmla="*/ 21353 w 136137"/>
                <a:gd name="connsiteY1" fmla="*/ 11323 h 196810"/>
                <a:gd name="connsiteX2" fmla="*/ 57051 w 136137"/>
                <a:gd name="connsiteY2" fmla="*/ 71248 h 196810"/>
                <a:gd name="connsiteX3" fmla="*/ 69455 w 136137"/>
                <a:gd name="connsiteY3" fmla="*/ 131781 h 196810"/>
                <a:gd name="connsiteX4" fmla="*/ 63102 w 136137"/>
                <a:gd name="connsiteY4" fmla="*/ 146991 h 196810"/>
                <a:gd name="connsiteX5" fmla="*/ 44345 w 136137"/>
                <a:gd name="connsiteY5" fmla="*/ 171022 h 196810"/>
                <a:gd name="connsiteX6" fmla="*/ 30429 w 136137"/>
                <a:gd name="connsiteY6" fmla="*/ 180147 h 196810"/>
                <a:gd name="connsiteX7" fmla="*/ 23168 w 136137"/>
                <a:gd name="connsiteY7" fmla="*/ 176801 h 196810"/>
                <a:gd name="connsiteX8" fmla="*/ 11975 w 136137"/>
                <a:gd name="connsiteY8" fmla="*/ 171630 h 196810"/>
                <a:gd name="connsiteX9" fmla="*/ 176 w 136137"/>
                <a:gd name="connsiteY9" fmla="*/ 183494 h 196810"/>
                <a:gd name="connsiteX10" fmla="*/ 15605 w 136137"/>
                <a:gd name="connsiteY10" fmla="*/ 196878 h 196810"/>
                <a:gd name="connsiteX11" fmla="*/ 107271 w 136137"/>
                <a:gd name="connsiteY11" fmla="*/ 91020 h 196810"/>
                <a:gd name="connsiteX12" fmla="*/ 136314 w 136137"/>
                <a:gd name="connsiteY12" fmla="*/ 16798 h 196810"/>
                <a:gd name="connsiteX13" fmla="*/ 119675 w 136137"/>
                <a:gd name="connsiteY13" fmla="*/ 68 h 196810"/>
                <a:gd name="connsiteX14" fmla="*/ 107876 w 136137"/>
                <a:gd name="connsiteY14" fmla="*/ 11323 h 196810"/>
                <a:gd name="connsiteX15" fmla="*/ 116347 w 136137"/>
                <a:gd name="connsiteY15" fmla="*/ 23186 h 196810"/>
                <a:gd name="connsiteX16" fmla="*/ 124212 w 136137"/>
                <a:gd name="connsiteY16" fmla="*/ 33528 h 196810"/>
                <a:gd name="connsiteX17" fmla="*/ 87304 w 136137"/>
                <a:gd name="connsiteY17" fmla="*/ 112313 h 196810"/>
                <a:gd name="connsiteX18" fmla="*/ 81254 w 136137"/>
                <a:gd name="connsiteY18" fmla="*/ 77027 h 196810"/>
                <a:gd name="connsiteX19" fmla="*/ 55236 w 136137"/>
                <a:gd name="connsiteY19" fmla="*/ 68 h 196810"/>
                <a:gd name="connsiteX20" fmla="*/ 54026 w 136137"/>
                <a:gd name="connsiteY20" fmla="*/ 68 h 196810"/>
                <a:gd name="connsiteX21" fmla="*/ 51303 w 136137"/>
                <a:gd name="connsiteY21" fmla="*/ 372 h 196810"/>
                <a:gd name="connsiteX22" fmla="*/ 21656 w 136137"/>
                <a:gd name="connsiteY22" fmla="*/ 5543 h 196810"/>
                <a:gd name="connsiteX23" fmla="*/ 11975 w 136137"/>
                <a:gd name="connsiteY23" fmla="*/ 7368 h 196810"/>
                <a:gd name="connsiteX24" fmla="*/ 11975 w 136137"/>
                <a:gd name="connsiteY24" fmla="*/ 12539 h 19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137" h="196810">
                  <a:moveTo>
                    <a:pt x="11975" y="12539"/>
                  </a:moveTo>
                  <a:cubicBezTo>
                    <a:pt x="15908" y="11627"/>
                    <a:pt x="18026" y="11323"/>
                    <a:pt x="21353" y="11323"/>
                  </a:cubicBezTo>
                  <a:cubicBezTo>
                    <a:pt x="38597" y="11323"/>
                    <a:pt x="43135" y="18927"/>
                    <a:pt x="57051" y="71248"/>
                  </a:cubicBezTo>
                  <a:cubicBezTo>
                    <a:pt x="62194" y="91020"/>
                    <a:pt x="69455" y="126610"/>
                    <a:pt x="69455" y="131781"/>
                  </a:cubicBezTo>
                  <a:cubicBezTo>
                    <a:pt x="69455" y="136648"/>
                    <a:pt x="67640" y="141515"/>
                    <a:pt x="63102" y="146991"/>
                  </a:cubicBezTo>
                  <a:cubicBezTo>
                    <a:pt x="53724" y="159463"/>
                    <a:pt x="47673" y="167372"/>
                    <a:pt x="44345" y="171022"/>
                  </a:cubicBezTo>
                  <a:cubicBezTo>
                    <a:pt x="37992" y="177714"/>
                    <a:pt x="34362" y="180147"/>
                    <a:pt x="30429" y="180147"/>
                  </a:cubicBezTo>
                  <a:cubicBezTo>
                    <a:pt x="28614" y="180147"/>
                    <a:pt x="26496" y="179235"/>
                    <a:pt x="23168" y="176801"/>
                  </a:cubicBezTo>
                  <a:cubicBezTo>
                    <a:pt x="18631" y="173151"/>
                    <a:pt x="15303" y="171630"/>
                    <a:pt x="11975" y="171630"/>
                  </a:cubicBezTo>
                  <a:cubicBezTo>
                    <a:pt x="5319" y="171630"/>
                    <a:pt x="176" y="176801"/>
                    <a:pt x="176" y="183494"/>
                  </a:cubicBezTo>
                  <a:cubicBezTo>
                    <a:pt x="176" y="191098"/>
                    <a:pt x="6832" y="196878"/>
                    <a:pt x="15605" y="196878"/>
                  </a:cubicBezTo>
                  <a:cubicBezTo>
                    <a:pt x="34967" y="196878"/>
                    <a:pt x="74598" y="151250"/>
                    <a:pt x="107271" y="91020"/>
                  </a:cubicBezTo>
                  <a:cubicBezTo>
                    <a:pt x="127843" y="53605"/>
                    <a:pt x="136314" y="31703"/>
                    <a:pt x="136314" y="16798"/>
                  </a:cubicBezTo>
                  <a:cubicBezTo>
                    <a:pt x="136314" y="7672"/>
                    <a:pt x="128750" y="68"/>
                    <a:pt x="119675" y="68"/>
                  </a:cubicBezTo>
                  <a:cubicBezTo>
                    <a:pt x="112716" y="68"/>
                    <a:pt x="107876" y="4630"/>
                    <a:pt x="107876" y="11323"/>
                  </a:cubicBezTo>
                  <a:cubicBezTo>
                    <a:pt x="107876" y="15885"/>
                    <a:pt x="110296" y="19231"/>
                    <a:pt x="116347" y="23186"/>
                  </a:cubicBezTo>
                  <a:cubicBezTo>
                    <a:pt x="122095" y="26532"/>
                    <a:pt x="124212" y="29270"/>
                    <a:pt x="124212" y="33528"/>
                  </a:cubicBezTo>
                  <a:cubicBezTo>
                    <a:pt x="124212" y="45696"/>
                    <a:pt x="113019" y="69423"/>
                    <a:pt x="87304" y="112313"/>
                  </a:cubicBezTo>
                  <a:lnTo>
                    <a:pt x="81254" y="77027"/>
                  </a:lnTo>
                  <a:cubicBezTo>
                    <a:pt x="76716" y="50259"/>
                    <a:pt x="59774" y="68"/>
                    <a:pt x="55236" y="68"/>
                  </a:cubicBezTo>
                  <a:lnTo>
                    <a:pt x="54026" y="68"/>
                  </a:lnTo>
                  <a:cubicBezTo>
                    <a:pt x="53724" y="372"/>
                    <a:pt x="52514" y="372"/>
                    <a:pt x="51303" y="372"/>
                  </a:cubicBezTo>
                  <a:cubicBezTo>
                    <a:pt x="48581" y="676"/>
                    <a:pt x="37690" y="2501"/>
                    <a:pt x="21656" y="5543"/>
                  </a:cubicBezTo>
                  <a:cubicBezTo>
                    <a:pt x="20143" y="5847"/>
                    <a:pt x="16210" y="6760"/>
                    <a:pt x="11975" y="7368"/>
                  </a:cubicBezTo>
                  <a:lnTo>
                    <a:pt x="11975" y="1253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DDFD1AA8-483F-9628-A24F-E5B73BEF03D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428936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C0248A47-B0D9-B8DB-E295-CC826B257F7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849349" y="5539823"/>
              <a:ext cx="105884" cy="138406"/>
            </a:xfrm>
            <a:custGeom>
              <a:avLst/>
              <a:gdLst>
                <a:gd name="connsiteX0" fmla="*/ 6263 w 105884"/>
                <a:gd name="connsiteY0" fmla="*/ 90102 h 138406"/>
                <a:gd name="connsiteX1" fmla="*/ 212 w 105884"/>
                <a:gd name="connsiteY1" fmla="*/ 138468 h 138406"/>
                <a:gd name="connsiteX2" fmla="*/ 5053 w 105884"/>
                <a:gd name="connsiteY2" fmla="*/ 138468 h 138406"/>
                <a:gd name="connsiteX3" fmla="*/ 12314 w 105884"/>
                <a:gd name="connsiteY3" fmla="*/ 132080 h 138406"/>
                <a:gd name="connsiteX4" fmla="*/ 27137 w 105884"/>
                <a:gd name="connsiteY4" fmla="*/ 134817 h 138406"/>
                <a:gd name="connsiteX5" fmla="*/ 43776 w 105884"/>
                <a:gd name="connsiteY5" fmla="*/ 137859 h 138406"/>
                <a:gd name="connsiteX6" fmla="*/ 87340 w 105884"/>
                <a:gd name="connsiteY6" fmla="*/ 98315 h 138406"/>
                <a:gd name="connsiteX7" fmla="*/ 66768 w 105884"/>
                <a:gd name="connsiteY7" fmla="*/ 55728 h 138406"/>
                <a:gd name="connsiteX8" fmla="*/ 50432 w 105884"/>
                <a:gd name="connsiteY8" fmla="*/ 23788 h 138406"/>
                <a:gd name="connsiteX9" fmla="*/ 67373 w 105884"/>
                <a:gd name="connsiteY9" fmla="*/ 7362 h 138406"/>
                <a:gd name="connsiteX10" fmla="*/ 95206 w 105884"/>
                <a:gd name="connsiteY10" fmla="*/ 42344 h 138406"/>
                <a:gd name="connsiteX11" fmla="*/ 100046 w 105884"/>
                <a:gd name="connsiteY11" fmla="*/ 42344 h 138406"/>
                <a:gd name="connsiteX12" fmla="*/ 106097 w 105884"/>
                <a:gd name="connsiteY12" fmla="*/ 62 h 138406"/>
                <a:gd name="connsiteX13" fmla="*/ 101861 w 105884"/>
                <a:gd name="connsiteY13" fmla="*/ 62 h 138406"/>
                <a:gd name="connsiteX14" fmla="*/ 92786 w 105884"/>
                <a:gd name="connsiteY14" fmla="*/ 5537 h 138406"/>
                <a:gd name="connsiteX15" fmla="*/ 81895 w 105884"/>
                <a:gd name="connsiteY15" fmla="*/ 3408 h 138406"/>
                <a:gd name="connsiteX16" fmla="*/ 64953 w 105884"/>
                <a:gd name="connsiteY16" fmla="*/ 366 h 138406"/>
                <a:gd name="connsiteX17" fmla="*/ 28347 w 105884"/>
                <a:gd name="connsiteY17" fmla="*/ 33827 h 138406"/>
                <a:gd name="connsiteX18" fmla="*/ 47407 w 105884"/>
                <a:gd name="connsiteY18" fmla="*/ 73067 h 138406"/>
                <a:gd name="connsiteX19" fmla="*/ 64348 w 105884"/>
                <a:gd name="connsiteY19" fmla="*/ 108049 h 138406"/>
                <a:gd name="connsiteX20" fmla="*/ 41961 w 105884"/>
                <a:gd name="connsiteY20" fmla="*/ 131471 h 138406"/>
                <a:gd name="connsiteX21" fmla="*/ 11103 w 105884"/>
                <a:gd name="connsiteY21" fmla="*/ 90102 h 138406"/>
                <a:gd name="connsiteX22" fmla="*/ 6263 w 105884"/>
                <a:gd name="connsiteY22" fmla="*/ 90102 h 13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38406">
                  <a:moveTo>
                    <a:pt x="6263" y="90102"/>
                  </a:moveTo>
                  <a:lnTo>
                    <a:pt x="212" y="138468"/>
                  </a:lnTo>
                  <a:lnTo>
                    <a:pt x="5053" y="138468"/>
                  </a:lnTo>
                  <a:cubicBezTo>
                    <a:pt x="7473" y="133601"/>
                    <a:pt x="9288" y="132080"/>
                    <a:pt x="12314" y="132080"/>
                  </a:cubicBezTo>
                  <a:cubicBezTo>
                    <a:pt x="15641" y="132080"/>
                    <a:pt x="21087" y="133296"/>
                    <a:pt x="27137" y="134817"/>
                  </a:cubicBezTo>
                  <a:cubicBezTo>
                    <a:pt x="33793" y="136947"/>
                    <a:pt x="38936" y="137859"/>
                    <a:pt x="43776" y="137859"/>
                  </a:cubicBezTo>
                  <a:cubicBezTo>
                    <a:pt x="69189" y="137859"/>
                    <a:pt x="87340" y="121433"/>
                    <a:pt x="87340" y="98315"/>
                  </a:cubicBezTo>
                  <a:cubicBezTo>
                    <a:pt x="87340" y="86755"/>
                    <a:pt x="80987" y="73371"/>
                    <a:pt x="66768" y="55728"/>
                  </a:cubicBezTo>
                  <a:cubicBezTo>
                    <a:pt x="55272" y="41431"/>
                    <a:pt x="50432" y="32001"/>
                    <a:pt x="50432" y="23788"/>
                  </a:cubicBezTo>
                  <a:cubicBezTo>
                    <a:pt x="50432" y="13750"/>
                    <a:pt x="56785" y="7362"/>
                    <a:pt x="67373" y="7362"/>
                  </a:cubicBezTo>
                  <a:cubicBezTo>
                    <a:pt x="83105" y="7362"/>
                    <a:pt x="92181" y="18617"/>
                    <a:pt x="95206" y="42344"/>
                  </a:cubicBezTo>
                  <a:lnTo>
                    <a:pt x="100046" y="42344"/>
                  </a:lnTo>
                  <a:lnTo>
                    <a:pt x="106097" y="62"/>
                  </a:lnTo>
                  <a:lnTo>
                    <a:pt x="101861" y="62"/>
                  </a:lnTo>
                  <a:cubicBezTo>
                    <a:pt x="99441" y="4320"/>
                    <a:pt x="97021" y="5537"/>
                    <a:pt x="92786" y="5537"/>
                  </a:cubicBezTo>
                  <a:cubicBezTo>
                    <a:pt x="90668" y="5537"/>
                    <a:pt x="87643" y="4929"/>
                    <a:pt x="81895" y="3408"/>
                  </a:cubicBezTo>
                  <a:cubicBezTo>
                    <a:pt x="74332" y="974"/>
                    <a:pt x="69794" y="366"/>
                    <a:pt x="64953" y="366"/>
                  </a:cubicBezTo>
                  <a:cubicBezTo>
                    <a:pt x="42869" y="366"/>
                    <a:pt x="28347" y="13446"/>
                    <a:pt x="28347" y="33827"/>
                  </a:cubicBezTo>
                  <a:cubicBezTo>
                    <a:pt x="28347" y="43561"/>
                    <a:pt x="34701" y="56641"/>
                    <a:pt x="47407" y="73067"/>
                  </a:cubicBezTo>
                  <a:cubicBezTo>
                    <a:pt x="59205" y="88581"/>
                    <a:pt x="64348" y="99227"/>
                    <a:pt x="64348" y="108049"/>
                  </a:cubicBezTo>
                  <a:cubicBezTo>
                    <a:pt x="64348" y="121737"/>
                    <a:pt x="55272" y="131471"/>
                    <a:pt x="41961" y="131471"/>
                  </a:cubicBezTo>
                  <a:cubicBezTo>
                    <a:pt x="25322" y="131471"/>
                    <a:pt x="15944" y="119000"/>
                    <a:pt x="11103" y="90102"/>
                  </a:cubicBezTo>
                  <a:lnTo>
                    <a:pt x="6263" y="9010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66CFEC2A-F6E9-FBE0-A224-0DF51DD6AF3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047050" y="5562638"/>
              <a:ext cx="201180" cy="71180"/>
            </a:xfrm>
            <a:custGeom>
              <a:avLst/>
              <a:gdLst>
                <a:gd name="connsiteX0" fmla="*/ 191114 w 201180"/>
                <a:gd name="connsiteY0" fmla="*/ 12228 h 71180"/>
                <a:gd name="connsiteX1" fmla="*/ 201400 w 201180"/>
                <a:gd name="connsiteY1" fmla="*/ 6145 h 71180"/>
                <a:gd name="connsiteX2" fmla="*/ 191416 w 201180"/>
                <a:gd name="connsiteY2" fmla="*/ 61 h 71180"/>
                <a:gd name="connsiteX3" fmla="*/ 10203 w 201180"/>
                <a:gd name="connsiteY3" fmla="*/ 61 h 71180"/>
                <a:gd name="connsiteX4" fmla="*/ 220 w 201180"/>
                <a:gd name="connsiteY4" fmla="*/ 6145 h 71180"/>
                <a:gd name="connsiteX5" fmla="*/ 10505 w 201180"/>
                <a:gd name="connsiteY5" fmla="*/ 12228 h 71180"/>
                <a:gd name="connsiteX6" fmla="*/ 191114 w 201180"/>
                <a:gd name="connsiteY6" fmla="*/ 12228 h 71180"/>
                <a:gd name="connsiteX7" fmla="*/ 191416 w 201180"/>
                <a:gd name="connsiteY7" fmla="*/ 71241 h 71180"/>
                <a:gd name="connsiteX8" fmla="*/ 201400 w 201180"/>
                <a:gd name="connsiteY8" fmla="*/ 65157 h 71180"/>
                <a:gd name="connsiteX9" fmla="*/ 191114 w 201180"/>
                <a:gd name="connsiteY9" fmla="*/ 59074 h 71180"/>
                <a:gd name="connsiteX10" fmla="*/ 10505 w 201180"/>
                <a:gd name="connsiteY10" fmla="*/ 59074 h 71180"/>
                <a:gd name="connsiteX11" fmla="*/ 220 w 201180"/>
                <a:gd name="connsiteY11" fmla="*/ 65157 h 71180"/>
                <a:gd name="connsiteX12" fmla="*/ 10203 w 201180"/>
                <a:gd name="connsiteY12" fmla="*/ 71241 h 71180"/>
                <a:gd name="connsiteX13" fmla="*/ 191416 w 201180"/>
                <a:gd name="connsiteY13" fmla="*/ 71241 h 71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180" h="71180">
                  <a:moveTo>
                    <a:pt x="191114" y="12228"/>
                  </a:moveTo>
                  <a:cubicBezTo>
                    <a:pt x="195652" y="12228"/>
                    <a:pt x="201400" y="12228"/>
                    <a:pt x="201400" y="6145"/>
                  </a:cubicBezTo>
                  <a:cubicBezTo>
                    <a:pt x="201400" y="61"/>
                    <a:pt x="195652" y="61"/>
                    <a:pt x="191416" y="61"/>
                  </a:cubicBezTo>
                  <a:lnTo>
                    <a:pt x="10203" y="61"/>
                  </a:lnTo>
                  <a:cubicBezTo>
                    <a:pt x="5968" y="61"/>
                    <a:pt x="220" y="61"/>
                    <a:pt x="220" y="6145"/>
                  </a:cubicBezTo>
                  <a:cubicBezTo>
                    <a:pt x="220" y="12228"/>
                    <a:pt x="5968" y="12228"/>
                    <a:pt x="10505" y="12228"/>
                  </a:cubicBezTo>
                  <a:lnTo>
                    <a:pt x="191114" y="12228"/>
                  </a:lnTo>
                  <a:close/>
                  <a:moveTo>
                    <a:pt x="191416" y="71241"/>
                  </a:moveTo>
                  <a:cubicBezTo>
                    <a:pt x="195652" y="71241"/>
                    <a:pt x="201400" y="71241"/>
                    <a:pt x="201400" y="65157"/>
                  </a:cubicBezTo>
                  <a:cubicBezTo>
                    <a:pt x="201400" y="59074"/>
                    <a:pt x="195652" y="59074"/>
                    <a:pt x="191114" y="59074"/>
                  </a:cubicBezTo>
                  <a:lnTo>
                    <a:pt x="10505" y="59074"/>
                  </a:lnTo>
                  <a:cubicBezTo>
                    <a:pt x="5968" y="59074"/>
                    <a:pt x="220" y="59074"/>
                    <a:pt x="220" y="65157"/>
                  </a:cubicBezTo>
                  <a:cubicBezTo>
                    <a:pt x="220" y="71241"/>
                    <a:pt x="5968" y="71241"/>
                    <a:pt x="10203" y="71241"/>
                  </a:cubicBezTo>
                  <a:lnTo>
                    <a:pt x="191416" y="7124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6A8B0CD-551D-3E57-56A6-75C1781EA84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757222" y="5832910"/>
              <a:ext cx="72001" cy="207761"/>
            </a:xfrm>
            <a:custGeom>
              <a:avLst/>
              <a:gdLst>
                <a:gd name="connsiteX0" fmla="*/ 209 w 72001"/>
                <a:gd name="connsiteY0" fmla="*/ 18325 h 207761"/>
                <a:gd name="connsiteX1" fmla="*/ 2025 w 72001"/>
                <a:gd name="connsiteY1" fmla="*/ 18325 h 207761"/>
                <a:gd name="connsiteX2" fmla="*/ 11403 w 72001"/>
                <a:gd name="connsiteY2" fmla="*/ 17717 h 207761"/>
                <a:gd name="connsiteX3" fmla="*/ 24109 w 72001"/>
                <a:gd name="connsiteY3" fmla="*/ 36272 h 207761"/>
                <a:gd name="connsiteX4" fmla="*/ 24109 w 72001"/>
                <a:gd name="connsiteY4" fmla="*/ 181370 h 207761"/>
                <a:gd name="connsiteX5" fmla="*/ 814 w 72001"/>
                <a:gd name="connsiteY5" fmla="*/ 203272 h 207761"/>
                <a:gd name="connsiteX6" fmla="*/ 814 w 72001"/>
                <a:gd name="connsiteY6" fmla="*/ 207835 h 207761"/>
                <a:gd name="connsiteX7" fmla="*/ 72211 w 72001"/>
                <a:gd name="connsiteY7" fmla="*/ 207835 h 207761"/>
                <a:gd name="connsiteX8" fmla="*/ 72211 w 72001"/>
                <a:gd name="connsiteY8" fmla="*/ 203272 h 207761"/>
                <a:gd name="connsiteX9" fmla="*/ 49521 w 72001"/>
                <a:gd name="connsiteY9" fmla="*/ 182283 h 207761"/>
                <a:gd name="connsiteX10" fmla="*/ 49521 w 72001"/>
                <a:gd name="connsiteY10" fmla="*/ 682 h 207761"/>
                <a:gd name="connsiteX11" fmla="*/ 48311 w 72001"/>
                <a:gd name="connsiteY11" fmla="*/ 74 h 207761"/>
                <a:gd name="connsiteX12" fmla="*/ 209 w 72001"/>
                <a:gd name="connsiteY12" fmla="*/ 13458 h 207761"/>
                <a:gd name="connsiteX13" fmla="*/ 209 w 72001"/>
                <a:gd name="connsiteY13" fmla="*/ 18325 h 207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7761">
                  <a:moveTo>
                    <a:pt x="209" y="18325"/>
                  </a:moveTo>
                  <a:lnTo>
                    <a:pt x="2025" y="18325"/>
                  </a:lnTo>
                  <a:cubicBezTo>
                    <a:pt x="5352" y="18021"/>
                    <a:pt x="8983" y="17717"/>
                    <a:pt x="11403" y="17717"/>
                  </a:cubicBezTo>
                  <a:cubicBezTo>
                    <a:pt x="21084" y="17717"/>
                    <a:pt x="24109" y="21975"/>
                    <a:pt x="24109" y="36272"/>
                  </a:cubicBezTo>
                  <a:lnTo>
                    <a:pt x="24109" y="181370"/>
                  </a:lnTo>
                  <a:cubicBezTo>
                    <a:pt x="24109" y="197796"/>
                    <a:pt x="19874" y="201751"/>
                    <a:pt x="814" y="203272"/>
                  </a:cubicBezTo>
                  <a:lnTo>
                    <a:pt x="814" y="207835"/>
                  </a:lnTo>
                  <a:lnTo>
                    <a:pt x="72211" y="207835"/>
                  </a:lnTo>
                  <a:lnTo>
                    <a:pt x="72211" y="203272"/>
                  </a:lnTo>
                  <a:cubicBezTo>
                    <a:pt x="53152" y="202055"/>
                    <a:pt x="49521" y="199013"/>
                    <a:pt x="49521" y="182283"/>
                  </a:cubicBezTo>
                  <a:lnTo>
                    <a:pt x="49521" y="682"/>
                  </a:lnTo>
                  <a:lnTo>
                    <a:pt x="48311" y="74"/>
                  </a:lnTo>
                  <a:cubicBezTo>
                    <a:pt x="32580" y="5245"/>
                    <a:pt x="21084" y="8287"/>
                    <a:pt x="209" y="13458"/>
                  </a:cubicBezTo>
                  <a:lnTo>
                    <a:pt x="209" y="183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20311912-45D6-E2FC-D6A5-1380FA41213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840729" y="5900744"/>
              <a:ext cx="141885" cy="139926"/>
            </a:xfrm>
            <a:custGeom>
              <a:avLst/>
              <a:gdLst>
                <a:gd name="connsiteX0" fmla="*/ 212 w 141885"/>
                <a:gd name="connsiteY0" fmla="*/ 18933 h 139926"/>
                <a:gd name="connsiteX1" fmla="*/ 8380 w 141885"/>
                <a:gd name="connsiteY1" fmla="*/ 17716 h 139926"/>
                <a:gd name="connsiteX2" fmla="*/ 19574 w 141885"/>
                <a:gd name="connsiteY2" fmla="*/ 37185 h 139926"/>
                <a:gd name="connsiteX3" fmla="*/ 19574 w 141885"/>
                <a:gd name="connsiteY3" fmla="*/ 112623 h 139926"/>
                <a:gd name="connsiteX4" fmla="*/ 817 w 141885"/>
                <a:gd name="connsiteY4" fmla="*/ 135438 h 139926"/>
                <a:gd name="connsiteX5" fmla="*/ 817 w 141885"/>
                <a:gd name="connsiteY5" fmla="*/ 140000 h 139926"/>
                <a:gd name="connsiteX6" fmla="*/ 64953 w 141885"/>
                <a:gd name="connsiteY6" fmla="*/ 140000 h 139926"/>
                <a:gd name="connsiteX7" fmla="*/ 64953 w 141885"/>
                <a:gd name="connsiteY7" fmla="*/ 135438 h 139926"/>
                <a:gd name="connsiteX8" fmla="*/ 44986 w 141885"/>
                <a:gd name="connsiteY8" fmla="*/ 119620 h 139926"/>
                <a:gd name="connsiteX9" fmla="*/ 44986 w 141885"/>
                <a:gd name="connsiteY9" fmla="*/ 34143 h 139926"/>
                <a:gd name="connsiteX10" fmla="*/ 76146 w 141885"/>
                <a:gd name="connsiteY10" fmla="*/ 16804 h 139926"/>
                <a:gd name="connsiteX11" fmla="*/ 98231 w 141885"/>
                <a:gd name="connsiteY11" fmla="*/ 46310 h 139926"/>
                <a:gd name="connsiteX12" fmla="*/ 98231 w 141885"/>
                <a:gd name="connsiteY12" fmla="*/ 109886 h 139926"/>
                <a:gd name="connsiteX13" fmla="*/ 79172 w 141885"/>
                <a:gd name="connsiteY13" fmla="*/ 135438 h 139926"/>
                <a:gd name="connsiteX14" fmla="*/ 79172 w 141885"/>
                <a:gd name="connsiteY14" fmla="*/ 140000 h 139926"/>
                <a:gd name="connsiteX15" fmla="*/ 142097 w 141885"/>
                <a:gd name="connsiteY15" fmla="*/ 140000 h 139926"/>
                <a:gd name="connsiteX16" fmla="*/ 142097 w 141885"/>
                <a:gd name="connsiteY16" fmla="*/ 135438 h 139926"/>
                <a:gd name="connsiteX17" fmla="*/ 123643 w 141885"/>
                <a:gd name="connsiteY17" fmla="*/ 115361 h 139926"/>
                <a:gd name="connsiteX18" fmla="*/ 123643 w 141885"/>
                <a:gd name="connsiteY18" fmla="*/ 45702 h 139926"/>
                <a:gd name="connsiteX19" fmla="*/ 87945 w 141885"/>
                <a:gd name="connsiteY19" fmla="*/ 74 h 139926"/>
                <a:gd name="connsiteX20" fmla="*/ 44079 w 141885"/>
                <a:gd name="connsiteY20" fmla="*/ 24713 h 139926"/>
                <a:gd name="connsiteX21" fmla="*/ 44079 w 141885"/>
                <a:gd name="connsiteY21" fmla="*/ 682 h 139926"/>
                <a:gd name="connsiteX22" fmla="*/ 41961 w 141885"/>
                <a:gd name="connsiteY22" fmla="*/ 74 h 139926"/>
                <a:gd name="connsiteX23" fmla="*/ 212 w 141885"/>
                <a:gd name="connsiteY23" fmla="*/ 13762 h 139926"/>
                <a:gd name="connsiteX24" fmla="*/ 212 w 141885"/>
                <a:gd name="connsiteY24" fmla="*/ 18933 h 13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926">
                  <a:moveTo>
                    <a:pt x="212" y="18933"/>
                  </a:moveTo>
                  <a:cubicBezTo>
                    <a:pt x="2027" y="18021"/>
                    <a:pt x="5053" y="17716"/>
                    <a:pt x="8380" y="17716"/>
                  </a:cubicBezTo>
                  <a:cubicBezTo>
                    <a:pt x="16851" y="17716"/>
                    <a:pt x="19574" y="22279"/>
                    <a:pt x="19574" y="37185"/>
                  </a:cubicBezTo>
                  <a:lnTo>
                    <a:pt x="19574" y="112623"/>
                  </a:lnTo>
                  <a:cubicBezTo>
                    <a:pt x="19574" y="129962"/>
                    <a:pt x="16246" y="134221"/>
                    <a:pt x="817" y="135438"/>
                  </a:cubicBezTo>
                  <a:lnTo>
                    <a:pt x="817" y="140000"/>
                  </a:lnTo>
                  <a:lnTo>
                    <a:pt x="64953" y="140000"/>
                  </a:lnTo>
                  <a:lnTo>
                    <a:pt x="64953" y="135438"/>
                  </a:lnTo>
                  <a:cubicBezTo>
                    <a:pt x="49524" y="134221"/>
                    <a:pt x="44986" y="130571"/>
                    <a:pt x="44986" y="119620"/>
                  </a:cubicBezTo>
                  <a:lnTo>
                    <a:pt x="44986" y="34143"/>
                  </a:lnTo>
                  <a:cubicBezTo>
                    <a:pt x="59507" y="20454"/>
                    <a:pt x="66163" y="16804"/>
                    <a:pt x="76146" y="16804"/>
                  </a:cubicBezTo>
                  <a:cubicBezTo>
                    <a:pt x="90970" y="16804"/>
                    <a:pt x="98231" y="26234"/>
                    <a:pt x="98231" y="46310"/>
                  </a:cubicBezTo>
                  <a:lnTo>
                    <a:pt x="98231" y="109886"/>
                  </a:lnTo>
                  <a:cubicBezTo>
                    <a:pt x="98231" y="129050"/>
                    <a:pt x="94298" y="134221"/>
                    <a:pt x="79172" y="135438"/>
                  </a:cubicBezTo>
                  <a:lnTo>
                    <a:pt x="79172" y="140000"/>
                  </a:lnTo>
                  <a:lnTo>
                    <a:pt x="142097" y="140000"/>
                  </a:lnTo>
                  <a:lnTo>
                    <a:pt x="142097" y="135438"/>
                  </a:lnTo>
                  <a:cubicBezTo>
                    <a:pt x="127273" y="133917"/>
                    <a:pt x="123643" y="130266"/>
                    <a:pt x="123643" y="115361"/>
                  </a:cubicBezTo>
                  <a:lnTo>
                    <a:pt x="123643" y="45702"/>
                  </a:lnTo>
                  <a:cubicBezTo>
                    <a:pt x="123643" y="17108"/>
                    <a:pt x="110332" y="74"/>
                    <a:pt x="87945" y="74"/>
                  </a:cubicBezTo>
                  <a:cubicBezTo>
                    <a:pt x="74029" y="74"/>
                    <a:pt x="64650" y="5245"/>
                    <a:pt x="44079" y="24713"/>
                  </a:cubicBezTo>
                  <a:lnTo>
                    <a:pt x="44079" y="682"/>
                  </a:lnTo>
                  <a:lnTo>
                    <a:pt x="41961" y="74"/>
                  </a:lnTo>
                  <a:cubicBezTo>
                    <a:pt x="27137" y="5549"/>
                    <a:pt x="16851" y="8895"/>
                    <a:pt x="212" y="13762"/>
                  </a:cubicBezTo>
                  <a:lnTo>
                    <a:pt x="212" y="189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2C2B6BD-3BA2-5D65-EABB-85FF25330E8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017669" y="5812529"/>
              <a:ext cx="70186" cy="304188"/>
            </a:xfrm>
            <a:custGeom>
              <a:avLst/>
              <a:gdLst>
                <a:gd name="connsiteX0" fmla="*/ 70404 w 70186"/>
                <a:gd name="connsiteY0" fmla="*/ 301220 h 304188"/>
                <a:gd name="connsiteX1" fmla="*/ 65261 w 70186"/>
                <a:gd name="connsiteY1" fmla="*/ 294528 h 304188"/>
                <a:gd name="connsiteX2" fmla="*/ 17764 w 70186"/>
                <a:gd name="connsiteY2" fmla="*/ 152167 h 304188"/>
                <a:gd name="connsiteX3" fmla="*/ 66471 w 70186"/>
                <a:gd name="connsiteY3" fmla="*/ 8286 h 304188"/>
                <a:gd name="connsiteX4" fmla="*/ 70404 w 70186"/>
                <a:gd name="connsiteY4" fmla="*/ 3115 h 304188"/>
                <a:gd name="connsiteX5" fmla="*/ 67379 w 70186"/>
                <a:gd name="connsiteY5" fmla="*/ 73 h 304188"/>
                <a:gd name="connsiteX6" fmla="*/ 19277 w 70186"/>
                <a:gd name="connsiteY6" fmla="*/ 59390 h 304188"/>
                <a:gd name="connsiteX7" fmla="*/ 218 w 70186"/>
                <a:gd name="connsiteY7" fmla="*/ 152167 h 304188"/>
                <a:gd name="connsiteX8" fmla="*/ 20184 w 70186"/>
                <a:gd name="connsiteY8" fmla="*/ 247074 h 304188"/>
                <a:gd name="connsiteX9" fmla="*/ 67379 w 70186"/>
                <a:gd name="connsiteY9" fmla="*/ 304262 h 304188"/>
                <a:gd name="connsiteX10" fmla="*/ 70404 w 70186"/>
                <a:gd name="connsiteY10" fmla="*/ 301220 h 30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4188">
                  <a:moveTo>
                    <a:pt x="70404" y="301220"/>
                  </a:moveTo>
                  <a:cubicBezTo>
                    <a:pt x="70404" y="300307"/>
                    <a:pt x="70404" y="299699"/>
                    <a:pt x="65261" y="294528"/>
                  </a:cubicBezTo>
                  <a:cubicBezTo>
                    <a:pt x="27445" y="256200"/>
                    <a:pt x="17764" y="198708"/>
                    <a:pt x="17764" y="152167"/>
                  </a:cubicBezTo>
                  <a:cubicBezTo>
                    <a:pt x="17764" y="99238"/>
                    <a:pt x="29260" y="46310"/>
                    <a:pt x="66471" y="8286"/>
                  </a:cubicBezTo>
                  <a:cubicBezTo>
                    <a:pt x="70404" y="4636"/>
                    <a:pt x="70404" y="4027"/>
                    <a:pt x="70404" y="3115"/>
                  </a:cubicBezTo>
                  <a:cubicBezTo>
                    <a:pt x="70404" y="985"/>
                    <a:pt x="69194" y="73"/>
                    <a:pt x="67379" y="73"/>
                  </a:cubicBezTo>
                  <a:cubicBezTo>
                    <a:pt x="64353" y="73"/>
                    <a:pt x="37126" y="20758"/>
                    <a:pt x="19277" y="59390"/>
                  </a:cubicBezTo>
                  <a:cubicBezTo>
                    <a:pt x="3848" y="92850"/>
                    <a:pt x="218" y="126615"/>
                    <a:pt x="218" y="152167"/>
                  </a:cubicBezTo>
                  <a:cubicBezTo>
                    <a:pt x="218" y="175894"/>
                    <a:pt x="3545" y="212701"/>
                    <a:pt x="20184" y="247074"/>
                  </a:cubicBezTo>
                  <a:cubicBezTo>
                    <a:pt x="38336" y="284490"/>
                    <a:pt x="64353" y="304262"/>
                    <a:pt x="67379" y="304262"/>
                  </a:cubicBezTo>
                  <a:cubicBezTo>
                    <a:pt x="69194" y="304262"/>
                    <a:pt x="70404" y="303349"/>
                    <a:pt x="70404" y="30122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E7841B43-1643-2709-BC36-CC7671E40D9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097368" y="5906523"/>
              <a:ext cx="143397" cy="137493"/>
            </a:xfrm>
            <a:custGeom>
              <a:avLst/>
              <a:gdLst>
                <a:gd name="connsiteX0" fmla="*/ 130005 w 143397"/>
                <a:gd name="connsiteY0" fmla="*/ 100456 h 137493"/>
                <a:gd name="connsiteX1" fmla="*/ 123349 w 143397"/>
                <a:gd name="connsiteY1" fmla="*/ 108669 h 137493"/>
                <a:gd name="connsiteX2" fmla="*/ 109433 w 143397"/>
                <a:gd name="connsiteY2" fmla="*/ 120837 h 137493"/>
                <a:gd name="connsiteX3" fmla="*/ 100055 w 143397"/>
                <a:gd name="connsiteY3" fmla="*/ 108365 h 137493"/>
                <a:gd name="connsiteX4" fmla="*/ 98845 w 143397"/>
                <a:gd name="connsiteY4" fmla="*/ 103194 h 137493"/>
                <a:gd name="connsiteX5" fmla="*/ 87954 w 143397"/>
                <a:gd name="connsiteY5" fmla="*/ 53915 h 137493"/>
                <a:gd name="connsiteX6" fmla="*/ 117601 w 143397"/>
                <a:gd name="connsiteY6" fmla="*/ 17108 h 137493"/>
                <a:gd name="connsiteX7" fmla="*/ 124862 w 143397"/>
                <a:gd name="connsiteY7" fmla="*/ 19542 h 137493"/>
                <a:gd name="connsiteX8" fmla="*/ 133030 w 143397"/>
                <a:gd name="connsiteY8" fmla="*/ 22279 h 137493"/>
                <a:gd name="connsiteX9" fmla="*/ 143619 w 143397"/>
                <a:gd name="connsiteY9" fmla="*/ 11329 h 137493"/>
                <a:gd name="connsiteX10" fmla="*/ 131215 w 143397"/>
                <a:gd name="connsiteY10" fmla="*/ 74 h 137493"/>
                <a:gd name="connsiteX11" fmla="*/ 85534 w 143397"/>
                <a:gd name="connsiteY11" fmla="*/ 43573 h 137493"/>
                <a:gd name="connsiteX12" fmla="*/ 82206 w 143397"/>
                <a:gd name="connsiteY12" fmla="*/ 26842 h 137493"/>
                <a:gd name="connsiteX13" fmla="*/ 66474 w 143397"/>
                <a:gd name="connsiteY13" fmla="*/ 74 h 137493"/>
                <a:gd name="connsiteX14" fmla="*/ 31079 w 143397"/>
                <a:gd name="connsiteY14" fmla="*/ 8895 h 137493"/>
                <a:gd name="connsiteX15" fmla="*/ 27751 w 143397"/>
                <a:gd name="connsiteY15" fmla="*/ 10112 h 137493"/>
                <a:gd name="connsiteX16" fmla="*/ 28961 w 143397"/>
                <a:gd name="connsiteY16" fmla="*/ 14675 h 137493"/>
                <a:gd name="connsiteX17" fmla="*/ 45903 w 143397"/>
                <a:gd name="connsiteY17" fmla="*/ 11329 h 137493"/>
                <a:gd name="connsiteX18" fmla="*/ 59516 w 143397"/>
                <a:gd name="connsiteY18" fmla="*/ 32318 h 137493"/>
                <a:gd name="connsiteX19" fmla="*/ 68290 w 143397"/>
                <a:gd name="connsiteY19" fmla="*/ 69733 h 137493"/>
                <a:gd name="connsiteX20" fmla="*/ 43482 w 143397"/>
                <a:gd name="connsiteY20" fmla="*/ 105323 h 137493"/>
                <a:gd name="connsiteX21" fmla="*/ 28053 w 143397"/>
                <a:gd name="connsiteY21" fmla="*/ 119924 h 137493"/>
                <a:gd name="connsiteX22" fmla="*/ 20188 w 143397"/>
                <a:gd name="connsiteY22" fmla="*/ 117186 h 137493"/>
                <a:gd name="connsiteX23" fmla="*/ 10507 w 143397"/>
                <a:gd name="connsiteY23" fmla="*/ 114144 h 137493"/>
                <a:gd name="connsiteX24" fmla="*/ 221 w 143397"/>
                <a:gd name="connsiteY24" fmla="*/ 124791 h 137493"/>
                <a:gd name="connsiteX25" fmla="*/ 15347 w 143397"/>
                <a:gd name="connsiteY25" fmla="*/ 137567 h 137493"/>
                <a:gd name="connsiteX26" fmla="*/ 43482 w 143397"/>
                <a:gd name="connsiteY26" fmla="*/ 116274 h 137493"/>
                <a:gd name="connsiteX27" fmla="*/ 70710 w 143397"/>
                <a:gd name="connsiteY27" fmla="*/ 80684 h 137493"/>
                <a:gd name="connsiteX28" fmla="*/ 79786 w 143397"/>
                <a:gd name="connsiteY28" fmla="*/ 117186 h 137493"/>
                <a:gd name="connsiteX29" fmla="*/ 97332 w 143397"/>
                <a:gd name="connsiteY29" fmla="*/ 137567 h 137493"/>
                <a:gd name="connsiteX30" fmla="*/ 134240 w 143397"/>
                <a:gd name="connsiteY30" fmla="*/ 102889 h 137493"/>
                <a:gd name="connsiteX31" fmla="*/ 130005 w 143397"/>
                <a:gd name="connsiteY31" fmla="*/ 100456 h 13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7493">
                  <a:moveTo>
                    <a:pt x="130005" y="100456"/>
                  </a:moveTo>
                  <a:cubicBezTo>
                    <a:pt x="127585" y="103194"/>
                    <a:pt x="126072" y="105019"/>
                    <a:pt x="123349" y="108669"/>
                  </a:cubicBezTo>
                  <a:cubicBezTo>
                    <a:pt x="116391" y="117795"/>
                    <a:pt x="112761" y="120837"/>
                    <a:pt x="109433" y="120837"/>
                  </a:cubicBezTo>
                  <a:cubicBezTo>
                    <a:pt x="104895" y="120837"/>
                    <a:pt x="102173" y="116882"/>
                    <a:pt x="100055" y="108365"/>
                  </a:cubicBezTo>
                  <a:cubicBezTo>
                    <a:pt x="99450" y="105931"/>
                    <a:pt x="99147" y="104106"/>
                    <a:pt x="98845" y="103194"/>
                  </a:cubicBezTo>
                  <a:cubicBezTo>
                    <a:pt x="91282" y="72471"/>
                    <a:pt x="87954" y="58478"/>
                    <a:pt x="87954" y="53915"/>
                  </a:cubicBezTo>
                  <a:cubicBezTo>
                    <a:pt x="101265" y="30492"/>
                    <a:pt x="112156" y="17108"/>
                    <a:pt x="117601" y="17108"/>
                  </a:cubicBezTo>
                  <a:cubicBezTo>
                    <a:pt x="119417" y="17108"/>
                    <a:pt x="121837" y="18021"/>
                    <a:pt x="124862" y="19542"/>
                  </a:cubicBezTo>
                  <a:cubicBezTo>
                    <a:pt x="128492" y="21671"/>
                    <a:pt x="130610" y="22279"/>
                    <a:pt x="133030" y="22279"/>
                  </a:cubicBezTo>
                  <a:cubicBezTo>
                    <a:pt x="139383" y="22279"/>
                    <a:pt x="143619" y="17716"/>
                    <a:pt x="143619" y="11329"/>
                  </a:cubicBezTo>
                  <a:cubicBezTo>
                    <a:pt x="143619" y="4941"/>
                    <a:pt x="138476" y="74"/>
                    <a:pt x="131215" y="74"/>
                  </a:cubicBezTo>
                  <a:cubicBezTo>
                    <a:pt x="117904" y="74"/>
                    <a:pt x="106408" y="11024"/>
                    <a:pt x="85534" y="43573"/>
                  </a:cubicBezTo>
                  <a:lnTo>
                    <a:pt x="82206" y="26842"/>
                  </a:lnTo>
                  <a:cubicBezTo>
                    <a:pt x="77970" y="6157"/>
                    <a:pt x="74643" y="74"/>
                    <a:pt x="66474" y="74"/>
                  </a:cubicBezTo>
                  <a:cubicBezTo>
                    <a:pt x="59819" y="74"/>
                    <a:pt x="49533" y="2811"/>
                    <a:pt x="31079" y="8895"/>
                  </a:cubicBezTo>
                  <a:lnTo>
                    <a:pt x="27751" y="10112"/>
                  </a:lnTo>
                  <a:lnTo>
                    <a:pt x="28961" y="14675"/>
                  </a:lnTo>
                  <a:cubicBezTo>
                    <a:pt x="40457" y="11937"/>
                    <a:pt x="43180" y="11329"/>
                    <a:pt x="45903" y="11329"/>
                  </a:cubicBezTo>
                  <a:cubicBezTo>
                    <a:pt x="53466" y="11329"/>
                    <a:pt x="55281" y="14066"/>
                    <a:pt x="59516" y="32318"/>
                  </a:cubicBezTo>
                  <a:lnTo>
                    <a:pt x="68290" y="69733"/>
                  </a:lnTo>
                  <a:lnTo>
                    <a:pt x="43482" y="105323"/>
                  </a:lnTo>
                  <a:cubicBezTo>
                    <a:pt x="37432" y="114449"/>
                    <a:pt x="31381" y="119924"/>
                    <a:pt x="28053" y="119924"/>
                  </a:cubicBezTo>
                  <a:cubicBezTo>
                    <a:pt x="26238" y="119924"/>
                    <a:pt x="23213" y="119011"/>
                    <a:pt x="20188" y="117186"/>
                  </a:cubicBezTo>
                  <a:cubicBezTo>
                    <a:pt x="16255" y="115057"/>
                    <a:pt x="12927" y="114144"/>
                    <a:pt x="10507" y="114144"/>
                  </a:cubicBezTo>
                  <a:cubicBezTo>
                    <a:pt x="4759" y="114144"/>
                    <a:pt x="221" y="118707"/>
                    <a:pt x="221" y="124791"/>
                  </a:cubicBezTo>
                  <a:cubicBezTo>
                    <a:pt x="221" y="132700"/>
                    <a:pt x="6272" y="137567"/>
                    <a:pt x="15347" y="137567"/>
                  </a:cubicBezTo>
                  <a:cubicBezTo>
                    <a:pt x="24726" y="137567"/>
                    <a:pt x="28356" y="134829"/>
                    <a:pt x="43482" y="116274"/>
                  </a:cubicBezTo>
                  <a:cubicBezTo>
                    <a:pt x="51651" y="106540"/>
                    <a:pt x="58004" y="98327"/>
                    <a:pt x="70710" y="80684"/>
                  </a:cubicBezTo>
                  <a:lnTo>
                    <a:pt x="79786" y="117186"/>
                  </a:lnTo>
                  <a:cubicBezTo>
                    <a:pt x="83718" y="132700"/>
                    <a:pt x="87651" y="137567"/>
                    <a:pt x="97332" y="137567"/>
                  </a:cubicBezTo>
                  <a:cubicBezTo>
                    <a:pt x="108828" y="137567"/>
                    <a:pt x="116694" y="130266"/>
                    <a:pt x="134240" y="102889"/>
                  </a:cubicBezTo>
                  <a:lnTo>
                    <a:pt x="130005" y="1004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B2FCC859-09F1-5FB4-3555-E9CB3CAF6C8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258512" y="5812529"/>
              <a:ext cx="70186" cy="304188"/>
            </a:xfrm>
            <a:custGeom>
              <a:avLst/>
              <a:gdLst>
                <a:gd name="connsiteX0" fmla="*/ 70412 w 70186"/>
                <a:gd name="connsiteY0" fmla="*/ 152167 h 304188"/>
                <a:gd name="connsiteX1" fmla="*/ 50445 w 70186"/>
                <a:gd name="connsiteY1" fmla="*/ 57260 h 304188"/>
                <a:gd name="connsiteX2" fmla="*/ 3251 w 70186"/>
                <a:gd name="connsiteY2" fmla="*/ 73 h 304188"/>
                <a:gd name="connsiteX3" fmla="*/ 226 w 70186"/>
                <a:gd name="connsiteY3" fmla="*/ 3115 h 304188"/>
                <a:gd name="connsiteX4" fmla="*/ 5974 w 70186"/>
                <a:gd name="connsiteY4" fmla="*/ 10111 h 304188"/>
                <a:gd name="connsiteX5" fmla="*/ 52866 w 70186"/>
                <a:gd name="connsiteY5" fmla="*/ 152167 h 304188"/>
                <a:gd name="connsiteX6" fmla="*/ 4159 w 70186"/>
                <a:gd name="connsiteY6" fmla="*/ 296049 h 304188"/>
                <a:gd name="connsiteX7" fmla="*/ 226 w 70186"/>
                <a:gd name="connsiteY7" fmla="*/ 301220 h 304188"/>
                <a:gd name="connsiteX8" fmla="*/ 3251 w 70186"/>
                <a:gd name="connsiteY8" fmla="*/ 304262 h 304188"/>
                <a:gd name="connsiteX9" fmla="*/ 51353 w 70186"/>
                <a:gd name="connsiteY9" fmla="*/ 244945 h 304188"/>
                <a:gd name="connsiteX10" fmla="*/ 70412 w 70186"/>
                <a:gd name="connsiteY10" fmla="*/ 152167 h 30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4188">
                  <a:moveTo>
                    <a:pt x="70412" y="152167"/>
                  </a:moveTo>
                  <a:cubicBezTo>
                    <a:pt x="70412" y="128441"/>
                    <a:pt x="67084" y="91634"/>
                    <a:pt x="50445" y="57260"/>
                  </a:cubicBezTo>
                  <a:cubicBezTo>
                    <a:pt x="32294" y="19845"/>
                    <a:pt x="6276" y="73"/>
                    <a:pt x="3251" y="73"/>
                  </a:cubicBezTo>
                  <a:cubicBezTo>
                    <a:pt x="1436" y="73"/>
                    <a:pt x="226" y="1290"/>
                    <a:pt x="226" y="3115"/>
                  </a:cubicBezTo>
                  <a:cubicBezTo>
                    <a:pt x="226" y="4027"/>
                    <a:pt x="226" y="4636"/>
                    <a:pt x="5974" y="10111"/>
                  </a:cubicBezTo>
                  <a:cubicBezTo>
                    <a:pt x="35622" y="40226"/>
                    <a:pt x="52866" y="88592"/>
                    <a:pt x="52866" y="152167"/>
                  </a:cubicBezTo>
                  <a:cubicBezTo>
                    <a:pt x="52866" y="204184"/>
                    <a:pt x="41672" y="257721"/>
                    <a:pt x="4159" y="296049"/>
                  </a:cubicBezTo>
                  <a:cubicBezTo>
                    <a:pt x="226" y="299699"/>
                    <a:pt x="226" y="300307"/>
                    <a:pt x="226" y="301220"/>
                  </a:cubicBezTo>
                  <a:cubicBezTo>
                    <a:pt x="226" y="303045"/>
                    <a:pt x="1436" y="304262"/>
                    <a:pt x="3251" y="304262"/>
                  </a:cubicBezTo>
                  <a:cubicBezTo>
                    <a:pt x="6276" y="304262"/>
                    <a:pt x="33504" y="283577"/>
                    <a:pt x="51353" y="244945"/>
                  </a:cubicBezTo>
                  <a:cubicBezTo>
                    <a:pt x="66782" y="211484"/>
                    <a:pt x="70412" y="177719"/>
                    <a:pt x="70412" y="15216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16DE5E7F-8D32-36BD-2BA7-C7E861FECF5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69475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BD767F2A-459E-348A-DA05-C01676E0723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098975" y="5508188"/>
              <a:ext cx="78354" cy="169433"/>
            </a:xfrm>
            <a:custGeom>
              <a:avLst/>
              <a:gdLst>
                <a:gd name="connsiteX0" fmla="*/ 78608 w 78354"/>
                <a:gd name="connsiteY0" fmla="*/ 35956 h 169433"/>
                <a:gd name="connsiteX1" fmla="*/ 54406 w 78354"/>
                <a:gd name="connsiteY1" fmla="*/ 35956 h 169433"/>
                <a:gd name="connsiteX2" fmla="*/ 62876 w 78354"/>
                <a:gd name="connsiteY2" fmla="*/ 4624 h 169433"/>
                <a:gd name="connsiteX3" fmla="*/ 63179 w 78354"/>
                <a:gd name="connsiteY3" fmla="*/ 3103 h 169433"/>
                <a:gd name="connsiteX4" fmla="*/ 60759 w 78354"/>
                <a:gd name="connsiteY4" fmla="*/ 62 h 169433"/>
                <a:gd name="connsiteX5" fmla="*/ 56221 w 78354"/>
                <a:gd name="connsiteY5" fmla="*/ 2799 h 169433"/>
                <a:gd name="connsiteX6" fmla="*/ 15985 w 78354"/>
                <a:gd name="connsiteY6" fmla="*/ 36260 h 169433"/>
                <a:gd name="connsiteX7" fmla="*/ 6304 w 78354"/>
                <a:gd name="connsiteY7" fmla="*/ 43865 h 169433"/>
                <a:gd name="connsiteX8" fmla="*/ 6606 w 78354"/>
                <a:gd name="connsiteY8" fmla="*/ 45690 h 169433"/>
                <a:gd name="connsiteX9" fmla="*/ 28993 w 78354"/>
                <a:gd name="connsiteY9" fmla="*/ 45690 h 169433"/>
                <a:gd name="connsiteX10" fmla="*/ 7211 w 78354"/>
                <a:gd name="connsiteY10" fmla="*/ 129342 h 169433"/>
                <a:gd name="connsiteX11" fmla="*/ 5396 w 78354"/>
                <a:gd name="connsiteY11" fmla="*/ 135730 h 169433"/>
                <a:gd name="connsiteX12" fmla="*/ 253 w 78354"/>
                <a:gd name="connsiteY12" fmla="*/ 157936 h 169433"/>
                <a:gd name="connsiteX13" fmla="*/ 14775 w 78354"/>
                <a:gd name="connsiteY13" fmla="*/ 169495 h 169433"/>
                <a:gd name="connsiteX14" fmla="*/ 57733 w 78354"/>
                <a:gd name="connsiteY14" fmla="*/ 132688 h 169433"/>
                <a:gd name="connsiteX15" fmla="*/ 53800 w 78354"/>
                <a:gd name="connsiteY15" fmla="*/ 130559 h 169433"/>
                <a:gd name="connsiteX16" fmla="*/ 29296 w 78354"/>
                <a:gd name="connsiteY16" fmla="*/ 154590 h 169433"/>
                <a:gd name="connsiteX17" fmla="*/ 24758 w 78354"/>
                <a:gd name="connsiteY17" fmla="*/ 148506 h 169433"/>
                <a:gd name="connsiteX18" fmla="*/ 25060 w 78354"/>
                <a:gd name="connsiteY18" fmla="*/ 146985 h 169433"/>
                <a:gd name="connsiteX19" fmla="*/ 51683 w 78354"/>
                <a:gd name="connsiteY19" fmla="*/ 45690 h 169433"/>
                <a:gd name="connsiteX20" fmla="*/ 77095 w 78354"/>
                <a:gd name="connsiteY20" fmla="*/ 45690 h 169433"/>
                <a:gd name="connsiteX21" fmla="*/ 78608 w 78354"/>
                <a:gd name="connsiteY21" fmla="*/ 35956 h 169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354" h="169433">
                  <a:moveTo>
                    <a:pt x="78608" y="35956"/>
                  </a:moveTo>
                  <a:lnTo>
                    <a:pt x="54406" y="35956"/>
                  </a:lnTo>
                  <a:lnTo>
                    <a:pt x="62876" y="4624"/>
                  </a:lnTo>
                  <a:cubicBezTo>
                    <a:pt x="63179" y="4016"/>
                    <a:pt x="63179" y="3408"/>
                    <a:pt x="63179" y="3103"/>
                  </a:cubicBezTo>
                  <a:cubicBezTo>
                    <a:pt x="63179" y="974"/>
                    <a:pt x="62271" y="62"/>
                    <a:pt x="60759" y="62"/>
                  </a:cubicBezTo>
                  <a:cubicBezTo>
                    <a:pt x="58943" y="62"/>
                    <a:pt x="58036" y="366"/>
                    <a:pt x="56221" y="2799"/>
                  </a:cubicBezTo>
                  <a:cubicBezTo>
                    <a:pt x="44422" y="18313"/>
                    <a:pt x="25665" y="33522"/>
                    <a:pt x="15985" y="36260"/>
                  </a:cubicBezTo>
                  <a:cubicBezTo>
                    <a:pt x="8421" y="38694"/>
                    <a:pt x="6304" y="40519"/>
                    <a:pt x="6304" y="43865"/>
                  </a:cubicBezTo>
                  <a:cubicBezTo>
                    <a:pt x="6304" y="44169"/>
                    <a:pt x="6304" y="44777"/>
                    <a:pt x="6606" y="45690"/>
                  </a:cubicBezTo>
                  <a:lnTo>
                    <a:pt x="28993" y="45690"/>
                  </a:lnTo>
                  <a:lnTo>
                    <a:pt x="7211" y="129342"/>
                  </a:lnTo>
                  <a:cubicBezTo>
                    <a:pt x="6606" y="132080"/>
                    <a:pt x="6304" y="132992"/>
                    <a:pt x="5396" y="135730"/>
                  </a:cubicBezTo>
                  <a:cubicBezTo>
                    <a:pt x="2673" y="144856"/>
                    <a:pt x="253" y="155502"/>
                    <a:pt x="253" y="157936"/>
                  </a:cubicBezTo>
                  <a:cubicBezTo>
                    <a:pt x="253" y="164628"/>
                    <a:pt x="6606" y="169495"/>
                    <a:pt x="14775" y="169495"/>
                  </a:cubicBezTo>
                  <a:cubicBezTo>
                    <a:pt x="28691" y="169495"/>
                    <a:pt x="38674" y="160978"/>
                    <a:pt x="57733" y="132688"/>
                  </a:cubicBezTo>
                  <a:lnTo>
                    <a:pt x="53800" y="130559"/>
                  </a:lnTo>
                  <a:cubicBezTo>
                    <a:pt x="38977" y="149723"/>
                    <a:pt x="34136" y="154590"/>
                    <a:pt x="29296" y="154590"/>
                  </a:cubicBezTo>
                  <a:cubicBezTo>
                    <a:pt x="26573" y="154590"/>
                    <a:pt x="24758" y="152156"/>
                    <a:pt x="24758" y="148506"/>
                  </a:cubicBezTo>
                  <a:cubicBezTo>
                    <a:pt x="24758" y="148202"/>
                    <a:pt x="24758" y="147897"/>
                    <a:pt x="25060" y="146985"/>
                  </a:cubicBezTo>
                  <a:lnTo>
                    <a:pt x="51683" y="45690"/>
                  </a:lnTo>
                  <a:lnTo>
                    <a:pt x="77095" y="45690"/>
                  </a:lnTo>
                  <a:lnTo>
                    <a:pt x="78608" y="359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47B1B396-F17C-3F01-9BCE-580EC0DE06D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277263" y="5562638"/>
              <a:ext cx="201180" cy="71180"/>
            </a:xfrm>
            <a:custGeom>
              <a:avLst/>
              <a:gdLst>
                <a:gd name="connsiteX0" fmla="*/ 191154 w 201180"/>
                <a:gd name="connsiteY0" fmla="*/ 12228 h 71180"/>
                <a:gd name="connsiteX1" fmla="*/ 201440 w 201180"/>
                <a:gd name="connsiteY1" fmla="*/ 6145 h 71180"/>
                <a:gd name="connsiteX2" fmla="*/ 191457 w 201180"/>
                <a:gd name="connsiteY2" fmla="*/ 61 h 71180"/>
                <a:gd name="connsiteX3" fmla="*/ 10243 w 201180"/>
                <a:gd name="connsiteY3" fmla="*/ 61 h 71180"/>
                <a:gd name="connsiteX4" fmla="*/ 260 w 201180"/>
                <a:gd name="connsiteY4" fmla="*/ 6145 h 71180"/>
                <a:gd name="connsiteX5" fmla="*/ 10546 w 201180"/>
                <a:gd name="connsiteY5" fmla="*/ 12228 h 71180"/>
                <a:gd name="connsiteX6" fmla="*/ 191154 w 201180"/>
                <a:gd name="connsiteY6" fmla="*/ 12228 h 71180"/>
                <a:gd name="connsiteX7" fmla="*/ 191457 w 201180"/>
                <a:gd name="connsiteY7" fmla="*/ 71241 h 71180"/>
                <a:gd name="connsiteX8" fmla="*/ 201440 w 201180"/>
                <a:gd name="connsiteY8" fmla="*/ 65157 h 71180"/>
                <a:gd name="connsiteX9" fmla="*/ 191154 w 201180"/>
                <a:gd name="connsiteY9" fmla="*/ 59074 h 71180"/>
                <a:gd name="connsiteX10" fmla="*/ 10546 w 201180"/>
                <a:gd name="connsiteY10" fmla="*/ 59074 h 71180"/>
                <a:gd name="connsiteX11" fmla="*/ 260 w 201180"/>
                <a:gd name="connsiteY11" fmla="*/ 65157 h 71180"/>
                <a:gd name="connsiteX12" fmla="*/ 10243 w 201180"/>
                <a:gd name="connsiteY12" fmla="*/ 71241 h 71180"/>
                <a:gd name="connsiteX13" fmla="*/ 191457 w 201180"/>
                <a:gd name="connsiteY13" fmla="*/ 71241 h 71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180" h="71180">
                  <a:moveTo>
                    <a:pt x="191154" y="12228"/>
                  </a:moveTo>
                  <a:cubicBezTo>
                    <a:pt x="195692" y="12228"/>
                    <a:pt x="201440" y="12228"/>
                    <a:pt x="201440" y="6145"/>
                  </a:cubicBezTo>
                  <a:cubicBezTo>
                    <a:pt x="201440" y="61"/>
                    <a:pt x="195692" y="61"/>
                    <a:pt x="191457" y="61"/>
                  </a:cubicBezTo>
                  <a:lnTo>
                    <a:pt x="10243" y="61"/>
                  </a:lnTo>
                  <a:cubicBezTo>
                    <a:pt x="6008" y="61"/>
                    <a:pt x="260" y="61"/>
                    <a:pt x="260" y="6145"/>
                  </a:cubicBezTo>
                  <a:cubicBezTo>
                    <a:pt x="260" y="12228"/>
                    <a:pt x="6008" y="12228"/>
                    <a:pt x="10546" y="12228"/>
                  </a:cubicBezTo>
                  <a:lnTo>
                    <a:pt x="191154" y="12228"/>
                  </a:lnTo>
                  <a:close/>
                  <a:moveTo>
                    <a:pt x="191457" y="71241"/>
                  </a:moveTo>
                  <a:cubicBezTo>
                    <a:pt x="195692" y="71241"/>
                    <a:pt x="201440" y="71241"/>
                    <a:pt x="201440" y="65157"/>
                  </a:cubicBezTo>
                  <a:cubicBezTo>
                    <a:pt x="201440" y="59074"/>
                    <a:pt x="195692" y="59074"/>
                    <a:pt x="191154" y="59074"/>
                  </a:cubicBezTo>
                  <a:lnTo>
                    <a:pt x="10546" y="59074"/>
                  </a:lnTo>
                  <a:cubicBezTo>
                    <a:pt x="6008" y="59074"/>
                    <a:pt x="260" y="59074"/>
                    <a:pt x="260" y="65157"/>
                  </a:cubicBezTo>
                  <a:cubicBezTo>
                    <a:pt x="260" y="71241"/>
                    <a:pt x="6008" y="71241"/>
                    <a:pt x="10243" y="71241"/>
                  </a:cubicBezTo>
                  <a:lnTo>
                    <a:pt x="191457" y="7124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D0B55B76-4A1A-CFAB-2BE7-2323E708390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998215" y="5832910"/>
              <a:ext cx="72001" cy="207761"/>
            </a:xfrm>
            <a:custGeom>
              <a:avLst/>
              <a:gdLst>
                <a:gd name="connsiteX0" fmla="*/ 250 w 72001"/>
                <a:gd name="connsiteY0" fmla="*/ 18325 h 207761"/>
                <a:gd name="connsiteX1" fmla="*/ 2065 w 72001"/>
                <a:gd name="connsiteY1" fmla="*/ 18325 h 207761"/>
                <a:gd name="connsiteX2" fmla="*/ 11444 w 72001"/>
                <a:gd name="connsiteY2" fmla="*/ 17717 h 207761"/>
                <a:gd name="connsiteX3" fmla="*/ 24150 w 72001"/>
                <a:gd name="connsiteY3" fmla="*/ 36272 h 207761"/>
                <a:gd name="connsiteX4" fmla="*/ 24150 w 72001"/>
                <a:gd name="connsiteY4" fmla="*/ 181370 h 207761"/>
                <a:gd name="connsiteX5" fmla="*/ 855 w 72001"/>
                <a:gd name="connsiteY5" fmla="*/ 203272 h 207761"/>
                <a:gd name="connsiteX6" fmla="*/ 855 w 72001"/>
                <a:gd name="connsiteY6" fmla="*/ 207835 h 207761"/>
                <a:gd name="connsiteX7" fmla="*/ 72251 w 72001"/>
                <a:gd name="connsiteY7" fmla="*/ 207835 h 207761"/>
                <a:gd name="connsiteX8" fmla="*/ 72251 w 72001"/>
                <a:gd name="connsiteY8" fmla="*/ 203272 h 207761"/>
                <a:gd name="connsiteX9" fmla="*/ 49562 w 72001"/>
                <a:gd name="connsiteY9" fmla="*/ 182283 h 207761"/>
                <a:gd name="connsiteX10" fmla="*/ 49562 w 72001"/>
                <a:gd name="connsiteY10" fmla="*/ 682 h 207761"/>
                <a:gd name="connsiteX11" fmla="*/ 48352 w 72001"/>
                <a:gd name="connsiteY11" fmla="*/ 74 h 207761"/>
                <a:gd name="connsiteX12" fmla="*/ 250 w 72001"/>
                <a:gd name="connsiteY12" fmla="*/ 13458 h 207761"/>
                <a:gd name="connsiteX13" fmla="*/ 250 w 72001"/>
                <a:gd name="connsiteY13" fmla="*/ 18325 h 207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7761">
                  <a:moveTo>
                    <a:pt x="250" y="18325"/>
                  </a:moveTo>
                  <a:lnTo>
                    <a:pt x="2065" y="18325"/>
                  </a:lnTo>
                  <a:cubicBezTo>
                    <a:pt x="5393" y="18021"/>
                    <a:pt x="9023" y="17717"/>
                    <a:pt x="11444" y="17717"/>
                  </a:cubicBezTo>
                  <a:cubicBezTo>
                    <a:pt x="21124" y="17717"/>
                    <a:pt x="24150" y="21975"/>
                    <a:pt x="24150" y="36272"/>
                  </a:cubicBezTo>
                  <a:lnTo>
                    <a:pt x="24150" y="181370"/>
                  </a:lnTo>
                  <a:cubicBezTo>
                    <a:pt x="24150" y="197796"/>
                    <a:pt x="19914" y="201751"/>
                    <a:pt x="855" y="203272"/>
                  </a:cubicBezTo>
                  <a:lnTo>
                    <a:pt x="855" y="207835"/>
                  </a:lnTo>
                  <a:lnTo>
                    <a:pt x="72251" y="207835"/>
                  </a:lnTo>
                  <a:lnTo>
                    <a:pt x="72251" y="203272"/>
                  </a:lnTo>
                  <a:cubicBezTo>
                    <a:pt x="53192" y="202055"/>
                    <a:pt x="49562" y="199013"/>
                    <a:pt x="49562" y="182283"/>
                  </a:cubicBezTo>
                  <a:lnTo>
                    <a:pt x="49562" y="682"/>
                  </a:lnTo>
                  <a:lnTo>
                    <a:pt x="48352" y="74"/>
                  </a:lnTo>
                  <a:cubicBezTo>
                    <a:pt x="32620" y="5245"/>
                    <a:pt x="21124" y="8287"/>
                    <a:pt x="250" y="13458"/>
                  </a:cubicBezTo>
                  <a:lnTo>
                    <a:pt x="250" y="183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5134C393-9184-F3A9-8D18-148418B8135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081722" y="5900744"/>
              <a:ext cx="141885" cy="139926"/>
            </a:xfrm>
            <a:custGeom>
              <a:avLst/>
              <a:gdLst>
                <a:gd name="connsiteX0" fmla="*/ 253 w 141885"/>
                <a:gd name="connsiteY0" fmla="*/ 18933 h 139926"/>
                <a:gd name="connsiteX1" fmla="*/ 8421 w 141885"/>
                <a:gd name="connsiteY1" fmla="*/ 17716 h 139926"/>
                <a:gd name="connsiteX2" fmla="*/ 19615 w 141885"/>
                <a:gd name="connsiteY2" fmla="*/ 37185 h 139926"/>
                <a:gd name="connsiteX3" fmla="*/ 19615 w 141885"/>
                <a:gd name="connsiteY3" fmla="*/ 112623 h 139926"/>
                <a:gd name="connsiteX4" fmla="*/ 858 w 141885"/>
                <a:gd name="connsiteY4" fmla="*/ 135438 h 139926"/>
                <a:gd name="connsiteX5" fmla="*/ 858 w 141885"/>
                <a:gd name="connsiteY5" fmla="*/ 140000 h 139926"/>
                <a:gd name="connsiteX6" fmla="*/ 64994 w 141885"/>
                <a:gd name="connsiteY6" fmla="*/ 140000 h 139926"/>
                <a:gd name="connsiteX7" fmla="*/ 64994 w 141885"/>
                <a:gd name="connsiteY7" fmla="*/ 135438 h 139926"/>
                <a:gd name="connsiteX8" fmla="*/ 45027 w 141885"/>
                <a:gd name="connsiteY8" fmla="*/ 119620 h 139926"/>
                <a:gd name="connsiteX9" fmla="*/ 45027 w 141885"/>
                <a:gd name="connsiteY9" fmla="*/ 34143 h 139926"/>
                <a:gd name="connsiteX10" fmla="*/ 76187 w 141885"/>
                <a:gd name="connsiteY10" fmla="*/ 16804 h 139926"/>
                <a:gd name="connsiteX11" fmla="*/ 98272 w 141885"/>
                <a:gd name="connsiteY11" fmla="*/ 46310 h 139926"/>
                <a:gd name="connsiteX12" fmla="*/ 98272 w 141885"/>
                <a:gd name="connsiteY12" fmla="*/ 109886 h 139926"/>
                <a:gd name="connsiteX13" fmla="*/ 79212 w 141885"/>
                <a:gd name="connsiteY13" fmla="*/ 135438 h 139926"/>
                <a:gd name="connsiteX14" fmla="*/ 79212 w 141885"/>
                <a:gd name="connsiteY14" fmla="*/ 140000 h 139926"/>
                <a:gd name="connsiteX15" fmla="*/ 142138 w 141885"/>
                <a:gd name="connsiteY15" fmla="*/ 140000 h 139926"/>
                <a:gd name="connsiteX16" fmla="*/ 142138 w 141885"/>
                <a:gd name="connsiteY16" fmla="*/ 135438 h 139926"/>
                <a:gd name="connsiteX17" fmla="*/ 123684 w 141885"/>
                <a:gd name="connsiteY17" fmla="*/ 115361 h 139926"/>
                <a:gd name="connsiteX18" fmla="*/ 123684 w 141885"/>
                <a:gd name="connsiteY18" fmla="*/ 45702 h 139926"/>
                <a:gd name="connsiteX19" fmla="*/ 87986 w 141885"/>
                <a:gd name="connsiteY19" fmla="*/ 74 h 139926"/>
                <a:gd name="connsiteX20" fmla="*/ 44119 w 141885"/>
                <a:gd name="connsiteY20" fmla="*/ 24713 h 139926"/>
                <a:gd name="connsiteX21" fmla="*/ 44119 w 141885"/>
                <a:gd name="connsiteY21" fmla="*/ 682 h 139926"/>
                <a:gd name="connsiteX22" fmla="*/ 42002 w 141885"/>
                <a:gd name="connsiteY22" fmla="*/ 74 h 139926"/>
                <a:gd name="connsiteX23" fmla="*/ 253 w 141885"/>
                <a:gd name="connsiteY23" fmla="*/ 13762 h 139926"/>
                <a:gd name="connsiteX24" fmla="*/ 253 w 141885"/>
                <a:gd name="connsiteY24" fmla="*/ 18933 h 13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9926">
                  <a:moveTo>
                    <a:pt x="253" y="18933"/>
                  </a:moveTo>
                  <a:cubicBezTo>
                    <a:pt x="2068" y="18021"/>
                    <a:pt x="5093" y="17716"/>
                    <a:pt x="8421" y="17716"/>
                  </a:cubicBezTo>
                  <a:cubicBezTo>
                    <a:pt x="16892" y="17716"/>
                    <a:pt x="19615" y="22279"/>
                    <a:pt x="19615" y="37185"/>
                  </a:cubicBezTo>
                  <a:lnTo>
                    <a:pt x="19615" y="112623"/>
                  </a:lnTo>
                  <a:cubicBezTo>
                    <a:pt x="19615" y="129962"/>
                    <a:pt x="16287" y="134221"/>
                    <a:pt x="858" y="135438"/>
                  </a:cubicBezTo>
                  <a:lnTo>
                    <a:pt x="858" y="140000"/>
                  </a:lnTo>
                  <a:lnTo>
                    <a:pt x="64994" y="140000"/>
                  </a:lnTo>
                  <a:lnTo>
                    <a:pt x="64994" y="135438"/>
                  </a:lnTo>
                  <a:cubicBezTo>
                    <a:pt x="49565" y="134221"/>
                    <a:pt x="45027" y="130571"/>
                    <a:pt x="45027" y="119620"/>
                  </a:cubicBezTo>
                  <a:lnTo>
                    <a:pt x="45027" y="34143"/>
                  </a:lnTo>
                  <a:cubicBezTo>
                    <a:pt x="59548" y="20454"/>
                    <a:pt x="66204" y="16804"/>
                    <a:pt x="76187" y="16804"/>
                  </a:cubicBezTo>
                  <a:cubicBezTo>
                    <a:pt x="91011" y="16804"/>
                    <a:pt x="98272" y="26234"/>
                    <a:pt x="98272" y="46310"/>
                  </a:cubicBezTo>
                  <a:lnTo>
                    <a:pt x="98272" y="109886"/>
                  </a:lnTo>
                  <a:cubicBezTo>
                    <a:pt x="98272" y="129050"/>
                    <a:pt x="94339" y="134221"/>
                    <a:pt x="79212" y="135438"/>
                  </a:cubicBezTo>
                  <a:lnTo>
                    <a:pt x="79212" y="140000"/>
                  </a:lnTo>
                  <a:lnTo>
                    <a:pt x="142138" y="140000"/>
                  </a:lnTo>
                  <a:lnTo>
                    <a:pt x="142138" y="135438"/>
                  </a:lnTo>
                  <a:cubicBezTo>
                    <a:pt x="127314" y="133917"/>
                    <a:pt x="123684" y="130266"/>
                    <a:pt x="123684" y="115361"/>
                  </a:cubicBezTo>
                  <a:lnTo>
                    <a:pt x="123684" y="45702"/>
                  </a:lnTo>
                  <a:cubicBezTo>
                    <a:pt x="123684" y="17108"/>
                    <a:pt x="110373" y="74"/>
                    <a:pt x="87986" y="74"/>
                  </a:cubicBezTo>
                  <a:cubicBezTo>
                    <a:pt x="74069" y="74"/>
                    <a:pt x="64691" y="5245"/>
                    <a:pt x="44119" y="24713"/>
                  </a:cubicBezTo>
                  <a:lnTo>
                    <a:pt x="44119" y="682"/>
                  </a:lnTo>
                  <a:lnTo>
                    <a:pt x="42002" y="74"/>
                  </a:lnTo>
                  <a:cubicBezTo>
                    <a:pt x="27178" y="5549"/>
                    <a:pt x="16892" y="8895"/>
                    <a:pt x="253" y="13762"/>
                  </a:cubicBezTo>
                  <a:lnTo>
                    <a:pt x="253" y="189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BDCF9B12-067E-A8C7-3289-16C8FB6DE72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258662" y="5812529"/>
              <a:ext cx="70186" cy="304188"/>
            </a:xfrm>
            <a:custGeom>
              <a:avLst/>
              <a:gdLst>
                <a:gd name="connsiteX0" fmla="*/ 70445 w 70186"/>
                <a:gd name="connsiteY0" fmla="*/ 301220 h 304188"/>
                <a:gd name="connsiteX1" fmla="*/ 65302 w 70186"/>
                <a:gd name="connsiteY1" fmla="*/ 294528 h 304188"/>
                <a:gd name="connsiteX2" fmla="*/ 17805 w 70186"/>
                <a:gd name="connsiteY2" fmla="*/ 152167 h 304188"/>
                <a:gd name="connsiteX3" fmla="*/ 66512 w 70186"/>
                <a:gd name="connsiteY3" fmla="*/ 8286 h 304188"/>
                <a:gd name="connsiteX4" fmla="*/ 70445 w 70186"/>
                <a:gd name="connsiteY4" fmla="*/ 3115 h 304188"/>
                <a:gd name="connsiteX5" fmla="*/ 67419 w 70186"/>
                <a:gd name="connsiteY5" fmla="*/ 73 h 304188"/>
                <a:gd name="connsiteX6" fmla="*/ 19318 w 70186"/>
                <a:gd name="connsiteY6" fmla="*/ 59390 h 304188"/>
                <a:gd name="connsiteX7" fmla="*/ 258 w 70186"/>
                <a:gd name="connsiteY7" fmla="*/ 152167 h 304188"/>
                <a:gd name="connsiteX8" fmla="*/ 20225 w 70186"/>
                <a:gd name="connsiteY8" fmla="*/ 247074 h 304188"/>
                <a:gd name="connsiteX9" fmla="*/ 67419 w 70186"/>
                <a:gd name="connsiteY9" fmla="*/ 304262 h 304188"/>
                <a:gd name="connsiteX10" fmla="*/ 70445 w 70186"/>
                <a:gd name="connsiteY10" fmla="*/ 301220 h 30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4188">
                  <a:moveTo>
                    <a:pt x="70445" y="301220"/>
                  </a:moveTo>
                  <a:cubicBezTo>
                    <a:pt x="70445" y="300307"/>
                    <a:pt x="70445" y="299699"/>
                    <a:pt x="65302" y="294528"/>
                  </a:cubicBezTo>
                  <a:cubicBezTo>
                    <a:pt x="27486" y="256200"/>
                    <a:pt x="17805" y="198708"/>
                    <a:pt x="17805" y="152167"/>
                  </a:cubicBezTo>
                  <a:cubicBezTo>
                    <a:pt x="17805" y="99238"/>
                    <a:pt x="29301" y="46310"/>
                    <a:pt x="66512" y="8286"/>
                  </a:cubicBezTo>
                  <a:cubicBezTo>
                    <a:pt x="70445" y="4636"/>
                    <a:pt x="70445" y="4027"/>
                    <a:pt x="70445" y="3115"/>
                  </a:cubicBezTo>
                  <a:cubicBezTo>
                    <a:pt x="70445" y="985"/>
                    <a:pt x="69234" y="73"/>
                    <a:pt x="67419" y="73"/>
                  </a:cubicBezTo>
                  <a:cubicBezTo>
                    <a:pt x="64394" y="73"/>
                    <a:pt x="37167" y="20758"/>
                    <a:pt x="19318" y="59390"/>
                  </a:cubicBezTo>
                  <a:cubicBezTo>
                    <a:pt x="3889" y="92850"/>
                    <a:pt x="258" y="126615"/>
                    <a:pt x="258" y="152167"/>
                  </a:cubicBezTo>
                  <a:cubicBezTo>
                    <a:pt x="258" y="175894"/>
                    <a:pt x="3586" y="212701"/>
                    <a:pt x="20225" y="247074"/>
                  </a:cubicBezTo>
                  <a:cubicBezTo>
                    <a:pt x="38377" y="284490"/>
                    <a:pt x="64394" y="304262"/>
                    <a:pt x="67419" y="304262"/>
                  </a:cubicBezTo>
                  <a:cubicBezTo>
                    <a:pt x="69234" y="304262"/>
                    <a:pt x="70445" y="303349"/>
                    <a:pt x="70445" y="30122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48E8FD58-CA22-457F-FBA3-D1C62514927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339268" y="5906523"/>
              <a:ext cx="136137" cy="196810"/>
            </a:xfrm>
            <a:custGeom>
              <a:avLst/>
              <a:gdLst>
                <a:gd name="connsiteX0" fmla="*/ 12060 w 136137"/>
                <a:gd name="connsiteY0" fmla="*/ 12545 h 196810"/>
                <a:gd name="connsiteX1" fmla="*/ 21439 w 136137"/>
                <a:gd name="connsiteY1" fmla="*/ 11329 h 196810"/>
                <a:gd name="connsiteX2" fmla="*/ 57137 w 136137"/>
                <a:gd name="connsiteY2" fmla="*/ 71254 h 196810"/>
                <a:gd name="connsiteX3" fmla="*/ 69540 w 136137"/>
                <a:gd name="connsiteY3" fmla="*/ 131787 h 196810"/>
                <a:gd name="connsiteX4" fmla="*/ 63187 w 136137"/>
                <a:gd name="connsiteY4" fmla="*/ 146997 h 196810"/>
                <a:gd name="connsiteX5" fmla="*/ 44431 w 136137"/>
                <a:gd name="connsiteY5" fmla="*/ 171028 h 196810"/>
                <a:gd name="connsiteX6" fmla="*/ 30514 w 136137"/>
                <a:gd name="connsiteY6" fmla="*/ 180153 h 196810"/>
                <a:gd name="connsiteX7" fmla="*/ 23254 w 136137"/>
                <a:gd name="connsiteY7" fmla="*/ 176807 h 196810"/>
                <a:gd name="connsiteX8" fmla="*/ 12060 w 136137"/>
                <a:gd name="connsiteY8" fmla="*/ 171636 h 196810"/>
                <a:gd name="connsiteX9" fmla="*/ 262 w 136137"/>
                <a:gd name="connsiteY9" fmla="*/ 183500 h 196810"/>
                <a:gd name="connsiteX10" fmla="*/ 15691 w 136137"/>
                <a:gd name="connsiteY10" fmla="*/ 196884 h 196810"/>
                <a:gd name="connsiteX11" fmla="*/ 107356 w 136137"/>
                <a:gd name="connsiteY11" fmla="*/ 91026 h 196810"/>
                <a:gd name="connsiteX12" fmla="*/ 136399 w 136137"/>
                <a:gd name="connsiteY12" fmla="*/ 16804 h 196810"/>
                <a:gd name="connsiteX13" fmla="*/ 119760 w 136137"/>
                <a:gd name="connsiteY13" fmla="*/ 74 h 196810"/>
                <a:gd name="connsiteX14" fmla="*/ 107961 w 136137"/>
                <a:gd name="connsiteY14" fmla="*/ 11329 h 196810"/>
                <a:gd name="connsiteX15" fmla="*/ 116432 w 136137"/>
                <a:gd name="connsiteY15" fmla="*/ 23192 h 196810"/>
                <a:gd name="connsiteX16" fmla="*/ 124298 w 136137"/>
                <a:gd name="connsiteY16" fmla="*/ 33534 h 196810"/>
                <a:gd name="connsiteX17" fmla="*/ 87389 w 136137"/>
                <a:gd name="connsiteY17" fmla="*/ 112319 h 196810"/>
                <a:gd name="connsiteX18" fmla="*/ 81339 w 136137"/>
                <a:gd name="connsiteY18" fmla="*/ 77033 h 196810"/>
                <a:gd name="connsiteX19" fmla="*/ 55322 w 136137"/>
                <a:gd name="connsiteY19" fmla="*/ 74 h 196810"/>
                <a:gd name="connsiteX20" fmla="*/ 54111 w 136137"/>
                <a:gd name="connsiteY20" fmla="*/ 74 h 196810"/>
                <a:gd name="connsiteX21" fmla="*/ 51389 w 136137"/>
                <a:gd name="connsiteY21" fmla="*/ 378 h 196810"/>
                <a:gd name="connsiteX22" fmla="*/ 21741 w 136137"/>
                <a:gd name="connsiteY22" fmla="*/ 5549 h 196810"/>
                <a:gd name="connsiteX23" fmla="*/ 12060 w 136137"/>
                <a:gd name="connsiteY23" fmla="*/ 7374 h 196810"/>
                <a:gd name="connsiteX24" fmla="*/ 12060 w 136137"/>
                <a:gd name="connsiteY24" fmla="*/ 12545 h 19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137" h="196810">
                  <a:moveTo>
                    <a:pt x="12060" y="12545"/>
                  </a:moveTo>
                  <a:cubicBezTo>
                    <a:pt x="15993" y="11633"/>
                    <a:pt x="18111" y="11329"/>
                    <a:pt x="21439" y="11329"/>
                  </a:cubicBezTo>
                  <a:cubicBezTo>
                    <a:pt x="38683" y="11329"/>
                    <a:pt x="43221" y="18933"/>
                    <a:pt x="57137" y="71254"/>
                  </a:cubicBezTo>
                  <a:cubicBezTo>
                    <a:pt x="62280" y="91026"/>
                    <a:pt x="69540" y="126616"/>
                    <a:pt x="69540" y="131787"/>
                  </a:cubicBezTo>
                  <a:cubicBezTo>
                    <a:pt x="69540" y="136654"/>
                    <a:pt x="67725" y="141521"/>
                    <a:pt x="63187" y="146997"/>
                  </a:cubicBezTo>
                  <a:cubicBezTo>
                    <a:pt x="53809" y="159469"/>
                    <a:pt x="47758" y="167378"/>
                    <a:pt x="44431" y="171028"/>
                  </a:cubicBezTo>
                  <a:cubicBezTo>
                    <a:pt x="38078" y="177720"/>
                    <a:pt x="34447" y="180153"/>
                    <a:pt x="30514" y="180153"/>
                  </a:cubicBezTo>
                  <a:cubicBezTo>
                    <a:pt x="28699" y="180153"/>
                    <a:pt x="26582" y="179241"/>
                    <a:pt x="23254" y="176807"/>
                  </a:cubicBezTo>
                  <a:cubicBezTo>
                    <a:pt x="18716" y="173157"/>
                    <a:pt x="15388" y="171636"/>
                    <a:pt x="12060" y="171636"/>
                  </a:cubicBezTo>
                  <a:cubicBezTo>
                    <a:pt x="5405" y="171636"/>
                    <a:pt x="262" y="176807"/>
                    <a:pt x="262" y="183500"/>
                  </a:cubicBezTo>
                  <a:cubicBezTo>
                    <a:pt x="262" y="191104"/>
                    <a:pt x="6917" y="196884"/>
                    <a:pt x="15691" y="196884"/>
                  </a:cubicBezTo>
                  <a:cubicBezTo>
                    <a:pt x="35052" y="196884"/>
                    <a:pt x="74683" y="151255"/>
                    <a:pt x="107356" y="91026"/>
                  </a:cubicBezTo>
                  <a:cubicBezTo>
                    <a:pt x="127928" y="53611"/>
                    <a:pt x="136399" y="31709"/>
                    <a:pt x="136399" y="16804"/>
                  </a:cubicBezTo>
                  <a:cubicBezTo>
                    <a:pt x="136399" y="7678"/>
                    <a:pt x="128836" y="74"/>
                    <a:pt x="119760" y="74"/>
                  </a:cubicBezTo>
                  <a:cubicBezTo>
                    <a:pt x="112802" y="74"/>
                    <a:pt x="107961" y="4636"/>
                    <a:pt x="107961" y="11329"/>
                  </a:cubicBezTo>
                  <a:cubicBezTo>
                    <a:pt x="107961" y="15891"/>
                    <a:pt x="110381" y="19237"/>
                    <a:pt x="116432" y="23192"/>
                  </a:cubicBezTo>
                  <a:cubicBezTo>
                    <a:pt x="122180" y="26538"/>
                    <a:pt x="124298" y="29276"/>
                    <a:pt x="124298" y="33534"/>
                  </a:cubicBezTo>
                  <a:cubicBezTo>
                    <a:pt x="124298" y="45702"/>
                    <a:pt x="113104" y="69429"/>
                    <a:pt x="87389" y="112319"/>
                  </a:cubicBezTo>
                  <a:lnTo>
                    <a:pt x="81339" y="77033"/>
                  </a:lnTo>
                  <a:cubicBezTo>
                    <a:pt x="76801" y="50265"/>
                    <a:pt x="59860" y="74"/>
                    <a:pt x="55322" y="74"/>
                  </a:cubicBezTo>
                  <a:lnTo>
                    <a:pt x="54111" y="74"/>
                  </a:lnTo>
                  <a:cubicBezTo>
                    <a:pt x="53809" y="378"/>
                    <a:pt x="52599" y="378"/>
                    <a:pt x="51389" y="378"/>
                  </a:cubicBezTo>
                  <a:cubicBezTo>
                    <a:pt x="48666" y="682"/>
                    <a:pt x="37775" y="2507"/>
                    <a:pt x="21741" y="5549"/>
                  </a:cubicBezTo>
                  <a:cubicBezTo>
                    <a:pt x="20229" y="5853"/>
                    <a:pt x="16296" y="6766"/>
                    <a:pt x="12060" y="7374"/>
                  </a:cubicBezTo>
                  <a:lnTo>
                    <a:pt x="12060" y="1254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206DC320-C233-A204-A2A8-517D243ABFE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498597" y="5812529"/>
              <a:ext cx="70186" cy="304188"/>
            </a:xfrm>
            <a:custGeom>
              <a:avLst/>
              <a:gdLst>
                <a:gd name="connsiteX0" fmla="*/ 70453 w 70186"/>
                <a:gd name="connsiteY0" fmla="*/ 152167 h 304188"/>
                <a:gd name="connsiteX1" fmla="*/ 50486 w 70186"/>
                <a:gd name="connsiteY1" fmla="*/ 57260 h 304188"/>
                <a:gd name="connsiteX2" fmla="*/ 3292 w 70186"/>
                <a:gd name="connsiteY2" fmla="*/ 73 h 304188"/>
                <a:gd name="connsiteX3" fmla="*/ 267 w 70186"/>
                <a:gd name="connsiteY3" fmla="*/ 3115 h 304188"/>
                <a:gd name="connsiteX4" fmla="*/ 6015 w 70186"/>
                <a:gd name="connsiteY4" fmla="*/ 10111 h 304188"/>
                <a:gd name="connsiteX5" fmla="*/ 52906 w 70186"/>
                <a:gd name="connsiteY5" fmla="*/ 152167 h 304188"/>
                <a:gd name="connsiteX6" fmla="*/ 4199 w 70186"/>
                <a:gd name="connsiteY6" fmla="*/ 296049 h 304188"/>
                <a:gd name="connsiteX7" fmla="*/ 267 w 70186"/>
                <a:gd name="connsiteY7" fmla="*/ 301220 h 304188"/>
                <a:gd name="connsiteX8" fmla="*/ 3292 w 70186"/>
                <a:gd name="connsiteY8" fmla="*/ 304262 h 304188"/>
                <a:gd name="connsiteX9" fmla="*/ 51394 w 70186"/>
                <a:gd name="connsiteY9" fmla="*/ 244945 h 304188"/>
                <a:gd name="connsiteX10" fmla="*/ 70453 w 70186"/>
                <a:gd name="connsiteY10" fmla="*/ 152167 h 304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4188">
                  <a:moveTo>
                    <a:pt x="70453" y="152167"/>
                  </a:moveTo>
                  <a:cubicBezTo>
                    <a:pt x="70453" y="128441"/>
                    <a:pt x="67125" y="91634"/>
                    <a:pt x="50486" y="57260"/>
                  </a:cubicBezTo>
                  <a:cubicBezTo>
                    <a:pt x="32334" y="19845"/>
                    <a:pt x="6317" y="73"/>
                    <a:pt x="3292" y="73"/>
                  </a:cubicBezTo>
                  <a:cubicBezTo>
                    <a:pt x="1477" y="73"/>
                    <a:pt x="267" y="1290"/>
                    <a:pt x="267" y="3115"/>
                  </a:cubicBezTo>
                  <a:cubicBezTo>
                    <a:pt x="267" y="4027"/>
                    <a:pt x="267" y="4636"/>
                    <a:pt x="6015" y="10111"/>
                  </a:cubicBezTo>
                  <a:cubicBezTo>
                    <a:pt x="35662" y="40226"/>
                    <a:pt x="52906" y="88592"/>
                    <a:pt x="52906" y="152167"/>
                  </a:cubicBezTo>
                  <a:cubicBezTo>
                    <a:pt x="52906" y="204184"/>
                    <a:pt x="41713" y="257721"/>
                    <a:pt x="4199" y="296049"/>
                  </a:cubicBezTo>
                  <a:cubicBezTo>
                    <a:pt x="267" y="299699"/>
                    <a:pt x="267" y="300307"/>
                    <a:pt x="267" y="301220"/>
                  </a:cubicBezTo>
                  <a:cubicBezTo>
                    <a:pt x="267" y="303045"/>
                    <a:pt x="1477" y="304262"/>
                    <a:pt x="3292" y="304262"/>
                  </a:cubicBezTo>
                  <a:cubicBezTo>
                    <a:pt x="6317" y="304262"/>
                    <a:pt x="33545" y="283577"/>
                    <a:pt x="51394" y="244945"/>
                  </a:cubicBezTo>
                  <a:cubicBezTo>
                    <a:pt x="66822" y="211484"/>
                    <a:pt x="70453" y="177719"/>
                    <a:pt x="70453" y="15216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ED467D3F-033F-301F-B962-A6D6217C993A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910014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A1294336-9E2C-51C1-C4CA-50F930C13A7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1418368" y="5725776"/>
              <a:ext cx="105884" cy="138406"/>
            </a:xfrm>
            <a:custGeom>
              <a:avLst/>
              <a:gdLst>
                <a:gd name="connsiteX0" fmla="*/ 6347 w 105884"/>
                <a:gd name="connsiteY0" fmla="*/ 90108 h 138406"/>
                <a:gd name="connsiteX1" fmla="*/ 297 w 105884"/>
                <a:gd name="connsiteY1" fmla="*/ 138474 h 138406"/>
                <a:gd name="connsiteX2" fmla="*/ 5137 w 105884"/>
                <a:gd name="connsiteY2" fmla="*/ 138474 h 138406"/>
                <a:gd name="connsiteX3" fmla="*/ 12398 w 105884"/>
                <a:gd name="connsiteY3" fmla="*/ 132086 h 138406"/>
                <a:gd name="connsiteX4" fmla="*/ 27222 w 105884"/>
                <a:gd name="connsiteY4" fmla="*/ 134823 h 138406"/>
                <a:gd name="connsiteX5" fmla="*/ 43861 w 105884"/>
                <a:gd name="connsiteY5" fmla="*/ 137865 h 138406"/>
                <a:gd name="connsiteX6" fmla="*/ 87424 w 105884"/>
                <a:gd name="connsiteY6" fmla="*/ 98321 h 138406"/>
                <a:gd name="connsiteX7" fmla="*/ 66853 w 105884"/>
                <a:gd name="connsiteY7" fmla="*/ 55734 h 138406"/>
                <a:gd name="connsiteX8" fmla="*/ 50516 w 105884"/>
                <a:gd name="connsiteY8" fmla="*/ 23794 h 138406"/>
                <a:gd name="connsiteX9" fmla="*/ 67458 w 105884"/>
                <a:gd name="connsiteY9" fmla="*/ 7368 h 138406"/>
                <a:gd name="connsiteX10" fmla="*/ 95290 w 105884"/>
                <a:gd name="connsiteY10" fmla="*/ 42350 h 138406"/>
                <a:gd name="connsiteX11" fmla="*/ 100131 w 105884"/>
                <a:gd name="connsiteY11" fmla="*/ 42350 h 138406"/>
                <a:gd name="connsiteX12" fmla="*/ 106181 w 105884"/>
                <a:gd name="connsiteY12" fmla="*/ 68 h 138406"/>
                <a:gd name="connsiteX13" fmla="*/ 101946 w 105884"/>
                <a:gd name="connsiteY13" fmla="*/ 68 h 138406"/>
                <a:gd name="connsiteX14" fmla="*/ 92870 w 105884"/>
                <a:gd name="connsiteY14" fmla="*/ 5543 h 138406"/>
                <a:gd name="connsiteX15" fmla="*/ 81979 w 105884"/>
                <a:gd name="connsiteY15" fmla="*/ 3414 h 138406"/>
                <a:gd name="connsiteX16" fmla="*/ 65037 w 105884"/>
                <a:gd name="connsiteY16" fmla="*/ 372 h 138406"/>
                <a:gd name="connsiteX17" fmla="*/ 28432 w 105884"/>
                <a:gd name="connsiteY17" fmla="*/ 33833 h 138406"/>
                <a:gd name="connsiteX18" fmla="*/ 47491 w 105884"/>
                <a:gd name="connsiteY18" fmla="*/ 73073 h 138406"/>
                <a:gd name="connsiteX19" fmla="*/ 64432 w 105884"/>
                <a:gd name="connsiteY19" fmla="*/ 108055 h 138406"/>
                <a:gd name="connsiteX20" fmla="*/ 42045 w 105884"/>
                <a:gd name="connsiteY20" fmla="*/ 131477 h 138406"/>
                <a:gd name="connsiteX21" fmla="*/ 11188 w 105884"/>
                <a:gd name="connsiteY21" fmla="*/ 90108 h 138406"/>
                <a:gd name="connsiteX22" fmla="*/ 6347 w 105884"/>
                <a:gd name="connsiteY22" fmla="*/ 90108 h 13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38406">
                  <a:moveTo>
                    <a:pt x="6347" y="90108"/>
                  </a:moveTo>
                  <a:lnTo>
                    <a:pt x="297" y="138474"/>
                  </a:lnTo>
                  <a:lnTo>
                    <a:pt x="5137" y="138474"/>
                  </a:lnTo>
                  <a:cubicBezTo>
                    <a:pt x="7557" y="133607"/>
                    <a:pt x="9373" y="132086"/>
                    <a:pt x="12398" y="132086"/>
                  </a:cubicBezTo>
                  <a:cubicBezTo>
                    <a:pt x="15726" y="132086"/>
                    <a:pt x="21171" y="133302"/>
                    <a:pt x="27222" y="134823"/>
                  </a:cubicBezTo>
                  <a:cubicBezTo>
                    <a:pt x="33877" y="136953"/>
                    <a:pt x="39020" y="137865"/>
                    <a:pt x="43861" y="137865"/>
                  </a:cubicBezTo>
                  <a:cubicBezTo>
                    <a:pt x="69273" y="137865"/>
                    <a:pt x="87424" y="121439"/>
                    <a:pt x="87424" y="98321"/>
                  </a:cubicBezTo>
                  <a:cubicBezTo>
                    <a:pt x="87424" y="86762"/>
                    <a:pt x="81071" y="73377"/>
                    <a:pt x="66853" y="55734"/>
                  </a:cubicBezTo>
                  <a:cubicBezTo>
                    <a:pt x="55357" y="41437"/>
                    <a:pt x="50516" y="32008"/>
                    <a:pt x="50516" y="23794"/>
                  </a:cubicBezTo>
                  <a:cubicBezTo>
                    <a:pt x="50516" y="13756"/>
                    <a:pt x="56869" y="7368"/>
                    <a:pt x="67458" y="7368"/>
                  </a:cubicBezTo>
                  <a:cubicBezTo>
                    <a:pt x="83189" y="7368"/>
                    <a:pt x="92265" y="18623"/>
                    <a:pt x="95290" y="42350"/>
                  </a:cubicBezTo>
                  <a:lnTo>
                    <a:pt x="100131" y="42350"/>
                  </a:lnTo>
                  <a:lnTo>
                    <a:pt x="106181" y="68"/>
                  </a:lnTo>
                  <a:lnTo>
                    <a:pt x="101946" y="68"/>
                  </a:lnTo>
                  <a:cubicBezTo>
                    <a:pt x="99525" y="4326"/>
                    <a:pt x="97105" y="5543"/>
                    <a:pt x="92870" y="5543"/>
                  </a:cubicBezTo>
                  <a:cubicBezTo>
                    <a:pt x="90752" y="5543"/>
                    <a:pt x="87727" y="4935"/>
                    <a:pt x="81979" y="3414"/>
                  </a:cubicBezTo>
                  <a:cubicBezTo>
                    <a:pt x="74416" y="980"/>
                    <a:pt x="69878" y="372"/>
                    <a:pt x="65037" y="372"/>
                  </a:cubicBezTo>
                  <a:cubicBezTo>
                    <a:pt x="42953" y="372"/>
                    <a:pt x="28432" y="13452"/>
                    <a:pt x="28432" y="33833"/>
                  </a:cubicBezTo>
                  <a:cubicBezTo>
                    <a:pt x="28432" y="43567"/>
                    <a:pt x="34785" y="56647"/>
                    <a:pt x="47491" y="73073"/>
                  </a:cubicBezTo>
                  <a:cubicBezTo>
                    <a:pt x="59289" y="88587"/>
                    <a:pt x="64432" y="99233"/>
                    <a:pt x="64432" y="108055"/>
                  </a:cubicBezTo>
                  <a:cubicBezTo>
                    <a:pt x="64432" y="121743"/>
                    <a:pt x="55357" y="131477"/>
                    <a:pt x="42045" y="131477"/>
                  </a:cubicBezTo>
                  <a:cubicBezTo>
                    <a:pt x="25406" y="131477"/>
                    <a:pt x="16028" y="119006"/>
                    <a:pt x="11188" y="90108"/>
                  </a:cubicBezTo>
                  <a:lnTo>
                    <a:pt x="6347" y="9010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54725811-1E63-45C1-584F-613328262CF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538365" y="5597229"/>
              <a:ext cx="99621" cy="152167"/>
            </a:xfrm>
            <a:custGeom>
              <a:avLst/>
              <a:gdLst>
                <a:gd name="connsiteX0" fmla="*/ 99922 w 99621"/>
                <a:gd name="connsiteY0" fmla="*/ 121394 h 152167"/>
                <a:gd name="connsiteX1" fmla="*/ 97012 w 99621"/>
                <a:gd name="connsiteY1" fmla="*/ 120268 h 152167"/>
                <a:gd name="connsiteX2" fmla="*/ 75744 w 99621"/>
                <a:gd name="connsiteY2" fmla="*/ 135125 h 152167"/>
                <a:gd name="connsiteX3" fmla="*/ 22239 w 99621"/>
                <a:gd name="connsiteY3" fmla="*/ 135125 h 152167"/>
                <a:gd name="connsiteX4" fmla="*/ 59849 w 99621"/>
                <a:gd name="connsiteY4" fmla="*/ 95507 h 152167"/>
                <a:gd name="connsiteX5" fmla="*/ 88505 w 99621"/>
                <a:gd name="connsiteY5" fmla="*/ 39908 h 152167"/>
                <a:gd name="connsiteX6" fmla="*/ 47089 w 99621"/>
                <a:gd name="connsiteY6" fmla="*/ 65 h 152167"/>
                <a:gd name="connsiteX7" fmla="*/ 14851 w 99621"/>
                <a:gd name="connsiteY7" fmla="*/ 14021 h 152167"/>
                <a:gd name="connsiteX8" fmla="*/ 524 w 99621"/>
                <a:gd name="connsiteY8" fmla="*/ 44860 h 152167"/>
                <a:gd name="connsiteX9" fmla="*/ 5225 w 99621"/>
                <a:gd name="connsiteY9" fmla="*/ 45985 h 152167"/>
                <a:gd name="connsiteX10" fmla="*/ 37686 w 99621"/>
                <a:gd name="connsiteY10" fmla="*/ 16722 h 152167"/>
                <a:gd name="connsiteX11" fmla="*/ 69252 w 99621"/>
                <a:gd name="connsiteY11" fmla="*/ 48461 h 152167"/>
                <a:gd name="connsiteX12" fmla="*/ 40149 w 99621"/>
                <a:gd name="connsiteY12" fmla="*/ 106987 h 152167"/>
                <a:gd name="connsiteX13" fmla="*/ 300 w 99621"/>
                <a:gd name="connsiteY13" fmla="*/ 149531 h 152167"/>
                <a:gd name="connsiteX14" fmla="*/ 300 w 99621"/>
                <a:gd name="connsiteY14" fmla="*/ 152232 h 152167"/>
                <a:gd name="connsiteX15" fmla="*/ 87609 w 99621"/>
                <a:gd name="connsiteY15" fmla="*/ 152232 h 152167"/>
                <a:gd name="connsiteX16" fmla="*/ 99922 w 99621"/>
                <a:gd name="connsiteY16" fmla="*/ 121394 h 15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621" h="152167">
                  <a:moveTo>
                    <a:pt x="99922" y="121394"/>
                  </a:moveTo>
                  <a:lnTo>
                    <a:pt x="97012" y="120268"/>
                  </a:lnTo>
                  <a:cubicBezTo>
                    <a:pt x="88728" y="133099"/>
                    <a:pt x="85818" y="135125"/>
                    <a:pt x="75744" y="135125"/>
                  </a:cubicBezTo>
                  <a:lnTo>
                    <a:pt x="22239" y="135125"/>
                  </a:lnTo>
                  <a:lnTo>
                    <a:pt x="59849" y="95507"/>
                  </a:lnTo>
                  <a:cubicBezTo>
                    <a:pt x="79774" y="74573"/>
                    <a:pt x="88505" y="57465"/>
                    <a:pt x="88505" y="39908"/>
                  </a:cubicBezTo>
                  <a:cubicBezTo>
                    <a:pt x="88505" y="17398"/>
                    <a:pt x="70371" y="65"/>
                    <a:pt x="47089" y="65"/>
                  </a:cubicBezTo>
                  <a:cubicBezTo>
                    <a:pt x="34776" y="65"/>
                    <a:pt x="23135" y="5017"/>
                    <a:pt x="14851" y="14021"/>
                  </a:cubicBezTo>
                  <a:cubicBezTo>
                    <a:pt x="7688" y="21674"/>
                    <a:pt x="4330" y="28878"/>
                    <a:pt x="524" y="44860"/>
                  </a:cubicBezTo>
                  <a:lnTo>
                    <a:pt x="5225" y="45985"/>
                  </a:lnTo>
                  <a:cubicBezTo>
                    <a:pt x="14180" y="23925"/>
                    <a:pt x="22239" y="16722"/>
                    <a:pt x="37686" y="16722"/>
                  </a:cubicBezTo>
                  <a:cubicBezTo>
                    <a:pt x="56491" y="16722"/>
                    <a:pt x="69252" y="29553"/>
                    <a:pt x="69252" y="48461"/>
                  </a:cubicBezTo>
                  <a:cubicBezTo>
                    <a:pt x="69252" y="66019"/>
                    <a:pt x="58954" y="86953"/>
                    <a:pt x="40149" y="106987"/>
                  </a:cubicBezTo>
                  <a:lnTo>
                    <a:pt x="300" y="149531"/>
                  </a:lnTo>
                  <a:lnTo>
                    <a:pt x="300" y="152232"/>
                  </a:lnTo>
                  <a:lnTo>
                    <a:pt x="87609" y="152232"/>
                  </a:lnTo>
                  <a:lnTo>
                    <a:pt x="99922" y="12139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DEBCBC1C-E1AB-51CE-3313-9A4CDA499EB6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150554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4CE2A8E-6384-BD46-5917-7C6FB57B1C53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513796" y="5723021"/>
              <a:ext cx="105884" cy="138406"/>
            </a:xfrm>
            <a:custGeom>
              <a:avLst/>
              <a:gdLst>
                <a:gd name="connsiteX0" fmla="*/ 6383 w 105884"/>
                <a:gd name="connsiteY0" fmla="*/ 90108 h 138406"/>
                <a:gd name="connsiteX1" fmla="*/ 333 w 105884"/>
                <a:gd name="connsiteY1" fmla="*/ 138474 h 138406"/>
                <a:gd name="connsiteX2" fmla="*/ 5173 w 105884"/>
                <a:gd name="connsiteY2" fmla="*/ 138474 h 138406"/>
                <a:gd name="connsiteX3" fmla="*/ 12434 w 105884"/>
                <a:gd name="connsiteY3" fmla="*/ 132086 h 138406"/>
                <a:gd name="connsiteX4" fmla="*/ 27258 w 105884"/>
                <a:gd name="connsiteY4" fmla="*/ 134823 h 138406"/>
                <a:gd name="connsiteX5" fmla="*/ 43897 w 105884"/>
                <a:gd name="connsiteY5" fmla="*/ 137865 h 138406"/>
                <a:gd name="connsiteX6" fmla="*/ 87460 w 105884"/>
                <a:gd name="connsiteY6" fmla="*/ 98321 h 138406"/>
                <a:gd name="connsiteX7" fmla="*/ 66889 w 105884"/>
                <a:gd name="connsiteY7" fmla="*/ 55734 h 138406"/>
                <a:gd name="connsiteX8" fmla="*/ 50552 w 105884"/>
                <a:gd name="connsiteY8" fmla="*/ 23794 h 138406"/>
                <a:gd name="connsiteX9" fmla="*/ 67494 w 105884"/>
                <a:gd name="connsiteY9" fmla="*/ 7368 h 138406"/>
                <a:gd name="connsiteX10" fmla="*/ 95326 w 105884"/>
                <a:gd name="connsiteY10" fmla="*/ 42350 h 138406"/>
                <a:gd name="connsiteX11" fmla="*/ 100166 w 105884"/>
                <a:gd name="connsiteY11" fmla="*/ 42350 h 138406"/>
                <a:gd name="connsiteX12" fmla="*/ 106217 w 105884"/>
                <a:gd name="connsiteY12" fmla="*/ 68 h 138406"/>
                <a:gd name="connsiteX13" fmla="*/ 101982 w 105884"/>
                <a:gd name="connsiteY13" fmla="*/ 68 h 138406"/>
                <a:gd name="connsiteX14" fmla="*/ 92906 w 105884"/>
                <a:gd name="connsiteY14" fmla="*/ 5543 h 138406"/>
                <a:gd name="connsiteX15" fmla="*/ 82015 w 105884"/>
                <a:gd name="connsiteY15" fmla="*/ 3414 h 138406"/>
                <a:gd name="connsiteX16" fmla="*/ 65073 w 105884"/>
                <a:gd name="connsiteY16" fmla="*/ 372 h 138406"/>
                <a:gd name="connsiteX17" fmla="*/ 28468 w 105884"/>
                <a:gd name="connsiteY17" fmla="*/ 33833 h 138406"/>
                <a:gd name="connsiteX18" fmla="*/ 47527 w 105884"/>
                <a:gd name="connsiteY18" fmla="*/ 73073 h 138406"/>
                <a:gd name="connsiteX19" fmla="*/ 64468 w 105884"/>
                <a:gd name="connsiteY19" fmla="*/ 108055 h 138406"/>
                <a:gd name="connsiteX20" fmla="*/ 42081 w 105884"/>
                <a:gd name="connsiteY20" fmla="*/ 131477 h 138406"/>
                <a:gd name="connsiteX21" fmla="*/ 11224 w 105884"/>
                <a:gd name="connsiteY21" fmla="*/ 90108 h 138406"/>
                <a:gd name="connsiteX22" fmla="*/ 6383 w 105884"/>
                <a:gd name="connsiteY22" fmla="*/ 90108 h 13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884" h="138406">
                  <a:moveTo>
                    <a:pt x="6383" y="90108"/>
                  </a:moveTo>
                  <a:lnTo>
                    <a:pt x="333" y="138474"/>
                  </a:lnTo>
                  <a:lnTo>
                    <a:pt x="5173" y="138474"/>
                  </a:lnTo>
                  <a:cubicBezTo>
                    <a:pt x="7593" y="133607"/>
                    <a:pt x="9408" y="132086"/>
                    <a:pt x="12434" y="132086"/>
                  </a:cubicBezTo>
                  <a:cubicBezTo>
                    <a:pt x="15762" y="132086"/>
                    <a:pt x="21207" y="133302"/>
                    <a:pt x="27258" y="134823"/>
                  </a:cubicBezTo>
                  <a:cubicBezTo>
                    <a:pt x="33913" y="136953"/>
                    <a:pt x="39056" y="137865"/>
                    <a:pt x="43897" y="137865"/>
                  </a:cubicBezTo>
                  <a:cubicBezTo>
                    <a:pt x="69309" y="137865"/>
                    <a:pt x="87460" y="121439"/>
                    <a:pt x="87460" y="98321"/>
                  </a:cubicBezTo>
                  <a:cubicBezTo>
                    <a:pt x="87460" y="86761"/>
                    <a:pt x="81107" y="73377"/>
                    <a:pt x="66889" y="55734"/>
                  </a:cubicBezTo>
                  <a:cubicBezTo>
                    <a:pt x="55393" y="41437"/>
                    <a:pt x="50552" y="32007"/>
                    <a:pt x="50552" y="23794"/>
                  </a:cubicBezTo>
                  <a:cubicBezTo>
                    <a:pt x="50552" y="13756"/>
                    <a:pt x="56905" y="7368"/>
                    <a:pt x="67494" y="7368"/>
                  </a:cubicBezTo>
                  <a:cubicBezTo>
                    <a:pt x="83225" y="7368"/>
                    <a:pt x="92301" y="18623"/>
                    <a:pt x="95326" y="42350"/>
                  </a:cubicBezTo>
                  <a:lnTo>
                    <a:pt x="100166" y="42350"/>
                  </a:lnTo>
                  <a:lnTo>
                    <a:pt x="106217" y="68"/>
                  </a:lnTo>
                  <a:lnTo>
                    <a:pt x="101982" y="68"/>
                  </a:lnTo>
                  <a:cubicBezTo>
                    <a:pt x="99561" y="4326"/>
                    <a:pt x="97141" y="5543"/>
                    <a:pt x="92906" y="5543"/>
                  </a:cubicBezTo>
                  <a:cubicBezTo>
                    <a:pt x="90788" y="5543"/>
                    <a:pt x="87763" y="4935"/>
                    <a:pt x="82015" y="3414"/>
                  </a:cubicBezTo>
                  <a:cubicBezTo>
                    <a:pt x="74452" y="980"/>
                    <a:pt x="69914" y="372"/>
                    <a:pt x="65073" y="372"/>
                  </a:cubicBezTo>
                  <a:cubicBezTo>
                    <a:pt x="42989" y="372"/>
                    <a:pt x="28468" y="13452"/>
                    <a:pt x="28468" y="33833"/>
                  </a:cubicBezTo>
                  <a:cubicBezTo>
                    <a:pt x="28468" y="43567"/>
                    <a:pt x="34821" y="56647"/>
                    <a:pt x="47527" y="73073"/>
                  </a:cubicBezTo>
                  <a:cubicBezTo>
                    <a:pt x="59325" y="88587"/>
                    <a:pt x="64468" y="99233"/>
                    <a:pt x="64468" y="108055"/>
                  </a:cubicBezTo>
                  <a:cubicBezTo>
                    <a:pt x="64468" y="121743"/>
                    <a:pt x="55393" y="131477"/>
                    <a:pt x="42081" y="131477"/>
                  </a:cubicBezTo>
                  <a:cubicBezTo>
                    <a:pt x="25442" y="131477"/>
                    <a:pt x="16064" y="119005"/>
                    <a:pt x="11224" y="90108"/>
                  </a:cubicBezTo>
                  <a:lnTo>
                    <a:pt x="6383" y="9010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DF1AE5FA-A7F3-8ED0-4C17-DC0D8F58B4C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713723" y="5708116"/>
              <a:ext cx="146120" cy="146619"/>
            </a:xfrm>
            <a:custGeom>
              <a:avLst/>
              <a:gdLst>
                <a:gd name="connsiteX0" fmla="*/ 73549 w 146120"/>
                <a:gd name="connsiteY0" fmla="*/ 64860 h 146619"/>
                <a:gd name="connsiteX1" fmla="*/ 13044 w 146120"/>
                <a:gd name="connsiteY1" fmla="*/ 4326 h 146619"/>
                <a:gd name="connsiteX2" fmla="*/ 6388 w 146120"/>
                <a:gd name="connsiteY2" fmla="*/ 68 h 146619"/>
                <a:gd name="connsiteX3" fmla="*/ 338 w 146120"/>
                <a:gd name="connsiteY3" fmla="*/ 6151 h 146619"/>
                <a:gd name="connsiteX4" fmla="*/ 4271 w 146120"/>
                <a:gd name="connsiteY4" fmla="*/ 12235 h 146619"/>
                <a:gd name="connsiteX5" fmla="*/ 64776 w 146120"/>
                <a:gd name="connsiteY5" fmla="*/ 73377 h 146619"/>
                <a:gd name="connsiteX6" fmla="*/ 4271 w 146120"/>
                <a:gd name="connsiteY6" fmla="*/ 134519 h 146619"/>
                <a:gd name="connsiteX7" fmla="*/ 338 w 146120"/>
                <a:gd name="connsiteY7" fmla="*/ 140603 h 146619"/>
                <a:gd name="connsiteX8" fmla="*/ 6388 w 146120"/>
                <a:gd name="connsiteY8" fmla="*/ 146687 h 146619"/>
                <a:gd name="connsiteX9" fmla="*/ 13044 w 146120"/>
                <a:gd name="connsiteY9" fmla="*/ 142428 h 146619"/>
                <a:gd name="connsiteX10" fmla="*/ 73247 w 146120"/>
                <a:gd name="connsiteY10" fmla="*/ 81894 h 146619"/>
                <a:gd name="connsiteX11" fmla="*/ 135870 w 146120"/>
                <a:gd name="connsiteY11" fmla="*/ 144862 h 146619"/>
                <a:gd name="connsiteX12" fmla="*/ 140408 w 146120"/>
                <a:gd name="connsiteY12" fmla="*/ 146687 h 146619"/>
                <a:gd name="connsiteX13" fmla="*/ 146458 w 146120"/>
                <a:gd name="connsiteY13" fmla="*/ 140603 h 146619"/>
                <a:gd name="connsiteX14" fmla="*/ 145551 w 146120"/>
                <a:gd name="connsiteY14" fmla="*/ 137257 h 146619"/>
                <a:gd name="connsiteX15" fmla="*/ 82020 w 146120"/>
                <a:gd name="connsiteY15" fmla="*/ 73377 h 146619"/>
                <a:gd name="connsiteX16" fmla="*/ 137383 w 146120"/>
                <a:gd name="connsiteY16" fmla="*/ 17711 h 146619"/>
                <a:gd name="connsiteX17" fmla="*/ 144946 w 146120"/>
                <a:gd name="connsiteY17" fmla="*/ 10106 h 146619"/>
                <a:gd name="connsiteX18" fmla="*/ 146458 w 146120"/>
                <a:gd name="connsiteY18" fmla="*/ 6151 h 146619"/>
                <a:gd name="connsiteX19" fmla="*/ 140408 w 146120"/>
                <a:gd name="connsiteY19" fmla="*/ 68 h 146619"/>
                <a:gd name="connsiteX20" fmla="*/ 133450 w 146120"/>
                <a:gd name="connsiteY20" fmla="*/ 4630 h 146619"/>
                <a:gd name="connsiteX21" fmla="*/ 73549 w 146120"/>
                <a:gd name="connsiteY21" fmla="*/ 64860 h 146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120" h="146619">
                  <a:moveTo>
                    <a:pt x="73549" y="64860"/>
                  </a:moveTo>
                  <a:lnTo>
                    <a:pt x="13044" y="4326"/>
                  </a:lnTo>
                  <a:cubicBezTo>
                    <a:pt x="9414" y="676"/>
                    <a:pt x="8809" y="68"/>
                    <a:pt x="6388" y="68"/>
                  </a:cubicBezTo>
                  <a:cubicBezTo>
                    <a:pt x="3363" y="68"/>
                    <a:pt x="338" y="2805"/>
                    <a:pt x="338" y="6151"/>
                  </a:cubicBezTo>
                  <a:cubicBezTo>
                    <a:pt x="338" y="8281"/>
                    <a:pt x="943" y="8889"/>
                    <a:pt x="4271" y="12235"/>
                  </a:cubicBezTo>
                  <a:lnTo>
                    <a:pt x="64776" y="73377"/>
                  </a:lnTo>
                  <a:lnTo>
                    <a:pt x="4271" y="134519"/>
                  </a:lnTo>
                  <a:cubicBezTo>
                    <a:pt x="943" y="137865"/>
                    <a:pt x="338" y="138474"/>
                    <a:pt x="338" y="140603"/>
                  </a:cubicBezTo>
                  <a:cubicBezTo>
                    <a:pt x="338" y="143949"/>
                    <a:pt x="3363" y="146687"/>
                    <a:pt x="6388" y="146687"/>
                  </a:cubicBezTo>
                  <a:cubicBezTo>
                    <a:pt x="8809" y="146687"/>
                    <a:pt x="9414" y="146078"/>
                    <a:pt x="13044" y="142428"/>
                  </a:cubicBezTo>
                  <a:lnTo>
                    <a:pt x="73247" y="81894"/>
                  </a:lnTo>
                  <a:lnTo>
                    <a:pt x="135870" y="144862"/>
                  </a:lnTo>
                  <a:cubicBezTo>
                    <a:pt x="136475" y="145166"/>
                    <a:pt x="138593" y="146687"/>
                    <a:pt x="140408" y="146687"/>
                  </a:cubicBezTo>
                  <a:cubicBezTo>
                    <a:pt x="144038" y="146687"/>
                    <a:pt x="146458" y="143949"/>
                    <a:pt x="146458" y="140603"/>
                  </a:cubicBezTo>
                  <a:cubicBezTo>
                    <a:pt x="146458" y="139995"/>
                    <a:pt x="146458" y="138778"/>
                    <a:pt x="145551" y="137257"/>
                  </a:cubicBezTo>
                  <a:cubicBezTo>
                    <a:pt x="145248" y="136648"/>
                    <a:pt x="97146" y="88891"/>
                    <a:pt x="82020" y="73377"/>
                  </a:cubicBezTo>
                  <a:lnTo>
                    <a:pt x="137383" y="17711"/>
                  </a:lnTo>
                  <a:cubicBezTo>
                    <a:pt x="138895" y="15885"/>
                    <a:pt x="143433" y="11931"/>
                    <a:pt x="144946" y="10106"/>
                  </a:cubicBezTo>
                  <a:cubicBezTo>
                    <a:pt x="145248" y="9497"/>
                    <a:pt x="146458" y="8281"/>
                    <a:pt x="146458" y="6151"/>
                  </a:cubicBezTo>
                  <a:cubicBezTo>
                    <a:pt x="146458" y="2805"/>
                    <a:pt x="144038" y="68"/>
                    <a:pt x="140408" y="68"/>
                  </a:cubicBezTo>
                  <a:cubicBezTo>
                    <a:pt x="137988" y="68"/>
                    <a:pt x="136777" y="1284"/>
                    <a:pt x="133450" y="4630"/>
                  </a:cubicBezTo>
                  <a:lnTo>
                    <a:pt x="73549" y="6486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F515AEBA-FC03-CE93-796E-38A7C8EFD5A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2950969" y="5691386"/>
              <a:ext cx="78354" cy="169433"/>
            </a:xfrm>
            <a:custGeom>
              <a:avLst/>
              <a:gdLst>
                <a:gd name="connsiteX0" fmla="*/ 78701 w 78354"/>
                <a:gd name="connsiteY0" fmla="*/ 35962 h 169433"/>
                <a:gd name="connsiteX1" fmla="*/ 54499 w 78354"/>
                <a:gd name="connsiteY1" fmla="*/ 35962 h 169433"/>
                <a:gd name="connsiteX2" fmla="*/ 62970 w 78354"/>
                <a:gd name="connsiteY2" fmla="*/ 4630 h 169433"/>
                <a:gd name="connsiteX3" fmla="*/ 63272 w 78354"/>
                <a:gd name="connsiteY3" fmla="*/ 3109 h 169433"/>
                <a:gd name="connsiteX4" fmla="*/ 60852 w 78354"/>
                <a:gd name="connsiteY4" fmla="*/ 68 h 169433"/>
                <a:gd name="connsiteX5" fmla="*/ 56314 w 78354"/>
                <a:gd name="connsiteY5" fmla="*/ 2805 h 169433"/>
                <a:gd name="connsiteX6" fmla="*/ 16078 w 78354"/>
                <a:gd name="connsiteY6" fmla="*/ 36266 h 169433"/>
                <a:gd name="connsiteX7" fmla="*/ 6397 w 78354"/>
                <a:gd name="connsiteY7" fmla="*/ 43871 h 169433"/>
                <a:gd name="connsiteX8" fmla="*/ 6700 w 78354"/>
                <a:gd name="connsiteY8" fmla="*/ 45696 h 169433"/>
                <a:gd name="connsiteX9" fmla="*/ 29087 w 78354"/>
                <a:gd name="connsiteY9" fmla="*/ 45696 h 169433"/>
                <a:gd name="connsiteX10" fmla="*/ 7305 w 78354"/>
                <a:gd name="connsiteY10" fmla="*/ 129348 h 169433"/>
                <a:gd name="connsiteX11" fmla="*/ 5490 w 78354"/>
                <a:gd name="connsiteY11" fmla="*/ 135736 h 169433"/>
                <a:gd name="connsiteX12" fmla="*/ 347 w 78354"/>
                <a:gd name="connsiteY12" fmla="*/ 157942 h 169433"/>
                <a:gd name="connsiteX13" fmla="*/ 14868 w 78354"/>
                <a:gd name="connsiteY13" fmla="*/ 169501 h 169433"/>
                <a:gd name="connsiteX14" fmla="*/ 57827 w 78354"/>
                <a:gd name="connsiteY14" fmla="*/ 132694 h 169433"/>
                <a:gd name="connsiteX15" fmla="*/ 53894 w 78354"/>
                <a:gd name="connsiteY15" fmla="*/ 130565 h 169433"/>
                <a:gd name="connsiteX16" fmla="*/ 29389 w 78354"/>
                <a:gd name="connsiteY16" fmla="*/ 154596 h 169433"/>
                <a:gd name="connsiteX17" fmla="*/ 24851 w 78354"/>
                <a:gd name="connsiteY17" fmla="*/ 148512 h 169433"/>
                <a:gd name="connsiteX18" fmla="*/ 25154 w 78354"/>
                <a:gd name="connsiteY18" fmla="*/ 146991 h 169433"/>
                <a:gd name="connsiteX19" fmla="*/ 51776 w 78354"/>
                <a:gd name="connsiteY19" fmla="*/ 45696 h 169433"/>
                <a:gd name="connsiteX20" fmla="*/ 77189 w 78354"/>
                <a:gd name="connsiteY20" fmla="*/ 45696 h 169433"/>
                <a:gd name="connsiteX21" fmla="*/ 78701 w 78354"/>
                <a:gd name="connsiteY21" fmla="*/ 35962 h 169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354" h="169433">
                  <a:moveTo>
                    <a:pt x="78701" y="35962"/>
                  </a:moveTo>
                  <a:lnTo>
                    <a:pt x="54499" y="35962"/>
                  </a:lnTo>
                  <a:lnTo>
                    <a:pt x="62970" y="4630"/>
                  </a:lnTo>
                  <a:cubicBezTo>
                    <a:pt x="63272" y="4022"/>
                    <a:pt x="63272" y="3414"/>
                    <a:pt x="63272" y="3109"/>
                  </a:cubicBezTo>
                  <a:cubicBezTo>
                    <a:pt x="63272" y="980"/>
                    <a:pt x="62365" y="68"/>
                    <a:pt x="60852" y="68"/>
                  </a:cubicBezTo>
                  <a:cubicBezTo>
                    <a:pt x="59037" y="68"/>
                    <a:pt x="58129" y="372"/>
                    <a:pt x="56314" y="2805"/>
                  </a:cubicBezTo>
                  <a:cubicBezTo>
                    <a:pt x="44516" y="18319"/>
                    <a:pt x="25759" y="33528"/>
                    <a:pt x="16078" y="36266"/>
                  </a:cubicBezTo>
                  <a:cubicBezTo>
                    <a:pt x="8515" y="38700"/>
                    <a:pt x="6397" y="40525"/>
                    <a:pt x="6397" y="43871"/>
                  </a:cubicBezTo>
                  <a:cubicBezTo>
                    <a:pt x="6397" y="44175"/>
                    <a:pt x="6397" y="44783"/>
                    <a:pt x="6700" y="45696"/>
                  </a:cubicBezTo>
                  <a:lnTo>
                    <a:pt x="29087" y="45696"/>
                  </a:lnTo>
                  <a:lnTo>
                    <a:pt x="7305" y="129348"/>
                  </a:lnTo>
                  <a:cubicBezTo>
                    <a:pt x="6700" y="132086"/>
                    <a:pt x="6397" y="132998"/>
                    <a:pt x="5490" y="135736"/>
                  </a:cubicBezTo>
                  <a:cubicBezTo>
                    <a:pt x="2767" y="144862"/>
                    <a:pt x="347" y="155508"/>
                    <a:pt x="347" y="157942"/>
                  </a:cubicBezTo>
                  <a:cubicBezTo>
                    <a:pt x="347" y="164634"/>
                    <a:pt x="6700" y="169501"/>
                    <a:pt x="14868" y="169501"/>
                  </a:cubicBezTo>
                  <a:cubicBezTo>
                    <a:pt x="28784" y="169501"/>
                    <a:pt x="38768" y="160984"/>
                    <a:pt x="57827" y="132694"/>
                  </a:cubicBezTo>
                  <a:lnTo>
                    <a:pt x="53894" y="130565"/>
                  </a:lnTo>
                  <a:cubicBezTo>
                    <a:pt x="39070" y="149729"/>
                    <a:pt x="34230" y="154596"/>
                    <a:pt x="29389" y="154596"/>
                  </a:cubicBezTo>
                  <a:cubicBezTo>
                    <a:pt x="26667" y="154596"/>
                    <a:pt x="24851" y="152162"/>
                    <a:pt x="24851" y="148512"/>
                  </a:cubicBezTo>
                  <a:cubicBezTo>
                    <a:pt x="24851" y="148208"/>
                    <a:pt x="24851" y="147903"/>
                    <a:pt x="25154" y="146991"/>
                  </a:cubicBezTo>
                  <a:lnTo>
                    <a:pt x="51776" y="45696"/>
                  </a:lnTo>
                  <a:lnTo>
                    <a:pt x="77189" y="45696"/>
                  </a:lnTo>
                  <a:lnTo>
                    <a:pt x="78701" y="3596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9D6E2D29-C059-5158-79D8-EFA2FD250CA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391093" y="5417799"/>
              <a:ext cx="12146" cy="732791"/>
            </a:xfrm>
            <a:custGeom>
              <a:avLst/>
              <a:gdLst>
                <a:gd name="connsiteX0" fmla="*/ 0 w 12146"/>
                <a:gd name="connsiteY0" fmla="*/ 0 h 732791"/>
                <a:gd name="connsiteX1" fmla="*/ 12146 w 12146"/>
                <a:gd name="connsiteY1" fmla="*/ 0 h 732791"/>
                <a:gd name="connsiteX2" fmla="*/ 12146 w 12146"/>
                <a:gd name="connsiteY2" fmla="*/ 732792 h 732791"/>
                <a:gd name="connsiteX3" fmla="*/ 0 w 12146"/>
                <a:gd name="connsiteY3" fmla="*/ 732792 h 73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732791">
                  <a:moveTo>
                    <a:pt x="0" y="0"/>
                  </a:moveTo>
                  <a:lnTo>
                    <a:pt x="12146" y="0"/>
                  </a:lnTo>
                  <a:lnTo>
                    <a:pt x="12146" y="732792"/>
                  </a:lnTo>
                  <a:lnTo>
                    <a:pt x="0" y="73279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7805EC17-E7F6-D911-255A-09240728F03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707318" y="6150590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763B0F1A-3B0F-7A70-CF7D-BA37B61DC92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707318" y="6223869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7FFE5828-A49F-4F74-FD7C-9CE5DC9C6E98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707318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2EE1C401-86CD-6B6B-167D-2DC71A4AA5C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291326" y="6286927"/>
              <a:ext cx="85615" cy="205631"/>
            </a:xfrm>
            <a:custGeom>
              <a:avLst/>
              <a:gdLst>
                <a:gd name="connsiteX0" fmla="*/ 54550 w 85615"/>
                <a:gd name="connsiteY0" fmla="*/ 88 h 205631"/>
                <a:gd name="connsiteX1" fmla="*/ 95 w 85615"/>
                <a:gd name="connsiteY1" fmla="*/ 27769 h 205631"/>
                <a:gd name="connsiteX2" fmla="*/ 95 w 85615"/>
                <a:gd name="connsiteY2" fmla="*/ 32028 h 205631"/>
                <a:gd name="connsiteX3" fmla="*/ 8263 w 85615"/>
                <a:gd name="connsiteY3" fmla="*/ 28682 h 205631"/>
                <a:gd name="connsiteX4" fmla="*/ 21877 w 85615"/>
                <a:gd name="connsiteY4" fmla="*/ 25336 h 205631"/>
                <a:gd name="connsiteX5" fmla="*/ 30952 w 85615"/>
                <a:gd name="connsiteY5" fmla="*/ 39633 h 205631"/>
                <a:gd name="connsiteX6" fmla="*/ 30952 w 85615"/>
                <a:gd name="connsiteY6" fmla="*/ 177430 h 205631"/>
                <a:gd name="connsiteX7" fmla="*/ 23692 w 85615"/>
                <a:gd name="connsiteY7" fmla="*/ 197203 h 205631"/>
                <a:gd name="connsiteX8" fmla="*/ 2212 w 85615"/>
                <a:gd name="connsiteY8" fmla="*/ 201157 h 205631"/>
                <a:gd name="connsiteX9" fmla="*/ 2212 w 85615"/>
                <a:gd name="connsiteY9" fmla="*/ 205720 h 205631"/>
                <a:gd name="connsiteX10" fmla="*/ 85710 w 85615"/>
                <a:gd name="connsiteY10" fmla="*/ 205720 h 205631"/>
                <a:gd name="connsiteX11" fmla="*/ 85710 w 85615"/>
                <a:gd name="connsiteY11" fmla="*/ 201157 h 205631"/>
                <a:gd name="connsiteX12" fmla="*/ 56970 w 85615"/>
                <a:gd name="connsiteY12" fmla="*/ 183210 h 205631"/>
                <a:gd name="connsiteX13" fmla="*/ 56970 w 85615"/>
                <a:gd name="connsiteY13" fmla="*/ 697 h 205631"/>
                <a:gd name="connsiteX14" fmla="*/ 54550 w 85615"/>
                <a:gd name="connsiteY14" fmla="*/ 88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550" y="88"/>
                  </a:moveTo>
                  <a:lnTo>
                    <a:pt x="95" y="27769"/>
                  </a:lnTo>
                  <a:lnTo>
                    <a:pt x="95" y="32028"/>
                  </a:lnTo>
                  <a:cubicBezTo>
                    <a:pt x="3725" y="30507"/>
                    <a:pt x="7053" y="29290"/>
                    <a:pt x="8263" y="28682"/>
                  </a:cubicBezTo>
                  <a:cubicBezTo>
                    <a:pt x="13708" y="26553"/>
                    <a:pt x="18851" y="25336"/>
                    <a:pt x="21877" y="25336"/>
                  </a:cubicBezTo>
                  <a:cubicBezTo>
                    <a:pt x="28230" y="25336"/>
                    <a:pt x="30952" y="29899"/>
                    <a:pt x="30952" y="39633"/>
                  </a:cubicBezTo>
                  <a:lnTo>
                    <a:pt x="30952" y="177430"/>
                  </a:lnTo>
                  <a:cubicBezTo>
                    <a:pt x="30952" y="187469"/>
                    <a:pt x="28532" y="194465"/>
                    <a:pt x="23692" y="197203"/>
                  </a:cubicBezTo>
                  <a:cubicBezTo>
                    <a:pt x="19154" y="199940"/>
                    <a:pt x="14919" y="200853"/>
                    <a:pt x="2212" y="201157"/>
                  </a:cubicBezTo>
                  <a:lnTo>
                    <a:pt x="2212" y="205720"/>
                  </a:lnTo>
                  <a:lnTo>
                    <a:pt x="85710" y="205720"/>
                  </a:lnTo>
                  <a:lnTo>
                    <a:pt x="85710" y="201157"/>
                  </a:lnTo>
                  <a:cubicBezTo>
                    <a:pt x="61810" y="200853"/>
                    <a:pt x="56970" y="197811"/>
                    <a:pt x="56970" y="183210"/>
                  </a:cubicBezTo>
                  <a:lnTo>
                    <a:pt x="56970" y="697"/>
                  </a:lnTo>
                  <a:lnTo>
                    <a:pt x="54550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20316246-BE7C-AE9F-91CE-058C5DCBB32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947857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3E2589DA-AB1A-532D-FEA9-995DC1E2DAB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531865" y="6286927"/>
              <a:ext cx="85615" cy="205631"/>
            </a:xfrm>
            <a:custGeom>
              <a:avLst/>
              <a:gdLst>
                <a:gd name="connsiteX0" fmla="*/ 54590 w 85615"/>
                <a:gd name="connsiteY0" fmla="*/ 88 h 205631"/>
                <a:gd name="connsiteX1" fmla="*/ 135 w 85615"/>
                <a:gd name="connsiteY1" fmla="*/ 27769 h 205631"/>
                <a:gd name="connsiteX2" fmla="*/ 135 w 85615"/>
                <a:gd name="connsiteY2" fmla="*/ 32028 h 205631"/>
                <a:gd name="connsiteX3" fmla="*/ 8304 w 85615"/>
                <a:gd name="connsiteY3" fmla="*/ 28682 h 205631"/>
                <a:gd name="connsiteX4" fmla="*/ 21917 w 85615"/>
                <a:gd name="connsiteY4" fmla="*/ 25336 h 205631"/>
                <a:gd name="connsiteX5" fmla="*/ 30993 w 85615"/>
                <a:gd name="connsiteY5" fmla="*/ 39633 h 205631"/>
                <a:gd name="connsiteX6" fmla="*/ 30993 w 85615"/>
                <a:gd name="connsiteY6" fmla="*/ 177430 h 205631"/>
                <a:gd name="connsiteX7" fmla="*/ 23733 w 85615"/>
                <a:gd name="connsiteY7" fmla="*/ 197203 h 205631"/>
                <a:gd name="connsiteX8" fmla="*/ 2253 w 85615"/>
                <a:gd name="connsiteY8" fmla="*/ 201157 h 205631"/>
                <a:gd name="connsiteX9" fmla="*/ 2253 w 85615"/>
                <a:gd name="connsiteY9" fmla="*/ 205720 h 205631"/>
                <a:gd name="connsiteX10" fmla="*/ 85751 w 85615"/>
                <a:gd name="connsiteY10" fmla="*/ 205720 h 205631"/>
                <a:gd name="connsiteX11" fmla="*/ 85751 w 85615"/>
                <a:gd name="connsiteY11" fmla="*/ 201157 h 205631"/>
                <a:gd name="connsiteX12" fmla="*/ 57011 w 85615"/>
                <a:gd name="connsiteY12" fmla="*/ 183210 h 205631"/>
                <a:gd name="connsiteX13" fmla="*/ 57011 w 85615"/>
                <a:gd name="connsiteY13" fmla="*/ 697 h 205631"/>
                <a:gd name="connsiteX14" fmla="*/ 54590 w 85615"/>
                <a:gd name="connsiteY14" fmla="*/ 88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590" y="88"/>
                  </a:moveTo>
                  <a:lnTo>
                    <a:pt x="135" y="27769"/>
                  </a:lnTo>
                  <a:lnTo>
                    <a:pt x="135" y="32028"/>
                  </a:lnTo>
                  <a:cubicBezTo>
                    <a:pt x="3766" y="30507"/>
                    <a:pt x="7094" y="29290"/>
                    <a:pt x="8304" y="28682"/>
                  </a:cubicBezTo>
                  <a:cubicBezTo>
                    <a:pt x="13749" y="26553"/>
                    <a:pt x="18892" y="25336"/>
                    <a:pt x="21917" y="25336"/>
                  </a:cubicBezTo>
                  <a:cubicBezTo>
                    <a:pt x="28270" y="25336"/>
                    <a:pt x="30993" y="29899"/>
                    <a:pt x="30993" y="39633"/>
                  </a:cubicBezTo>
                  <a:lnTo>
                    <a:pt x="30993" y="177430"/>
                  </a:lnTo>
                  <a:cubicBezTo>
                    <a:pt x="30993" y="187469"/>
                    <a:pt x="28573" y="194465"/>
                    <a:pt x="23733" y="197203"/>
                  </a:cubicBezTo>
                  <a:cubicBezTo>
                    <a:pt x="19195" y="199940"/>
                    <a:pt x="14959" y="200853"/>
                    <a:pt x="2253" y="201157"/>
                  </a:cubicBezTo>
                  <a:lnTo>
                    <a:pt x="2253" y="205720"/>
                  </a:lnTo>
                  <a:lnTo>
                    <a:pt x="85751" y="205720"/>
                  </a:lnTo>
                  <a:lnTo>
                    <a:pt x="85751" y="201157"/>
                  </a:lnTo>
                  <a:cubicBezTo>
                    <a:pt x="61851" y="200853"/>
                    <a:pt x="57011" y="197811"/>
                    <a:pt x="57011" y="183210"/>
                  </a:cubicBezTo>
                  <a:lnTo>
                    <a:pt x="57011" y="697"/>
                  </a:lnTo>
                  <a:lnTo>
                    <a:pt x="54590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3CCC262A-63D1-507F-31D6-6F8FE9245CC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188397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58A812BD-5982-D55C-75F3-11AF4A46A74D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32212" y="6286927"/>
              <a:ext cx="136742" cy="209890"/>
            </a:xfrm>
            <a:custGeom>
              <a:avLst/>
              <a:gdLst>
                <a:gd name="connsiteX0" fmla="*/ 69754 w 136742"/>
                <a:gd name="connsiteY0" fmla="*/ 88 h 209890"/>
                <a:gd name="connsiteX1" fmla="*/ 29215 w 136742"/>
                <a:gd name="connsiteY1" fmla="*/ 15906 h 209890"/>
                <a:gd name="connsiteX2" fmla="*/ 172 w 136742"/>
                <a:gd name="connsiteY2" fmla="*/ 103513 h 209890"/>
                <a:gd name="connsiteX3" fmla="*/ 24375 w 136742"/>
                <a:gd name="connsiteY3" fmla="*/ 189294 h 209890"/>
                <a:gd name="connsiteX4" fmla="*/ 68543 w 136742"/>
                <a:gd name="connsiteY4" fmla="*/ 209979 h 209890"/>
                <a:gd name="connsiteX5" fmla="*/ 107872 w 136742"/>
                <a:gd name="connsiteY5" fmla="*/ 194161 h 209890"/>
                <a:gd name="connsiteX6" fmla="*/ 136915 w 136742"/>
                <a:gd name="connsiteY6" fmla="*/ 105338 h 209890"/>
                <a:gd name="connsiteX7" fmla="*/ 69754 w 136742"/>
                <a:gd name="connsiteY7" fmla="*/ 88 h 209890"/>
                <a:gd name="connsiteX8" fmla="*/ 68846 w 136742"/>
                <a:gd name="connsiteY8" fmla="*/ 7997 h 209890"/>
                <a:gd name="connsiteX9" fmla="*/ 107872 w 136742"/>
                <a:gd name="connsiteY9" fmla="*/ 105946 h 209890"/>
                <a:gd name="connsiteX10" fmla="*/ 68543 w 136742"/>
                <a:gd name="connsiteY10" fmla="*/ 202070 h 209890"/>
                <a:gd name="connsiteX11" fmla="*/ 29215 w 136742"/>
                <a:gd name="connsiteY11" fmla="*/ 106250 h 209890"/>
                <a:gd name="connsiteX12" fmla="*/ 68846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754" y="88"/>
                  </a:moveTo>
                  <a:cubicBezTo>
                    <a:pt x="53115" y="88"/>
                    <a:pt x="40409" y="5259"/>
                    <a:pt x="29215" y="15906"/>
                  </a:cubicBezTo>
                  <a:cubicBezTo>
                    <a:pt x="11668" y="32941"/>
                    <a:pt x="172" y="67922"/>
                    <a:pt x="172" y="103513"/>
                  </a:cubicBezTo>
                  <a:cubicBezTo>
                    <a:pt x="172" y="136669"/>
                    <a:pt x="10156" y="172259"/>
                    <a:pt x="24375" y="189294"/>
                  </a:cubicBezTo>
                  <a:cubicBezTo>
                    <a:pt x="35568" y="202678"/>
                    <a:pt x="50997" y="209979"/>
                    <a:pt x="68543" y="209979"/>
                  </a:cubicBezTo>
                  <a:cubicBezTo>
                    <a:pt x="83972" y="209979"/>
                    <a:pt x="96981" y="204808"/>
                    <a:pt x="107872" y="194161"/>
                  </a:cubicBezTo>
                  <a:cubicBezTo>
                    <a:pt x="125419" y="177430"/>
                    <a:pt x="136915" y="142145"/>
                    <a:pt x="136915" y="105338"/>
                  </a:cubicBezTo>
                  <a:cubicBezTo>
                    <a:pt x="136915" y="42979"/>
                    <a:pt x="109385" y="88"/>
                    <a:pt x="69754" y="88"/>
                  </a:cubicBezTo>
                  <a:close/>
                  <a:moveTo>
                    <a:pt x="68846" y="7997"/>
                  </a:moveTo>
                  <a:cubicBezTo>
                    <a:pt x="94258" y="7997"/>
                    <a:pt x="107872" y="42371"/>
                    <a:pt x="107872" y="105946"/>
                  </a:cubicBezTo>
                  <a:cubicBezTo>
                    <a:pt x="107872" y="169522"/>
                    <a:pt x="94561" y="202070"/>
                    <a:pt x="68543" y="202070"/>
                  </a:cubicBezTo>
                  <a:cubicBezTo>
                    <a:pt x="42526" y="202070"/>
                    <a:pt x="29215" y="169522"/>
                    <a:pt x="29215" y="106250"/>
                  </a:cubicBezTo>
                  <a:cubicBezTo>
                    <a:pt x="29215" y="41762"/>
                    <a:pt x="42829" y="7997"/>
                    <a:pt x="68846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66B13F72-B3F3-2217-E181-66A1B72CB89A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797959" y="6462139"/>
              <a:ext cx="33580" cy="33764"/>
            </a:xfrm>
            <a:custGeom>
              <a:avLst/>
              <a:gdLst>
                <a:gd name="connsiteX0" fmla="*/ 16816 w 33580"/>
                <a:gd name="connsiteY0" fmla="*/ 88 h 33764"/>
                <a:gd name="connsiteX1" fmla="*/ 177 w 33580"/>
                <a:gd name="connsiteY1" fmla="*/ 17427 h 33764"/>
                <a:gd name="connsiteX2" fmla="*/ 16514 w 33580"/>
                <a:gd name="connsiteY2" fmla="*/ 33853 h 33764"/>
                <a:gd name="connsiteX3" fmla="*/ 33758 w 33580"/>
                <a:gd name="connsiteY3" fmla="*/ 17427 h 33764"/>
                <a:gd name="connsiteX4" fmla="*/ 16816 w 33580"/>
                <a:gd name="connsiteY4" fmla="*/ 88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16" y="88"/>
                  </a:moveTo>
                  <a:cubicBezTo>
                    <a:pt x="7741" y="88"/>
                    <a:pt x="177" y="7997"/>
                    <a:pt x="177" y="17427"/>
                  </a:cubicBezTo>
                  <a:cubicBezTo>
                    <a:pt x="177" y="26249"/>
                    <a:pt x="7741" y="33853"/>
                    <a:pt x="16514" y="33853"/>
                  </a:cubicBezTo>
                  <a:cubicBezTo>
                    <a:pt x="25892" y="33853"/>
                    <a:pt x="33758" y="26249"/>
                    <a:pt x="33758" y="17427"/>
                  </a:cubicBezTo>
                  <a:cubicBezTo>
                    <a:pt x="33758" y="7997"/>
                    <a:pt x="25892" y="88"/>
                    <a:pt x="16816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71E789AC-8FC5-D20B-F91D-CB4BED99481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862378" y="6283276"/>
              <a:ext cx="122825" cy="213540"/>
            </a:xfrm>
            <a:custGeom>
              <a:avLst/>
              <a:gdLst>
                <a:gd name="connsiteX0" fmla="*/ 45256 w 122825"/>
                <a:gd name="connsiteY0" fmla="*/ 32028 h 213540"/>
                <a:gd name="connsiteX1" fmla="*/ 104552 w 122825"/>
                <a:gd name="connsiteY1" fmla="*/ 32028 h 213540"/>
                <a:gd name="connsiteX2" fmla="*/ 111510 w 122825"/>
                <a:gd name="connsiteY2" fmla="*/ 29290 h 213540"/>
                <a:gd name="connsiteX3" fmla="*/ 123006 w 122825"/>
                <a:gd name="connsiteY3" fmla="*/ 2218 h 213540"/>
                <a:gd name="connsiteX4" fmla="*/ 120283 w 122825"/>
                <a:gd name="connsiteY4" fmla="*/ 88 h 213540"/>
                <a:gd name="connsiteX5" fmla="*/ 106367 w 122825"/>
                <a:gd name="connsiteY5" fmla="*/ 7997 h 213540"/>
                <a:gd name="connsiteX6" fmla="*/ 43139 w 122825"/>
                <a:gd name="connsiteY6" fmla="*/ 7997 h 213540"/>
                <a:gd name="connsiteX7" fmla="*/ 10163 w 122825"/>
                <a:gd name="connsiteY7" fmla="*/ 80090 h 213540"/>
                <a:gd name="connsiteX8" fmla="*/ 9861 w 122825"/>
                <a:gd name="connsiteY8" fmla="*/ 81611 h 213540"/>
                <a:gd name="connsiteX9" fmla="*/ 13491 w 122825"/>
                <a:gd name="connsiteY9" fmla="*/ 84044 h 213540"/>
                <a:gd name="connsiteX10" fmla="*/ 47677 w 122825"/>
                <a:gd name="connsiteY10" fmla="*/ 90128 h 213540"/>
                <a:gd name="connsiteX11" fmla="*/ 98501 w 122825"/>
                <a:gd name="connsiteY11" fmla="*/ 150358 h 213540"/>
                <a:gd name="connsiteX12" fmla="*/ 56450 w 122825"/>
                <a:gd name="connsiteY12" fmla="*/ 202374 h 213540"/>
                <a:gd name="connsiteX13" fmla="*/ 36181 w 122825"/>
                <a:gd name="connsiteY13" fmla="*/ 193553 h 213540"/>
                <a:gd name="connsiteX14" fmla="*/ 13189 w 122825"/>
                <a:gd name="connsiteY14" fmla="*/ 183514 h 213540"/>
                <a:gd name="connsiteX15" fmla="*/ 180 w 122825"/>
                <a:gd name="connsiteY15" fmla="*/ 194769 h 213540"/>
                <a:gd name="connsiteX16" fmla="*/ 37088 w 122825"/>
                <a:gd name="connsiteY16" fmla="*/ 213629 h 213540"/>
                <a:gd name="connsiteX17" fmla="*/ 99409 w 122825"/>
                <a:gd name="connsiteY17" fmla="*/ 189902 h 213540"/>
                <a:gd name="connsiteX18" fmla="*/ 119678 w 122825"/>
                <a:gd name="connsiteY18" fmla="*/ 135757 h 213540"/>
                <a:gd name="connsiteX19" fmla="*/ 98804 w 122825"/>
                <a:gd name="connsiteY19" fmla="*/ 84653 h 213540"/>
                <a:gd name="connsiteX20" fmla="*/ 32550 w 122825"/>
                <a:gd name="connsiteY20" fmla="*/ 57884 h 213540"/>
                <a:gd name="connsiteX21" fmla="*/ 45256 w 122825"/>
                <a:gd name="connsiteY21" fmla="*/ 32028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256" y="32028"/>
                  </a:moveTo>
                  <a:lnTo>
                    <a:pt x="104552" y="32028"/>
                  </a:lnTo>
                  <a:cubicBezTo>
                    <a:pt x="109392" y="32028"/>
                    <a:pt x="110602" y="31420"/>
                    <a:pt x="111510" y="29290"/>
                  </a:cubicBezTo>
                  <a:lnTo>
                    <a:pt x="123006" y="2218"/>
                  </a:lnTo>
                  <a:lnTo>
                    <a:pt x="120283" y="88"/>
                  </a:lnTo>
                  <a:cubicBezTo>
                    <a:pt x="115745" y="6476"/>
                    <a:pt x="112720" y="7997"/>
                    <a:pt x="106367" y="7997"/>
                  </a:cubicBezTo>
                  <a:lnTo>
                    <a:pt x="43139" y="7997"/>
                  </a:lnTo>
                  <a:lnTo>
                    <a:pt x="10163" y="80090"/>
                  </a:lnTo>
                  <a:cubicBezTo>
                    <a:pt x="9861" y="80698"/>
                    <a:pt x="9861" y="81003"/>
                    <a:pt x="9861" y="81611"/>
                  </a:cubicBezTo>
                  <a:cubicBezTo>
                    <a:pt x="9861" y="83132"/>
                    <a:pt x="11071" y="84044"/>
                    <a:pt x="13491" y="84044"/>
                  </a:cubicBezTo>
                  <a:cubicBezTo>
                    <a:pt x="23172" y="84044"/>
                    <a:pt x="35273" y="86174"/>
                    <a:pt x="47677" y="90128"/>
                  </a:cubicBezTo>
                  <a:cubicBezTo>
                    <a:pt x="82467" y="101383"/>
                    <a:pt x="98501" y="120243"/>
                    <a:pt x="98501" y="150358"/>
                  </a:cubicBezTo>
                  <a:cubicBezTo>
                    <a:pt x="98501" y="179560"/>
                    <a:pt x="80047" y="202374"/>
                    <a:pt x="56450" y="202374"/>
                  </a:cubicBezTo>
                  <a:cubicBezTo>
                    <a:pt x="50399" y="202374"/>
                    <a:pt x="45256" y="200245"/>
                    <a:pt x="36181" y="193553"/>
                  </a:cubicBezTo>
                  <a:cubicBezTo>
                    <a:pt x="26500" y="186556"/>
                    <a:pt x="19542" y="183514"/>
                    <a:pt x="13189" y="183514"/>
                  </a:cubicBezTo>
                  <a:cubicBezTo>
                    <a:pt x="4415" y="183514"/>
                    <a:pt x="180" y="187165"/>
                    <a:pt x="180" y="194769"/>
                  </a:cubicBezTo>
                  <a:cubicBezTo>
                    <a:pt x="180" y="206328"/>
                    <a:pt x="14399" y="213629"/>
                    <a:pt x="37088" y="213629"/>
                  </a:cubicBezTo>
                  <a:cubicBezTo>
                    <a:pt x="62500" y="213629"/>
                    <a:pt x="84282" y="205416"/>
                    <a:pt x="99409" y="189902"/>
                  </a:cubicBezTo>
                  <a:cubicBezTo>
                    <a:pt x="113325" y="176214"/>
                    <a:pt x="119678" y="158875"/>
                    <a:pt x="119678" y="135757"/>
                  </a:cubicBezTo>
                  <a:cubicBezTo>
                    <a:pt x="119678" y="113855"/>
                    <a:pt x="113930" y="99862"/>
                    <a:pt x="98804" y="84653"/>
                  </a:cubicBezTo>
                  <a:cubicBezTo>
                    <a:pt x="85492" y="71268"/>
                    <a:pt x="68248" y="64272"/>
                    <a:pt x="32550" y="57884"/>
                  </a:cubicBezTo>
                  <a:lnTo>
                    <a:pt x="45256" y="3202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6F3B4B5C-8226-D1A6-FF2B-3BE984BAC61C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428936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9DD91689-8734-14C7-0DAB-FD6E874BD17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720921" y="6286927"/>
              <a:ext cx="136742" cy="209890"/>
            </a:xfrm>
            <a:custGeom>
              <a:avLst/>
              <a:gdLst>
                <a:gd name="connsiteX0" fmla="*/ 69789 w 136742"/>
                <a:gd name="connsiteY0" fmla="*/ 88 h 209890"/>
                <a:gd name="connsiteX1" fmla="*/ 29251 w 136742"/>
                <a:gd name="connsiteY1" fmla="*/ 15906 h 209890"/>
                <a:gd name="connsiteX2" fmla="*/ 208 w 136742"/>
                <a:gd name="connsiteY2" fmla="*/ 103513 h 209890"/>
                <a:gd name="connsiteX3" fmla="*/ 24410 w 136742"/>
                <a:gd name="connsiteY3" fmla="*/ 189294 h 209890"/>
                <a:gd name="connsiteX4" fmla="*/ 68579 w 136742"/>
                <a:gd name="connsiteY4" fmla="*/ 209979 h 209890"/>
                <a:gd name="connsiteX5" fmla="*/ 107908 w 136742"/>
                <a:gd name="connsiteY5" fmla="*/ 194161 h 209890"/>
                <a:gd name="connsiteX6" fmla="*/ 136950 w 136742"/>
                <a:gd name="connsiteY6" fmla="*/ 105338 h 209890"/>
                <a:gd name="connsiteX7" fmla="*/ 69789 w 136742"/>
                <a:gd name="connsiteY7" fmla="*/ 88 h 209890"/>
                <a:gd name="connsiteX8" fmla="*/ 68882 w 136742"/>
                <a:gd name="connsiteY8" fmla="*/ 7997 h 209890"/>
                <a:gd name="connsiteX9" fmla="*/ 107908 w 136742"/>
                <a:gd name="connsiteY9" fmla="*/ 105946 h 209890"/>
                <a:gd name="connsiteX10" fmla="*/ 68579 w 136742"/>
                <a:gd name="connsiteY10" fmla="*/ 202070 h 209890"/>
                <a:gd name="connsiteX11" fmla="*/ 29251 w 136742"/>
                <a:gd name="connsiteY11" fmla="*/ 106250 h 209890"/>
                <a:gd name="connsiteX12" fmla="*/ 68882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789" y="88"/>
                  </a:moveTo>
                  <a:cubicBezTo>
                    <a:pt x="53150" y="88"/>
                    <a:pt x="40444" y="5259"/>
                    <a:pt x="29251" y="15906"/>
                  </a:cubicBezTo>
                  <a:cubicBezTo>
                    <a:pt x="11704" y="32941"/>
                    <a:pt x="208" y="67922"/>
                    <a:pt x="208" y="103513"/>
                  </a:cubicBezTo>
                  <a:cubicBezTo>
                    <a:pt x="208" y="136669"/>
                    <a:pt x="10192" y="172259"/>
                    <a:pt x="24410" y="189294"/>
                  </a:cubicBezTo>
                  <a:cubicBezTo>
                    <a:pt x="35604" y="202678"/>
                    <a:pt x="51033" y="209979"/>
                    <a:pt x="68579" y="209979"/>
                  </a:cubicBezTo>
                  <a:cubicBezTo>
                    <a:pt x="84008" y="209979"/>
                    <a:pt x="97017" y="204808"/>
                    <a:pt x="107908" y="194161"/>
                  </a:cubicBezTo>
                  <a:cubicBezTo>
                    <a:pt x="125454" y="177430"/>
                    <a:pt x="136950" y="142145"/>
                    <a:pt x="136950" y="105338"/>
                  </a:cubicBezTo>
                  <a:cubicBezTo>
                    <a:pt x="136950" y="42979"/>
                    <a:pt x="109420" y="88"/>
                    <a:pt x="69789" y="88"/>
                  </a:cubicBezTo>
                  <a:close/>
                  <a:moveTo>
                    <a:pt x="68882" y="7997"/>
                  </a:moveTo>
                  <a:cubicBezTo>
                    <a:pt x="94294" y="7997"/>
                    <a:pt x="107908" y="42371"/>
                    <a:pt x="107908" y="105946"/>
                  </a:cubicBezTo>
                  <a:cubicBezTo>
                    <a:pt x="107908" y="169522"/>
                    <a:pt x="94597" y="202070"/>
                    <a:pt x="68579" y="202070"/>
                  </a:cubicBezTo>
                  <a:cubicBezTo>
                    <a:pt x="42562" y="202070"/>
                    <a:pt x="29251" y="169522"/>
                    <a:pt x="29251" y="106250"/>
                  </a:cubicBezTo>
                  <a:cubicBezTo>
                    <a:pt x="29251" y="41762"/>
                    <a:pt x="42864" y="7997"/>
                    <a:pt x="68882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2CC51887-C20F-03BA-C08E-23050876A84A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886667" y="6462139"/>
              <a:ext cx="33580" cy="33764"/>
            </a:xfrm>
            <a:custGeom>
              <a:avLst/>
              <a:gdLst>
                <a:gd name="connsiteX0" fmla="*/ 16852 w 33580"/>
                <a:gd name="connsiteY0" fmla="*/ 88 h 33764"/>
                <a:gd name="connsiteX1" fmla="*/ 213 w 33580"/>
                <a:gd name="connsiteY1" fmla="*/ 17427 h 33764"/>
                <a:gd name="connsiteX2" fmla="*/ 16550 w 33580"/>
                <a:gd name="connsiteY2" fmla="*/ 33853 h 33764"/>
                <a:gd name="connsiteX3" fmla="*/ 33794 w 33580"/>
                <a:gd name="connsiteY3" fmla="*/ 17427 h 33764"/>
                <a:gd name="connsiteX4" fmla="*/ 16852 w 33580"/>
                <a:gd name="connsiteY4" fmla="*/ 88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52" y="88"/>
                  </a:moveTo>
                  <a:cubicBezTo>
                    <a:pt x="7776" y="88"/>
                    <a:pt x="213" y="7997"/>
                    <a:pt x="213" y="17427"/>
                  </a:cubicBezTo>
                  <a:cubicBezTo>
                    <a:pt x="213" y="26249"/>
                    <a:pt x="7776" y="33853"/>
                    <a:pt x="16550" y="33853"/>
                  </a:cubicBezTo>
                  <a:cubicBezTo>
                    <a:pt x="25928" y="33853"/>
                    <a:pt x="33794" y="26249"/>
                    <a:pt x="33794" y="17427"/>
                  </a:cubicBezTo>
                  <a:cubicBezTo>
                    <a:pt x="33794" y="7997"/>
                    <a:pt x="25928" y="88"/>
                    <a:pt x="16852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7C3C43D3-25DD-BC84-D1CD-6056E6E4910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948666" y="6286927"/>
              <a:ext cx="136742" cy="209890"/>
            </a:xfrm>
            <a:custGeom>
              <a:avLst/>
              <a:gdLst>
                <a:gd name="connsiteX0" fmla="*/ 69797 w 136742"/>
                <a:gd name="connsiteY0" fmla="*/ 88 h 209890"/>
                <a:gd name="connsiteX1" fmla="*/ 29258 w 136742"/>
                <a:gd name="connsiteY1" fmla="*/ 15906 h 209890"/>
                <a:gd name="connsiteX2" fmla="*/ 216 w 136742"/>
                <a:gd name="connsiteY2" fmla="*/ 103513 h 209890"/>
                <a:gd name="connsiteX3" fmla="*/ 24418 w 136742"/>
                <a:gd name="connsiteY3" fmla="*/ 189294 h 209890"/>
                <a:gd name="connsiteX4" fmla="*/ 68587 w 136742"/>
                <a:gd name="connsiteY4" fmla="*/ 209979 h 209890"/>
                <a:gd name="connsiteX5" fmla="*/ 107915 w 136742"/>
                <a:gd name="connsiteY5" fmla="*/ 194161 h 209890"/>
                <a:gd name="connsiteX6" fmla="*/ 136958 w 136742"/>
                <a:gd name="connsiteY6" fmla="*/ 105338 h 209890"/>
                <a:gd name="connsiteX7" fmla="*/ 69797 w 136742"/>
                <a:gd name="connsiteY7" fmla="*/ 88 h 209890"/>
                <a:gd name="connsiteX8" fmla="*/ 68889 w 136742"/>
                <a:gd name="connsiteY8" fmla="*/ 7997 h 209890"/>
                <a:gd name="connsiteX9" fmla="*/ 107915 w 136742"/>
                <a:gd name="connsiteY9" fmla="*/ 105946 h 209890"/>
                <a:gd name="connsiteX10" fmla="*/ 68587 w 136742"/>
                <a:gd name="connsiteY10" fmla="*/ 202070 h 209890"/>
                <a:gd name="connsiteX11" fmla="*/ 29258 w 136742"/>
                <a:gd name="connsiteY11" fmla="*/ 106250 h 209890"/>
                <a:gd name="connsiteX12" fmla="*/ 68889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797" y="88"/>
                  </a:moveTo>
                  <a:cubicBezTo>
                    <a:pt x="53158" y="88"/>
                    <a:pt x="40452" y="5259"/>
                    <a:pt x="29258" y="15906"/>
                  </a:cubicBezTo>
                  <a:cubicBezTo>
                    <a:pt x="11712" y="32941"/>
                    <a:pt x="216" y="67922"/>
                    <a:pt x="216" y="103513"/>
                  </a:cubicBezTo>
                  <a:cubicBezTo>
                    <a:pt x="216" y="136669"/>
                    <a:pt x="10199" y="172259"/>
                    <a:pt x="24418" y="189294"/>
                  </a:cubicBezTo>
                  <a:cubicBezTo>
                    <a:pt x="35611" y="202678"/>
                    <a:pt x="51040" y="209979"/>
                    <a:pt x="68587" y="209979"/>
                  </a:cubicBezTo>
                  <a:cubicBezTo>
                    <a:pt x="84016" y="209979"/>
                    <a:pt x="97024" y="204808"/>
                    <a:pt x="107915" y="194161"/>
                  </a:cubicBezTo>
                  <a:cubicBezTo>
                    <a:pt x="125462" y="177430"/>
                    <a:pt x="136958" y="142145"/>
                    <a:pt x="136958" y="105338"/>
                  </a:cubicBezTo>
                  <a:cubicBezTo>
                    <a:pt x="136958" y="42979"/>
                    <a:pt x="109428" y="88"/>
                    <a:pt x="69797" y="88"/>
                  </a:cubicBezTo>
                  <a:close/>
                  <a:moveTo>
                    <a:pt x="68889" y="7997"/>
                  </a:moveTo>
                  <a:cubicBezTo>
                    <a:pt x="94301" y="7997"/>
                    <a:pt x="107915" y="42371"/>
                    <a:pt x="107915" y="105946"/>
                  </a:cubicBezTo>
                  <a:cubicBezTo>
                    <a:pt x="107915" y="169522"/>
                    <a:pt x="94604" y="202070"/>
                    <a:pt x="68587" y="202070"/>
                  </a:cubicBezTo>
                  <a:cubicBezTo>
                    <a:pt x="42569" y="202070"/>
                    <a:pt x="29258" y="169522"/>
                    <a:pt x="29258" y="106250"/>
                  </a:cubicBezTo>
                  <a:cubicBezTo>
                    <a:pt x="29258" y="41762"/>
                    <a:pt x="42872" y="7997"/>
                    <a:pt x="68889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DCD86B0-014F-B685-9C3D-94BCA9C304A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100497" y="6286927"/>
              <a:ext cx="136742" cy="209890"/>
            </a:xfrm>
            <a:custGeom>
              <a:avLst/>
              <a:gdLst>
                <a:gd name="connsiteX0" fmla="*/ 69802 w 136742"/>
                <a:gd name="connsiteY0" fmla="*/ 88 h 209890"/>
                <a:gd name="connsiteX1" fmla="*/ 29263 w 136742"/>
                <a:gd name="connsiteY1" fmla="*/ 15906 h 209890"/>
                <a:gd name="connsiteX2" fmla="*/ 221 w 136742"/>
                <a:gd name="connsiteY2" fmla="*/ 103513 h 209890"/>
                <a:gd name="connsiteX3" fmla="*/ 24423 w 136742"/>
                <a:gd name="connsiteY3" fmla="*/ 189294 h 209890"/>
                <a:gd name="connsiteX4" fmla="*/ 68592 w 136742"/>
                <a:gd name="connsiteY4" fmla="*/ 209979 h 209890"/>
                <a:gd name="connsiteX5" fmla="*/ 107920 w 136742"/>
                <a:gd name="connsiteY5" fmla="*/ 194161 h 209890"/>
                <a:gd name="connsiteX6" fmla="*/ 136963 w 136742"/>
                <a:gd name="connsiteY6" fmla="*/ 105338 h 209890"/>
                <a:gd name="connsiteX7" fmla="*/ 69802 w 136742"/>
                <a:gd name="connsiteY7" fmla="*/ 88 h 209890"/>
                <a:gd name="connsiteX8" fmla="*/ 68894 w 136742"/>
                <a:gd name="connsiteY8" fmla="*/ 7997 h 209890"/>
                <a:gd name="connsiteX9" fmla="*/ 107920 w 136742"/>
                <a:gd name="connsiteY9" fmla="*/ 105946 h 209890"/>
                <a:gd name="connsiteX10" fmla="*/ 68592 w 136742"/>
                <a:gd name="connsiteY10" fmla="*/ 202070 h 209890"/>
                <a:gd name="connsiteX11" fmla="*/ 29263 w 136742"/>
                <a:gd name="connsiteY11" fmla="*/ 106250 h 209890"/>
                <a:gd name="connsiteX12" fmla="*/ 68894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02" y="88"/>
                  </a:moveTo>
                  <a:cubicBezTo>
                    <a:pt x="53163" y="88"/>
                    <a:pt x="40457" y="5259"/>
                    <a:pt x="29263" y="15906"/>
                  </a:cubicBezTo>
                  <a:cubicBezTo>
                    <a:pt x="11717" y="32941"/>
                    <a:pt x="221" y="67922"/>
                    <a:pt x="221" y="103513"/>
                  </a:cubicBezTo>
                  <a:cubicBezTo>
                    <a:pt x="221" y="136669"/>
                    <a:pt x="10204" y="172259"/>
                    <a:pt x="24423" y="189294"/>
                  </a:cubicBezTo>
                  <a:cubicBezTo>
                    <a:pt x="35616" y="202678"/>
                    <a:pt x="51045" y="209979"/>
                    <a:pt x="68592" y="209979"/>
                  </a:cubicBezTo>
                  <a:cubicBezTo>
                    <a:pt x="84021" y="209979"/>
                    <a:pt x="97029" y="204808"/>
                    <a:pt x="107920" y="194161"/>
                  </a:cubicBezTo>
                  <a:cubicBezTo>
                    <a:pt x="125467" y="177430"/>
                    <a:pt x="136963" y="142145"/>
                    <a:pt x="136963" y="105338"/>
                  </a:cubicBezTo>
                  <a:cubicBezTo>
                    <a:pt x="136963" y="42979"/>
                    <a:pt x="109433" y="88"/>
                    <a:pt x="69802" y="88"/>
                  </a:cubicBezTo>
                  <a:close/>
                  <a:moveTo>
                    <a:pt x="68894" y="7997"/>
                  </a:moveTo>
                  <a:cubicBezTo>
                    <a:pt x="94306" y="7997"/>
                    <a:pt x="107920" y="42371"/>
                    <a:pt x="107920" y="105946"/>
                  </a:cubicBezTo>
                  <a:cubicBezTo>
                    <a:pt x="107920" y="169522"/>
                    <a:pt x="94609" y="202070"/>
                    <a:pt x="68592" y="202070"/>
                  </a:cubicBezTo>
                  <a:cubicBezTo>
                    <a:pt x="42574" y="202070"/>
                    <a:pt x="29263" y="169522"/>
                    <a:pt x="29263" y="106250"/>
                  </a:cubicBezTo>
                  <a:cubicBezTo>
                    <a:pt x="29263" y="41762"/>
                    <a:pt x="42877" y="7997"/>
                    <a:pt x="68894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5DD955BD-366F-156F-D1FB-70759625A51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252328" y="6286927"/>
              <a:ext cx="136742" cy="209890"/>
            </a:xfrm>
            <a:custGeom>
              <a:avLst/>
              <a:gdLst>
                <a:gd name="connsiteX0" fmla="*/ 69807 w 136742"/>
                <a:gd name="connsiteY0" fmla="*/ 88 h 209890"/>
                <a:gd name="connsiteX1" fmla="*/ 29268 w 136742"/>
                <a:gd name="connsiteY1" fmla="*/ 15906 h 209890"/>
                <a:gd name="connsiteX2" fmla="*/ 226 w 136742"/>
                <a:gd name="connsiteY2" fmla="*/ 103513 h 209890"/>
                <a:gd name="connsiteX3" fmla="*/ 24428 w 136742"/>
                <a:gd name="connsiteY3" fmla="*/ 189294 h 209890"/>
                <a:gd name="connsiteX4" fmla="*/ 68597 w 136742"/>
                <a:gd name="connsiteY4" fmla="*/ 209979 h 209890"/>
                <a:gd name="connsiteX5" fmla="*/ 107925 w 136742"/>
                <a:gd name="connsiteY5" fmla="*/ 194161 h 209890"/>
                <a:gd name="connsiteX6" fmla="*/ 136968 w 136742"/>
                <a:gd name="connsiteY6" fmla="*/ 105338 h 209890"/>
                <a:gd name="connsiteX7" fmla="*/ 69807 w 136742"/>
                <a:gd name="connsiteY7" fmla="*/ 88 h 209890"/>
                <a:gd name="connsiteX8" fmla="*/ 68899 w 136742"/>
                <a:gd name="connsiteY8" fmla="*/ 7997 h 209890"/>
                <a:gd name="connsiteX9" fmla="*/ 107925 w 136742"/>
                <a:gd name="connsiteY9" fmla="*/ 105946 h 209890"/>
                <a:gd name="connsiteX10" fmla="*/ 68597 w 136742"/>
                <a:gd name="connsiteY10" fmla="*/ 202070 h 209890"/>
                <a:gd name="connsiteX11" fmla="*/ 29268 w 136742"/>
                <a:gd name="connsiteY11" fmla="*/ 106250 h 209890"/>
                <a:gd name="connsiteX12" fmla="*/ 68899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07" y="88"/>
                  </a:moveTo>
                  <a:cubicBezTo>
                    <a:pt x="53168" y="88"/>
                    <a:pt x="40462" y="5259"/>
                    <a:pt x="29268" y="15906"/>
                  </a:cubicBezTo>
                  <a:cubicBezTo>
                    <a:pt x="11722" y="32941"/>
                    <a:pt x="226" y="67922"/>
                    <a:pt x="226" y="103513"/>
                  </a:cubicBezTo>
                  <a:cubicBezTo>
                    <a:pt x="226" y="136669"/>
                    <a:pt x="10209" y="172259"/>
                    <a:pt x="24428" y="189294"/>
                  </a:cubicBezTo>
                  <a:cubicBezTo>
                    <a:pt x="35621" y="202678"/>
                    <a:pt x="51050" y="209979"/>
                    <a:pt x="68597" y="209979"/>
                  </a:cubicBezTo>
                  <a:cubicBezTo>
                    <a:pt x="84025" y="209979"/>
                    <a:pt x="97034" y="204808"/>
                    <a:pt x="107925" y="194161"/>
                  </a:cubicBezTo>
                  <a:cubicBezTo>
                    <a:pt x="125472" y="177430"/>
                    <a:pt x="136968" y="142145"/>
                    <a:pt x="136968" y="105338"/>
                  </a:cubicBezTo>
                  <a:cubicBezTo>
                    <a:pt x="136968" y="42979"/>
                    <a:pt x="109438" y="88"/>
                    <a:pt x="69807" y="88"/>
                  </a:cubicBezTo>
                  <a:close/>
                  <a:moveTo>
                    <a:pt x="68899" y="7997"/>
                  </a:moveTo>
                  <a:cubicBezTo>
                    <a:pt x="94311" y="7997"/>
                    <a:pt x="107925" y="42371"/>
                    <a:pt x="107925" y="105946"/>
                  </a:cubicBezTo>
                  <a:cubicBezTo>
                    <a:pt x="107925" y="169522"/>
                    <a:pt x="94614" y="202070"/>
                    <a:pt x="68597" y="202070"/>
                  </a:cubicBezTo>
                  <a:cubicBezTo>
                    <a:pt x="42579" y="202070"/>
                    <a:pt x="29268" y="169522"/>
                    <a:pt x="29268" y="106250"/>
                  </a:cubicBezTo>
                  <a:cubicBezTo>
                    <a:pt x="29268" y="41762"/>
                    <a:pt x="42882" y="7997"/>
                    <a:pt x="68899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5C54F6BA-5F40-7B97-D32B-D1ACB26A6FC3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669475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FA8BD4CA-7E72-452C-15B4-91619322F14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915439" y="6414382"/>
              <a:ext cx="74421" cy="19163"/>
            </a:xfrm>
            <a:custGeom>
              <a:avLst/>
              <a:gdLst>
                <a:gd name="connsiteX0" fmla="*/ 247 w 74421"/>
                <a:gd name="connsiteY0" fmla="*/ 88 h 19163"/>
                <a:gd name="connsiteX1" fmla="*/ 247 w 74421"/>
                <a:gd name="connsiteY1" fmla="*/ 19252 h 19163"/>
                <a:gd name="connsiteX2" fmla="*/ 74669 w 74421"/>
                <a:gd name="connsiteY2" fmla="*/ 19252 h 19163"/>
                <a:gd name="connsiteX3" fmla="*/ 74669 w 74421"/>
                <a:gd name="connsiteY3" fmla="*/ 88 h 19163"/>
                <a:gd name="connsiteX4" fmla="*/ 247 w 74421"/>
                <a:gd name="connsiteY4" fmla="*/ 88 h 19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421" h="19163">
                  <a:moveTo>
                    <a:pt x="247" y="88"/>
                  </a:moveTo>
                  <a:lnTo>
                    <a:pt x="247" y="19252"/>
                  </a:lnTo>
                  <a:lnTo>
                    <a:pt x="74669" y="19252"/>
                  </a:lnTo>
                  <a:lnTo>
                    <a:pt x="74669" y="88"/>
                  </a:lnTo>
                  <a:lnTo>
                    <a:pt x="247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38D88364-B605-3136-5117-88C0B0C09BF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012019" y="6286927"/>
              <a:ext cx="136742" cy="209890"/>
            </a:xfrm>
            <a:custGeom>
              <a:avLst/>
              <a:gdLst>
                <a:gd name="connsiteX0" fmla="*/ 69832 w 136742"/>
                <a:gd name="connsiteY0" fmla="*/ 88 h 209890"/>
                <a:gd name="connsiteX1" fmla="*/ 29293 w 136742"/>
                <a:gd name="connsiteY1" fmla="*/ 15906 h 209890"/>
                <a:gd name="connsiteX2" fmla="*/ 251 w 136742"/>
                <a:gd name="connsiteY2" fmla="*/ 103513 h 209890"/>
                <a:gd name="connsiteX3" fmla="*/ 24453 w 136742"/>
                <a:gd name="connsiteY3" fmla="*/ 189294 h 209890"/>
                <a:gd name="connsiteX4" fmla="*/ 68622 w 136742"/>
                <a:gd name="connsiteY4" fmla="*/ 209979 h 209890"/>
                <a:gd name="connsiteX5" fmla="*/ 107950 w 136742"/>
                <a:gd name="connsiteY5" fmla="*/ 194161 h 209890"/>
                <a:gd name="connsiteX6" fmla="*/ 136993 w 136742"/>
                <a:gd name="connsiteY6" fmla="*/ 105338 h 209890"/>
                <a:gd name="connsiteX7" fmla="*/ 69832 w 136742"/>
                <a:gd name="connsiteY7" fmla="*/ 88 h 209890"/>
                <a:gd name="connsiteX8" fmla="*/ 68924 w 136742"/>
                <a:gd name="connsiteY8" fmla="*/ 7997 h 209890"/>
                <a:gd name="connsiteX9" fmla="*/ 107950 w 136742"/>
                <a:gd name="connsiteY9" fmla="*/ 105946 h 209890"/>
                <a:gd name="connsiteX10" fmla="*/ 68622 w 136742"/>
                <a:gd name="connsiteY10" fmla="*/ 202070 h 209890"/>
                <a:gd name="connsiteX11" fmla="*/ 29293 w 136742"/>
                <a:gd name="connsiteY11" fmla="*/ 106250 h 209890"/>
                <a:gd name="connsiteX12" fmla="*/ 68924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32" y="88"/>
                  </a:moveTo>
                  <a:cubicBezTo>
                    <a:pt x="53193" y="88"/>
                    <a:pt x="40487" y="5259"/>
                    <a:pt x="29293" y="15906"/>
                  </a:cubicBezTo>
                  <a:cubicBezTo>
                    <a:pt x="11747" y="32941"/>
                    <a:pt x="251" y="67922"/>
                    <a:pt x="251" y="103513"/>
                  </a:cubicBezTo>
                  <a:cubicBezTo>
                    <a:pt x="251" y="136669"/>
                    <a:pt x="10234" y="172259"/>
                    <a:pt x="24453" y="189294"/>
                  </a:cubicBezTo>
                  <a:cubicBezTo>
                    <a:pt x="35646" y="202678"/>
                    <a:pt x="51075" y="209979"/>
                    <a:pt x="68622" y="209979"/>
                  </a:cubicBezTo>
                  <a:cubicBezTo>
                    <a:pt x="84050" y="209979"/>
                    <a:pt x="97059" y="204808"/>
                    <a:pt x="107950" y="194161"/>
                  </a:cubicBezTo>
                  <a:cubicBezTo>
                    <a:pt x="125497" y="177430"/>
                    <a:pt x="136993" y="142145"/>
                    <a:pt x="136993" y="105338"/>
                  </a:cubicBezTo>
                  <a:cubicBezTo>
                    <a:pt x="136993" y="42979"/>
                    <a:pt x="109463" y="88"/>
                    <a:pt x="69832" y="88"/>
                  </a:cubicBezTo>
                  <a:close/>
                  <a:moveTo>
                    <a:pt x="68924" y="7997"/>
                  </a:moveTo>
                  <a:cubicBezTo>
                    <a:pt x="94336" y="7997"/>
                    <a:pt x="107950" y="42371"/>
                    <a:pt x="107950" y="105946"/>
                  </a:cubicBezTo>
                  <a:cubicBezTo>
                    <a:pt x="107950" y="169522"/>
                    <a:pt x="94639" y="202070"/>
                    <a:pt x="68622" y="202070"/>
                  </a:cubicBezTo>
                  <a:cubicBezTo>
                    <a:pt x="42604" y="202070"/>
                    <a:pt x="29293" y="169522"/>
                    <a:pt x="29293" y="106250"/>
                  </a:cubicBezTo>
                  <a:cubicBezTo>
                    <a:pt x="29293" y="41762"/>
                    <a:pt x="42907" y="7997"/>
                    <a:pt x="68924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A193ADB6-875F-AB9B-1F06-0001B478EA2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177766" y="6462139"/>
              <a:ext cx="33580" cy="33764"/>
            </a:xfrm>
            <a:custGeom>
              <a:avLst/>
              <a:gdLst>
                <a:gd name="connsiteX0" fmla="*/ 16894 w 33580"/>
                <a:gd name="connsiteY0" fmla="*/ 88 h 33764"/>
                <a:gd name="connsiteX1" fmla="*/ 255 w 33580"/>
                <a:gd name="connsiteY1" fmla="*/ 17427 h 33764"/>
                <a:gd name="connsiteX2" fmla="*/ 16592 w 33580"/>
                <a:gd name="connsiteY2" fmla="*/ 33853 h 33764"/>
                <a:gd name="connsiteX3" fmla="*/ 33836 w 33580"/>
                <a:gd name="connsiteY3" fmla="*/ 17427 h 33764"/>
                <a:gd name="connsiteX4" fmla="*/ 16894 w 33580"/>
                <a:gd name="connsiteY4" fmla="*/ 88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94" y="88"/>
                  </a:moveTo>
                  <a:cubicBezTo>
                    <a:pt x="7819" y="88"/>
                    <a:pt x="255" y="7997"/>
                    <a:pt x="255" y="17427"/>
                  </a:cubicBezTo>
                  <a:cubicBezTo>
                    <a:pt x="255" y="26249"/>
                    <a:pt x="7819" y="33853"/>
                    <a:pt x="16592" y="33853"/>
                  </a:cubicBezTo>
                  <a:cubicBezTo>
                    <a:pt x="25970" y="33853"/>
                    <a:pt x="33836" y="26249"/>
                    <a:pt x="33836" y="17427"/>
                  </a:cubicBezTo>
                  <a:cubicBezTo>
                    <a:pt x="33836" y="7997"/>
                    <a:pt x="25970" y="88"/>
                    <a:pt x="16894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2BC5FCA4-FCC4-C6B8-E019-CEEFA540515E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242790" y="6284493"/>
              <a:ext cx="131296" cy="212323"/>
            </a:xfrm>
            <a:custGeom>
              <a:avLst/>
              <a:gdLst>
                <a:gd name="connsiteX0" fmla="*/ 124899 w 131296"/>
                <a:gd name="connsiteY0" fmla="*/ 88 h 212323"/>
                <a:gd name="connsiteX1" fmla="*/ 50780 w 131296"/>
                <a:gd name="connsiteY1" fmla="*/ 24423 h 212323"/>
                <a:gd name="connsiteX2" fmla="*/ 258 w 131296"/>
                <a:gd name="connsiteY2" fmla="*/ 123285 h 212323"/>
                <a:gd name="connsiteX3" fmla="*/ 21435 w 131296"/>
                <a:gd name="connsiteY3" fmla="*/ 191727 h 212323"/>
                <a:gd name="connsiteX4" fmla="*/ 68024 w 131296"/>
                <a:gd name="connsiteY4" fmla="*/ 212412 h 212323"/>
                <a:gd name="connsiteX5" fmla="*/ 131555 w 131296"/>
                <a:gd name="connsiteY5" fmla="*/ 141536 h 212323"/>
                <a:gd name="connsiteX6" fmla="*/ 74680 w 131296"/>
                <a:gd name="connsiteY6" fmla="*/ 77961 h 212323"/>
                <a:gd name="connsiteX7" fmla="*/ 35956 w 131296"/>
                <a:gd name="connsiteY7" fmla="*/ 91649 h 212323"/>
                <a:gd name="connsiteX8" fmla="*/ 125504 w 131296"/>
                <a:gd name="connsiteY8" fmla="*/ 4955 h 212323"/>
                <a:gd name="connsiteX9" fmla="*/ 124899 w 131296"/>
                <a:gd name="connsiteY9" fmla="*/ 88 h 212323"/>
                <a:gd name="connsiteX10" fmla="*/ 63184 w 131296"/>
                <a:gd name="connsiteY10" fmla="*/ 91953 h 212323"/>
                <a:gd name="connsiteX11" fmla="*/ 104327 w 131296"/>
                <a:gd name="connsiteY11" fmla="*/ 151879 h 212323"/>
                <a:gd name="connsiteX12" fmla="*/ 71352 w 131296"/>
                <a:gd name="connsiteY12" fmla="*/ 203895 h 212323"/>
                <a:gd name="connsiteX13" fmla="*/ 28393 w 131296"/>
                <a:gd name="connsiteY13" fmla="*/ 128152 h 212323"/>
                <a:gd name="connsiteX14" fmla="*/ 36864 w 131296"/>
                <a:gd name="connsiteY14" fmla="*/ 99558 h 212323"/>
                <a:gd name="connsiteX15" fmla="*/ 63184 w 131296"/>
                <a:gd name="connsiteY15" fmla="*/ 91953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2323">
                  <a:moveTo>
                    <a:pt x="124899" y="88"/>
                  </a:moveTo>
                  <a:cubicBezTo>
                    <a:pt x="90411" y="3130"/>
                    <a:pt x="72864" y="8910"/>
                    <a:pt x="50780" y="24423"/>
                  </a:cubicBezTo>
                  <a:cubicBezTo>
                    <a:pt x="18107" y="47846"/>
                    <a:pt x="258" y="82524"/>
                    <a:pt x="258" y="123285"/>
                  </a:cubicBezTo>
                  <a:cubicBezTo>
                    <a:pt x="258" y="149749"/>
                    <a:pt x="8426" y="176518"/>
                    <a:pt x="21435" y="191727"/>
                  </a:cubicBezTo>
                  <a:cubicBezTo>
                    <a:pt x="32931" y="205112"/>
                    <a:pt x="49267" y="212412"/>
                    <a:pt x="68024" y="212412"/>
                  </a:cubicBezTo>
                  <a:cubicBezTo>
                    <a:pt x="105537" y="212412"/>
                    <a:pt x="131555" y="183514"/>
                    <a:pt x="131555" y="141536"/>
                  </a:cubicBezTo>
                  <a:cubicBezTo>
                    <a:pt x="131555" y="102600"/>
                    <a:pt x="109470" y="77961"/>
                    <a:pt x="74680" y="77961"/>
                  </a:cubicBezTo>
                  <a:cubicBezTo>
                    <a:pt x="61368" y="77961"/>
                    <a:pt x="55015" y="80090"/>
                    <a:pt x="35956" y="91649"/>
                  </a:cubicBezTo>
                  <a:cubicBezTo>
                    <a:pt x="44124" y="45717"/>
                    <a:pt x="78007" y="12864"/>
                    <a:pt x="125504" y="4955"/>
                  </a:cubicBezTo>
                  <a:lnTo>
                    <a:pt x="124899" y="88"/>
                  </a:lnTo>
                  <a:close/>
                  <a:moveTo>
                    <a:pt x="63184" y="91953"/>
                  </a:moveTo>
                  <a:cubicBezTo>
                    <a:pt x="89201" y="91953"/>
                    <a:pt x="104327" y="113855"/>
                    <a:pt x="104327" y="151879"/>
                  </a:cubicBezTo>
                  <a:cubicBezTo>
                    <a:pt x="104327" y="185339"/>
                    <a:pt x="92529" y="203895"/>
                    <a:pt x="71352" y="203895"/>
                  </a:cubicBezTo>
                  <a:cubicBezTo>
                    <a:pt x="44729" y="203895"/>
                    <a:pt x="28393" y="175301"/>
                    <a:pt x="28393" y="128152"/>
                  </a:cubicBezTo>
                  <a:cubicBezTo>
                    <a:pt x="28393" y="112638"/>
                    <a:pt x="30813" y="104121"/>
                    <a:pt x="36864" y="99558"/>
                  </a:cubicBezTo>
                  <a:cubicBezTo>
                    <a:pt x="43217" y="94691"/>
                    <a:pt x="52595" y="91953"/>
                    <a:pt x="63184" y="9195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70AD596-AD9C-B131-8726-5EEE42146A7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393411" y="6286927"/>
              <a:ext cx="129783" cy="212323"/>
            </a:xfrm>
            <a:custGeom>
              <a:avLst/>
              <a:gdLst>
                <a:gd name="connsiteX0" fmla="*/ 9036 w 129783"/>
                <a:gd name="connsiteY0" fmla="*/ 212412 h 212323"/>
                <a:gd name="connsiteX1" fmla="*/ 80130 w 129783"/>
                <a:gd name="connsiteY1" fmla="*/ 187773 h 212323"/>
                <a:gd name="connsiteX2" fmla="*/ 130047 w 129783"/>
                <a:gd name="connsiteY2" fmla="*/ 85870 h 212323"/>
                <a:gd name="connsiteX3" fmla="*/ 63189 w 129783"/>
                <a:gd name="connsiteY3" fmla="*/ 88 h 212323"/>
                <a:gd name="connsiteX4" fmla="*/ 263 w 129783"/>
                <a:gd name="connsiteY4" fmla="*/ 71877 h 212323"/>
                <a:gd name="connsiteX5" fmla="*/ 54718 w 129783"/>
                <a:gd name="connsiteY5" fmla="*/ 133627 h 212323"/>
                <a:gd name="connsiteX6" fmla="*/ 100097 w 129783"/>
                <a:gd name="connsiteY6" fmla="*/ 116289 h 212323"/>
                <a:gd name="connsiteX7" fmla="*/ 8129 w 129783"/>
                <a:gd name="connsiteY7" fmla="*/ 206328 h 212323"/>
                <a:gd name="connsiteX8" fmla="*/ 9036 w 129783"/>
                <a:gd name="connsiteY8" fmla="*/ 212412 h 212323"/>
                <a:gd name="connsiteX9" fmla="*/ 100702 w 129783"/>
                <a:gd name="connsiteY9" fmla="*/ 97733 h 212323"/>
                <a:gd name="connsiteX10" fmla="*/ 96164 w 129783"/>
                <a:gd name="connsiteY10" fmla="*/ 109292 h 212323"/>
                <a:gd name="connsiteX11" fmla="*/ 65609 w 129783"/>
                <a:gd name="connsiteY11" fmla="*/ 120547 h 212323"/>
                <a:gd name="connsiteX12" fmla="*/ 28095 w 129783"/>
                <a:gd name="connsiteY12" fmla="*/ 61534 h 212323"/>
                <a:gd name="connsiteX13" fmla="*/ 39289 w 129783"/>
                <a:gd name="connsiteY13" fmla="*/ 18035 h 212323"/>
                <a:gd name="connsiteX14" fmla="*/ 60768 w 129783"/>
                <a:gd name="connsiteY14" fmla="*/ 8606 h 212323"/>
                <a:gd name="connsiteX15" fmla="*/ 100702 w 129783"/>
                <a:gd name="connsiteY15" fmla="*/ 85870 h 212323"/>
                <a:gd name="connsiteX16" fmla="*/ 100702 w 129783"/>
                <a:gd name="connsiteY16" fmla="*/ 97733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9036" y="212412"/>
                  </a:moveTo>
                  <a:cubicBezTo>
                    <a:pt x="42919" y="208458"/>
                    <a:pt x="59558" y="202678"/>
                    <a:pt x="80130" y="187773"/>
                  </a:cubicBezTo>
                  <a:cubicBezTo>
                    <a:pt x="111593" y="164655"/>
                    <a:pt x="130047" y="126935"/>
                    <a:pt x="130047" y="85870"/>
                  </a:cubicBezTo>
                  <a:cubicBezTo>
                    <a:pt x="130047" y="35678"/>
                    <a:pt x="102214" y="88"/>
                    <a:pt x="63189" y="88"/>
                  </a:cubicBezTo>
                  <a:cubicBezTo>
                    <a:pt x="27188" y="88"/>
                    <a:pt x="263" y="30811"/>
                    <a:pt x="263" y="71877"/>
                  </a:cubicBezTo>
                  <a:cubicBezTo>
                    <a:pt x="263" y="108988"/>
                    <a:pt x="22045" y="133627"/>
                    <a:pt x="54718" y="133627"/>
                  </a:cubicBezTo>
                  <a:cubicBezTo>
                    <a:pt x="71357" y="133627"/>
                    <a:pt x="84063" y="128760"/>
                    <a:pt x="100097" y="116289"/>
                  </a:cubicBezTo>
                  <a:cubicBezTo>
                    <a:pt x="87693" y="165871"/>
                    <a:pt x="54113" y="198420"/>
                    <a:pt x="8129" y="206328"/>
                  </a:cubicBezTo>
                  <a:lnTo>
                    <a:pt x="9036" y="212412"/>
                  </a:lnTo>
                  <a:close/>
                  <a:moveTo>
                    <a:pt x="100702" y="97733"/>
                  </a:moveTo>
                  <a:cubicBezTo>
                    <a:pt x="100702" y="103817"/>
                    <a:pt x="99492" y="106554"/>
                    <a:pt x="96164" y="109292"/>
                  </a:cubicBezTo>
                  <a:cubicBezTo>
                    <a:pt x="87693" y="116593"/>
                    <a:pt x="76500" y="120547"/>
                    <a:pt x="65609" y="120547"/>
                  </a:cubicBezTo>
                  <a:cubicBezTo>
                    <a:pt x="42617" y="120547"/>
                    <a:pt x="28095" y="97733"/>
                    <a:pt x="28095" y="61534"/>
                  </a:cubicBezTo>
                  <a:cubicBezTo>
                    <a:pt x="28095" y="44196"/>
                    <a:pt x="32936" y="25944"/>
                    <a:pt x="39289" y="18035"/>
                  </a:cubicBezTo>
                  <a:cubicBezTo>
                    <a:pt x="44432" y="11952"/>
                    <a:pt x="51995" y="8606"/>
                    <a:pt x="60768" y="8606"/>
                  </a:cubicBezTo>
                  <a:cubicBezTo>
                    <a:pt x="87088" y="8606"/>
                    <a:pt x="100702" y="34766"/>
                    <a:pt x="100702" y="85870"/>
                  </a:cubicBezTo>
                  <a:lnTo>
                    <a:pt x="100702" y="9773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5C51E82A-C5ED-03CD-87D0-1B6F5BD0A0C7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549174" y="6286927"/>
              <a:ext cx="117682" cy="209890"/>
            </a:xfrm>
            <a:custGeom>
              <a:avLst/>
              <a:gdLst>
                <a:gd name="connsiteX0" fmla="*/ 33546 w 117682"/>
                <a:gd name="connsiteY0" fmla="*/ 105338 h 209890"/>
                <a:gd name="connsiteX1" fmla="*/ 65614 w 117682"/>
                <a:gd name="connsiteY1" fmla="*/ 108684 h 209890"/>
                <a:gd name="connsiteX2" fmla="*/ 96169 w 117682"/>
                <a:gd name="connsiteY2" fmla="*/ 153704 h 209890"/>
                <a:gd name="connsiteX3" fmla="*/ 56538 w 117682"/>
                <a:gd name="connsiteY3" fmla="*/ 199028 h 209890"/>
                <a:gd name="connsiteX4" fmla="*/ 31126 w 117682"/>
                <a:gd name="connsiteY4" fmla="*/ 189598 h 209890"/>
                <a:gd name="connsiteX5" fmla="*/ 11764 w 117682"/>
                <a:gd name="connsiteY5" fmla="*/ 181993 h 209890"/>
                <a:gd name="connsiteX6" fmla="*/ 268 w 117682"/>
                <a:gd name="connsiteY6" fmla="*/ 192640 h 209890"/>
                <a:gd name="connsiteX7" fmla="*/ 34453 w 117682"/>
                <a:gd name="connsiteY7" fmla="*/ 209979 h 209890"/>
                <a:gd name="connsiteX8" fmla="*/ 95866 w 117682"/>
                <a:gd name="connsiteY8" fmla="*/ 189598 h 209890"/>
                <a:gd name="connsiteX9" fmla="*/ 117951 w 117682"/>
                <a:gd name="connsiteY9" fmla="*/ 139103 h 209890"/>
                <a:gd name="connsiteX10" fmla="*/ 104337 w 117682"/>
                <a:gd name="connsiteY10" fmla="*/ 99862 h 209890"/>
                <a:gd name="connsiteX11" fmla="*/ 79227 w 117682"/>
                <a:gd name="connsiteY11" fmla="*/ 83740 h 209890"/>
                <a:gd name="connsiteX12" fmla="*/ 107665 w 117682"/>
                <a:gd name="connsiteY12" fmla="*/ 41762 h 209890"/>
                <a:gd name="connsiteX13" fmla="*/ 60471 w 117682"/>
                <a:gd name="connsiteY13" fmla="*/ 88 h 209890"/>
                <a:gd name="connsiteX14" fmla="*/ 21142 w 117682"/>
                <a:gd name="connsiteY14" fmla="*/ 14994 h 209890"/>
                <a:gd name="connsiteX15" fmla="*/ 873 w 117682"/>
                <a:gd name="connsiteY15" fmla="*/ 49367 h 209890"/>
                <a:gd name="connsiteX16" fmla="*/ 5411 w 117682"/>
                <a:gd name="connsiteY16" fmla="*/ 50584 h 209890"/>
                <a:gd name="connsiteX17" fmla="*/ 50487 w 117682"/>
                <a:gd name="connsiteY17" fmla="*/ 18340 h 209890"/>
                <a:gd name="connsiteX18" fmla="*/ 83765 w 117682"/>
                <a:gd name="connsiteY18" fmla="*/ 50888 h 209890"/>
                <a:gd name="connsiteX19" fmla="*/ 71664 w 117682"/>
                <a:gd name="connsiteY19" fmla="*/ 80394 h 209890"/>
                <a:gd name="connsiteX20" fmla="*/ 33546 w 117682"/>
                <a:gd name="connsiteY20" fmla="*/ 101383 h 209890"/>
                <a:gd name="connsiteX21" fmla="*/ 33546 w 117682"/>
                <a:gd name="connsiteY21" fmla="*/ 105338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546" y="105338"/>
                  </a:moveTo>
                  <a:cubicBezTo>
                    <a:pt x="51395" y="105338"/>
                    <a:pt x="58353" y="105946"/>
                    <a:pt x="65614" y="108684"/>
                  </a:cubicBezTo>
                  <a:cubicBezTo>
                    <a:pt x="84370" y="115376"/>
                    <a:pt x="96169" y="132715"/>
                    <a:pt x="96169" y="153704"/>
                  </a:cubicBezTo>
                  <a:cubicBezTo>
                    <a:pt x="96169" y="179256"/>
                    <a:pt x="78925" y="199028"/>
                    <a:pt x="56538" y="199028"/>
                  </a:cubicBezTo>
                  <a:cubicBezTo>
                    <a:pt x="48370" y="199028"/>
                    <a:pt x="42319" y="196899"/>
                    <a:pt x="31126" y="189598"/>
                  </a:cubicBezTo>
                  <a:cubicBezTo>
                    <a:pt x="22050" y="184123"/>
                    <a:pt x="16907" y="181993"/>
                    <a:pt x="11764" y="181993"/>
                  </a:cubicBezTo>
                  <a:cubicBezTo>
                    <a:pt x="4806" y="181993"/>
                    <a:pt x="268" y="186252"/>
                    <a:pt x="268" y="192640"/>
                  </a:cubicBezTo>
                  <a:cubicBezTo>
                    <a:pt x="268" y="203287"/>
                    <a:pt x="13277" y="209979"/>
                    <a:pt x="34453" y="209979"/>
                  </a:cubicBezTo>
                  <a:cubicBezTo>
                    <a:pt x="57748" y="209979"/>
                    <a:pt x="81648" y="202070"/>
                    <a:pt x="95866" y="189598"/>
                  </a:cubicBezTo>
                  <a:cubicBezTo>
                    <a:pt x="110085" y="177126"/>
                    <a:pt x="117951" y="159483"/>
                    <a:pt x="117951" y="139103"/>
                  </a:cubicBezTo>
                  <a:cubicBezTo>
                    <a:pt x="117951" y="123589"/>
                    <a:pt x="113110" y="109292"/>
                    <a:pt x="104337" y="99862"/>
                  </a:cubicBezTo>
                  <a:cubicBezTo>
                    <a:pt x="98287" y="93170"/>
                    <a:pt x="92539" y="89520"/>
                    <a:pt x="79227" y="83740"/>
                  </a:cubicBezTo>
                  <a:cubicBezTo>
                    <a:pt x="100102" y="69443"/>
                    <a:pt x="107665" y="58188"/>
                    <a:pt x="107665" y="41762"/>
                  </a:cubicBezTo>
                  <a:cubicBezTo>
                    <a:pt x="107665" y="17123"/>
                    <a:pt x="88303" y="88"/>
                    <a:pt x="60471" y="88"/>
                  </a:cubicBezTo>
                  <a:cubicBezTo>
                    <a:pt x="45344" y="88"/>
                    <a:pt x="32033" y="5259"/>
                    <a:pt x="21142" y="14994"/>
                  </a:cubicBezTo>
                  <a:cubicBezTo>
                    <a:pt x="12066" y="23207"/>
                    <a:pt x="7529" y="31116"/>
                    <a:pt x="873" y="49367"/>
                  </a:cubicBezTo>
                  <a:lnTo>
                    <a:pt x="5411" y="50584"/>
                  </a:lnTo>
                  <a:cubicBezTo>
                    <a:pt x="17814" y="28378"/>
                    <a:pt x="31428" y="18340"/>
                    <a:pt x="50487" y="18340"/>
                  </a:cubicBezTo>
                  <a:cubicBezTo>
                    <a:pt x="70152" y="18340"/>
                    <a:pt x="83765" y="31724"/>
                    <a:pt x="83765" y="50888"/>
                  </a:cubicBezTo>
                  <a:cubicBezTo>
                    <a:pt x="83765" y="61839"/>
                    <a:pt x="79227" y="72789"/>
                    <a:pt x="71664" y="80394"/>
                  </a:cubicBezTo>
                  <a:cubicBezTo>
                    <a:pt x="62588" y="89520"/>
                    <a:pt x="54118" y="94083"/>
                    <a:pt x="33546" y="101383"/>
                  </a:cubicBezTo>
                  <a:lnTo>
                    <a:pt x="33546" y="10533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D44404B9-6B01-D232-16F2-947C8DEFDF94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910014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30DD26BA-CA58-586B-C3D0-8ABB91F2906C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201999" y="6286927"/>
              <a:ext cx="136742" cy="209890"/>
            </a:xfrm>
            <a:custGeom>
              <a:avLst/>
              <a:gdLst>
                <a:gd name="connsiteX0" fmla="*/ 69871 w 136742"/>
                <a:gd name="connsiteY0" fmla="*/ 88 h 209890"/>
                <a:gd name="connsiteX1" fmla="*/ 29332 w 136742"/>
                <a:gd name="connsiteY1" fmla="*/ 15906 h 209890"/>
                <a:gd name="connsiteX2" fmla="*/ 290 w 136742"/>
                <a:gd name="connsiteY2" fmla="*/ 103513 h 209890"/>
                <a:gd name="connsiteX3" fmla="*/ 24492 w 136742"/>
                <a:gd name="connsiteY3" fmla="*/ 189294 h 209890"/>
                <a:gd name="connsiteX4" fmla="*/ 68661 w 136742"/>
                <a:gd name="connsiteY4" fmla="*/ 209979 h 209890"/>
                <a:gd name="connsiteX5" fmla="*/ 107989 w 136742"/>
                <a:gd name="connsiteY5" fmla="*/ 194161 h 209890"/>
                <a:gd name="connsiteX6" fmla="*/ 137032 w 136742"/>
                <a:gd name="connsiteY6" fmla="*/ 105338 h 209890"/>
                <a:gd name="connsiteX7" fmla="*/ 69871 w 136742"/>
                <a:gd name="connsiteY7" fmla="*/ 88 h 209890"/>
                <a:gd name="connsiteX8" fmla="*/ 68963 w 136742"/>
                <a:gd name="connsiteY8" fmla="*/ 7997 h 209890"/>
                <a:gd name="connsiteX9" fmla="*/ 107989 w 136742"/>
                <a:gd name="connsiteY9" fmla="*/ 105946 h 209890"/>
                <a:gd name="connsiteX10" fmla="*/ 68661 w 136742"/>
                <a:gd name="connsiteY10" fmla="*/ 202070 h 209890"/>
                <a:gd name="connsiteX11" fmla="*/ 29332 w 136742"/>
                <a:gd name="connsiteY11" fmla="*/ 106250 h 209890"/>
                <a:gd name="connsiteX12" fmla="*/ 68963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71" y="88"/>
                  </a:moveTo>
                  <a:cubicBezTo>
                    <a:pt x="53232" y="88"/>
                    <a:pt x="40526" y="5259"/>
                    <a:pt x="29332" y="15906"/>
                  </a:cubicBezTo>
                  <a:cubicBezTo>
                    <a:pt x="11786" y="32941"/>
                    <a:pt x="290" y="67922"/>
                    <a:pt x="290" y="103513"/>
                  </a:cubicBezTo>
                  <a:cubicBezTo>
                    <a:pt x="290" y="136669"/>
                    <a:pt x="10273" y="172259"/>
                    <a:pt x="24492" y="189294"/>
                  </a:cubicBezTo>
                  <a:cubicBezTo>
                    <a:pt x="35685" y="202678"/>
                    <a:pt x="51114" y="209979"/>
                    <a:pt x="68661" y="209979"/>
                  </a:cubicBezTo>
                  <a:cubicBezTo>
                    <a:pt x="84089" y="209979"/>
                    <a:pt x="97098" y="204808"/>
                    <a:pt x="107989" y="194161"/>
                  </a:cubicBezTo>
                  <a:cubicBezTo>
                    <a:pt x="125536" y="177430"/>
                    <a:pt x="137032" y="142145"/>
                    <a:pt x="137032" y="105338"/>
                  </a:cubicBezTo>
                  <a:cubicBezTo>
                    <a:pt x="137032" y="42979"/>
                    <a:pt x="109502" y="88"/>
                    <a:pt x="69871" y="88"/>
                  </a:cubicBezTo>
                  <a:close/>
                  <a:moveTo>
                    <a:pt x="68963" y="7997"/>
                  </a:moveTo>
                  <a:cubicBezTo>
                    <a:pt x="94375" y="7997"/>
                    <a:pt x="107989" y="42371"/>
                    <a:pt x="107989" y="105946"/>
                  </a:cubicBezTo>
                  <a:cubicBezTo>
                    <a:pt x="107989" y="169522"/>
                    <a:pt x="94678" y="202070"/>
                    <a:pt x="68661" y="202070"/>
                  </a:cubicBezTo>
                  <a:cubicBezTo>
                    <a:pt x="42643" y="202070"/>
                    <a:pt x="29332" y="169522"/>
                    <a:pt x="29332" y="106250"/>
                  </a:cubicBezTo>
                  <a:cubicBezTo>
                    <a:pt x="29332" y="41762"/>
                    <a:pt x="42946" y="7997"/>
                    <a:pt x="68963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6B2296EE-3B99-B71F-8FB2-B9E9189CC21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367746" y="6462139"/>
              <a:ext cx="33580" cy="33764"/>
            </a:xfrm>
            <a:custGeom>
              <a:avLst/>
              <a:gdLst>
                <a:gd name="connsiteX0" fmla="*/ 16934 w 33580"/>
                <a:gd name="connsiteY0" fmla="*/ 88 h 33764"/>
                <a:gd name="connsiteX1" fmla="*/ 295 w 33580"/>
                <a:gd name="connsiteY1" fmla="*/ 17427 h 33764"/>
                <a:gd name="connsiteX2" fmla="*/ 16631 w 33580"/>
                <a:gd name="connsiteY2" fmla="*/ 33853 h 33764"/>
                <a:gd name="connsiteX3" fmla="*/ 33875 w 33580"/>
                <a:gd name="connsiteY3" fmla="*/ 17427 h 33764"/>
                <a:gd name="connsiteX4" fmla="*/ 16934 w 33580"/>
                <a:gd name="connsiteY4" fmla="*/ 88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34" y="88"/>
                  </a:moveTo>
                  <a:cubicBezTo>
                    <a:pt x="7858" y="88"/>
                    <a:pt x="295" y="7997"/>
                    <a:pt x="295" y="17427"/>
                  </a:cubicBezTo>
                  <a:cubicBezTo>
                    <a:pt x="295" y="26249"/>
                    <a:pt x="7858" y="33853"/>
                    <a:pt x="16631" y="33853"/>
                  </a:cubicBezTo>
                  <a:cubicBezTo>
                    <a:pt x="26009" y="33853"/>
                    <a:pt x="33875" y="26249"/>
                    <a:pt x="33875" y="17427"/>
                  </a:cubicBezTo>
                  <a:cubicBezTo>
                    <a:pt x="33875" y="7997"/>
                    <a:pt x="26009" y="88"/>
                    <a:pt x="16934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9F4B6348-030A-7590-4504-E400FEC30025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429745" y="6286927"/>
              <a:ext cx="136742" cy="209890"/>
            </a:xfrm>
            <a:custGeom>
              <a:avLst/>
              <a:gdLst>
                <a:gd name="connsiteX0" fmla="*/ 69878 w 136742"/>
                <a:gd name="connsiteY0" fmla="*/ 88 h 209890"/>
                <a:gd name="connsiteX1" fmla="*/ 29340 w 136742"/>
                <a:gd name="connsiteY1" fmla="*/ 15906 h 209890"/>
                <a:gd name="connsiteX2" fmla="*/ 297 w 136742"/>
                <a:gd name="connsiteY2" fmla="*/ 103513 h 209890"/>
                <a:gd name="connsiteX3" fmla="*/ 24499 w 136742"/>
                <a:gd name="connsiteY3" fmla="*/ 189294 h 209890"/>
                <a:gd name="connsiteX4" fmla="*/ 68668 w 136742"/>
                <a:gd name="connsiteY4" fmla="*/ 209979 h 209890"/>
                <a:gd name="connsiteX5" fmla="*/ 107997 w 136742"/>
                <a:gd name="connsiteY5" fmla="*/ 194161 h 209890"/>
                <a:gd name="connsiteX6" fmla="*/ 137039 w 136742"/>
                <a:gd name="connsiteY6" fmla="*/ 105338 h 209890"/>
                <a:gd name="connsiteX7" fmla="*/ 69878 w 136742"/>
                <a:gd name="connsiteY7" fmla="*/ 88 h 209890"/>
                <a:gd name="connsiteX8" fmla="*/ 68971 w 136742"/>
                <a:gd name="connsiteY8" fmla="*/ 7997 h 209890"/>
                <a:gd name="connsiteX9" fmla="*/ 107997 w 136742"/>
                <a:gd name="connsiteY9" fmla="*/ 105946 h 209890"/>
                <a:gd name="connsiteX10" fmla="*/ 68668 w 136742"/>
                <a:gd name="connsiteY10" fmla="*/ 202070 h 209890"/>
                <a:gd name="connsiteX11" fmla="*/ 29340 w 136742"/>
                <a:gd name="connsiteY11" fmla="*/ 106250 h 209890"/>
                <a:gd name="connsiteX12" fmla="*/ 68971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78" y="88"/>
                  </a:moveTo>
                  <a:cubicBezTo>
                    <a:pt x="53239" y="88"/>
                    <a:pt x="40533" y="5259"/>
                    <a:pt x="29340" y="15906"/>
                  </a:cubicBezTo>
                  <a:cubicBezTo>
                    <a:pt x="11793" y="32941"/>
                    <a:pt x="297" y="67922"/>
                    <a:pt x="297" y="103513"/>
                  </a:cubicBezTo>
                  <a:cubicBezTo>
                    <a:pt x="297" y="136669"/>
                    <a:pt x="10280" y="172259"/>
                    <a:pt x="24499" y="189294"/>
                  </a:cubicBezTo>
                  <a:cubicBezTo>
                    <a:pt x="35693" y="202678"/>
                    <a:pt x="51122" y="209979"/>
                    <a:pt x="68668" y="209979"/>
                  </a:cubicBezTo>
                  <a:cubicBezTo>
                    <a:pt x="84097" y="209979"/>
                    <a:pt x="97106" y="204808"/>
                    <a:pt x="107997" y="194161"/>
                  </a:cubicBezTo>
                  <a:cubicBezTo>
                    <a:pt x="125543" y="177430"/>
                    <a:pt x="137039" y="142145"/>
                    <a:pt x="137039" y="105338"/>
                  </a:cubicBezTo>
                  <a:cubicBezTo>
                    <a:pt x="137039" y="42979"/>
                    <a:pt x="109509" y="88"/>
                    <a:pt x="69878" y="88"/>
                  </a:cubicBezTo>
                  <a:close/>
                  <a:moveTo>
                    <a:pt x="68971" y="7997"/>
                  </a:moveTo>
                  <a:cubicBezTo>
                    <a:pt x="94383" y="7997"/>
                    <a:pt x="107997" y="42371"/>
                    <a:pt x="107997" y="105946"/>
                  </a:cubicBezTo>
                  <a:cubicBezTo>
                    <a:pt x="107997" y="169522"/>
                    <a:pt x="94685" y="202070"/>
                    <a:pt x="68668" y="202070"/>
                  </a:cubicBezTo>
                  <a:cubicBezTo>
                    <a:pt x="42651" y="202070"/>
                    <a:pt x="29340" y="169522"/>
                    <a:pt x="29340" y="106250"/>
                  </a:cubicBezTo>
                  <a:cubicBezTo>
                    <a:pt x="29340" y="41762"/>
                    <a:pt x="42953" y="7997"/>
                    <a:pt x="68971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45A387EA-8CFA-87EF-C45B-39EC9298CA1E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581576" y="6286927"/>
              <a:ext cx="136742" cy="209890"/>
            </a:xfrm>
            <a:custGeom>
              <a:avLst/>
              <a:gdLst>
                <a:gd name="connsiteX0" fmla="*/ 69883 w 136742"/>
                <a:gd name="connsiteY0" fmla="*/ 88 h 209890"/>
                <a:gd name="connsiteX1" fmla="*/ 29345 w 136742"/>
                <a:gd name="connsiteY1" fmla="*/ 15906 h 209890"/>
                <a:gd name="connsiteX2" fmla="*/ 302 w 136742"/>
                <a:gd name="connsiteY2" fmla="*/ 103513 h 209890"/>
                <a:gd name="connsiteX3" fmla="*/ 24504 w 136742"/>
                <a:gd name="connsiteY3" fmla="*/ 189294 h 209890"/>
                <a:gd name="connsiteX4" fmla="*/ 68673 w 136742"/>
                <a:gd name="connsiteY4" fmla="*/ 209979 h 209890"/>
                <a:gd name="connsiteX5" fmla="*/ 108002 w 136742"/>
                <a:gd name="connsiteY5" fmla="*/ 194161 h 209890"/>
                <a:gd name="connsiteX6" fmla="*/ 137044 w 136742"/>
                <a:gd name="connsiteY6" fmla="*/ 105338 h 209890"/>
                <a:gd name="connsiteX7" fmla="*/ 69883 w 136742"/>
                <a:gd name="connsiteY7" fmla="*/ 88 h 209890"/>
                <a:gd name="connsiteX8" fmla="*/ 68976 w 136742"/>
                <a:gd name="connsiteY8" fmla="*/ 7997 h 209890"/>
                <a:gd name="connsiteX9" fmla="*/ 108002 w 136742"/>
                <a:gd name="connsiteY9" fmla="*/ 105946 h 209890"/>
                <a:gd name="connsiteX10" fmla="*/ 68673 w 136742"/>
                <a:gd name="connsiteY10" fmla="*/ 202070 h 209890"/>
                <a:gd name="connsiteX11" fmla="*/ 29345 w 136742"/>
                <a:gd name="connsiteY11" fmla="*/ 106250 h 209890"/>
                <a:gd name="connsiteX12" fmla="*/ 68976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83" y="88"/>
                  </a:moveTo>
                  <a:cubicBezTo>
                    <a:pt x="53244" y="88"/>
                    <a:pt x="40538" y="5259"/>
                    <a:pt x="29345" y="15906"/>
                  </a:cubicBezTo>
                  <a:cubicBezTo>
                    <a:pt x="11798" y="32941"/>
                    <a:pt x="302" y="67922"/>
                    <a:pt x="302" y="103513"/>
                  </a:cubicBezTo>
                  <a:cubicBezTo>
                    <a:pt x="302" y="136669"/>
                    <a:pt x="10285" y="172259"/>
                    <a:pt x="24504" y="189294"/>
                  </a:cubicBezTo>
                  <a:cubicBezTo>
                    <a:pt x="35698" y="202678"/>
                    <a:pt x="51127" y="209979"/>
                    <a:pt x="68673" y="209979"/>
                  </a:cubicBezTo>
                  <a:cubicBezTo>
                    <a:pt x="84102" y="209979"/>
                    <a:pt x="97111" y="204808"/>
                    <a:pt x="108002" y="194161"/>
                  </a:cubicBezTo>
                  <a:cubicBezTo>
                    <a:pt x="125548" y="177430"/>
                    <a:pt x="137044" y="142145"/>
                    <a:pt x="137044" y="105338"/>
                  </a:cubicBezTo>
                  <a:cubicBezTo>
                    <a:pt x="137044" y="42979"/>
                    <a:pt x="109514" y="88"/>
                    <a:pt x="69883" y="88"/>
                  </a:cubicBezTo>
                  <a:close/>
                  <a:moveTo>
                    <a:pt x="68976" y="7997"/>
                  </a:moveTo>
                  <a:cubicBezTo>
                    <a:pt x="94388" y="7997"/>
                    <a:pt x="108002" y="42371"/>
                    <a:pt x="108002" y="105946"/>
                  </a:cubicBezTo>
                  <a:cubicBezTo>
                    <a:pt x="108002" y="169522"/>
                    <a:pt x="94690" y="202070"/>
                    <a:pt x="68673" y="202070"/>
                  </a:cubicBezTo>
                  <a:cubicBezTo>
                    <a:pt x="42656" y="202070"/>
                    <a:pt x="29345" y="169522"/>
                    <a:pt x="29345" y="106250"/>
                  </a:cubicBezTo>
                  <a:cubicBezTo>
                    <a:pt x="29345" y="41762"/>
                    <a:pt x="42958" y="7997"/>
                    <a:pt x="68976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58C0B277-4155-0AFE-F880-99583B47A144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733406" y="6286927"/>
              <a:ext cx="136742" cy="209890"/>
            </a:xfrm>
            <a:custGeom>
              <a:avLst/>
              <a:gdLst>
                <a:gd name="connsiteX0" fmla="*/ 69888 w 136742"/>
                <a:gd name="connsiteY0" fmla="*/ 88 h 209890"/>
                <a:gd name="connsiteX1" fmla="*/ 29350 w 136742"/>
                <a:gd name="connsiteY1" fmla="*/ 15906 h 209890"/>
                <a:gd name="connsiteX2" fmla="*/ 307 w 136742"/>
                <a:gd name="connsiteY2" fmla="*/ 103513 h 209890"/>
                <a:gd name="connsiteX3" fmla="*/ 24509 w 136742"/>
                <a:gd name="connsiteY3" fmla="*/ 189294 h 209890"/>
                <a:gd name="connsiteX4" fmla="*/ 68678 w 136742"/>
                <a:gd name="connsiteY4" fmla="*/ 209979 h 209890"/>
                <a:gd name="connsiteX5" fmla="*/ 108007 w 136742"/>
                <a:gd name="connsiteY5" fmla="*/ 194161 h 209890"/>
                <a:gd name="connsiteX6" fmla="*/ 137049 w 136742"/>
                <a:gd name="connsiteY6" fmla="*/ 105338 h 209890"/>
                <a:gd name="connsiteX7" fmla="*/ 69888 w 136742"/>
                <a:gd name="connsiteY7" fmla="*/ 88 h 209890"/>
                <a:gd name="connsiteX8" fmla="*/ 68981 w 136742"/>
                <a:gd name="connsiteY8" fmla="*/ 7997 h 209890"/>
                <a:gd name="connsiteX9" fmla="*/ 108007 w 136742"/>
                <a:gd name="connsiteY9" fmla="*/ 105946 h 209890"/>
                <a:gd name="connsiteX10" fmla="*/ 68678 w 136742"/>
                <a:gd name="connsiteY10" fmla="*/ 202070 h 209890"/>
                <a:gd name="connsiteX11" fmla="*/ 29350 w 136742"/>
                <a:gd name="connsiteY11" fmla="*/ 106250 h 209890"/>
                <a:gd name="connsiteX12" fmla="*/ 68981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88" y="88"/>
                  </a:moveTo>
                  <a:cubicBezTo>
                    <a:pt x="53249" y="88"/>
                    <a:pt x="40543" y="5259"/>
                    <a:pt x="29350" y="15906"/>
                  </a:cubicBezTo>
                  <a:cubicBezTo>
                    <a:pt x="11803" y="32941"/>
                    <a:pt x="307" y="67922"/>
                    <a:pt x="307" y="103513"/>
                  </a:cubicBezTo>
                  <a:cubicBezTo>
                    <a:pt x="307" y="136669"/>
                    <a:pt x="10290" y="172259"/>
                    <a:pt x="24509" y="189294"/>
                  </a:cubicBezTo>
                  <a:cubicBezTo>
                    <a:pt x="35703" y="202678"/>
                    <a:pt x="51132" y="209979"/>
                    <a:pt x="68678" y="209979"/>
                  </a:cubicBezTo>
                  <a:cubicBezTo>
                    <a:pt x="84107" y="209979"/>
                    <a:pt x="97116" y="204808"/>
                    <a:pt x="108007" y="194161"/>
                  </a:cubicBezTo>
                  <a:cubicBezTo>
                    <a:pt x="125553" y="177430"/>
                    <a:pt x="137049" y="142145"/>
                    <a:pt x="137049" y="105338"/>
                  </a:cubicBezTo>
                  <a:cubicBezTo>
                    <a:pt x="137049" y="42979"/>
                    <a:pt x="109519" y="88"/>
                    <a:pt x="69888" y="88"/>
                  </a:cubicBezTo>
                  <a:close/>
                  <a:moveTo>
                    <a:pt x="68981" y="7997"/>
                  </a:moveTo>
                  <a:cubicBezTo>
                    <a:pt x="94393" y="7997"/>
                    <a:pt x="108007" y="42371"/>
                    <a:pt x="108007" y="105946"/>
                  </a:cubicBezTo>
                  <a:cubicBezTo>
                    <a:pt x="108007" y="169522"/>
                    <a:pt x="94695" y="202070"/>
                    <a:pt x="68678" y="202070"/>
                  </a:cubicBezTo>
                  <a:cubicBezTo>
                    <a:pt x="42661" y="202070"/>
                    <a:pt x="29350" y="169522"/>
                    <a:pt x="29350" y="106250"/>
                  </a:cubicBezTo>
                  <a:cubicBezTo>
                    <a:pt x="29350" y="41762"/>
                    <a:pt x="42963" y="7997"/>
                    <a:pt x="68981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AA480D9-8625-85F9-7ABE-5461B93082C7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2150554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DEEF787B-9960-52D8-E670-A8A2CBC6185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2442538" y="6286927"/>
              <a:ext cx="136742" cy="209890"/>
            </a:xfrm>
            <a:custGeom>
              <a:avLst/>
              <a:gdLst>
                <a:gd name="connsiteX0" fmla="*/ 69911 w 136742"/>
                <a:gd name="connsiteY0" fmla="*/ 88 h 209890"/>
                <a:gd name="connsiteX1" fmla="*/ 29373 w 136742"/>
                <a:gd name="connsiteY1" fmla="*/ 15906 h 209890"/>
                <a:gd name="connsiteX2" fmla="*/ 330 w 136742"/>
                <a:gd name="connsiteY2" fmla="*/ 103513 h 209890"/>
                <a:gd name="connsiteX3" fmla="*/ 24532 w 136742"/>
                <a:gd name="connsiteY3" fmla="*/ 189294 h 209890"/>
                <a:gd name="connsiteX4" fmla="*/ 68701 w 136742"/>
                <a:gd name="connsiteY4" fmla="*/ 209979 h 209890"/>
                <a:gd name="connsiteX5" fmla="*/ 108030 w 136742"/>
                <a:gd name="connsiteY5" fmla="*/ 194161 h 209890"/>
                <a:gd name="connsiteX6" fmla="*/ 137072 w 136742"/>
                <a:gd name="connsiteY6" fmla="*/ 105338 h 209890"/>
                <a:gd name="connsiteX7" fmla="*/ 69911 w 136742"/>
                <a:gd name="connsiteY7" fmla="*/ 88 h 209890"/>
                <a:gd name="connsiteX8" fmla="*/ 69004 w 136742"/>
                <a:gd name="connsiteY8" fmla="*/ 7997 h 209890"/>
                <a:gd name="connsiteX9" fmla="*/ 108030 w 136742"/>
                <a:gd name="connsiteY9" fmla="*/ 105946 h 209890"/>
                <a:gd name="connsiteX10" fmla="*/ 68701 w 136742"/>
                <a:gd name="connsiteY10" fmla="*/ 202070 h 209890"/>
                <a:gd name="connsiteX11" fmla="*/ 29373 w 136742"/>
                <a:gd name="connsiteY11" fmla="*/ 106250 h 209890"/>
                <a:gd name="connsiteX12" fmla="*/ 69004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911" y="88"/>
                  </a:moveTo>
                  <a:cubicBezTo>
                    <a:pt x="53272" y="88"/>
                    <a:pt x="40566" y="5259"/>
                    <a:pt x="29373" y="15906"/>
                  </a:cubicBezTo>
                  <a:cubicBezTo>
                    <a:pt x="11826" y="32941"/>
                    <a:pt x="330" y="67922"/>
                    <a:pt x="330" y="103513"/>
                  </a:cubicBezTo>
                  <a:cubicBezTo>
                    <a:pt x="330" y="136669"/>
                    <a:pt x="10314" y="172259"/>
                    <a:pt x="24532" y="189294"/>
                  </a:cubicBezTo>
                  <a:cubicBezTo>
                    <a:pt x="35726" y="202678"/>
                    <a:pt x="51155" y="209979"/>
                    <a:pt x="68701" y="209979"/>
                  </a:cubicBezTo>
                  <a:cubicBezTo>
                    <a:pt x="84130" y="209979"/>
                    <a:pt x="97139" y="204808"/>
                    <a:pt x="108030" y="194161"/>
                  </a:cubicBezTo>
                  <a:cubicBezTo>
                    <a:pt x="125576" y="177430"/>
                    <a:pt x="137072" y="142145"/>
                    <a:pt x="137072" y="105338"/>
                  </a:cubicBezTo>
                  <a:cubicBezTo>
                    <a:pt x="137072" y="42979"/>
                    <a:pt x="109542" y="88"/>
                    <a:pt x="69911" y="88"/>
                  </a:cubicBezTo>
                  <a:close/>
                  <a:moveTo>
                    <a:pt x="69004" y="7997"/>
                  </a:moveTo>
                  <a:cubicBezTo>
                    <a:pt x="94416" y="7997"/>
                    <a:pt x="108030" y="42371"/>
                    <a:pt x="108030" y="105946"/>
                  </a:cubicBezTo>
                  <a:cubicBezTo>
                    <a:pt x="108030" y="169522"/>
                    <a:pt x="94719" y="202070"/>
                    <a:pt x="68701" y="202070"/>
                  </a:cubicBezTo>
                  <a:cubicBezTo>
                    <a:pt x="42684" y="202070"/>
                    <a:pt x="29373" y="169522"/>
                    <a:pt x="29373" y="106250"/>
                  </a:cubicBezTo>
                  <a:cubicBezTo>
                    <a:pt x="29373" y="41762"/>
                    <a:pt x="42987" y="7997"/>
                    <a:pt x="69004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8E8AF09A-CA01-E019-1CBC-19BB88C4AA27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2608285" y="6462139"/>
              <a:ext cx="33580" cy="33764"/>
            </a:xfrm>
            <a:custGeom>
              <a:avLst/>
              <a:gdLst>
                <a:gd name="connsiteX0" fmla="*/ 16974 w 33580"/>
                <a:gd name="connsiteY0" fmla="*/ 88 h 33764"/>
                <a:gd name="connsiteX1" fmla="*/ 335 w 33580"/>
                <a:gd name="connsiteY1" fmla="*/ 17427 h 33764"/>
                <a:gd name="connsiteX2" fmla="*/ 16672 w 33580"/>
                <a:gd name="connsiteY2" fmla="*/ 33853 h 33764"/>
                <a:gd name="connsiteX3" fmla="*/ 33916 w 33580"/>
                <a:gd name="connsiteY3" fmla="*/ 17427 h 33764"/>
                <a:gd name="connsiteX4" fmla="*/ 16974 w 33580"/>
                <a:gd name="connsiteY4" fmla="*/ 88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74" y="88"/>
                  </a:moveTo>
                  <a:cubicBezTo>
                    <a:pt x="7898" y="88"/>
                    <a:pt x="335" y="7997"/>
                    <a:pt x="335" y="17427"/>
                  </a:cubicBezTo>
                  <a:cubicBezTo>
                    <a:pt x="335" y="26249"/>
                    <a:pt x="7898" y="33853"/>
                    <a:pt x="16672" y="33853"/>
                  </a:cubicBezTo>
                  <a:cubicBezTo>
                    <a:pt x="26050" y="33853"/>
                    <a:pt x="33916" y="26249"/>
                    <a:pt x="33916" y="17427"/>
                  </a:cubicBezTo>
                  <a:cubicBezTo>
                    <a:pt x="33916" y="7997"/>
                    <a:pt x="26050" y="88"/>
                    <a:pt x="16974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8DACA9F9-7245-4C4E-2080-046E73637A5C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2670284" y="6286927"/>
              <a:ext cx="136742" cy="209890"/>
            </a:xfrm>
            <a:custGeom>
              <a:avLst/>
              <a:gdLst>
                <a:gd name="connsiteX0" fmla="*/ 69919 w 136742"/>
                <a:gd name="connsiteY0" fmla="*/ 88 h 209890"/>
                <a:gd name="connsiteX1" fmla="*/ 29380 w 136742"/>
                <a:gd name="connsiteY1" fmla="*/ 15906 h 209890"/>
                <a:gd name="connsiteX2" fmla="*/ 338 w 136742"/>
                <a:gd name="connsiteY2" fmla="*/ 103513 h 209890"/>
                <a:gd name="connsiteX3" fmla="*/ 24540 w 136742"/>
                <a:gd name="connsiteY3" fmla="*/ 189294 h 209890"/>
                <a:gd name="connsiteX4" fmla="*/ 68709 w 136742"/>
                <a:gd name="connsiteY4" fmla="*/ 209979 h 209890"/>
                <a:gd name="connsiteX5" fmla="*/ 108037 w 136742"/>
                <a:gd name="connsiteY5" fmla="*/ 194161 h 209890"/>
                <a:gd name="connsiteX6" fmla="*/ 137080 w 136742"/>
                <a:gd name="connsiteY6" fmla="*/ 105338 h 209890"/>
                <a:gd name="connsiteX7" fmla="*/ 69919 w 136742"/>
                <a:gd name="connsiteY7" fmla="*/ 88 h 209890"/>
                <a:gd name="connsiteX8" fmla="*/ 69011 w 136742"/>
                <a:gd name="connsiteY8" fmla="*/ 7997 h 209890"/>
                <a:gd name="connsiteX9" fmla="*/ 108037 w 136742"/>
                <a:gd name="connsiteY9" fmla="*/ 105946 h 209890"/>
                <a:gd name="connsiteX10" fmla="*/ 68709 w 136742"/>
                <a:gd name="connsiteY10" fmla="*/ 202070 h 209890"/>
                <a:gd name="connsiteX11" fmla="*/ 29380 w 136742"/>
                <a:gd name="connsiteY11" fmla="*/ 106250 h 209890"/>
                <a:gd name="connsiteX12" fmla="*/ 69011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919" y="88"/>
                  </a:moveTo>
                  <a:cubicBezTo>
                    <a:pt x="53280" y="88"/>
                    <a:pt x="40574" y="5259"/>
                    <a:pt x="29380" y="15906"/>
                  </a:cubicBezTo>
                  <a:cubicBezTo>
                    <a:pt x="11834" y="32941"/>
                    <a:pt x="338" y="67922"/>
                    <a:pt x="338" y="103513"/>
                  </a:cubicBezTo>
                  <a:cubicBezTo>
                    <a:pt x="338" y="136669"/>
                    <a:pt x="10321" y="172259"/>
                    <a:pt x="24540" y="189294"/>
                  </a:cubicBezTo>
                  <a:cubicBezTo>
                    <a:pt x="35733" y="202678"/>
                    <a:pt x="51162" y="209979"/>
                    <a:pt x="68709" y="209979"/>
                  </a:cubicBezTo>
                  <a:cubicBezTo>
                    <a:pt x="84138" y="209979"/>
                    <a:pt x="97146" y="204808"/>
                    <a:pt x="108037" y="194161"/>
                  </a:cubicBezTo>
                  <a:cubicBezTo>
                    <a:pt x="125584" y="177430"/>
                    <a:pt x="137080" y="142145"/>
                    <a:pt x="137080" y="105338"/>
                  </a:cubicBezTo>
                  <a:cubicBezTo>
                    <a:pt x="137080" y="42979"/>
                    <a:pt x="109550" y="88"/>
                    <a:pt x="69919" y="88"/>
                  </a:cubicBezTo>
                  <a:close/>
                  <a:moveTo>
                    <a:pt x="69011" y="7997"/>
                  </a:moveTo>
                  <a:cubicBezTo>
                    <a:pt x="94424" y="7997"/>
                    <a:pt x="108037" y="42371"/>
                    <a:pt x="108037" y="105946"/>
                  </a:cubicBezTo>
                  <a:cubicBezTo>
                    <a:pt x="108037" y="169522"/>
                    <a:pt x="94726" y="202070"/>
                    <a:pt x="68709" y="202070"/>
                  </a:cubicBezTo>
                  <a:cubicBezTo>
                    <a:pt x="42691" y="202070"/>
                    <a:pt x="29380" y="169522"/>
                    <a:pt x="29380" y="106250"/>
                  </a:cubicBezTo>
                  <a:cubicBezTo>
                    <a:pt x="29380" y="41762"/>
                    <a:pt x="42994" y="7997"/>
                    <a:pt x="69011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9F2CBFE5-D092-6B55-65AF-E3A8E24F482D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2822115" y="6286927"/>
              <a:ext cx="136742" cy="209890"/>
            </a:xfrm>
            <a:custGeom>
              <a:avLst/>
              <a:gdLst>
                <a:gd name="connsiteX0" fmla="*/ 69924 w 136742"/>
                <a:gd name="connsiteY0" fmla="*/ 88 h 209890"/>
                <a:gd name="connsiteX1" fmla="*/ 29385 w 136742"/>
                <a:gd name="connsiteY1" fmla="*/ 15906 h 209890"/>
                <a:gd name="connsiteX2" fmla="*/ 343 w 136742"/>
                <a:gd name="connsiteY2" fmla="*/ 103513 h 209890"/>
                <a:gd name="connsiteX3" fmla="*/ 24545 w 136742"/>
                <a:gd name="connsiteY3" fmla="*/ 189294 h 209890"/>
                <a:gd name="connsiteX4" fmla="*/ 68714 w 136742"/>
                <a:gd name="connsiteY4" fmla="*/ 209979 h 209890"/>
                <a:gd name="connsiteX5" fmla="*/ 108042 w 136742"/>
                <a:gd name="connsiteY5" fmla="*/ 194161 h 209890"/>
                <a:gd name="connsiteX6" fmla="*/ 137085 w 136742"/>
                <a:gd name="connsiteY6" fmla="*/ 105338 h 209890"/>
                <a:gd name="connsiteX7" fmla="*/ 69924 w 136742"/>
                <a:gd name="connsiteY7" fmla="*/ 88 h 209890"/>
                <a:gd name="connsiteX8" fmla="*/ 69016 w 136742"/>
                <a:gd name="connsiteY8" fmla="*/ 7997 h 209890"/>
                <a:gd name="connsiteX9" fmla="*/ 108042 w 136742"/>
                <a:gd name="connsiteY9" fmla="*/ 105946 h 209890"/>
                <a:gd name="connsiteX10" fmla="*/ 68714 w 136742"/>
                <a:gd name="connsiteY10" fmla="*/ 202070 h 209890"/>
                <a:gd name="connsiteX11" fmla="*/ 29385 w 136742"/>
                <a:gd name="connsiteY11" fmla="*/ 106250 h 209890"/>
                <a:gd name="connsiteX12" fmla="*/ 69016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924" y="88"/>
                  </a:moveTo>
                  <a:cubicBezTo>
                    <a:pt x="53285" y="88"/>
                    <a:pt x="40579" y="5259"/>
                    <a:pt x="29385" y="15906"/>
                  </a:cubicBezTo>
                  <a:cubicBezTo>
                    <a:pt x="11839" y="32941"/>
                    <a:pt x="343" y="67922"/>
                    <a:pt x="343" y="103513"/>
                  </a:cubicBezTo>
                  <a:cubicBezTo>
                    <a:pt x="343" y="136669"/>
                    <a:pt x="10326" y="172259"/>
                    <a:pt x="24545" y="189294"/>
                  </a:cubicBezTo>
                  <a:cubicBezTo>
                    <a:pt x="35738" y="202678"/>
                    <a:pt x="51167" y="209979"/>
                    <a:pt x="68714" y="209979"/>
                  </a:cubicBezTo>
                  <a:cubicBezTo>
                    <a:pt x="84143" y="209979"/>
                    <a:pt x="97151" y="204808"/>
                    <a:pt x="108042" y="194161"/>
                  </a:cubicBezTo>
                  <a:cubicBezTo>
                    <a:pt x="125589" y="177430"/>
                    <a:pt x="137085" y="142145"/>
                    <a:pt x="137085" y="105338"/>
                  </a:cubicBezTo>
                  <a:cubicBezTo>
                    <a:pt x="137085" y="42979"/>
                    <a:pt x="109555" y="88"/>
                    <a:pt x="69924" y="88"/>
                  </a:cubicBezTo>
                  <a:close/>
                  <a:moveTo>
                    <a:pt x="69016" y="7997"/>
                  </a:moveTo>
                  <a:cubicBezTo>
                    <a:pt x="94429" y="7997"/>
                    <a:pt x="108042" y="42371"/>
                    <a:pt x="108042" y="105946"/>
                  </a:cubicBezTo>
                  <a:cubicBezTo>
                    <a:pt x="108042" y="169522"/>
                    <a:pt x="94731" y="202070"/>
                    <a:pt x="68714" y="202070"/>
                  </a:cubicBezTo>
                  <a:cubicBezTo>
                    <a:pt x="42696" y="202070"/>
                    <a:pt x="29385" y="169522"/>
                    <a:pt x="29385" y="106250"/>
                  </a:cubicBezTo>
                  <a:cubicBezTo>
                    <a:pt x="29385" y="41762"/>
                    <a:pt x="42999" y="7997"/>
                    <a:pt x="69016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6EC05EE7-19DF-DB3F-7F3A-39B2716A30B9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2973946" y="6286927"/>
              <a:ext cx="136742" cy="209890"/>
            </a:xfrm>
            <a:custGeom>
              <a:avLst/>
              <a:gdLst>
                <a:gd name="connsiteX0" fmla="*/ 69929 w 136742"/>
                <a:gd name="connsiteY0" fmla="*/ 88 h 209890"/>
                <a:gd name="connsiteX1" fmla="*/ 29390 w 136742"/>
                <a:gd name="connsiteY1" fmla="*/ 15906 h 209890"/>
                <a:gd name="connsiteX2" fmla="*/ 348 w 136742"/>
                <a:gd name="connsiteY2" fmla="*/ 103513 h 209890"/>
                <a:gd name="connsiteX3" fmla="*/ 24550 w 136742"/>
                <a:gd name="connsiteY3" fmla="*/ 189294 h 209890"/>
                <a:gd name="connsiteX4" fmla="*/ 68719 w 136742"/>
                <a:gd name="connsiteY4" fmla="*/ 209979 h 209890"/>
                <a:gd name="connsiteX5" fmla="*/ 108047 w 136742"/>
                <a:gd name="connsiteY5" fmla="*/ 194161 h 209890"/>
                <a:gd name="connsiteX6" fmla="*/ 137090 w 136742"/>
                <a:gd name="connsiteY6" fmla="*/ 105338 h 209890"/>
                <a:gd name="connsiteX7" fmla="*/ 69929 w 136742"/>
                <a:gd name="connsiteY7" fmla="*/ 88 h 209890"/>
                <a:gd name="connsiteX8" fmla="*/ 69021 w 136742"/>
                <a:gd name="connsiteY8" fmla="*/ 7997 h 209890"/>
                <a:gd name="connsiteX9" fmla="*/ 108047 w 136742"/>
                <a:gd name="connsiteY9" fmla="*/ 105946 h 209890"/>
                <a:gd name="connsiteX10" fmla="*/ 68719 w 136742"/>
                <a:gd name="connsiteY10" fmla="*/ 202070 h 209890"/>
                <a:gd name="connsiteX11" fmla="*/ 29390 w 136742"/>
                <a:gd name="connsiteY11" fmla="*/ 106250 h 209890"/>
                <a:gd name="connsiteX12" fmla="*/ 69021 w 136742"/>
                <a:gd name="connsiteY12" fmla="*/ 7997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929" y="88"/>
                  </a:moveTo>
                  <a:cubicBezTo>
                    <a:pt x="53290" y="88"/>
                    <a:pt x="40584" y="5259"/>
                    <a:pt x="29390" y="15906"/>
                  </a:cubicBezTo>
                  <a:cubicBezTo>
                    <a:pt x="11844" y="32941"/>
                    <a:pt x="348" y="67922"/>
                    <a:pt x="348" y="103513"/>
                  </a:cubicBezTo>
                  <a:cubicBezTo>
                    <a:pt x="348" y="136669"/>
                    <a:pt x="10331" y="172259"/>
                    <a:pt x="24550" y="189294"/>
                  </a:cubicBezTo>
                  <a:cubicBezTo>
                    <a:pt x="35743" y="202678"/>
                    <a:pt x="51172" y="209979"/>
                    <a:pt x="68719" y="209979"/>
                  </a:cubicBezTo>
                  <a:cubicBezTo>
                    <a:pt x="84148" y="209979"/>
                    <a:pt x="97156" y="204808"/>
                    <a:pt x="108047" y="194161"/>
                  </a:cubicBezTo>
                  <a:cubicBezTo>
                    <a:pt x="125594" y="177430"/>
                    <a:pt x="137090" y="142145"/>
                    <a:pt x="137090" y="105338"/>
                  </a:cubicBezTo>
                  <a:cubicBezTo>
                    <a:pt x="137090" y="42979"/>
                    <a:pt x="109560" y="88"/>
                    <a:pt x="69929" y="88"/>
                  </a:cubicBezTo>
                  <a:close/>
                  <a:moveTo>
                    <a:pt x="69021" y="7997"/>
                  </a:moveTo>
                  <a:cubicBezTo>
                    <a:pt x="94434" y="7997"/>
                    <a:pt x="108047" y="42371"/>
                    <a:pt x="108047" y="105946"/>
                  </a:cubicBezTo>
                  <a:cubicBezTo>
                    <a:pt x="108047" y="169522"/>
                    <a:pt x="94736" y="202070"/>
                    <a:pt x="68719" y="202070"/>
                  </a:cubicBezTo>
                  <a:cubicBezTo>
                    <a:pt x="42701" y="202070"/>
                    <a:pt x="29390" y="169522"/>
                    <a:pt x="29390" y="106250"/>
                  </a:cubicBezTo>
                  <a:cubicBezTo>
                    <a:pt x="29390" y="41762"/>
                    <a:pt x="43004" y="7997"/>
                    <a:pt x="69021" y="7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45932AF5-8358-DD79-D25D-2939D9A689BF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3391093" y="6236082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A2035C22-6886-1CC9-F759-58A1CE3C9EB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4707318" y="6602478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5CC5DA37-4803-FBB9-59C3-9497FC4998AC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4707318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2B6A7FC8-BCD4-1B65-D4C5-5963E5B8CB10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266822" y="6665535"/>
              <a:ext cx="134624" cy="205631"/>
            </a:xfrm>
            <a:custGeom>
              <a:avLst/>
              <a:gdLst>
                <a:gd name="connsiteX0" fmla="*/ 134719 w 134624"/>
                <a:gd name="connsiteY0" fmla="*/ 164059 h 205631"/>
                <a:gd name="connsiteX1" fmla="*/ 130786 w 134624"/>
                <a:gd name="connsiteY1" fmla="*/ 162538 h 205631"/>
                <a:gd name="connsiteX2" fmla="*/ 102046 w 134624"/>
                <a:gd name="connsiteY2" fmla="*/ 182614 h 205631"/>
                <a:gd name="connsiteX3" fmla="*/ 29742 w 134624"/>
                <a:gd name="connsiteY3" fmla="*/ 182614 h 205631"/>
                <a:gd name="connsiteX4" fmla="*/ 80567 w 134624"/>
                <a:gd name="connsiteY4" fmla="*/ 129077 h 205631"/>
                <a:gd name="connsiteX5" fmla="*/ 119290 w 134624"/>
                <a:gd name="connsiteY5" fmla="*/ 53942 h 205631"/>
                <a:gd name="connsiteX6" fmla="*/ 63323 w 134624"/>
                <a:gd name="connsiteY6" fmla="*/ 101 h 205631"/>
                <a:gd name="connsiteX7" fmla="*/ 19759 w 134624"/>
                <a:gd name="connsiteY7" fmla="*/ 18960 h 205631"/>
                <a:gd name="connsiteX8" fmla="*/ 397 w 134624"/>
                <a:gd name="connsiteY8" fmla="*/ 60634 h 205631"/>
                <a:gd name="connsiteX9" fmla="*/ 6750 w 134624"/>
                <a:gd name="connsiteY9" fmla="*/ 62155 h 205631"/>
                <a:gd name="connsiteX10" fmla="*/ 50617 w 134624"/>
                <a:gd name="connsiteY10" fmla="*/ 22611 h 205631"/>
                <a:gd name="connsiteX11" fmla="*/ 93273 w 134624"/>
                <a:gd name="connsiteY11" fmla="*/ 65501 h 205631"/>
                <a:gd name="connsiteX12" fmla="*/ 53945 w 134624"/>
                <a:gd name="connsiteY12" fmla="*/ 144590 h 205631"/>
                <a:gd name="connsiteX13" fmla="*/ 95 w 134624"/>
                <a:gd name="connsiteY13" fmla="*/ 202082 h 205631"/>
                <a:gd name="connsiteX14" fmla="*/ 95 w 134624"/>
                <a:gd name="connsiteY14" fmla="*/ 205732 h 205631"/>
                <a:gd name="connsiteX15" fmla="*/ 118080 w 134624"/>
                <a:gd name="connsiteY15" fmla="*/ 205732 h 205631"/>
                <a:gd name="connsiteX16" fmla="*/ 134719 w 134624"/>
                <a:gd name="connsiteY16" fmla="*/ 164059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719" y="164059"/>
                  </a:moveTo>
                  <a:lnTo>
                    <a:pt x="130786" y="162538"/>
                  </a:lnTo>
                  <a:cubicBezTo>
                    <a:pt x="119593" y="179876"/>
                    <a:pt x="115660" y="182614"/>
                    <a:pt x="102046" y="182614"/>
                  </a:cubicBezTo>
                  <a:lnTo>
                    <a:pt x="29742" y="182614"/>
                  </a:lnTo>
                  <a:lnTo>
                    <a:pt x="80567" y="129077"/>
                  </a:lnTo>
                  <a:cubicBezTo>
                    <a:pt x="107492" y="100787"/>
                    <a:pt x="119290" y="77669"/>
                    <a:pt x="119290" y="53942"/>
                  </a:cubicBezTo>
                  <a:cubicBezTo>
                    <a:pt x="119290" y="23523"/>
                    <a:pt x="94786" y="101"/>
                    <a:pt x="63323" y="101"/>
                  </a:cubicBezTo>
                  <a:cubicBezTo>
                    <a:pt x="46684" y="101"/>
                    <a:pt x="30952" y="6793"/>
                    <a:pt x="19759" y="18960"/>
                  </a:cubicBezTo>
                  <a:cubicBezTo>
                    <a:pt x="10078" y="29303"/>
                    <a:pt x="5540" y="39037"/>
                    <a:pt x="397" y="60634"/>
                  </a:cubicBezTo>
                  <a:lnTo>
                    <a:pt x="6750" y="62155"/>
                  </a:lnTo>
                  <a:cubicBezTo>
                    <a:pt x="18851" y="32345"/>
                    <a:pt x="29742" y="22611"/>
                    <a:pt x="50617" y="22611"/>
                  </a:cubicBezTo>
                  <a:cubicBezTo>
                    <a:pt x="76029" y="22611"/>
                    <a:pt x="93273" y="39949"/>
                    <a:pt x="93273" y="65501"/>
                  </a:cubicBezTo>
                  <a:cubicBezTo>
                    <a:pt x="93273" y="89228"/>
                    <a:pt x="79357" y="117518"/>
                    <a:pt x="53945" y="144590"/>
                  </a:cubicBezTo>
                  <a:lnTo>
                    <a:pt x="95" y="202082"/>
                  </a:lnTo>
                  <a:lnTo>
                    <a:pt x="95" y="205732"/>
                  </a:lnTo>
                  <a:lnTo>
                    <a:pt x="118080" y="205732"/>
                  </a:lnTo>
                  <a:lnTo>
                    <a:pt x="134719" y="1640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980080FB-F7D4-6A81-BF46-7B257ADAC2C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5947857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E4E4A7AF-6892-43D3-296E-59B599F8326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511294" y="6665535"/>
              <a:ext cx="117682" cy="209890"/>
            </a:xfrm>
            <a:custGeom>
              <a:avLst/>
              <a:gdLst>
                <a:gd name="connsiteX0" fmla="*/ 33413 w 117682"/>
                <a:gd name="connsiteY0" fmla="*/ 105350 h 209890"/>
                <a:gd name="connsiteX1" fmla="*/ 65481 w 117682"/>
                <a:gd name="connsiteY1" fmla="*/ 108696 h 209890"/>
                <a:gd name="connsiteX2" fmla="*/ 96036 w 117682"/>
                <a:gd name="connsiteY2" fmla="*/ 153716 h 209890"/>
                <a:gd name="connsiteX3" fmla="*/ 56405 w 117682"/>
                <a:gd name="connsiteY3" fmla="*/ 199040 h 209890"/>
                <a:gd name="connsiteX4" fmla="*/ 30993 w 117682"/>
                <a:gd name="connsiteY4" fmla="*/ 189610 h 209890"/>
                <a:gd name="connsiteX5" fmla="*/ 11631 w 117682"/>
                <a:gd name="connsiteY5" fmla="*/ 182006 h 209890"/>
                <a:gd name="connsiteX6" fmla="*/ 135 w 117682"/>
                <a:gd name="connsiteY6" fmla="*/ 192652 h 209890"/>
                <a:gd name="connsiteX7" fmla="*/ 34321 w 117682"/>
                <a:gd name="connsiteY7" fmla="*/ 209991 h 209890"/>
                <a:gd name="connsiteX8" fmla="*/ 95734 w 117682"/>
                <a:gd name="connsiteY8" fmla="*/ 189610 h 209890"/>
                <a:gd name="connsiteX9" fmla="*/ 117818 w 117682"/>
                <a:gd name="connsiteY9" fmla="*/ 139115 h 209890"/>
                <a:gd name="connsiteX10" fmla="*/ 104205 w 117682"/>
                <a:gd name="connsiteY10" fmla="*/ 99875 h 209890"/>
                <a:gd name="connsiteX11" fmla="*/ 79095 w 117682"/>
                <a:gd name="connsiteY11" fmla="*/ 83753 h 209890"/>
                <a:gd name="connsiteX12" fmla="*/ 107532 w 117682"/>
                <a:gd name="connsiteY12" fmla="*/ 41775 h 209890"/>
                <a:gd name="connsiteX13" fmla="*/ 60338 w 117682"/>
                <a:gd name="connsiteY13" fmla="*/ 101 h 209890"/>
                <a:gd name="connsiteX14" fmla="*/ 21010 w 117682"/>
                <a:gd name="connsiteY14" fmla="*/ 15006 h 209890"/>
                <a:gd name="connsiteX15" fmla="*/ 741 w 117682"/>
                <a:gd name="connsiteY15" fmla="*/ 49379 h 209890"/>
                <a:gd name="connsiteX16" fmla="*/ 5278 w 117682"/>
                <a:gd name="connsiteY16" fmla="*/ 50596 h 209890"/>
                <a:gd name="connsiteX17" fmla="*/ 50355 w 117682"/>
                <a:gd name="connsiteY17" fmla="*/ 18352 h 209890"/>
                <a:gd name="connsiteX18" fmla="*/ 83633 w 117682"/>
                <a:gd name="connsiteY18" fmla="*/ 50900 h 209890"/>
                <a:gd name="connsiteX19" fmla="*/ 71532 w 117682"/>
                <a:gd name="connsiteY19" fmla="*/ 80407 h 209890"/>
                <a:gd name="connsiteX20" fmla="*/ 33413 w 117682"/>
                <a:gd name="connsiteY20" fmla="*/ 101396 h 209890"/>
                <a:gd name="connsiteX21" fmla="*/ 33413 w 117682"/>
                <a:gd name="connsiteY21" fmla="*/ 105350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413" y="105350"/>
                  </a:moveTo>
                  <a:cubicBezTo>
                    <a:pt x="51262" y="105350"/>
                    <a:pt x="58221" y="105958"/>
                    <a:pt x="65481" y="108696"/>
                  </a:cubicBezTo>
                  <a:cubicBezTo>
                    <a:pt x="84238" y="115388"/>
                    <a:pt x="96036" y="132727"/>
                    <a:pt x="96036" y="153716"/>
                  </a:cubicBezTo>
                  <a:cubicBezTo>
                    <a:pt x="96036" y="179268"/>
                    <a:pt x="78792" y="199040"/>
                    <a:pt x="56405" y="199040"/>
                  </a:cubicBezTo>
                  <a:cubicBezTo>
                    <a:pt x="48237" y="199040"/>
                    <a:pt x="42187" y="196911"/>
                    <a:pt x="30993" y="189610"/>
                  </a:cubicBezTo>
                  <a:cubicBezTo>
                    <a:pt x="21917" y="184135"/>
                    <a:pt x="16774" y="182006"/>
                    <a:pt x="11631" y="182006"/>
                  </a:cubicBezTo>
                  <a:cubicBezTo>
                    <a:pt x="4673" y="182006"/>
                    <a:pt x="135" y="186264"/>
                    <a:pt x="135" y="192652"/>
                  </a:cubicBezTo>
                  <a:cubicBezTo>
                    <a:pt x="135" y="203299"/>
                    <a:pt x="13144" y="209991"/>
                    <a:pt x="34321" y="209991"/>
                  </a:cubicBezTo>
                  <a:cubicBezTo>
                    <a:pt x="57616" y="209991"/>
                    <a:pt x="81515" y="202082"/>
                    <a:pt x="95734" y="189610"/>
                  </a:cubicBezTo>
                  <a:cubicBezTo>
                    <a:pt x="109953" y="177139"/>
                    <a:pt x="117818" y="159496"/>
                    <a:pt x="117818" y="139115"/>
                  </a:cubicBezTo>
                  <a:cubicBezTo>
                    <a:pt x="117818" y="123601"/>
                    <a:pt x="112978" y="109305"/>
                    <a:pt x="104205" y="99875"/>
                  </a:cubicBezTo>
                  <a:cubicBezTo>
                    <a:pt x="98154" y="93182"/>
                    <a:pt x="92406" y="89532"/>
                    <a:pt x="79095" y="83753"/>
                  </a:cubicBezTo>
                  <a:cubicBezTo>
                    <a:pt x="99969" y="69456"/>
                    <a:pt x="107532" y="58201"/>
                    <a:pt x="107532" y="41775"/>
                  </a:cubicBezTo>
                  <a:cubicBezTo>
                    <a:pt x="107532" y="17135"/>
                    <a:pt x="88171" y="101"/>
                    <a:pt x="60338" y="101"/>
                  </a:cubicBezTo>
                  <a:cubicBezTo>
                    <a:pt x="45212" y="101"/>
                    <a:pt x="31901" y="5272"/>
                    <a:pt x="21010" y="15006"/>
                  </a:cubicBezTo>
                  <a:cubicBezTo>
                    <a:pt x="11934" y="23219"/>
                    <a:pt x="7396" y="31128"/>
                    <a:pt x="741" y="49379"/>
                  </a:cubicBezTo>
                  <a:lnTo>
                    <a:pt x="5278" y="50596"/>
                  </a:lnTo>
                  <a:cubicBezTo>
                    <a:pt x="17682" y="28390"/>
                    <a:pt x="31296" y="18352"/>
                    <a:pt x="50355" y="18352"/>
                  </a:cubicBezTo>
                  <a:cubicBezTo>
                    <a:pt x="70019" y="18352"/>
                    <a:pt x="83633" y="31736"/>
                    <a:pt x="83633" y="50900"/>
                  </a:cubicBezTo>
                  <a:cubicBezTo>
                    <a:pt x="83633" y="61851"/>
                    <a:pt x="79095" y="72802"/>
                    <a:pt x="71532" y="80407"/>
                  </a:cubicBezTo>
                  <a:cubicBezTo>
                    <a:pt x="62456" y="89532"/>
                    <a:pt x="53985" y="94095"/>
                    <a:pt x="33413" y="101396"/>
                  </a:cubicBezTo>
                  <a:lnTo>
                    <a:pt x="33413" y="1053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D2F339FB-D474-91BF-3FA0-77F05000D052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7188397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0BE44DFA-914A-013E-0846-5C18A1FFE561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7637960" y="6665535"/>
              <a:ext cx="117682" cy="209890"/>
            </a:xfrm>
            <a:custGeom>
              <a:avLst/>
              <a:gdLst>
                <a:gd name="connsiteX0" fmla="*/ 33450 w 117682"/>
                <a:gd name="connsiteY0" fmla="*/ 105350 h 209890"/>
                <a:gd name="connsiteX1" fmla="*/ 65518 w 117682"/>
                <a:gd name="connsiteY1" fmla="*/ 108696 h 209890"/>
                <a:gd name="connsiteX2" fmla="*/ 96073 w 117682"/>
                <a:gd name="connsiteY2" fmla="*/ 153716 h 209890"/>
                <a:gd name="connsiteX3" fmla="*/ 56442 w 117682"/>
                <a:gd name="connsiteY3" fmla="*/ 199040 h 209890"/>
                <a:gd name="connsiteX4" fmla="*/ 31030 w 117682"/>
                <a:gd name="connsiteY4" fmla="*/ 189610 h 209890"/>
                <a:gd name="connsiteX5" fmla="*/ 11668 w 117682"/>
                <a:gd name="connsiteY5" fmla="*/ 182006 h 209890"/>
                <a:gd name="connsiteX6" fmla="*/ 172 w 117682"/>
                <a:gd name="connsiteY6" fmla="*/ 192652 h 209890"/>
                <a:gd name="connsiteX7" fmla="*/ 34358 w 117682"/>
                <a:gd name="connsiteY7" fmla="*/ 209991 h 209890"/>
                <a:gd name="connsiteX8" fmla="*/ 95771 w 117682"/>
                <a:gd name="connsiteY8" fmla="*/ 189610 h 209890"/>
                <a:gd name="connsiteX9" fmla="*/ 117855 w 117682"/>
                <a:gd name="connsiteY9" fmla="*/ 139115 h 209890"/>
                <a:gd name="connsiteX10" fmla="*/ 104242 w 117682"/>
                <a:gd name="connsiteY10" fmla="*/ 99875 h 209890"/>
                <a:gd name="connsiteX11" fmla="*/ 79132 w 117682"/>
                <a:gd name="connsiteY11" fmla="*/ 83753 h 209890"/>
                <a:gd name="connsiteX12" fmla="*/ 107569 w 117682"/>
                <a:gd name="connsiteY12" fmla="*/ 41775 h 209890"/>
                <a:gd name="connsiteX13" fmla="*/ 60375 w 117682"/>
                <a:gd name="connsiteY13" fmla="*/ 101 h 209890"/>
                <a:gd name="connsiteX14" fmla="*/ 21047 w 117682"/>
                <a:gd name="connsiteY14" fmla="*/ 15006 h 209890"/>
                <a:gd name="connsiteX15" fmla="*/ 777 w 117682"/>
                <a:gd name="connsiteY15" fmla="*/ 49379 h 209890"/>
                <a:gd name="connsiteX16" fmla="*/ 5315 w 117682"/>
                <a:gd name="connsiteY16" fmla="*/ 50596 h 209890"/>
                <a:gd name="connsiteX17" fmla="*/ 50392 w 117682"/>
                <a:gd name="connsiteY17" fmla="*/ 18352 h 209890"/>
                <a:gd name="connsiteX18" fmla="*/ 83670 w 117682"/>
                <a:gd name="connsiteY18" fmla="*/ 50900 h 209890"/>
                <a:gd name="connsiteX19" fmla="*/ 71569 w 117682"/>
                <a:gd name="connsiteY19" fmla="*/ 80407 h 209890"/>
                <a:gd name="connsiteX20" fmla="*/ 33450 w 117682"/>
                <a:gd name="connsiteY20" fmla="*/ 101396 h 209890"/>
                <a:gd name="connsiteX21" fmla="*/ 33450 w 117682"/>
                <a:gd name="connsiteY21" fmla="*/ 105350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450" y="105350"/>
                  </a:moveTo>
                  <a:cubicBezTo>
                    <a:pt x="51299" y="105350"/>
                    <a:pt x="58258" y="105958"/>
                    <a:pt x="65518" y="108696"/>
                  </a:cubicBezTo>
                  <a:cubicBezTo>
                    <a:pt x="84275" y="115388"/>
                    <a:pt x="96073" y="132727"/>
                    <a:pt x="96073" y="153716"/>
                  </a:cubicBezTo>
                  <a:cubicBezTo>
                    <a:pt x="96073" y="179268"/>
                    <a:pt x="78829" y="199040"/>
                    <a:pt x="56442" y="199040"/>
                  </a:cubicBezTo>
                  <a:cubicBezTo>
                    <a:pt x="48274" y="199040"/>
                    <a:pt x="42224" y="196911"/>
                    <a:pt x="31030" y="189610"/>
                  </a:cubicBezTo>
                  <a:cubicBezTo>
                    <a:pt x="21954" y="184135"/>
                    <a:pt x="16811" y="182006"/>
                    <a:pt x="11668" y="182006"/>
                  </a:cubicBezTo>
                  <a:cubicBezTo>
                    <a:pt x="4710" y="182006"/>
                    <a:pt x="172" y="186264"/>
                    <a:pt x="172" y="192652"/>
                  </a:cubicBezTo>
                  <a:cubicBezTo>
                    <a:pt x="172" y="203299"/>
                    <a:pt x="13181" y="209991"/>
                    <a:pt x="34358" y="209991"/>
                  </a:cubicBezTo>
                  <a:cubicBezTo>
                    <a:pt x="57653" y="209991"/>
                    <a:pt x="81552" y="202082"/>
                    <a:pt x="95771" y="189610"/>
                  </a:cubicBezTo>
                  <a:cubicBezTo>
                    <a:pt x="109990" y="177139"/>
                    <a:pt x="117855" y="159496"/>
                    <a:pt x="117855" y="139115"/>
                  </a:cubicBezTo>
                  <a:cubicBezTo>
                    <a:pt x="117855" y="123601"/>
                    <a:pt x="113015" y="109305"/>
                    <a:pt x="104242" y="99875"/>
                  </a:cubicBezTo>
                  <a:cubicBezTo>
                    <a:pt x="98191" y="93182"/>
                    <a:pt x="92443" y="89532"/>
                    <a:pt x="79132" y="83753"/>
                  </a:cubicBezTo>
                  <a:cubicBezTo>
                    <a:pt x="100006" y="69456"/>
                    <a:pt x="107569" y="58201"/>
                    <a:pt x="107569" y="41775"/>
                  </a:cubicBezTo>
                  <a:cubicBezTo>
                    <a:pt x="107569" y="17135"/>
                    <a:pt x="88208" y="101"/>
                    <a:pt x="60375" y="101"/>
                  </a:cubicBezTo>
                  <a:cubicBezTo>
                    <a:pt x="45249" y="101"/>
                    <a:pt x="31938" y="5272"/>
                    <a:pt x="21047" y="15006"/>
                  </a:cubicBezTo>
                  <a:cubicBezTo>
                    <a:pt x="11971" y="23219"/>
                    <a:pt x="7433" y="31128"/>
                    <a:pt x="777" y="49379"/>
                  </a:cubicBezTo>
                  <a:lnTo>
                    <a:pt x="5315" y="50596"/>
                  </a:lnTo>
                  <a:cubicBezTo>
                    <a:pt x="17719" y="28390"/>
                    <a:pt x="31333" y="18352"/>
                    <a:pt x="50392" y="18352"/>
                  </a:cubicBezTo>
                  <a:cubicBezTo>
                    <a:pt x="70056" y="18352"/>
                    <a:pt x="83670" y="31736"/>
                    <a:pt x="83670" y="50900"/>
                  </a:cubicBezTo>
                  <a:cubicBezTo>
                    <a:pt x="83670" y="61851"/>
                    <a:pt x="79132" y="72802"/>
                    <a:pt x="71569" y="80407"/>
                  </a:cubicBezTo>
                  <a:cubicBezTo>
                    <a:pt x="62493" y="89532"/>
                    <a:pt x="54022" y="94095"/>
                    <a:pt x="33450" y="101396"/>
                  </a:cubicBezTo>
                  <a:lnTo>
                    <a:pt x="33450" y="1053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EDE23B03-5507-221D-1623-D8006E1FCDED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7797959" y="6840748"/>
              <a:ext cx="33580" cy="33764"/>
            </a:xfrm>
            <a:custGeom>
              <a:avLst/>
              <a:gdLst>
                <a:gd name="connsiteX0" fmla="*/ 16816 w 33580"/>
                <a:gd name="connsiteY0" fmla="*/ 101 h 33764"/>
                <a:gd name="connsiteX1" fmla="*/ 177 w 33580"/>
                <a:gd name="connsiteY1" fmla="*/ 17439 h 33764"/>
                <a:gd name="connsiteX2" fmla="*/ 16514 w 33580"/>
                <a:gd name="connsiteY2" fmla="*/ 33866 h 33764"/>
                <a:gd name="connsiteX3" fmla="*/ 33758 w 33580"/>
                <a:gd name="connsiteY3" fmla="*/ 17439 h 33764"/>
                <a:gd name="connsiteX4" fmla="*/ 16816 w 33580"/>
                <a:gd name="connsiteY4" fmla="*/ 10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16" y="101"/>
                  </a:moveTo>
                  <a:cubicBezTo>
                    <a:pt x="7741" y="101"/>
                    <a:pt x="177" y="8010"/>
                    <a:pt x="177" y="17439"/>
                  </a:cubicBezTo>
                  <a:cubicBezTo>
                    <a:pt x="177" y="26261"/>
                    <a:pt x="7741" y="33866"/>
                    <a:pt x="16514" y="33866"/>
                  </a:cubicBezTo>
                  <a:cubicBezTo>
                    <a:pt x="25892" y="33866"/>
                    <a:pt x="33758" y="26261"/>
                    <a:pt x="33758" y="17439"/>
                  </a:cubicBezTo>
                  <a:cubicBezTo>
                    <a:pt x="33758" y="8010"/>
                    <a:pt x="25892" y="101"/>
                    <a:pt x="16816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B6AABFDC-1DB1-8646-0B6C-2F22AC8CFCDC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856328" y="6665535"/>
              <a:ext cx="139162" cy="205631"/>
            </a:xfrm>
            <a:custGeom>
              <a:avLst/>
              <a:gdLst>
                <a:gd name="connsiteX0" fmla="*/ 139342 w 139162"/>
                <a:gd name="connsiteY0" fmla="*/ 135465 h 205631"/>
                <a:gd name="connsiteX1" fmla="*/ 108484 w 139162"/>
                <a:gd name="connsiteY1" fmla="*/ 135465 h 205631"/>
                <a:gd name="connsiteX2" fmla="*/ 108484 w 139162"/>
                <a:gd name="connsiteY2" fmla="*/ 101 h 205631"/>
                <a:gd name="connsiteX3" fmla="*/ 95173 w 139162"/>
                <a:gd name="connsiteY3" fmla="*/ 101 h 205631"/>
                <a:gd name="connsiteX4" fmla="*/ 180 w 139162"/>
                <a:gd name="connsiteY4" fmla="*/ 135465 h 205631"/>
                <a:gd name="connsiteX5" fmla="*/ 180 w 139162"/>
                <a:gd name="connsiteY5" fmla="*/ 154933 h 205631"/>
                <a:gd name="connsiteX6" fmla="*/ 85190 w 139162"/>
                <a:gd name="connsiteY6" fmla="*/ 154933 h 205631"/>
                <a:gd name="connsiteX7" fmla="*/ 85190 w 139162"/>
                <a:gd name="connsiteY7" fmla="*/ 205732 h 205631"/>
                <a:gd name="connsiteX8" fmla="*/ 108484 w 139162"/>
                <a:gd name="connsiteY8" fmla="*/ 205732 h 205631"/>
                <a:gd name="connsiteX9" fmla="*/ 108484 w 139162"/>
                <a:gd name="connsiteY9" fmla="*/ 154933 h 205631"/>
                <a:gd name="connsiteX10" fmla="*/ 139342 w 139162"/>
                <a:gd name="connsiteY10" fmla="*/ 154933 h 205631"/>
                <a:gd name="connsiteX11" fmla="*/ 139342 w 139162"/>
                <a:gd name="connsiteY11" fmla="*/ 135465 h 205631"/>
                <a:gd name="connsiteX12" fmla="*/ 84887 w 139162"/>
                <a:gd name="connsiteY12" fmla="*/ 135465 h 205631"/>
                <a:gd name="connsiteX13" fmla="*/ 12281 w 139162"/>
                <a:gd name="connsiteY13" fmla="*/ 135465 h 205631"/>
                <a:gd name="connsiteX14" fmla="*/ 84887 w 139162"/>
                <a:gd name="connsiteY14" fmla="*/ 31128 h 205631"/>
                <a:gd name="connsiteX15" fmla="*/ 84887 w 139162"/>
                <a:gd name="connsiteY15" fmla="*/ 13546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342" y="135465"/>
                  </a:moveTo>
                  <a:lnTo>
                    <a:pt x="108484" y="135465"/>
                  </a:lnTo>
                  <a:lnTo>
                    <a:pt x="108484" y="101"/>
                  </a:lnTo>
                  <a:lnTo>
                    <a:pt x="95173" y="101"/>
                  </a:lnTo>
                  <a:lnTo>
                    <a:pt x="180" y="135465"/>
                  </a:lnTo>
                  <a:lnTo>
                    <a:pt x="180" y="154933"/>
                  </a:lnTo>
                  <a:lnTo>
                    <a:pt x="85190" y="154933"/>
                  </a:lnTo>
                  <a:lnTo>
                    <a:pt x="85190" y="205732"/>
                  </a:lnTo>
                  <a:lnTo>
                    <a:pt x="108484" y="205732"/>
                  </a:lnTo>
                  <a:lnTo>
                    <a:pt x="108484" y="154933"/>
                  </a:lnTo>
                  <a:lnTo>
                    <a:pt x="139342" y="154933"/>
                  </a:lnTo>
                  <a:lnTo>
                    <a:pt x="139342" y="135465"/>
                  </a:lnTo>
                  <a:close/>
                  <a:moveTo>
                    <a:pt x="84887" y="135465"/>
                  </a:moveTo>
                  <a:lnTo>
                    <a:pt x="12281" y="135465"/>
                  </a:lnTo>
                  <a:lnTo>
                    <a:pt x="84887" y="31128"/>
                  </a:lnTo>
                  <a:lnTo>
                    <a:pt x="84887" y="1354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A93E6E38-9068-67F7-54CB-92FED179D392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8428936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1A51B959-5CCB-C8A6-87D5-D81B2F864B9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8747240" y="6665535"/>
              <a:ext cx="85615" cy="205631"/>
            </a:xfrm>
            <a:custGeom>
              <a:avLst/>
              <a:gdLst>
                <a:gd name="connsiteX0" fmla="*/ 54663 w 85615"/>
                <a:gd name="connsiteY0" fmla="*/ 101 h 205631"/>
                <a:gd name="connsiteX1" fmla="*/ 208 w 85615"/>
                <a:gd name="connsiteY1" fmla="*/ 27782 h 205631"/>
                <a:gd name="connsiteX2" fmla="*/ 208 w 85615"/>
                <a:gd name="connsiteY2" fmla="*/ 32040 h 205631"/>
                <a:gd name="connsiteX3" fmla="*/ 8376 w 85615"/>
                <a:gd name="connsiteY3" fmla="*/ 28694 h 205631"/>
                <a:gd name="connsiteX4" fmla="*/ 21990 w 85615"/>
                <a:gd name="connsiteY4" fmla="*/ 25348 h 205631"/>
                <a:gd name="connsiteX5" fmla="*/ 31066 w 85615"/>
                <a:gd name="connsiteY5" fmla="*/ 39645 h 205631"/>
                <a:gd name="connsiteX6" fmla="*/ 31066 w 85615"/>
                <a:gd name="connsiteY6" fmla="*/ 177443 h 205631"/>
                <a:gd name="connsiteX7" fmla="*/ 23805 w 85615"/>
                <a:gd name="connsiteY7" fmla="*/ 197215 h 205631"/>
                <a:gd name="connsiteX8" fmla="*/ 2326 w 85615"/>
                <a:gd name="connsiteY8" fmla="*/ 201170 h 205631"/>
                <a:gd name="connsiteX9" fmla="*/ 2326 w 85615"/>
                <a:gd name="connsiteY9" fmla="*/ 205732 h 205631"/>
                <a:gd name="connsiteX10" fmla="*/ 85823 w 85615"/>
                <a:gd name="connsiteY10" fmla="*/ 205732 h 205631"/>
                <a:gd name="connsiteX11" fmla="*/ 85823 w 85615"/>
                <a:gd name="connsiteY11" fmla="*/ 201170 h 205631"/>
                <a:gd name="connsiteX12" fmla="*/ 57083 w 85615"/>
                <a:gd name="connsiteY12" fmla="*/ 183222 h 205631"/>
                <a:gd name="connsiteX13" fmla="*/ 57083 w 85615"/>
                <a:gd name="connsiteY13" fmla="*/ 709 h 205631"/>
                <a:gd name="connsiteX14" fmla="*/ 54663 w 85615"/>
                <a:gd name="connsiteY14" fmla="*/ 10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663" y="101"/>
                  </a:moveTo>
                  <a:lnTo>
                    <a:pt x="208" y="27782"/>
                  </a:lnTo>
                  <a:lnTo>
                    <a:pt x="208" y="32040"/>
                  </a:lnTo>
                  <a:cubicBezTo>
                    <a:pt x="3838" y="30520"/>
                    <a:pt x="7166" y="29303"/>
                    <a:pt x="8376" y="28694"/>
                  </a:cubicBezTo>
                  <a:cubicBezTo>
                    <a:pt x="13822" y="26565"/>
                    <a:pt x="18965" y="25348"/>
                    <a:pt x="21990" y="25348"/>
                  </a:cubicBezTo>
                  <a:cubicBezTo>
                    <a:pt x="28343" y="25348"/>
                    <a:pt x="31066" y="29911"/>
                    <a:pt x="31066" y="39645"/>
                  </a:cubicBezTo>
                  <a:lnTo>
                    <a:pt x="31066" y="177443"/>
                  </a:lnTo>
                  <a:cubicBezTo>
                    <a:pt x="31066" y="187481"/>
                    <a:pt x="28646" y="194477"/>
                    <a:pt x="23805" y="197215"/>
                  </a:cubicBezTo>
                  <a:cubicBezTo>
                    <a:pt x="19267" y="199953"/>
                    <a:pt x="15032" y="200865"/>
                    <a:pt x="2326" y="201170"/>
                  </a:cubicBezTo>
                  <a:lnTo>
                    <a:pt x="2326" y="205732"/>
                  </a:lnTo>
                  <a:lnTo>
                    <a:pt x="85823" y="205732"/>
                  </a:lnTo>
                  <a:lnTo>
                    <a:pt x="85823" y="201170"/>
                  </a:lnTo>
                  <a:cubicBezTo>
                    <a:pt x="61924" y="200865"/>
                    <a:pt x="57083" y="197824"/>
                    <a:pt x="57083" y="183222"/>
                  </a:cubicBezTo>
                  <a:lnTo>
                    <a:pt x="57083" y="709"/>
                  </a:lnTo>
                  <a:lnTo>
                    <a:pt x="54663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64714BAC-4AE0-AED5-82EC-7DDC0A73890B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8886667" y="6840748"/>
              <a:ext cx="33580" cy="33764"/>
            </a:xfrm>
            <a:custGeom>
              <a:avLst/>
              <a:gdLst>
                <a:gd name="connsiteX0" fmla="*/ 16852 w 33580"/>
                <a:gd name="connsiteY0" fmla="*/ 101 h 33764"/>
                <a:gd name="connsiteX1" fmla="*/ 213 w 33580"/>
                <a:gd name="connsiteY1" fmla="*/ 17439 h 33764"/>
                <a:gd name="connsiteX2" fmla="*/ 16550 w 33580"/>
                <a:gd name="connsiteY2" fmla="*/ 33866 h 33764"/>
                <a:gd name="connsiteX3" fmla="*/ 33794 w 33580"/>
                <a:gd name="connsiteY3" fmla="*/ 17439 h 33764"/>
                <a:gd name="connsiteX4" fmla="*/ 16852 w 33580"/>
                <a:gd name="connsiteY4" fmla="*/ 10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52" y="101"/>
                  </a:moveTo>
                  <a:cubicBezTo>
                    <a:pt x="7776" y="101"/>
                    <a:pt x="213" y="8010"/>
                    <a:pt x="213" y="17439"/>
                  </a:cubicBezTo>
                  <a:cubicBezTo>
                    <a:pt x="213" y="26261"/>
                    <a:pt x="7776" y="33866"/>
                    <a:pt x="16550" y="33866"/>
                  </a:cubicBezTo>
                  <a:cubicBezTo>
                    <a:pt x="25928" y="33866"/>
                    <a:pt x="33794" y="26261"/>
                    <a:pt x="33794" y="17439"/>
                  </a:cubicBezTo>
                  <a:cubicBezTo>
                    <a:pt x="33794" y="8010"/>
                    <a:pt x="25928" y="101"/>
                    <a:pt x="16852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4D12E50D-CFBB-5BEF-11C2-B8019D6AF71B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8948666" y="6665535"/>
              <a:ext cx="136742" cy="209890"/>
            </a:xfrm>
            <a:custGeom>
              <a:avLst/>
              <a:gdLst>
                <a:gd name="connsiteX0" fmla="*/ 69797 w 136742"/>
                <a:gd name="connsiteY0" fmla="*/ 101 h 209890"/>
                <a:gd name="connsiteX1" fmla="*/ 29258 w 136742"/>
                <a:gd name="connsiteY1" fmla="*/ 15918 h 209890"/>
                <a:gd name="connsiteX2" fmla="*/ 216 w 136742"/>
                <a:gd name="connsiteY2" fmla="*/ 103525 h 209890"/>
                <a:gd name="connsiteX3" fmla="*/ 24418 w 136742"/>
                <a:gd name="connsiteY3" fmla="*/ 189306 h 209890"/>
                <a:gd name="connsiteX4" fmla="*/ 68587 w 136742"/>
                <a:gd name="connsiteY4" fmla="*/ 209991 h 209890"/>
                <a:gd name="connsiteX5" fmla="*/ 107915 w 136742"/>
                <a:gd name="connsiteY5" fmla="*/ 194173 h 209890"/>
                <a:gd name="connsiteX6" fmla="*/ 136958 w 136742"/>
                <a:gd name="connsiteY6" fmla="*/ 105350 h 209890"/>
                <a:gd name="connsiteX7" fmla="*/ 69797 w 136742"/>
                <a:gd name="connsiteY7" fmla="*/ 101 h 209890"/>
                <a:gd name="connsiteX8" fmla="*/ 68889 w 136742"/>
                <a:gd name="connsiteY8" fmla="*/ 8010 h 209890"/>
                <a:gd name="connsiteX9" fmla="*/ 107915 w 136742"/>
                <a:gd name="connsiteY9" fmla="*/ 105958 h 209890"/>
                <a:gd name="connsiteX10" fmla="*/ 68587 w 136742"/>
                <a:gd name="connsiteY10" fmla="*/ 202082 h 209890"/>
                <a:gd name="connsiteX11" fmla="*/ 29258 w 136742"/>
                <a:gd name="connsiteY11" fmla="*/ 106263 h 209890"/>
                <a:gd name="connsiteX12" fmla="*/ 68889 w 136742"/>
                <a:gd name="connsiteY12" fmla="*/ 8010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797" y="101"/>
                  </a:moveTo>
                  <a:cubicBezTo>
                    <a:pt x="53158" y="101"/>
                    <a:pt x="40452" y="5272"/>
                    <a:pt x="29258" y="15918"/>
                  </a:cubicBezTo>
                  <a:cubicBezTo>
                    <a:pt x="11712" y="32953"/>
                    <a:pt x="216" y="67935"/>
                    <a:pt x="216" y="103525"/>
                  </a:cubicBezTo>
                  <a:cubicBezTo>
                    <a:pt x="216" y="136682"/>
                    <a:pt x="10199" y="172272"/>
                    <a:pt x="24418" y="189306"/>
                  </a:cubicBezTo>
                  <a:cubicBezTo>
                    <a:pt x="35611" y="202691"/>
                    <a:pt x="51040" y="209991"/>
                    <a:pt x="68587" y="209991"/>
                  </a:cubicBezTo>
                  <a:cubicBezTo>
                    <a:pt x="84016" y="209991"/>
                    <a:pt x="97024" y="204820"/>
                    <a:pt x="107915" y="194173"/>
                  </a:cubicBezTo>
                  <a:cubicBezTo>
                    <a:pt x="125462" y="177443"/>
                    <a:pt x="136958" y="142157"/>
                    <a:pt x="136958" y="105350"/>
                  </a:cubicBezTo>
                  <a:cubicBezTo>
                    <a:pt x="136958" y="42991"/>
                    <a:pt x="109428" y="101"/>
                    <a:pt x="69797" y="101"/>
                  </a:cubicBezTo>
                  <a:close/>
                  <a:moveTo>
                    <a:pt x="68889" y="8010"/>
                  </a:moveTo>
                  <a:cubicBezTo>
                    <a:pt x="94301" y="8010"/>
                    <a:pt x="107915" y="42383"/>
                    <a:pt x="107915" y="105958"/>
                  </a:cubicBezTo>
                  <a:cubicBezTo>
                    <a:pt x="107915" y="169534"/>
                    <a:pt x="94604" y="202082"/>
                    <a:pt x="68587" y="202082"/>
                  </a:cubicBezTo>
                  <a:cubicBezTo>
                    <a:pt x="42569" y="202082"/>
                    <a:pt x="29258" y="169534"/>
                    <a:pt x="29258" y="106263"/>
                  </a:cubicBezTo>
                  <a:cubicBezTo>
                    <a:pt x="29258" y="41775"/>
                    <a:pt x="42872" y="8010"/>
                    <a:pt x="68889" y="801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EB348721-41E8-D3FB-BC3F-A8829707D2F9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9102312" y="6665535"/>
              <a:ext cx="129783" cy="212323"/>
            </a:xfrm>
            <a:custGeom>
              <a:avLst/>
              <a:gdLst>
                <a:gd name="connsiteX0" fmla="*/ 8994 w 129783"/>
                <a:gd name="connsiteY0" fmla="*/ 212425 h 212323"/>
                <a:gd name="connsiteX1" fmla="*/ 80088 w 129783"/>
                <a:gd name="connsiteY1" fmla="*/ 187785 h 212323"/>
                <a:gd name="connsiteX2" fmla="*/ 130005 w 129783"/>
                <a:gd name="connsiteY2" fmla="*/ 85882 h 212323"/>
                <a:gd name="connsiteX3" fmla="*/ 63146 w 129783"/>
                <a:gd name="connsiteY3" fmla="*/ 101 h 212323"/>
                <a:gd name="connsiteX4" fmla="*/ 221 w 129783"/>
                <a:gd name="connsiteY4" fmla="*/ 71889 h 212323"/>
                <a:gd name="connsiteX5" fmla="*/ 54675 w 129783"/>
                <a:gd name="connsiteY5" fmla="*/ 133640 h 212323"/>
                <a:gd name="connsiteX6" fmla="*/ 100054 w 129783"/>
                <a:gd name="connsiteY6" fmla="*/ 116301 h 212323"/>
                <a:gd name="connsiteX7" fmla="*/ 8086 w 129783"/>
                <a:gd name="connsiteY7" fmla="*/ 206341 h 212323"/>
                <a:gd name="connsiteX8" fmla="*/ 8994 w 129783"/>
                <a:gd name="connsiteY8" fmla="*/ 212425 h 212323"/>
                <a:gd name="connsiteX9" fmla="*/ 100659 w 129783"/>
                <a:gd name="connsiteY9" fmla="*/ 97745 h 212323"/>
                <a:gd name="connsiteX10" fmla="*/ 96122 w 129783"/>
                <a:gd name="connsiteY10" fmla="*/ 109305 h 212323"/>
                <a:gd name="connsiteX11" fmla="*/ 65566 w 129783"/>
                <a:gd name="connsiteY11" fmla="*/ 120559 h 212323"/>
                <a:gd name="connsiteX12" fmla="*/ 28053 w 129783"/>
                <a:gd name="connsiteY12" fmla="*/ 61547 h 212323"/>
                <a:gd name="connsiteX13" fmla="*/ 39247 w 129783"/>
                <a:gd name="connsiteY13" fmla="*/ 18048 h 212323"/>
                <a:gd name="connsiteX14" fmla="*/ 60726 w 129783"/>
                <a:gd name="connsiteY14" fmla="*/ 8618 h 212323"/>
                <a:gd name="connsiteX15" fmla="*/ 100659 w 129783"/>
                <a:gd name="connsiteY15" fmla="*/ 85882 h 212323"/>
                <a:gd name="connsiteX16" fmla="*/ 100659 w 129783"/>
                <a:gd name="connsiteY16" fmla="*/ 97745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8994" y="212425"/>
                  </a:moveTo>
                  <a:cubicBezTo>
                    <a:pt x="42877" y="208470"/>
                    <a:pt x="59516" y="202691"/>
                    <a:pt x="80088" y="187785"/>
                  </a:cubicBezTo>
                  <a:cubicBezTo>
                    <a:pt x="111550" y="164667"/>
                    <a:pt x="130005" y="126947"/>
                    <a:pt x="130005" y="85882"/>
                  </a:cubicBezTo>
                  <a:cubicBezTo>
                    <a:pt x="130005" y="35691"/>
                    <a:pt x="102172" y="101"/>
                    <a:pt x="63146" y="101"/>
                  </a:cubicBezTo>
                  <a:cubicBezTo>
                    <a:pt x="27145" y="101"/>
                    <a:pt x="221" y="30824"/>
                    <a:pt x="221" y="71889"/>
                  </a:cubicBezTo>
                  <a:cubicBezTo>
                    <a:pt x="221" y="109000"/>
                    <a:pt x="22003" y="133640"/>
                    <a:pt x="54675" y="133640"/>
                  </a:cubicBezTo>
                  <a:cubicBezTo>
                    <a:pt x="71314" y="133640"/>
                    <a:pt x="84021" y="128773"/>
                    <a:pt x="100054" y="116301"/>
                  </a:cubicBezTo>
                  <a:cubicBezTo>
                    <a:pt x="87651" y="165884"/>
                    <a:pt x="54070" y="198432"/>
                    <a:pt x="8086" y="206341"/>
                  </a:cubicBezTo>
                  <a:lnTo>
                    <a:pt x="8994" y="212425"/>
                  </a:lnTo>
                  <a:close/>
                  <a:moveTo>
                    <a:pt x="100659" y="97745"/>
                  </a:moveTo>
                  <a:cubicBezTo>
                    <a:pt x="100659" y="103829"/>
                    <a:pt x="99449" y="106567"/>
                    <a:pt x="96122" y="109305"/>
                  </a:cubicBezTo>
                  <a:cubicBezTo>
                    <a:pt x="87651" y="116605"/>
                    <a:pt x="76457" y="120559"/>
                    <a:pt x="65566" y="120559"/>
                  </a:cubicBezTo>
                  <a:cubicBezTo>
                    <a:pt x="42574" y="120559"/>
                    <a:pt x="28053" y="97745"/>
                    <a:pt x="28053" y="61547"/>
                  </a:cubicBezTo>
                  <a:cubicBezTo>
                    <a:pt x="28053" y="44208"/>
                    <a:pt x="32893" y="25957"/>
                    <a:pt x="39247" y="18048"/>
                  </a:cubicBezTo>
                  <a:cubicBezTo>
                    <a:pt x="44390" y="11964"/>
                    <a:pt x="51953" y="8618"/>
                    <a:pt x="60726" y="8618"/>
                  </a:cubicBezTo>
                  <a:cubicBezTo>
                    <a:pt x="87046" y="8618"/>
                    <a:pt x="100659" y="34778"/>
                    <a:pt x="100659" y="85882"/>
                  </a:cubicBezTo>
                  <a:lnTo>
                    <a:pt x="100659" y="9774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4A9F8A96-AC20-F403-B0EF-D712E93009D3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9254143" y="6665535"/>
              <a:ext cx="129783" cy="212323"/>
            </a:xfrm>
            <a:custGeom>
              <a:avLst/>
              <a:gdLst>
                <a:gd name="connsiteX0" fmla="*/ 8999 w 129783"/>
                <a:gd name="connsiteY0" fmla="*/ 212425 h 212323"/>
                <a:gd name="connsiteX1" fmla="*/ 80093 w 129783"/>
                <a:gd name="connsiteY1" fmla="*/ 187785 h 212323"/>
                <a:gd name="connsiteX2" fmla="*/ 130010 w 129783"/>
                <a:gd name="connsiteY2" fmla="*/ 85882 h 212323"/>
                <a:gd name="connsiteX3" fmla="*/ 63151 w 129783"/>
                <a:gd name="connsiteY3" fmla="*/ 101 h 212323"/>
                <a:gd name="connsiteX4" fmla="*/ 226 w 129783"/>
                <a:gd name="connsiteY4" fmla="*/ 71889 h 212323"/>
                <a:gd name="connsiteX5" fmla="*/ 54680 w 129783"/>
                <a:gd name="connsiteY5" fmla="*/ 133640 h 212323"/>
                <a:gd name="connsiteX6" fmla="*/ 100059 w 129783"/>
                <a:gd name="connsiteY6" fmla="*/ 116301 h 212323"/>
                <a:gd name="connsiteX7" fmla="*/ 8091 w 129783"/>
                <a:gd name="connsiteY7" fmla="*/ 206341 h 212323"/>
                <a:gd name="connsiteX8" fmla="*/ 8999 w 129783"/>
                <a:gd name="connsiteY8" fmla="*/ 212425 h 212323"/>
                <a:gd name="connsiteX9" fmla="*/ 100664 w 129783"/>
                <a:gd name="connsiteY9" fmla="*/ 97745 h 212323"/>
                <a:gd name="connsiteX10" fmla="*/ 96127 w 129783"/>
                <a:gd name="connsiteY10" fmla="*/ 109305 h 212323"/>
                <a:gd name="connsiteX11" fmla="*/ 65571 w 129783"/>
                <a:gd name="connsiteY11" fmla="*/ 120559 h 212323"/>
                <a:gd name="connsiteX12" fmla="*/ 28058 w 129783"/>
                <a:gd name="connsiteY12" fmla="*/ 61547 h 212323"/>
                <a:gd name="connsiteX13" fmla="*/ 39252 w 129783"/>
                <a:gd name="connsiteY13" fmla="*/ 18048 h 212323"/>
                <a:gd name="connsiteX14" fmla="*/ 60731 w 129783"/>
                <a:gd name="connsiteY14" fmla="*/ 8618 h 212323"/>
                <a:gd name="connsiteX15" fmla="*/ 100664 w 129783"/>
                <a:gd name="connsiteY15" fmla="*/ 85882 h 212323"/>
                <a:gd name="connsiteX16" fmla="*/ 100664 w 129783"/>
                <a:gd name="connsiteY16" fmla="*/ 97745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8999" y="212425"/>
                  </a:moveTo>
                  <a:cubicBezTo>
                    <a:pt x="42882" y="208470"/>
                    <a:pt x="59521" y="202691"/>
                    <a:pt x="80093" y="187785"/>
                  </a:cubicBezTo>
                  <a:cubicBezTo>
                    <a:pt x="111555" y="164667"/>
                    <a:pt x="130010" y="126947"/>
                    <a:pt x="130010" y="85882"/>
                  </a:cubicBezTo>
                  <a:cubicBezTo>
                    <a:pt x="130010" y="35691"/>
                    <a:pt x="102177" y="101"/>
                    <a:pt x="63151" y="101"/>
                  </a:cubicBezTo>
                  <a:cubicBezTo>
                    <a:pt x="27150" y="101"/>
                    <a:pt x="226" y="30824"/>
                    <a:pt x="226" y="71889"/>
                  </a:cubicBezTo>
                  <a:cubicBezTo>
                    <a:pt x="226" y="109000"/>
                    <a:pt x="22008" y="133640"/>
                    <a:pt x="54680" y="133640"/>
                  </a:cubicBezTo>
                  <a:cubicBezTo>
                    <a:pt x="71319" y="133640"/>
                    <a:pt x="84025" y="128773"/>
                    <a:pt x="100059" y="116301"/>
                  </a:cubicBezTo>
                  <a:cubicBezTo>
                    <a:pt x="87656" y="165884"/>
                    <a:pt x="54075" y="198432"/>
                    <a:pt x="8091" y="206341"/>
                  </a:cubicBezTo>
                  <a:lnTo>
                    <a:pt x="8999" y="212425"/>
                  </a:lnTo>
                  <a:close/>
                  <a:moveTo>
                    <a:pt x="100664" y="97745"/>
                  </a:moveTo>
                  <a:cubicBezTo>
                    <a:pt x="100664" y="103829"/>
                    <a:pt x="99454" y="106567"/>
                    <a:pt x="96127" y="109305"/>
                  </a:cubicBezTo>
                  <a:cubicBezTo>
                    <a:pt x="87656" y="116605"/>
                    <a:pt x="76462" y="120559"/>
                    <a:pt x="65571" y="120559"/>
                  </a:cubicBezTo>
                  <a:cubicBezTo>
                    <a:pt x="42579" y="120559"/>
                    <a:pt x="28058" y="97745"/>
                    <a:pt x="28058" y="61547"/>
                  </a:cubicBezTo>
                  <a:cubicBezTo>
                    <a:pt x="28058" y="44208"/>
                    <a:pt x="32898" y="25957"/>
                    <a:pt x="39252" y="18048"/>
                  </a:cubicBezTo>
                  <a:cubicBezTo>
                    <a:pt x="44394" y="11964"/>
                    <a:pt x="51958" y="8618"/>
                    <a:pt x="60731" y="8618"/>
                  </a:cubicBezTo>
                  <a:cubicBezTo>
                    <a:pt x="87051" y="8618"/>
                    <a:pt x="100664" y="34778"/>
                    <a:pt x="100664" y="85882"/>
                  </a:cubicBezTo>
                  <a:lnTo>
                    <a:pt x="100664" y="9774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DBCCB9AC-065D-706A-CC49-931228DD501E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9669475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9F459669-8171-63E5-72DE-C5DE4422C2B9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9987780" y="6665535"/>
              <a:ext cx="85615" cy="205631"/>
            </a:xfrm>
            <a:custGeom>
              <a:avLst/>
              <a:gdLst>
                <a:gd name="connsiteX0" fmla="*/ 54704 w 85615"/>
                <a:gd name="connsiteY0" fmla="*/ 101 h 205631"/>
                <a:gd name="connsiteX1" fmla="*/ 249 w 85615"/>
                <a:gd name="connsiteY1" fmla="*/ 27782 h 205631"/>
                <a:gd name="connsiteX2" fmla="*/ 249 w 85615"/>
                <a:gd name="connsiteY2" fmla="*/ 32040 h 205631"/>
                <a:gd name="connsiteX3" fmla="*/ 8417 w 85615"/>
                <a:gd name="connsiteY3" fmla="*/ 28694 h 205631"/>
                <a:gd name="connsiteX4" fmla="*/ 22031 w 85615"/>
                <a:gd name="connsiteY4" fmla="*/ 25348 h 205631"/>
                <a:gd name="connsiteX5" fmla="*/ 31107 w 85615"/>
                <a:gd name="connsiteY5" fmla="*/ 39645 h 205631"/>
                <a:gd name="connsiteX6" fmla="*/ 31107 w 85615"/>
                <a:gd name="connsiteY6" fmla="*/ 177443 h 205631"/>
                <a:gd name="connsiteX7" fmla="*/ 23846 w 85615"/>
                <a:gd name="connsiteY7" fmla="*/ 197215 h 205631"/>
                <a:gd name="connsiteX8" fmla="*/ 2367 w 85615"/>
                <a:gd name="connsiteY8" fmla="*/ 201170 h 205631"/>
                <a:gd name="connsiteX9" fmla="*/ 2367 w 85615"/>
                <a:gd name="connsiteY9" fmla="*/ 205732 h 205631"/>
                <a:gd name="connsiteX10" fmla="*/ 85864 w 85615"/>
                <a:gd name="connsiteY10" fmla="*/ 205732 h 205631"/>
                <a:gd name="connsiteX11" fmla="*/ 85864 w 85615"/>
                <a:gd name="connsiteY11" fmla="*/ 201170 h 205631"/>
                <a:gd name="connsiteX12" fmla="*/ 57124 w 85615"/>
                <a:gd name="connsiteY12" fmla="*/ 183222 h 205631"/>
                <a:gd name="connsiteX13" fmla="*/ 57124 w 85615"/>
                <a:gd name="connsiteY13" fmla="*/ 709 h 205631"/>
                <a:gd name="connsiteX14" fmla="*/ 54704 w 85615"/>
                <a:gd name="connsiteY14" fmla="*/ 10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704" y="101"/>
                  </a:moveTo>
                  <a:lnTo>
                    <a:pt x="249" y="27782"/>
                  </a:lnTo>
                  <a:lnTo>
                    <a:pt x="249" y="32040"/>
                  </a:lnTo>
                  <a:cubicBezTo>
                    <a:pt x="3879" y="30520"/>
                    <a:pt x="7207" y="29303"/>
                    <a:pt x="8417" y="28694"/>
                  </a:cubicBezTo>
                  <a:cubicBezTo>
                    <a:pt x="13863" y="26565"/>
                    <a:pt x="19006" y="25348"/>
                    <a:pt x="22031" y="25348"/>
                  </a:cubicBezTo>
                  <a:cubicBezTo>
                    <a:pt x="28384" y="25348"/>
                    <a:pt x="31107" y="29911"/>
                    <a:pt x="31107" y="39645"/>
                  </a:cubicBezTo>
                  <a:lnTo>
                    <a:pt x="31107" y="177443"/>
                  </a:lnTo>
                  <a:cubicBezTo>
                    <a:pt x="31107" y="187481"/>
                    <a:pt x="28686" y="194477"/>
                    <a:pt x="23846" y="197215"/>
                  </a:cubicBezTo>
                  <a:cubicBezTo>
                    <a:pt x="19308" y="199953"/>
                    <a:pt x="15073" y="200865"/>
                    <a:pt x="2367" y="201170"/>
                  </a:cubicBezTo>
                  <a:lnTo>
                    <a:pt x="2367" y="205732"/>
                  </a:lnTo>
                  <a:lnTo>
                    <a:pt x="85864" y="205732"/>
                  </a:lnTo>
                  <a:lnTo>
                    <a:pt x="85864" y="201170"/>
                  </a:lnTo>
                  <a:cubicBezTo>
                    <a:pt x="61964" y="200865"/>
                    <a:pt x="57124" y="197824"/>
                    <a:pt x="57124" y="183222"/>
                  </a:cubicBezTo>
                  <a:lnTo>
                    <a:pt x="57124" y="709"/>
                  </a:lnTo>
                  <a:lnTo>
                    <a:pt x="54704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FC9DAA45-6C99-7BC8-CFF8-570E594AAC90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127207" y="6840748"/>
              <a:ext cx="33580" cy="33764"/>
            </a:xfrm>
            <a:custGeom>
              <a:avLst/>
              <a:gdLst>
                <a:gd name="connsiteX0" fmla="*/ 16893 w 33580"/>
                <a:gd name="connsiteY0" fmla="*/ 101 h 33764"/>
                <a:gd name="connsiteX1" fmla="*/ 254 w 33580"/>
                <a:gd name="connsiteY1" fmla="*/ 17439 h 33764"/>
                <a:gd name="connsiteX2" fmla="*/ 16590 w 33580"/>
                <a:gd name="connsiteY2" fmla="*/ 33866 h 33764"/>
                <a:gd name="connsiteX3" fmla="*/ 33834 w 33580"/>
                <a:gd name="connsiteY3" fmla="*/ 17439 h 33764"/>
                <a:gd name="connsiteX4" fmla="*/ 16893 w 33580"/>
                <a:gd name="connsiteY4" fmla="*/ 10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93" y="101"/>
                  </a:moveTo>
                  <a:cubicBezTo>
                    <a:pt x="7817" y="101"/>
                    <a:pt x="254" y="8010"/>
                    <a:pt x="254" y="17439"/>
                  </a:cubicBezTo>
                  <a:cubicBezTo>
                    <a:pt x="254" y="26261"/>
                    <a:pt x="7817" y="33866"/>
                    <a:pt x="16590" y="33866"/>
                  </a:cubicBezTo>
                  <a:cubicBezTo>
                    <a:pt x="25969" y="33866"/>
                    <a:pt x="33834" y="26261"/>
                    <a:pt x="33834" y="17439"/>
                  </a:cubicBezTo>
                  <a:cubicBezTo>
                    <a:pt x="33834" y="8010"/>
                    <a:pt x="25969" y="101"/>
                    <a:pt x="16893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25434F44-D926-938E-CB22-1755921A9EE2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191021" y="6665535"/>
              <a:ext cx="134624" cy="205631"/>
            </a:xfrm>
            <a:custGeom>
              <a:avLst/>
              <a:gdLst>
                <a:gd name="connsiteX0" fmla="*/ 134881 w 134624"/>
                <a:gd name="connsiteY0" fmla="*/ 164059 h 205631"/>
                <a:gd name="connsiteX1" fmla="*/ 130948 w 134624"/>
                <a:gd name="connsiteY1" fmla="*/ 162538 h 205631"/>
                <a:gd name="connsiteX2" fmla="*/ 102208 w 134624"/>
                <a:gd name="connsiteY2" fmla="*/ 182614 h 205631"/>
                <a:gd name="connsiteX3" fmla="*/ 29904 w 134624"/>
                <a:gd name="connsiteY3" fmla="*/ 182614 h 205631"/>
                <a:gd name="connsiteX4" fmla="*/ 80728 w 134624"/>
                <a:gd name="connsiteY4" fmla="*/ 129077 h 205631"/>
                <a:gd name="connsiteX5" fmla="*/ 119452 w 134624"/>
                <a:gd name="connsiteY5" fmla="*/ 53942 h 205631"/>
                <a:gd name="connsiteX6" fmla="*/ 63484 w 134624"/>
                <a:gd name="connsiteY6" fmla="*/ 101 h 205631"/>
                <a:gd name="connsiteX7" fmla="*/ 19921 w 134624"/>
                <a:gd name="connsiteY7" fmla="*/ 18960 h 205631"/>
                <a:gd name="connsiteX8" fmla="*/ 559 w 134624"/>
                <a:gd name="connsiteY8" fmla="*/ 60634 h 205631"/>
                <a:gd name="connsiteX9" fmla="*/ 6912 w 134624"/>
                <a:gd name="connsiteY9" fmla="*/ 62155 h 205631"/>
                <a:gd name="connsiteX10" fmla="*/ 50778 w 134624"/>
                <a:gd name="connsiteY10" fmla="*/ 22611 h 205631"/>
                <a:gd name="connsiteX11" fmla="*/ 93435 w 134624"/>
                <a:gd name="connsiteY11" fmla="*/ 65501 h 205631"/>
                <a:gd name="connsiteX12" fmla="*/ 54106 w 134624"/>
                <a:gd name="connsiteY12" fmla="*/ 144590 h 205631"/>
                <a:gd name="connsiteX13" fmla="*/ 256 w 134624"/>
                <a:gd name="connsiteY13" fmla="*/ 202082 h 205631"/>
                <a:gd name="connsiteX14" fmla="*/ 256 w 134624"/>
                <a:gd name="connsiteY14" fmla="*/ 205732 h 205631"/>
                <a:gd name="connsiteX15" fmla="*/ 118242 w 134624"/>
                <a:gd name="connsiteY15" fmla="*/ 205732 h 205631"/>
                <a:gd name="connsiteX16" fmla="*/ 134881 w 134624"/>
                <a:gd name="connsiteY16" fmla="*/ 164059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81" y="164059"/>
                  </a:moveTo>
                  <a:lnTo>
                    <a:pt x="130948" y="162538"/>
                  </a:lnTo>
                  <a:cubicBezTo>
                    <a:pt x="119754" y="179876"/>
                    <a:pt x="115822" y="182614"/>
                    <a:pt x="102208" y="182614"/>
                  </a:cubicBezTo>
                  <a:lnTo>
                    <a:pt x="29904" y="182614"/>
                  </a:lnTo>
                  <a:lnTo>
                    <a:pt x="80728" y="129077"/>
                  </a:lnTo>
                  <a:cubicBezTo>
                    <a:pt x="107653" y="100787"/>
                    <a:pt x="119452" y="77669"/>
                    <a:pt x="119452" y="53942"/>
                  </a:cubicBezTo>
                  <a:cubicBezTo>
                    <a:pt x="119452" y="23523"/>
                    <a:pt x="94947" y="101"/>
                    <a:pt x="63484" y="101"/>
                  </a:cubicBezTo>
                  <a:cubicBezTo>
                    <a:pt x="46845" y="101"/>
                    <a:pt x="31114" y="6793"/>
                    <a:pt x="19921" y="18960"/>
                  </a:cubicBezTo>
                  <a:cubicBezTo>
                    <a:pt x="10240" y="29303"/>
                    <a:pt x="5702" y="39037"/>
                    <a:pt x="559" y="60634"/>
                  </a:cubicBezTo>
                  <a:lnTo>
                    <a:pt x="6912" y="62155"/>
                  </a:lnTo>
                  <a:cubicBezTo>
                    <a:pt x="19013" y="32345"/>
                    <a:pt x="29904" y="22611"/>
                    <a:pt x="50778" y="22611"/>
                  </a:cubicBezTo>
                  <a:cubicBezTo>
                    <a:pt x="76191" y="22611"/>
                    <a:pt x="93435" y="39949"/>
                    <a:pt x="93435" y="65501"/>
                  </a:cubicBezTo>
                  <a:cubicBezTo>
                    <a:pt x="93435" y="89228"/>
                    <a:pt x="79518" y="117518"/>
                    <a:pt x="54106" y="144590"/>
                  </a:cubicBezTo>
                  <a:lnTo>
                    <a:pt x="256" y="202082"/>
                  </a:lnTo>
                  <a:lnTo>
                    <a:pt x="256" y="205732"/>
                  </a:lnTo>
                  <a:lnTo>
                    <a:pt x="118242" y="205732"/>
                  </a:lnTo>
                  <a:lnTo>
                    <a:pt x="134881" y="1640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0D43E4C3-BB3F-D661-19F2-BB227B52F27A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342852" y="6665535"/>
              <a:ext cx="134624" cy="205631"/>
            </a:xfrm>
            <a:custGeom>
              <a:avLst/>
              <a:gdLst>
                <a:gd name="connsiteX0" fmla="*/ 134886 w 134624"/>
                <a:gd name="connsiteY0" fmla="*/ 164059 h 205631"/>
                <a:gd name="connsiteX1" fmla="*/ 130953 w 134624"/>
                <a:gd name="connsiteY1" fmla="*/ 162538 h 205631"/>
                <a:gd name="connsiteX2" fmla="*/ 102213 w 134624"/>
                <a:gd name="connsiteY2" fmla="*/ 182614 h 205631"/>
                <a:gd name="connsiteX3" fmla="*/ 29909 w 134624"/>
                <a:gd name="connsiteY3" fmla="*/ 182614 h 205631"/>
                <a:gd name="connsiteX4" fmla="*/ 80733 w 134624"/>
                <a:gd name="connsiteY4" fmla="*/ 129077 h 205631"/>
                <a:gd name="connsiteX5" fmla="*/ 119457 w 134624"/>
                <a:gd name="connsiteY5" fmla="*/ 53942 h 205631"/>
                <a:gd name="connsiteX6" fmla="*/ 63489 w 134624"/>
                <a:gd name="connsiteY6" fmla="*/ 101 h 205631"/>
                <a:gd name="connsiteX7" fmla="*/ 19926 w 134624"/>
                <a:gd name="connsiteY7" fmla="*/ 18960 h 205631"/>
                <a:gd name="connsiteX8" fmla="*/ 564 w 134624"/>
                <a:gd name="connsiteY8" fmla="*/ 60634 h 205631"/>
                <a:gd name="connsiteX9" fmla="*/ 6917 w 134624"/>
                <a:gd name="connsiteY9" fmla="*/ 62155 h 205631"/>
                <a:gd name="connsiteX10" fmla="*/ 50783 w 134624"/>
                <a:gd name="connsiteY10" fmla="*/ 22611 h 205631"/>
                <a:gd name="connsiteX11" fmla="*/ 93440 w 134624"/>
                <a:gd name="connsiteY11" fmla="*/ 65501 h 205631"/>
                <a:gd name="connsiteX12" fmla="*/ 54111 w 134624"/>
                <a:gd name="connsiteY12" fmla="*/ 144590 h 205631"/>
                <a:gd name="connsiteX13" fmla="*/ 261 w 134624"/>
                <a:gd name="connsiteY13" fmla="*/ 202082 h 205631"/>
                <a:gd name="connsiteX14" fmla="*/ 261 w 134624"/>
                <a:gd name="connsiteY14" fmla="*/ 205732 h 205631"/>
                <a:gd name="connsiteX15" fmla="*/ 118247 w 134624"/>
                <a:gd name="connsiteY15" fmla="*/ 205732 h 205631"/>
                <a:gd name="connsiteX16" fmla="*/ 134886 w 134624"/>
                <a:gd name="connsiteY16" fmla="*/ 164059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86" y="164059"/>
                  </a:moveTo>
                  <a:lnTo>
                    <a:pt x="130953" y="162538"/>
                  </a:lnTo>
                  <a:cubicBezTo>
                    <a:pt x="119759" y="179876"/>
                    <a:pt x="115827" y="182614"/>
                    <a:pt x="102213" y="182614"/>
                  </a:cubicBezTo>
                  <a:lnTo>
                    <a:pt x="29909" y="182614"/>
                  </a:lnTo>
                  <a:lnTo>
                    <a:pt x="80733" y="129077"/>
                  </a:lnTo>
                  <a:cubicBezTo>
                    <a:pt x="107658" y="100787"/>
                    <a:pt x="119457" y="77669"/>
                    <a:pt x="119457" y="53942"/>
                  </a:cubicBezTo>
                  <a:cubicBezTo>
                    <a:pt x="119457" y="23523"/>
                    <a:pt x="94952" y="101"/>
                    <a:pt x="63489" y="101"/>
                  </a:cubicBezTo>
                  <a:cubicBezTo>
                    <a:pt x="46850" y="101"/>
                    <a:pt x="31119" y="6793"/>
                    <a:pt x="19926" y="18960"/>
                  </a:cubicBezTo>
                  <a:cubicBezTo>
                    <a:pt x="10245" y="29303"/>
                    <a:pt x="5707" y="39037"/>
                    <a:pt x="564" y="60634"/>
                  </a:cubicBezTo>
                  <a:lnTo>
                    <a:pt x="6917" y="62155"/>
                  </a:lnTo>
                  <a:cubicBezTo>
                    <a:pt x="19018" y="32345"/>
                    <a:pt x="29909" y="22611"/>
                    <a:pt x="50783" y="22611"/>
                  </a:cubicBezTo>
                  <a:cubicBezTo>
                    <a:pt x="76196" y="22611"/>
                    <a:pt x="93440" y="39949"/>
                    <a:pt x="93440" y="65501"/>
                  </a:cubicBezTo>
                  <a:cubicBezTo>
                    <a:pt x="93440" y="89228"/>
                    <a:pt x="79523" y="117518"/>
                    <a:pt x="54111" y="144590"/>
                  </a:cubicBezTo>
                  <a:lnTo>
                    <a:pt x="261" y="202082"/>
                  </a:lnTo>
                  <a:lnTo>
                    <a:pt x="261" y="205732"/>
                  </a:lnTo>
                  <a:lnTo>
                    <a:pt x="118247" y="205732"/>
                  </a:lnTo>
                  <a:lnTo>
                    <a:pt x="134886" y="1640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1174FCC1-2055-3ED5-D8F6-A85C8496DFBC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489237" y="6665535"/>
              <a:ext cx="139162" cy="205631"/>
            </a:xfrm>
            <a:custGeom>
              <a:avLst/>
              <a:gdLst>
                <a:gd name="connsiteX0" fmla="*/ 139429 w 139162"/>
                <a:gd name="connsiteY0" fmla="*/ 135465 h 205631"/>
                <a:gd name="connsiteX1" fmla="*/ 108571 w 139162"/>
                <a:gd name="connsiteY1" fmla="*/ 135465 h 205631"/>
                <a:gd name="connsiteX2" fmla="*/ 108571 w 139162"/>
                <a:gd name="connsiteY2" fmla="*/ 101 h 205631"/>
                <a:gd name="connsiteX3" fmla="*/ 95260 w 139162"/>
                <a:gd name="connsiteY3" fmla="*/ 101 h 205631"/>
                <a:gd name="connsiteX4" fmla="*/ 266 w 139162"/>
                <a:gd name="connsiteY4" fmla="*/ 135465 h 205631"/>
                <a:gd name="connsiteX5" fmla="*/ 266 w 139162"/>
                <a:gd name="connsiteY5" fmla="*/ 154933 h 205631"/>
                <a:gd name="connsiteX6" fmla="*/ 85276 w 139162"/>
                <a:gd name="connsiteY6" fmla="*/ 154933 h 205631"/>
                <a:gd name="connsiteX7" fmla="*/ 85276 w 139162"/>
                <a:gd name="connsiteY7" fmla="*/ 205732 h 205631"/>
                <a:gd name="connsiteX8" fmla="*/ 108571 w 139162"/>
                <a:gd name="connsiteY8" fmla="*/ 205732 h 205631"/>
                <a:gd name="connsiteX9" fmla="*/ 108571 w 139162"/>
                <a:gd name="connsiteY9" fmla="*/ 154933 h 205631"/>
                <a:gd name="connsiteX10" fmla="*/ 139429 w 139162"/>
                <a:gd name="connsiteY10" fmla="*/ 154933 h 205631"/>
                <a:gd name="connsiteX11" fmla="*/ 139429 w 139162"/>
                <a:gd name="connsiteY11" fmla="*/ 135465 h 205631"/>
                <a:gd name="connsiteX12" fmla="*/ 84974 w 139162"/>
                <a:gd name="connsiteY12" fmla="*/ 135465 h 205631"/>
                <a:gd name="connsiteX13" fmla="*/ 12367 w 139162"/>
                <a:gd name="connsiteY13" fmla="*/ 135465 h 205631"/>
                <a:gd name="connsiteX14" fmla="*/ 84974 w 139162"/>
                <a:gd name="connsiteY14" fmla="*/ 31128 h 205631"/>
                <a:gd name="connsiteX15" fmla="*/ 84974 w 139162"/>
                <a:gd name="connsiteY15" fmla="*/ 13546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429" y="135465"/>
                  </a:moveTo>
                  <a:lnTo>
                    <a:pt x="108571" y="135465"/>
                  </a:lnTo>
                  <a:lnTo>
                    <a:pt x="108571" y="101"/>
                  </a:lnTo>
                  <a:lnTo>
                    <a:pt x="95260" y="101"/>
                  </a:lnTo>
                  <a:lnTo>
                    <a:pt x="266" y="135465"/>
                  </a:lnTo>
                  <a:lnTo>
                    <a:pt x="266" y="154933"/>
                  </a:lnTo>
                  <a:lnTo>
                    <a:pt x="85276" y="154933"/>
                  </a:lnTo>
                  <a:lnTo>
                    <a:pt x="85276" y="205732"/>
                  </a:lnTo>
                  <a:lnTo>
                    <a:pt x="108571" y="205732"/>
                  </a:lnTo>
                  <a:lnTo>
                    <a:pt x="108571" y="154933"/>
                  </a:lnTo>
                  <a:lnTo>
                    <a:pt x="139429" y="154933"/>
                  </a:lnTo>
                  <a:lnTo>
                    <a:pt x="139429" y="135465"/>
                  </a:lnTo>
                  <a:close/>
                  <a:moveTo>
                    <a:pt x="84974" y="135465"/>
                  </a:moveTo>
                  <a:lnTo>
                    <a:pt x="12367" y="135465"/>
                  </a:lnTo>
                  <a:lnTo>
                    <a:pt x="84974" y="31128"/>
                  </a:lnTo>
                  <a:lnTo>
                    <a:pt x="84974" y="1354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D476F613-7A65-B0F7-0419-2ABEE4F4AD51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910014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7F17CADC-E796-F948-8B39-317D8D8C8625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1228319" y="6665535"/>
              <a:ext cx="85615" cy="205631"/>
            </a:xfrm>
            <a:custGeom>
              <a:avLst/>
              <a:gdLst>
                <a:gd name="connsiteX0" fmla="*/ 54744 w 85615"/>
                <a:gd name="connsiteY0" fmla="*/ 101 h 205631"/>
                <a:gd name="connsiteX1" fmla="*/ 290 w 85615"/>
                <a:gd name="connsiteY1" fmla="*/ 27782 h 205631"/>
                <a:gd name="connsiteX2" fmla="*/ 290 w 85615"/>
                <a:gd name="connsiteY2" fmla="*/ 32040 h 205631"/>
                <a:gd name="connsiteX3" fmla="*/ 8458 w 85615"/>
                <a:gd name="connsiteY3" fmla="*/ 28694 h 205631"/>
                <a:gd name="connsiteX4" fmla="*/ 22071 w 85615"/>
                <a:gd name="connsiteY4" fmla="*/ 25348 h 205631"/>
                <a:gd name="connsiteX5" fmla="*/ 31147 w 85615"/>
                <a:gd name="connsiteY5" fmla="*/ 39645 h 205631"/>
                <a:gd name="connsiteX6" fmla="*/ 31147 w 85615"/>
                <a:gd name="connsiteY6" fmla="*/ 177443 h 205631"/>
                <a:gd name="connsiteX7" fmla="*/ 23887 w 85615"/>
                <a:gd name="connsiteY7" fmla="*/ 197215 h 205631"/>
                <a:gd name="connsiteX8" fmla="*/ 2407 w 85615"/>
                <a:gd name="connsiteY8" fmla="*/ 201170 h 205631"/>
                <a:gd name="connsiteX9" fmla="*/ 2407 w 85615"/>
                <a:gd name="connsiteY9" fmla="*/ 205732 h 205631"/>
                <a:gd name="connsiteX10" fmla="*/ 85905 w 85615"/>
                <a:gd name="connsiteY10" fmla="*/ 205732 h 205631"/>
                <a:gd name="connsiteX11" fmla="*/ 85905 w 85615"/>
                <a:gd name="connsiteY11" fmla="*/ 201170 h 205631"/>
                <a:gd name="connsiteX12" fmla="*/ 57165 w 85615"/>
                <a:gd name="connsiteY12" fmla="*/ 183222 h 205631"/>
                <a:gd name="connsiteX13" fmla="*/ 57165 w 85615"/>
                <a:gd name="connsiteY13" fmla="*/ 709 h 205631"/>
                <a:gd name="connsiteX14" fmla="*/ 54744 w 85615"/>
                <a:gd name="connsiteY14" fmla="*/ 10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744" y="101"/>
                  </a:moveTo>
                  <a:lnTo>
                    <a:pt x="290" y="27782"/>
                  </a:lnTo>
                  <a:lnTo>
                    <a:pt x="290" y="32040"/>
                  </a:lnTo>
                  <a:cubicBezTo>
                    <a:pt x="3920" y="30520"/>
                    <a:pt x="7248" y="29303"/>
                    <a:pt x="8458" y="28694"/>
                  </a:cubicBezTo>
                  <a:cubicBezTo>
                    <a:pt x="13903" y="26565"/>
                    <a:pt x="19046" y="25348"/>
                    <a:pt x="22071" y="25348"/>
                  </a:cubicBezTo>
                  <a:cubicBezTo>
                    <a:pt x="28425" y="25348"/>
                    <a:pt x="31147" y="29911"/>
                    <a:pt x="31147" y="39645"/>
                  </a:cubicBezTo>
                  <a:lnTo>
                    <a:pt x="31147" y="177443"/>
                  </a:lnTo>
                  <a:cubicBezTo>
                    <a:pt x="31147" y="187481"/>
                    <a:pt x="28727" y="194477"/>
                    <a:pt x="23887" y="197215"/>
                  </a:cubicBezTo>
                  <a:cubicBezTo>
                    <a:pt x="19349" y="199953"/>
                    <a:pt x="15113" y="200865"/>
                    <a:pt x="2407" y="201170"/>
                  </a:cubicBezTo>
                  <a:lnTo>
                    <a:pt x="2407" y="205732"/>
                  </a:lnTo>
                  <a:lnTo>
                    <a:pt x="85905" y="205732"/>
                  </a:lnTo>
                  <a:lnTo>
                    <a:pt x="85905" y="201170"/>
                  </a:lnTo>
                  <a:cubicBezTo>
                    <a:pt x="62005" y="200865"/>
                    <a:pt x="57165" y="197824"/>
                    <a:pt x="57165" y="183222"/>
                  </a:cubicBezTo>
                  <a:lnTo>
                    <a:pt x="57165" y="709"/>
                  </a:lnTo>
                  <a:lnTo>
                    <a:pt x="54744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C5A0909-5BD3-AF84-BBBB-96F45E984029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1367746" y="6840748"/>
              <a:ext cx="33580" cy="33764"/>
            </a:xfrm>
            <a:custGeom>
              <a:avLst/>
              <a:gdLst>
                <a:gd name="connsiteX0" fmla="*/ 16934 w 33580"/>
                <a:gd name="connsiteY0" fmla="*/ 101 h 33764"/>
                <a:gd name="connsiteX1" fmla="*/ 295 w 33580"/>
                <a:gd name="connsiteY1" fmla="*/ 17439 h 33764"/>
                <a:gd name="connsiteX2" fmla="*/ 16631 w 33580"/>
                <a:gd name="connsiteY2" fmla="*/ 33866 h 33764"/>
                <a:gd name="connsiteX3" fmla="*/ 33875 w 33580"/>
                <a:gd name="connsiteY3" fmla="*/ 17439 h 33764"/>
                <a:gd name="connsiteX4" fmla="*/ 16934 w 33580"/>
                <a:gd name="connsiteY4" fmla="*/ 10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34" y="101"/>
                  </a:moveTo>
                  <a:cubicBezTo>
                    <a:pt x="7858" y="101"/>
                    <a:pt x="295" y="8010"/>
                    <a:pt x="295" y="17439"/>
                  </a:cubicBezTo>
                  <a:cubicBezTo>
                    <a:pt x="295" y="26261"/>
                    <a:pt x="7858" y="33866"/>
                    <a:pt x="16631" y="33866"/>
                  </a:cubicBezTo>
                  <a:cubicBezTo>
                    <a:pt x="26009" y="33866"/>
                    <a:pt x="33875" y="26261"/>
                    <a:pt x="33875" y="17439"/>
                  </a:cubicBezTo>
                  <a:cubicBezTo>
                    <a:pt x="33875" y="8010"/>
                    <a:pt x="26009" y="101"/>
                    <a:pt x="16934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66BF59CB-C90D-FA84-37E7-6507102E8057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431560" y="6665535"/>
              <a:ext cx="134624" cy="205631"/>
            </a:xfrm>
            <a:custGeom>
              <a:avLst/>
              <a:gdLst>
                <a:gd name="connsiteX0" fmla="*/ 134921 w 134624"/>
                <a:gd name="connsiteY0" fmla="*/ 164059 h 205631"/>
                <a:gd name="connsiteX1" fmla="*/ 130989 w 134624"/>
                <a:gd name="connsiteY1" fmla="*/ 162538 h 205631"/>
                <a:gd name="connsiteX2" fmla="*/ 102249 w 134624"/>
                <a:gd name="connsiteY2" fmla="*/ 182614 h 205631"/>
                <a:gd name="connsiteX3" fmla="*/ 29945 w 134624"/>
                <a:gd name="connsiteY3" fmla="*/ 182614 h 205631"/>
                <a:gd name="connsiteX4" fmla="*/ 80769 w 134624"/>
                <a:gd name="connsiteY4" fmla="*/ 129077 h 205631"/>
                <a:gd name="connsiteX5" fmla="*/ 119493 w 134624"/>
                <a:gd name="connsiteY5" fmla="*/ 53942 h 205631"/>
                <a:gd name="connsiteX6" fmla="*/ 63525 w 134624"/>
                <a:gd name="connsiteY6" fmla="*/ 101 h 205631"/>
                <a:gd name="connsiteX7" fmla="*/ 19961 w 134624"/>
                <a:gd name="connsiteY7" fmla="*/ 18960 h 205631"/>
                <a:gd name="connsiteX8" fmla="*/ 600 w 134624"/>
                <a:gd name="connsiteY8" fmla="*/ 60634 h 205631"/>
                <a:gd name="connsiteX9" fmla="*/ 6953 w 134624"/>
                <a:gd name="connsiteY9" fmla="*/ 62155 h 205631"/>
                <a:gd name="connsiteX10" fmla="*/ 50819 w 134624"/>
                <a:gd name="connsiteY10" fmla="*/ 22611 h 205631"/>
                <a:gd name="connsiteX11" fmla="*/ 93475 w 134624"/>
                <a:gd name="connsiteY11" fmla="*/ 65501 h 205631"/>
                <a:gd name="connsiteX12" fmla="*/ 54147 w 134624"/>
                <a:gd name="connsiteY12" fmla="*/ 144590 h 205631"/>
                <a:gd name="connsiteX13" fmla="*/ 297 w 134624"/>
                <a:gd name="connsiteY13" fmla="*/ 202082 h 205631"/>
                <a:gd name="connsiteX14" fmla="*/ 297 w 134624"/>
                <a:gd name="connsiteY14" fmla="*/ 205732 h 205631"/>
                <a:gd name="connsiteX15" fmla="*/ 118282 w 134624"/>
                <a:gd name="connsiteY15" fmla="*/ 205732 h 205631"/>
                <a:gd name="connsiteX16" fmla="*/ 134921 w 134624"/>
                <a:gd name="connsiteY16" fmla="*/ 164059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921" y="164059"/>
                  </a:moveTo>
                  <a:lnTo>
                    <a:pt x="130989" y="162538"/>
                  </a:lnTo>
                  <a:cubicBezTo>
                    <a:pt x="119795" y="179876"/>
                    <a:pt x="115862" y="182614"/>
                    <a:pt x="102249" y="182614"/>
                  </a:cubicBezTo>
                  <a:lnTo>
                    <a:pt x="29945" y="182614"/>
                  </a:lnTo>
                  <a:lnTo>
                    <a:pt x="80769" y="129077"/>
                  </a:lnTo>
                  <a:cubicBezTo>
                    <a:pt x="107694" y="100787"/>
                    <a:pt x="119493" y="77669"/>
                    <a:pt x="119493" y="53942"/>
                  </a:cubicBezTo>
                  <a:cubicBezTo>
                    <a:pt x="119493" y="23523"/>
                    <a:pt x="94988" y="101"/>
                    <a:pt x="63525" y="101"/>
                  </a:cubicBezTo>
                  <a:cubicBezTo>
                    <a:pt x="46886" y="101"/>
                    <a:pt x="31155" y="6793"/>
                    <a:pt x="19961" y="18960"/>
                  </a:cubicBezTo>
                  <a:cubicBezTo>
                    <a:pt x="10280" y="29303"/>
                    <a:pt x="5742" y="39037"/>
                    <a:pt x="600" y="60634"/>
                  </a:cubicBezTo>
                  <a:lnTo>
                    <a:pt x="6953" y="62155"/>
                  </a:lnTo>
                  <a:cubicBezTo>
                    <a:pt x="19054" y="32345"/>
                    <a:pt x="29945" y="22611"/>
                    <a:pt x="50819" y="22611"/>
                  </a:cubicBezTo>
                  <a:cubicBezTo>
                    <a:pt x="76231" y="22611"/>
                    <a:pt x="93475" y="39949"/>
                    <a:pt x="93475" y="65501"/>
                  </a:cubicBezTo>
                  <a:cubicBezTo>
                    <a:pt x="93475" y="89228"/>
                    <a:pt x="79559" y="117518"/>
                    <a:pt x="54147" y="144590"/>
                  </a:cubicBezTo>
                  <a:lnTo>
                    <a:pt x="297" y="202082"/>
                  </a:lnTo>
                  <a:lnTo>
                    <a:pt x="297" y="205732"/>
                  </a:lnTo>
                  <a:lnTo>
                    <a:pt x="118282" y="205732"/>
                  </a:lnTo>
                  <a:lnTo>
                    <a:pt x="134921" y="1640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B3945288-9075-B312-41E3-0752CB971A6E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1581576" y="6665535"/>
              <a:ext cx="136742" cy="209890"/>
            </a:xfrm>
            <a:custGeom>
              <a:avLst/>
              <a:gdLst>
                <a:gd name="connsiteX0" fmla="*/ 69883 w 136742"/>
                <a:gd name="connsiteY0" fmla="*/ 101 h 209890"/>
                <a:gd name="connsiteX1" fmla="*/ 29345 w 136742"/>
                <a:gd name="connsiteY1" fmla="*/ 15918 h 209890"/>
                <a:gd name="connsiteX2" fmla="*/ 302 w 136742"/>
                <a:gd name="connsiteY2" fmla="*/ 103525 h 209890"/>
                <a:gd name="connsiteX3" fmla="*/ 24504 w 136742"/>
                <a:gd name="connsiteY3" fmla="*/ 189306 h 209890"/>
                <a:gd name="connsiteX4" fmla="*/ 68673 w 136742"/>
                <a:gd name="connsiteY4" fmla="*/ 209991 h 209890"/>
                <a:gd name="connsiteX5" fmla="*/ 108002 w 136742"/>
                <a:gd name="connsiteY5" fmla="*/ 194173 h 209890"/>
                <a:gd name="connsiteX6" fmla="*/ 137044 w 136742"/>
                <a:gd name="connsiteY6" fmla="*/ 105350 h 209890"/>
                <a:gd name="connsiteX7" fmla="*/ 69883 w 136742"/>
                <a:gd name="connsiteY7" fmla="*/ 101 h 209890"/>
                <a:gd name="connsiteX8" fmla="*/ 68976 w 136742"/>
                <a:gd name="connsiteY8" fmla="*/ 8010 h 209890"/>
                <a:gd name="connsiteX9" fmla="*/ 108002 w 136742"/>
                <a:gd name="connsiteY9" fmla="*/ 105958 h 209890"/>
                <a:gd name="connsiteX10" fmla="*/ 68673 w 136742"/>
                <a:gd name="connsiteY10" fmla="*/ 202082 h 209890"/>
                <a:gd name="connsiteX11" fmla="*/ 29345 w 136742"/>
                <a:gd name="connsiteY11" fmla="*/ 106263 h 209890"/>
                <a:gd name="connsiteX12" fmla="*/ 68976 w 136742"/>
                <a:gd name="connsiteY12" fmla="*/ 8010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83" y="101"/>
                  </a:moveTo>
                  <a:cubicBezTo>
                    <a:pt x="53244" y="101"/>
                    <a:pt x="40538" y="5272"/>
                    <a:pt x="29345" y="15918"/>
                  </a:cubicBezTo>
                  <a:cubicBezTo>
                    <a:pt x="11798" y="32953"/>
                    <a:pt x="302" y="67935"/>
                    <a:pt x="302" y="103525"/>
                  </a:cubicBezTo>
                  <a:cubicBezTo>
                    <a:pt x="302" y="136682"/>
                    <a:pt x="10285" y="172272"/>
                    <a:pt x="24504" y="189306"/>
                  </a:cubicBezTo>
                  <a:cubicBezTo>
                    <a:pt x="35698" y="202691"/>
                    <a:pt x="51127" y="209991"/>
                    <a:pt x="68673" y="209991"/>
                  </a:cubicBezTo>
                  <a:cubicBezTo>
                    <a:pt x="84102" y="209991"/>
                    <a:pt x="97111" y="204820"/>
                    <a:pt x="108002" y="194173"/>
                  </a:cubicBezTo>
                  <a:cubicBezTo>
                    <a:pt x="125548" y="177443"/>
                    <a:pt x="137044" y="142157"/>
                    <a:pt x="137044" y="105350"/>
                  </a:cubicBezTo>
                  <a:cubicBezTo>
                    <a:pt x="137044" y="42991"/>
                    <a:pt x="109514" y="101"/>
                    <a:pt x="69883" y="101"/>
                  </a:cubicBezTo>
                  <a:close/>
                  <a:moveTo>
                    <a:pt x="68976" y="8010"/>
                  </a:moveTo>
                  <a:cubicBezTo>
                    <a:pt x="94388" y="8010"/>
                    <a:pt x="108002" y="42383"/>
                    <a:pt x="108002" y="105958"/>
                  </a:cubicBezTo>
                  <a:cubicBezTo>
                    <a:pt x="108002" y="169534"/>
                    <a:pt x="94690" y="202082"/>
                    <a:pt x="68673" y="202082"/>
                  </a:cubicBezTo>
                  <a:cubicBezTo>
                    <a:pt x="42656" y="202082"/>
                    <a:pt x="29345" y="169534"/>
                    <a:pt x="29345" y="106263"/>
                  </a:cubicBezTo>
                  <a:cubicBezTo>
                    <a:pt x="29345" y="41775"/>
                    <a:pt x="42958" y="8010"/>
                    <a:pt x="68976" y="801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B05FB7A2-633B-1A91-4C83-786FBD90A6D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1732196" y="6669794"/>
              <a:ext cx="129783" cy="203806"/>
            </a:xfrm>
            <a:custGeom>
              <a:avLst/>
              <a:gdLst>
                <a:gd name="connsiteX0" fmla="*/ 130091 w 129783"/>
                <a:gd name="connsiteY0" fmla="*/ 101 h 203806"/>
                <a:gd name="connsiteX1" fmla="*/ 18156 w 129783"/>
                <a:gd name="connsiteY1" fmla="*/ 101 h 203806"/>
                <a:gd name="connsiteX2" fmla="*/ 307 w 129783"/>
                <a:gd name="connsiteY2" fmla="*/ 44816 h 203806"/>
                <a:gd name="connsiteX3" fmla="*/ 5450 w 129783"/>
                <a:gd name="connsiteY3" fmla="*/ 47250 h 203806"/>
                <a:gd name="connsiteX4" fmla="*/ 40543 w 129783"/>
                <a:gd name="connsiteY4" fmla="*/ 22611 h 203806"/>
                <a:gd name="connsiteX5" fmla="*/ 106191 w 129783"/>
                <a:gd name="connsiteY5" fmla="*/ 22611 h 203806"/>
                <a:gd name="connsiteX6" fmla="*/ 46291 w 129783"/>
                <a:gd name="connsiteY6" fmla="*/ 203907 h 203806"/>
                <a:gd name="connsiteX7" fmla="*/ 65955 w 129783"/>
                <a:gd name="connsiteY7" fmla="*/ 203907 h 203806"/>
                <a:gd name="connsiteX8" fmla="*/ 130091 w 129783"/>
                <a:gd name="connsiteY8" fmla="*/ 4968 h 203806"/>
                <a:gd name="connsiteX9" fmla="*/ 130091 w 129783"/>
                <a:gd name="connsiteY9" fmla="*/ 101 h 20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3806">
                  <a:moveTo>
                    <a:pt x="130091" y="101"/>
                  </a:moveTo>
                  <a:lnTo>
                    <a:pt x="18156" y="101"/>
                  </a:lnTo>
                  <a:lnTo>
                    <a:pt x="307" y="44816"/>
                  </a:lnTo>
                  <a:lnTo>
                    <a:pt x="5450" y="47250"/>
                  </a:lnTo>
                  <a:cubicBezTo>
                    <a:pt x="18459" y="26565"/>
                    <a:pt x="23904" y="22611"/>
                    <a:pt x="40543" y="22611"/>
                  </a:cubicBezTo>
                  <a:lnTo>
                    <a:pt x="106191" y="22611"/>
                  </a:lnTo>
                  <a:lnTo>
                    <a:pt x="46291" y="203907"/>
                  </a:lnTo>
                  <a:lnTo>
                    <a:pt x="65955" y="203907"/>
                  </a:lnTo>
                  <a:lnTo>
                    <a:pt x="130091" y="4968"/>
                  </a:lnTo>
                  <a:lnTo>
                    <a:pt x="130091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9641C6E4-0D68-9565-465E-056FAF2DB234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2150554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E9796E71-BF63-872D-8080-5E5EDEA196E4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2468858" y="6665535"/>
              <a:ext cx="85615" cy="205631"/>
            </a:xfrm>
            <a:custGeom>
              <a:avLst/>
              <a:gdLst>
                <a:gd name="connsiteX0" fmla="*/ 54785 w 85615"/>
                <a:gd name="connsiteY0" fmla="*/ 101 h 205631"/>
                <a:gd name="connsiteX1" fmla="*/ 330 w 85615"/>
                <a:gd name="connsiteY1" fmla="*/ 27782 h 205631"/>
                <a:gd name="connsiteX2" fmla="*/ 330 w 85615"/>
                <a:gd name="connsiteY2" fmla="*/ 32040 h 205631"/>
                <a:gd name="connsiteX3" fmla="*/ 8498 w 85615"/>
                <a:gd name="connsiteY3" fmla="*/ 28694 h 205631"/>
                <a:gd name="connsiteX4" fmla="*/ 22112 w 85615"/>
                <a:gd name="connsiteY4" fmla="*/ 25348 h 205631"/>
                <a:gd name="connsiteX5" fmla="*/ 31188 w 85615"/>
                <a:gd name="connsiteY5" fmla="*/ 39645 h 205631"/>
                <a:gd name="connsiteX6" fmla="*/ 31188 w 85615"/>
                <a:gd name="connsiteY6" fmla="*/ 177443 h 205631"/>
                <a:gd name="connsiteX7" fmla="*/ 23927 w 85615"/>
                <a:gd name="connsiteY7" fmla="*/ 197215 h 205631"/>
                <a:gd name="connsiteX8" fmla="*/ 2448 w 85615"/>
                <a:gd name="connsiteY8" fmla="*/ 201170 h 205631"/>
                <a:gd name="connsiteX9" fmla="*/ 2448 w 85615"/>
                <a:gd name="connsiteY9" fmla="*/ 205732 h 205631"/>
                <a:gd name="connsiteX10" fmla="*/ 85945 w 85615"/>
                <a:gd name="connsiteY10" fmla="*/ 205732 h 205631"/>
                <a:gd name="connsiteX11" fmla="*/ 85945 w 85615"/>
                <a:gd name="connsiteY11" fmla="*/ 201170 h 205631"/>
                <a:gd name="connsiteX12" fmla="*/ 57205 w 85615"/>
                <a:gd name="connsiteY12" fmla="*/ 183222 h 205631"/>
                <a:gd name="connsiteX13" fmla="*/ 57205 w 85615"/>
                <a:gd name="connsiteY13" fmla="*/ 709 h 205631"/>
                <a:gd name="connsiteX14" fmla="*/ 54785 w 85615"/>
                <a:gd name="connsiteY14" fmla="*/ 10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785" y="101"/>
                  </a:moveTo>
                  <a:lnTo>
                    <a:pt x="330" y="27782"/>
                  </a:lnTo>
                  <a:lnTo>
                    <a:pt x="330" y="32040"/>
                  </a:lnTo>
                  <a:cubicBezTo>
                    <a:pt x="3961" y="30520"/>
                    <a:pt x="7288" y="29303"/>
                    <a:pt x="8498" y="28694"/>
                  </a:cubicBezTo>
                  <a:cubicBezTo>
                    <a:pt x="13944" y="26565"/>
                    <a:pt x="19087" y="25348"/>
                    <a:pt x="22112" y="25348"/>
                  </a:cubicBezTo>
                  <a:cubicBezTo>
                    <a:pt x="28465" y="25348"/>
                    <a:pt x="31188" y="29911"/>
                    <a:pt x="31188" y="39645"/>
                  </a:cubicBezTo>
                  <a:lnTo>
                    <a:pt x="31188" y="177443"/>
                  </a:lnTo>
                  <a:cubicBezTo>
                    <a:pt x="31188" y="187481"/>
                    <a:pt x="28768" y="194477"/>
                    <a:pt x="23927" y="197215"/>
                  </a:cubicBezTo>
                  <a:cubicBezTo>
                    <a:pt x="19389" y="199953"/>
                    <a:pt x="15154" y="200865"/>
                    <a:pt x="2448" y="201170"/>
                  </a:cubicBezTo>
                  <a:lnTo>
                    <a:pt x="2448" y="205732"/>
                  </a:lnTo>
                  <a:lnTo>
                    <a:pt x="85945" y="205732"/>
                  </a:lnTo>
                  <a:lnTo>
                    <a:pt x="85945" y="201170"/>
                  </a:lnTo>
                  <a:cubicBezTo>
                    <a:pt x="62046" y="200865"/>
                    <a:pt x="57205" y="197824"/>
                    <a:pt x="57205" y="183222"/>
                  </a:cubicBezTo>
                  <a:lnTo>
                    <a:pt x="57205" y="709"/>
                  </a:lnTo>
                  <a:lnTo>
                    <a:pt x="54785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7D8EB64D-7794-8ACA-4D93-CCD67B515680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2608285" y="6840748"/>
              <a:ext cx="33580" cy="33764"/>
            </a:xfrm>
            <a:custGeom>
              <a:avLst/>
              <a:gdLst>
                <a:gd name="connsiteX0" fmla="*/ 16974 w 33580"/>
                <a:gd name="connsiteY0" fmla="*/ 101 h 33764"/>
                <a:gd name="connsiteX1" fmla="*/ 335 w 33580"/>
                <a:gd name="connsiteY1" fmla="*/ 17439 h 33764"/>
                <a:gd name="connsiteX2" fmla="*/ 16672 w 33580"/>
                <a:gd name="connsiteY2" fmla="*/ 33866 h 33764"/>
                <a:gd name="connsiteX3" fmla="*/ 33916 w 33580"/>
                <a:gd name="connsiteY3" fmla="*/ 17439 h 33764"/>
                <a:gd name="connsiteX4" fmla="*/ 16974 w 33580"/>
                <a:gd name="connsiteY4" fmla="*/ 101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74" y="101"/>
                  </a:moveTo>
                  <a:cubicBezTo>
                    <a:pt x="7898" y="101"/>
                    <a:pt x="335" y="8010"/>
                    <a:pt x="335" y="17439"/>
                  </a:cubicBezTo>
                  <a:cubicBezTo>
                    <a:pt x="335" y="26261"/>
                    <a:pt x="7898" y="33866"/>
                    <a:pt x="16672" y="33866"/>
                  </a:cubicBezTo>
                  <a:cubicBezTo>
                    <a:pt x="26050" y="33866"/>
                    <a:pt x="33916" y="26261"/>
                    <a:pt x="33916" y="17439"/>
                  </a:cubicBezTo>
                  <a:cubicBezTo>
                    <a:pt x="33916" y="8010"/>
                    <a:pt x="26050" y="101"/>
                    <a:pt x="16974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5C972877-FD42-AEF5-8944-EB2E06987025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2676032" y="6665535"/>
              <a:ext cx="117682" cy="209890"/>
            </a:xfrm>
            <a:custGeom>
              <a:avLst/>
              <a:gdLst>
                <a:gd name="connsiteX0" fmla="*/ 33616 w 117682"/>
                <a:gd name="connsiteY0" fmla="*/ 105350 h 209890"/>
                <a:gd name="connsiteX1" fmla="*/ 65684 w 117682"/>
                <a:gd name="connsiteY1" fmla="*/ 108696 h 209890"/>
                <a:gd name="connsiteX2" fmla="*/ 96239 w 117682"/>
                <a:gd name="connsiteY2" fmla="*/ 153716 h 209890"/>
                <a:gd name="connsiteX3" fmla="*/ 56608 w 117682"/>
                <a:gd name="connsiteY3" fmla="*/ 199040 h 209890"/>
                <a:gd name="connsiteX4" fmla="*/ 31195 w 117682"/>
                <a:gd name="connsiteY4" fmla="*/ 189610 h 209890"/>
                <a:gd name="connsiteX5" fmla="*/ 11834 w 117682"/>
                <a:gd name="connsiteY5" fmla="*/ 182006 h 209890"/>
                <a:gd name="connsiteX6" fmla="*/ 338 w 117682"/>
                <a:gd name="connsiteY6" fmla="*/ 192652 h 209890"/>
                <a:gd name="connsiteX7" fmla="*/ 34523 w 117682"/>
                <a:gd name="connsiteY7" fmla="*/ 209991 h 209890"/>
                <a:gd name="connsiteX8" fmla="*/ 95936 w 117682"/>
                <a:gd name="connsiteY8" fmla="*/ 189610 h 209890"/>
                <a:gd name="connsiteX9" fmla="*/ 118021 w 117682"/>
                <a:gd name="connsiteY9" fmla="*/ 139115 h 209890"/>
                <a:gd name="connsiteX10" fmla="*/ 104407 w 117682"/>
                <a:gd name="connsiteY10" fmla="*/ 99875 h 209890"/>
                <a:gd name="connsiteX11" fmla="*/ 79297 w 117682"/>
                <a:gd name="connsiteY11" fmla="*/ 83753 h 209890"/>
                <a:gd name="connsiteX12" fmla="*/ 107735 w 117682"/>
                <a:gd name="connsiteY12" fmla="*/ 41775 h 209890"/>
                <a:gd name="connsiteX13" fmla="*/ 60541 w 117682"/>
                <a:gd name="connsiteY13" fmla="*/ 101 h 209890"/>
                <a:gd name="connsiteX14" fmla="*/ 21212 w 117682"/>
                <a:gd name="connsiteY14" fmla="*/ 15006 h 209890"/>
                <a:gd name="connsiteX15" fmla="*/ 943 w 117682"/>
                <a:gd name="connsiteY15" fmla="*/ 49379 h 209890"/>
                <a:gd name="connsiteX16" fmla="*/ 5481 w 117682"/>
                <a:gd name="connsiteY16" fmla="*/ 50596 h 209890"/>
                <a:gd name="connsiteX17" fmla="*/ 50557 w 117682"/>
                <a:gd name="connsiteY17" fmla="*/ 18352 h 209890"/>
                <a:gd name="connsiteX18" fmla="*/ 83835 w 117682"/>
                <a:gd name="connsiteY18" fmla="*/ 50900 h 209890"/>
                <a:gd name="connsiteX19" fmla="*/ 71734 w 117682"/>
                <a:gd name="connsiteY19" fmla="*/ 80407 h 209890"/>
                <a:gd name="connsiteX20" fmla="*/ 33616 w 117682"/>
                <a:gd name="connsiteY20" fmla="*/ 101396 h 209890"/>
                <a:gd name="connsiteX21" fmla="*/ 33616 w 117682"/>
                <a:gd name="connsiteY21" fmla="*/ 105350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616" y="105350"/>
                  </a:moveTo>
                  <a:cubicBezTo>
                    <a:pt x="51465" y="105350"/>
                    <a:pt x="58423" y="105958"/>
                    <a:pt x="65684" y="108696"/>
                  </a:cubicBezTo>
                  <a:cubicBezTo>
                    <a:pt x="84440" y="115388"/>
                    <a:pt x="96239" y="132727"/>
                    <a:pt x="96239" y="153716"/>
                  </a:cubicBezTo>
                  <a:cubicBezTo>
                    <a:pt x="96239" y="179268"/>
                    <a:pt x="78995" y="199040"/>
                    <a:pt x="56608" y="199040"/>
                  </a:cubicBezTo>
                  <a:cubicBezTo>
                    <a:pt x="48439" y="199040"/>
                    <a:pt x="42389" y="196911"/>
                    <a:pt x="31195" y="189610"/>
                  </a:cubicBezTo>
                  <a:cubicBezTo>
                    <a:pt x="22120" y="184135"/>
                    <a:pt x="16977" y="182006"/>
                    <a:pt x="11834" y="182006"/>
                  </a:cubicBezTo>
                  <a:cubicBezTo>
                    <a:pt x="4876" y="182006"/>
                    <a:pt x="338" y="186264"/>
                    <a:pt x="338" y="192652"/>
                  </a:cubicBezTo>
                  <a:cubicBezTo>
                    <a:pt x="338" y="203299"/>
                    <a:pt x="13346" y="209991"/>
                    <a:pt x="34523" y="209991"/>
                  </a:cubicBezTo>
                  <a:cubicBezTo>
                    <a:pt x="57818" y="209991"/>
                    <a:pt x="81717" y="202082"/>
                    <a:pt x="95936" y="189610"/>
                  </a:cubicBezTo>
                  <a:cubicBezTo>
                    <a:pt x="110155" y="177139"/>
                    <a:pt x="118021" y="159496"/>
                    <a:pt x="118021" y="139115"/>
                  </a:cubicBezTo>
                  <a:cubicBezTo>
                    <a:pt x="118021" y="123601"/>
                    <a:pt x="113180" y="109305"/>
                    <a:pt x="104407" y="99875"/>
                  </a:cubicBezTo>
                  <a:cubicBezTo>
                    <a:pt x="98356" y="93182"/>
                    <a:pt x="92608" y="89532"/>
                    <a:pt x="79297" y="83753"/>
                  </a:cubicBezTo>
                  <a:cubicBezTo>
                    <a:pt x="100172" y="69456"/>
                    <a:pt x="107735" y="58201"/>
                    <a:pt x="107735" y="41775"/>
                  </a:cubicBezTo>
                  <a:cubicBezTo>
                    <a:pt x="107735" y="17135"/>
                    <a:pt x="88373" y="101"/>
                    <a:pt x="60541" y="101"/>
                  </a:cubicBezTo>
                  <a:cubicBezTo>
                    <a:pt x="45414" y="101"/>
                    <a:pt x="32103" y="5272"/>
                    <a:pt x="21212" y="15006"/>
                  </a:cubicBezTo>
                  <a:cubicBezTo>
                    <a:pt x="12136" y="23219"/>
                    <a:pt x="7598" y="31128"/>
                    <a:pt x="943" y="49379"/>
                  </a:cubicBezTo>
                  <a:lnTo>
                    <a:pt x="5481" y="50596"/>
                  </a:lnTo>
                  <a:cubicBezTo>
                    <a:pt x="17884" y="28390"/>
                    <a:pt x="31498" y="18352"/>
                    <a:pt x="50557" y="18352"/>
                  </a:cubicBezTo>
                  <a:cubicBezTo>
                    <a:pt x="70221" y="18352"/>
                    <a:pt x="83835" y="31736"/>
                    <a:pt x="83835" y="50900"/>
                  </a:cubicBezTo>
                  <a:cubicBezTo>
                    <a:pt x="83835" y="61851"/>
                    <a:pt x="79297" y="72802"/>
                    <a:pt x="71734" y="80407"/>
                  </a:cubicBezTo>
                  <a:cubicBezTo>
                    <a:pt x="62658" y="89532"/>
                    <a:pt x="54187" y="94095"/>
                    <a:pt x="33616" y="101396"/>
                  </a:cubicBezTo>
                  <a:lnTo>
                    <a:pt x="33616" y="1053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FB912146-145D-73E5-19FC-B9D5CFB9A548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2818485" y="6665535"/>
              <a:ext cx="139162" cy="205631"/>
            </a:xfrm>
            <a:custGeom>
              <a:avLst/>
              <a:gdLst>
                <a:gd name="connsiteX0" fmla="*/ 139505 w 139162"/>
                <a:gd name="connsiteY0" fmla="*/ 135465 h 205631"/>
                <a:gd name="connsiteX1" fmla="*/ 108647 w 139162"/>
                <a:gd name="connsiteY1" fmla="*/ 135465 h 205631"/>
                <a:gd name="connsiteX2" fmla="*/ 108647 w 139162"/>
                <a:gd name="connsiteY2" fmla="*/ 101 h 205631"/>
                <a:gd name="connsiteX3" fmla="*/ 95336 w 139162"/>
                <a:gd name="connsiteY3" fmla="*/ 101 h 205631"/>
                <a:gd name="connsiteX4" fmla="*/ 343 w 139162"/>
                <a:gd name="connsiteY4" fmla="*/ 135465 h 205631"/>
                <a:gd name="connsiteX5" fmla="*/ 343 w 139162"/>
                <a:gd name="connsiteY5" fmla="*/ 154933 h 205631"/>
                <a:gd name="connsiteX6" fmla="*/ 85353 w 139162"/>
                <a:gd name="connsiteY6" fmla="*/ 154933 h 205631"/>
                <a:gd name="connsiteX7" fmla="*/ 85353 w 139162"/>
                <a:gd name="connsiteY7" fmla="*/ 205732 h 205631"/>
                <a:gd name="connsiteX8" fmla="*/ 108647 w 139162"/>
                <a:gd name="connsiteY8" fmla="*/ 205732 h 205631"/>
                <a:gd name="connsiteX9" fmla="*/ 108647 w 139162"/>
                <a:gd name="connsiteY9" fmla="*/ 154933 h 205631"/>
                <a:gd name="connsiteX10" fmla="*/ 139505 w 139162"/>
                <a:gd name="connsiteY10" fmla="*/ 154933 h 205631"/>
                <a:gd name="connsiteX11" fmla="*/ 139505 w 139162"/>
                <a:gd name="connsiteY11" fmla="*/ 135465 h 205631"/>
                <a:gd name="connsiteX12" fmla="*/ 85050 w 139162"/>
                <a:gd name="connsiteY12" fmla="*/ 135465 h 205631"/>
                <a:gd name="connsiteX13" fmla="*/ 12444 w 139162"/>
                <a:gd name="connsiteY13" fmla="*/ 135465 h 205631"/>
                <a:gd name="connsiteX14" fmla="*/ 85050 w 139162"/>
                <a:gd name="connsiteY14" fmla="*/ 31128 h 205631"/>
                <a:gd name="connsiteX15" fmla="*/ 85050 w 139162"/>
                <a:gd name="connsiteY15" fmla="*/ 13546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505" y="135465"/>
                  </a:moveTo>
                  <a:lnTo>
                    <a:pt x="108647" y="135465"/>
                  </a:lnTo>
                  <a:lnTo>
                    <a:pt x="108647" y="101"/>
                  </a:lnTo>
                  <a:lnTo>
                    <a:pt x="95336" y="101"/>
                  </a:lnTo>
                  <a:lnTo>
                    <a:pt x="343" y="135465"/>
                  </a:lnTo>
                  <a:lnTo>
                    <a:pt x="343" y="154933"/>
                  </a:lnTo>
                  <a:lnTo>
                    <a:pt x="85353" y="154933"/>
                  </a:lnTo>
                  <a:lnTo>
                    <a:pt x="85353" y="205732"/>
                  </a:lnTo>
                  <a:lnTo>
                    <a:pt x="108647" y="205732"/>
                  </a:lnTo>
                  <a:lnTo>
                    <a:pt x="108647" y="154933"/>
                  </a:lnTo>
                  <a:lnTo>
                    <a:pt x="139505" y="154933"/>
                  </a:lnTo>
                  <a:lnTo>
                    <a:pt x="139505" y="135465"/>
                  </a:lnTo>
                  <a:close/>
                  <a:moveTo>
                    <a:pt x="85050" y="135465"/>
                  </a:moveTo>
                  <a:lnTo>
                    <a:pt x="12444" y="135465"/>
                  </a:lnTo>
                  <a:lnTo>
                    <a:pt x="85050" y="31128"/>
                  </a:lnTo>
                  <a:lnTo>
                    <a:pt x="85050" y="1354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096092D1-BF38-0AEF-6CEA-AEBE281771A9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2970315" y="6665535"/>
              <a:ext cx="139162" cy="205631"/>
            </a:xfrm>
            <a:custGeom>
              <a:avLst/>
              <a:gdLst>
                <a:gd name="connsiteX0" fmla="*/ 139510 w 139162"/>
                <a:gd name="connsiteY0" fmla="*/ 135465 h 205631"/>
                <a:gd name="connsiteX1" fmla="*/ 108652 w 139162"/>
                <a:gd name="connsiteY1" fmla="*/ 135465 h 205631"/>
                <a:gd name="connsiteX2" fmla="*/ 108652 w 139162"/>
                <a:gd name="connsiteY2" fmla="*/ 101 h 205631"/>
                <a:gd name="connsiteX3" fmla="*/ 95341 w 139162"/>
                <a:gd name="connsiteY3" fmla="*/ 101 h 205631"/>
                <a:gd name="connsiteX4" fmla="*/ 348 w 139162"/>
                <a:gd name="connsiteY4" fmla="*/ 135465 h 205631"/>
                <a:gd name="connsiteX5" fmla="*/ 348 w 139162"/>
                <a:gd name="connsiteY5" fmla="*/ 154933 h 205631"/>
                <a:gd name="connsiteX6" fmla="*/ 85358 w 139162"/>
                <a:gd name="connsiteY6" fmla="*/ 154933 h 205631"/>
                <a:gd name="connsiteX7" fmla="*/ 85358 w 139162"/>
                <a:gd name="connsiteY7" fmla="*/ 205732 h 205631"/>
                <a:gd name="connsiteX8" fmla="*/ 108652 w 139162"/>
                <a:gd name="connsiteY8" fmla="*/ 205732 h 205631"/>
                <a:gd name="connsiteX9" fmla="*/ 108652 w 139162"/>
                <a:gd name="connsiteY9" fmla="*/ 154933 h 205631"/>
                <a:gd name="connsiteX10" fmla="*/ 139510 w 139162"/>
                <a:gd name="connsiteY10" fmla="*/ 154933 h 205631"/>
                <a:gd name="connsiteX11" fmla="*/ 139510 w 139162"/>
                <a:gd name="connsiteY11" fmla="*/ 135465 h 205631"/>
                <a:gd name="connsiteX12" fmla="*/ 85055 w 139162"/>
                <a:gd name="connsiteY12" fmla="*/ 135465 h 205631"/>
                <a:gd name="connsiteX13" fmla="*/ 12449 w 139162"/>
                <a:gd name="connsiteY13" fmla="*/ 135465 h 205631"/>
                <a:gd name="connsiteX14" fmla="*/ 85055 w 139162"/>
                <a:gd name="connsiteY14" fmla="*/ 31128 h 205631"/>
                <a:gd name="connsiteX15" fmla="*/ 85055 w 139162"/>
                <a:gd name="connsiteY15" fmla="*/ 13546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510" y="135465"/>
                  </a:moveTo>
                  <a:lnTo>
                    <a:pt x="108652" y="135465"/>
                  </a:lnTo>
                  <a:lnTo>
                    <a:pt x="108652" y="101"/>
                  </a:lnTo>
                  <a:lnTo>
                    <a:pt x="95341" y="101"/>
                  </a:lnTo>
                  <a:lnTo>
                    <a:pt x="348" y="135465"/>
                  </a:lnTo>
                  <a:lnTo>
                    <a:pt x="348" y="154933"/>
                  </a:lnTo>
                  <a:lnTo>
                    <a:pt x="85358" y="154933"/>
                  </a:lnTo>
                  <a:lnTo>
                    <a:pt x="85358" y="205732"/>
                  </a:lnTo>
                  <a:lnTo>
                    <a:pt x="108652" y="205732"/>
                  </a:lnTo>
                  <a:lnTo>
                    <a:pt x="108652" y="154933"/>
                  </a:lnTo>
                  <a:lnTo>
                    <a:pt x="139510" y="154933"/>
                  </a:lnTo>
                  <a:lnTo>
                    <a:pt x="139510" y="135465"/>
                  </a:lnTo>
                  <a:close/>
                  <a:moveTo>
                    <a:pt x="85055" y="135465"/>
                  </a:moveTo>
                  <a:lnTo>
                    <a:pt x="12449" y="135465"/>
                  </a:lnTo>
                  <a:lnTo>
                    <a:pt x="85055" y="31128"/>
                  </a:lnTo>
                  <a:lnTo>
                    <a:pt x="85055" y="1354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77461062-D783-A716-77D0-27FBFE984220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3391093" y="6614691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2E61FF74-2600-9DB5-3BD6-016751A9AC9D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4707318" y="6981087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ACDA2A99-539B-336C-3550-F9176FA5020F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4707318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19F6A2AC-8207-5209-AF31-561355B7D86D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5270754" y="7044144"/>
              <a:ext cx="117682" cy="209890"/>
            </a:xfrm>
            <a:custGeom>
              <a:avLst/>
              <a:gdLst>
                <a:gd name="connsiteX0" fmla="*/ 33373 w 117682"/>
                <a:gd name="connsiteY0" fmla="*/ 105362 h 209890"/>
                <a:gd name="connsiteX1" fmla="*/ 65441 w 117682"/>
                <a:gd name="connsiteY1" fmla="*/ 108708 h 209890"/>
                <a:gd name="connsiteX2" fmla="*/ 95996 w 117682"/>
                <a:gd name="connsiteY2" fmla="*/ 153728 h 209890"/>
                <a:gd name="connsiteX3" fmla="*/ 56365 w 117682"/>
                <a:gd name="connsiteY3" fmla="*/ 199053 h 209890"/>
                <a:gd name="connsiteX4" fmla="*/ 30953 w 117682"/>
                <a:gd name="connsiteY4" fmla="*/ 189623 h 209890"/>
                <a:gd name="connsiteX5" fmla="*/ 11591 w 117682"/>
                <a:gd name="connsiteY5" fmla="*/ 182018 h 209890"/>
                <a:gd name="connsiteX6" fmla="*/ 95 w 117682"/>
                <a:gd name="connsiteY6" fmla="*/ 192665 h 209890"/>
                <a:gd name="connsiteX7" fmla="*/ 34280 w 117682"/>
                <a:gd name="connsiteY7" fmla="*/ 210003 h 209890"/>
                <a:gd name="connsiteX8" fmla="*/ 95693 w 117682"/>
                <a:gd name="connsiteY8" fmla="*/ 189623 h 209890"/>
                <a:gd name="connsiteX9" fmla="*/ 117778 w 117682"/>
                <a:gd name="connsiteY9" fmla="*/ 139127 h 209890"/>
                <a:gd name="connsiteX10" fmla="*/ 104164 w 117682"/>
                <a:gd name="connsiteY10" fmla="*/ 99887 h 209890"/>
                <a:gd name="connsiteX11" fmla="*/ 79054 w 117682"/>
                <a:gd name="connsiteY11" fmla="*/ 83765 h 209890"/>
                <a:gd name="connsiteX12" fmla="*/ 107492 w 117682"/>
                <a:gd name="connsiteY12" fmla="*/ 41787 h 209890"/>
                <a:gd name="connsiteX13" fmla="*/ 60298 w 117682"/>
                <a:gd name="connsiteY13" fmla="*/ 113 h 209890"/>
                <a:gd name="connsiteX14" fmla="*/ 20969 w 117682"/>
                <a:gd name="connsiteY14" fmla="*/ 15018 h 209890"/>
                <a:gd name="connsiteX15" fmla="*/ 700 w 117682"/>
                <a:gd name="connsiteY15" fmla="*/ 49392 h 209890"/>
                <a:gd name="connsiteX16" fmla="*/ 5238 w 117682"/>
                <a:gd name="connsiteY16" fmla="*/ 50608 h 209890"/>
                <a:gd name="connsiteX17" fmla="*/ 50314 w 117682"/>
                <a:gd name="connsiteY17" fmla="*/ 18364 h 209890"/>
                <a:gd name="connsiteX18" fmla="*/ 83592 w 117682"/>
                <a:gd name="connsiteY18" fmla="*/ 50913 h 209890"/>
                <a:gd name="connsiteX19" fmla="*/ 71491 w 117682"/>
                <a:gd name="connsiteY19" fmla="*/ 80419 h 209890"/>
                <a:gd name="connsiteX20" fmla="*/ 33373 w 117682"/>
                <a:gd name="connsiteY20" fmla="*/ 101408 h 209890"/>
                <a:gd name="connsiteX21" fmla="*/ 33373 w 117682"/>
                <a:gd name="connsiteY21" fmla="*/ 10536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373" y="105362"/>
                  </a:moveTo>
                  <a:cubicBezTo>
                    <a:pt x="51222" y="105362"/>
                    <a:pt x="58180" y="105971"/>
                    <a:pt x="65441" y="108708"/>
                  </a:cubicBezTo>
                  <a:cubicBezTo>
                    <a:pt x="84197" y="115401"/>
                    <a:pt x="95996" y="132739"/>
                    <a:pt x="95996" y="153728"/>
                  </a:cubicBezTo>
                  <a:cubicBezTo>
                    <a:pt x="95996" y="179280"/>
                    <a:pt x="78752" y="199053"/>
                    <a:pt x="56365" y="199053"/>
                  </a:cubicBezTo>
                  <a:cubicBezTo>
                    <a:pt x="48197" y="199053"/>
                    <a:pt x="42146" y="196923"/>
                    <a:pt x="30953" y="189623"/>
                  </a:cubicBezTo>
                  <a:cubicBezTo>
                    <a:pt x="21877" y="184147"/>
                    <a:pt x="16734" y="182018"/>
                    <a:pt x="11591" y="182018"/>
                  </a:cubicBezTo>
                  <a:cubicBezTo>
                    <a:pt x="4633" y="182018"/>
                    <a:pt x="95" y="186277"/>
                    <a:pt x="95" y="192665"/>
                  </a:cubicBezTo>
                  <a:cubicBezTo>
                    <a:pt x="95" y="203311"/>
                    <a:pt x="13103" y="210003"/>
                    <a:pt x="34280" y="210003"/>
                  </a:cubicBezTo>
                  <a:cubicBezTo>
                    <a:pt x="57575" y="210003"/>
                    <a:pt x="81474" y="202095"/>
                    <a:pt x="95693" y="189623"/>
                  </a:cubicBezTo>
                  <a:cubicBezTo>
                    <a:pt x="109912" y="177151"/>
                    <a:pt x="117778" y="159508"/>
                    <a:pt x="117778" y="139127"/>
                  </a:cubicBezTo>
                  <a:cubicBezTo>
                    <a:pt x="117778" y="123614"/>
                    <a:pt x="112937" y="109317"/>
                    <a:pt x="104164" y="99887"/>
                  </a:cubicBezTo>
                  <a:cubicBezTo>
                    <a:pt x="98113" y="93195"/>
                    <a:pt x="92365" y="89545"/>
                    <a:pt x="79054" y="83765"/>
                  </a:cubicBezTo>
                  <a:cubicBezTo>
                    <a:pt x="99929" y="69468"/>
                    <a:pt x="107492" y="58213"/>
                    <a:pt x="107492" y="41787"/>
                  </a:cubicBezTo>
                  <a:cubicBezTo>
                    <a:pt x="107492" y="17148"/>
                    <a:pt x="88130" y="113"/>
                    <a:pt x="60298" y="113"/>
                  </a:cubicBezTo>
                  <a:cubicBezTo>
                    <a:pt x="45171" y="113"/>
                    <a:pt x="31860" y="5284"/>
                    <a:pt x="20969" y="15018"/>
                  </a:cubicBezTo>
                  <a:cubicBezTo>
                    <a:pt x="11893" y="23231"/>
                    <a:pt x="7355" y="31140"/>
                    <a:pt x="700" y="49392"/>
                  </a:cubicBezTo>
                  <a:lnTo>
                    <a:pt x="5238" y="50608"/>
                  </a:lnTo>
                  <a:cubicBezTo>
                    <a:pt x="17641" y="28403"/>
                    <a:pt x="31255" y="18364"/>
                    <a:pt x="50314" y="18364"/>
                  </a:cubicBezTo>
                  <a:cubicBezTo>
                    <a:pt x="69978" y="18364"/>
                    <a:pt x="83592" y="31749"/>
                    <a:pt x="83592" y="50913"/>
                  </a:cubicBezTo>
                  <a:cubicBezTo>
                    <a:pt x="83592" y="61863"/>
                    <a:pt x="79054" y="72814"/>
                    <a:pt x="71491" y="80419"/>
                  </a:cubicBezTo>
                  <a:cubicBezTo>
                    <a:pt x="62415" y="89545"/>
                    <a:pt x="53945" y="94107"/>
                    <a:pt x="33373" y="101408"/>
                  </a:cubicBezTo>
                  <a:lnTo>
                    <a:pt x="33373" y="10536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C6B0EBA9-E82A-CE8A-3CD1-21CD81B4C439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5947857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20E0D521-E230-4B95-1E8D-9FEFFBFE07C7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507966" y="7040494"/>
              <a:ext cx="122825" cy="213540"/>
            </a:xfrm>
            <a:custGeom>
              <a:avLst/>
              <a:gdLst>
                <a:gd name="connsiteX0" fmla="*/ 45212 w 122825"/>
                <a:gd name="connsiteY0" fmla="*/ 32053 h 213540"/>
                <a:gd name="connsiteX1" fmla="*/ 104507 w 122825"/>
                <a:gd name="connsiteY1" fmla="*/ 32053 h 213540"/>
                <a:gd name="connsiteX2" fmla="*/ 111465 w 122825"/>
                <a:gd name="connsiteY2" fmla="*/ 29315 h 213540"/>
                <a:gd name="connsiteX3" fmla="*/ 122961 w 122825"/>
                <a:gd name="connsiteY3" fmla="*/ 2242 h 213540"/>
                <a:gd name="connsiteX4" fmla="*/ 120239 w 122825"/>
                <a:gd name="connsiteY4" fmla="*/ 113 h 213540"/>
                <a:gd name="connsiteX5" fmla="*/ 106322 w 122825"/>
                <a:gd name="connsiteY5" fmla="*/ 8022 h 213540"/>
                <a:gd name="connsiteX6" fmla="*/ 43094 w 122825"/>
                <a:gd name="connsiteY6" fmla="*/ 8022 h 213540"/>
                <a:gd name="connsiteX7" fmla="*/ 10119 w 122825"/>
                <a:gd name="connsiteY7" fmla="*/ 80115 h 213540"/>
                <a:gd name="connsiteX8" fmla="*/ 9816 w 122825"/>
                <a:gd name="connsiteY8" fmla="*/ 81636 h 213540"/>
                <a:gd name="connsiteX9" fmla="*/ 13447 w 122825"/>
                <a:gd name="connsiteY9" fmla="*/ 84069 h 213540"/>
                <a:gd name="connsiteX10" fmla="*/ 47632 w 122825"/>
                <a:gd name="connsiteY10" fmla="*/ 90153 h 213540"/>
                <a:gd name="connsiteX11" fmla="*/ 98457 w 122825"/>
                <a:gd name="connsiteY11" fmla="*/ 150382 h 213540"/>
                <a:gd name="connsiteX12" fmla="*/ 56405 w 122825"/>
                <a:gd name="connsiteY12" fmla="*/ 202399 h 213540"/>
                <a:gd name="connsiteX13" fmla="*/ 36136 w 122825"/>
                <a:gd name="connsiteY13" fmla="*/ 193577 h 213540"/>
                <a:gd name="connsiteX14" fmla="*/ 13144 w 122825"/>
                <a:gd name="connsiteY14" fmla="*/ 183539 h 213540"/>
                <a:gd name="connsiteX15" fmla="*/ 135 w 122825"/>
                <a:gd name="connsiteY15" fmla="*/ 194794 h 213540"/>
                <a:gd name="connsiteX16" fmla="*/ 37044 w 122825"/>
                <a:gd name="connsiteY16" fmla="*/ 213654 h 213540"/>
                <a:gd name="connsiteX17" fmla="*/ 99364 w 122825"/>
                <a:gd name="connsiteY17" fmla="*/ 189927 h 213540"/>
                <a:gd name="connsiteX18" fmla="*/ 119634 w 122825"/>
                <a:gd name="connsiteY18" fmla="*/ 135781 h 213540"/>
                <a:gd name="connsiteX19" fmla="*/ 98759 w 122825"/>
                <a:gd name="connsiteY19" fmla="*/ 84678 h 213540"/>
                <a:gd name="connsiteX20" fmla="*/ 32506 w 122825"/>
                <a:gd name="connsiteY20" fmla="*/ 57909 h 213540"/>
                <a:gd name="connsiteX21" fmla="*/ 45212 w 122825"/>
                <a:gd name="connsiteY21" fmla="*/ 32053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212" y="32053"/>
                  </a:moveTo>
                  <a:lnTo>
                    <a:pt x="104507" y="32053"/>
                  </a:lnTo>
                  <a:cubicBezTo>
                    <a:pt x="109348" y="32053"/>
                    <a:pt x="110558" y="31444"/>
                    <a:pt x="111465" y="29315"/>
                  </a:cubicBezTo>
                  <a:lnTo>
                    <a:pt x="122961" y="2242"/>
                  </a:lnTo>
                  <a:lnTo>
                    <a:pt x="120239" y="113"/>
                  </a:lnTo>
                  <a:cubicBezTo>
                    <a:pt x="115701" y="6501"/>
                    <a:pt x="112675" y="8022"/>
                    <a:pt x="106322" y="8022"/>
                  </a:cubicBezTo>
                  <a:lnTo>
                    <a:pt x="43094" y="8022"/>
                  </a:lnTo>
                  <a:lnTo>
                    <a:pt x="10119" y="80115"/>
                  </a:lnTo>
                  <a:cubicBezTo>
                    <a:pt x="9816" y="80723"/>
                    <a:pt x="9816" y="81027"/>
                    <a:pt x="9816" y="81636"/>
                  </a:cubicBezTo>
                  <a:cubicBezTo>
                    <a:pt x="9816" y="83157"/>
                    <a:pt x="11026" y="84069"/>
                    <a:pt x="13447" y="84069"/>
                  </a:cubicBezTo>
                  <a:cubicBezTo>
                    <a:pt x="23128" y="84069"/>
                    <a:pt x="35229" y="86198"/>
                    <a:pt x="47632" y="90153"/>
                  </a:cubicBezTo>
                  <a:cubicBezTo>
                    <a:pt x="82423" y="101408"/>
                    <a:pt x="98457" y="120268"/>
                    <a:pt x="98457" y="150382"/>
                  </a:cubicBezTo>
                  <a:cubicBezTo>
                    <a:pt x="98457" y="179585"/>
                    <a:pt x="80003" y="202399"/>
                    <a:pt x="56405" y="202399"/>
                  </a:cubicBezTo>
                  <a:cubicBezTo>
                    <a:pt x="50355" y="202399"/>
                    <a:pt x="45212" y="200269"/>
                    <a:pt x="36136" y="193577"/>
                  </a:cubicBezTo>
                  <a:cubicBezTo>
                    <a:pt x="26455" y="186581"/>
                    <a:pt x="19497" y="183539"/>
                    <a:pt x="13144" y="183539"/>
                  </a:cubicBezTo>
                  <a:cubicBezTo>
                    <a:pt x="4371" y="183539"/>
                    <a:pt x="135" y="187189"/>
                    <a:pt x="135" y="194794"/>
                  </a:cubicBezTo>
                  <a:cubicBezTo>
                    <a:pt x="135" y="206353"/>
                    <a:pt x="14354" y="213654"/>
                    <a:pt x="37044" y="213654"/>
                  </a:cubicBezTo>
                  <a:cubicBezTo>
                    <a:pt x="62456" y="213654"/>
                    <a:pt x="84238" y="205441"/>
                    <a:pt x="99364" y="189927"/>
                  </a:cubicBezTo>
                  <a:cubicBezTo>
                    <a:pt x="113280" y="176238"/>
                    <a:pt x="119634" y="158900"/>
                    <a:pt x="119634" y="135781"/>
                  </a:cubicBezTo>
                  <a:cubicBezTo>
                    <a:pt x="119634" y="113880"/>
                    <a:pt x="113886" y="99887"/>
                    <a:pt x="98759" y="84678"/>
                  </a:cubicBezTo>
                  <a:cubicBezTo>
                    <a:pt x="85448" y="71293"/>
                    <a:pt x="68204" y="64297"/>
                    <a:pt x="32506" y="57909"/>
                  </a:cubicBezTo>
                  <a:lnTo>
                    <a:pt x="45212" y="3205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74B1753C-1C56-8E97-4D20-4B8A1F13FC36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7188397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DBCE3CEB-7E6D-E3EF-48E1-1151C736682B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7641893" y="7044144"/>
              <a:ext cx="117682" cy="209890"/>
            </a:xfrm>
            <a:custGeom>
              <a:avLst/>
              <a:gdLst>
                <a:gd name="connsiteX0" fmla="*/ 70964 w 117682"/>
                <a:gd name="connsiteY0" fmla="*/ 92891 h 209890"/>
                <a:gd name="connsiteX1" fmla="*/ 111502 w 117682"/>
                <a:gd name="connsiteY1" fmla="*/ 43308 h 209890"/>
                <a:gd name="connsiteX2" fmla="*/ 59468 w 117682"/>
                <a:gd name="connsiteY2" fmla="*/ 113 h 209890"/>
                <a:gd name="connsiteX3" fmla="*/ 1988 w 117682"/>
                <a:gd name="connsiteY3" fmla="*/ 48175 h 209890"/>
                <a:gd name="connsiteX4" fmla="*/ 39501 w 117682"/>
                <a:gd name="connsiteY4" fmla="*/ 104754 h 209890"/>
                <a:gd name="connsiteX5" fmla="*/ 172 w 117682"/>
                <a:gd name="connsiteY5" fmla="*/ 159812 h 209890"/>
                <a:gd name="connsiteX6" fmla="*/ 58258 w 117682"/>
                <a:gd name="connsiteY6" fmla="*/ 210003 h 209890"/>
                <a:gd name="connsiteX7" fmla="*/ 117855 w 117682"/>
                <a:gd name="connsiteY7" fmla="*/ 158595 h 209890"/>
                <a:gd name="connsiteX8" fmla="*/ 70964 w 117682"/>
                <a:gd name="connsiteY8" fmla="*/ 92891 h 209890"/>
                <a:gd name="connsiteX9" fmla="*/ 65518 w 117682"/>
                <a:gd name="connsiteY9" fmla="*/ 124222 h 209890"/>
                <a:gd name="connsiteX10" fmla="*/ 94863 w 117682"/>
                <a:gd name="connsiteY10" fmla="*/ 168025 h 209890"/>
                <a:gd name="connsiteX11" fmla="*/ 61585 w 117682"/>
                <a:gd name="connsiteY11" fmla="*/ 201486 h 209890"/>
                <a:gd name="connsiteX12" fmla="*/ 23164 w 117682"/>
                <a:gd name="connsiteY12" fmla="*/ 157379 h 209890"/>
                <a:gd name="connsiteX13" fmla="*/ 47367 w 117682"/>
                <a:gd name="connsiteY13" fmla="*/ 110838 h 209890"/>
                <a:gd name="connsiteX14" fmla="*/ 65518 w 117682"/>
                <a:gd name="connsiteY14" fmla="*/ 124222 h 209890"/>
                <a:gd name="connsiteX15" fmla="*/ 62190 w 117682"/>
                <a:gd name="connsiteY15" fmla="*/ 87415 h 209890"/>
                <a:gd name="connsiteX16" fmla="*/ 24375 w 117682"/>
                <a:gd name="connsiteY16" fmla="*/ 38745 h 209890"/>
                <a:gd name="connsiteX17" fmla="*/ 57047 w 117682"/>
                <a:gd name="connsiteY17" fmla="*/ 8630 h 209890"/>
                <a:gd name="connsiteX18" fmla="*/ 90628 w 117682"/>
                <a:gd name="connsiteY18" fmla="*/ 43004 h 209890"/>
                <a:gd name="connsiteX19" fmla="*/ 64913 w 117682"/>
                <a:gd name="connsiteY19" fmla="*/ 85590 h 209890"/>
                <a:gd name="connsiteX20" fmla="*/ 62190 w 117682"/>
                <a:gd name="connsiteY20" fmla="*/ 87415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9890">
                  <a:moveTo>
                    <a:pt x="70964" y="92891"/>
                  </a:moveTo>
                  <a:cubicBezTo>
                    <a:pt x="100914" y="76769"/>
                    <a:pt x="111502" y="63993"/>
                    <a:pt x="111502" y="43308"/>
                  </a:cubicBezTo>
                  <a:cubicBezTo>
                    <a:pt x="111502" y="18364"/>
                    <a:pt x="89720" y="113"/>
                    <a:pt x="59468" y="113"/>
                  </a:cubicBezTo>
                  <a:cubicBezTo>
                    <a:pt x="26492" y="113"/>
                    <a:pt x="1988" y="20494"/>
                    <a:pt x="1988" y="48175"/>
                  </a:cubicBezTo>
                  <a:cubicBezTo>
                    <a:pt x="1988" y="67947"/>
                    <a:pt x="7736" y="76769"/>
                    <a:pt x="39501" y="104754"/>
                  </a:cubicBezTo>
                  <a:cubicBezTo>
                    <a:pt x="6828" y="129698"/>
                    <a:pt x="172" y="139127"/>
                    <a:pt x="172" y="159812"/>
                  </a:cubicBezTo>
                  <a:cubicBezTo>
                    <a:pt x="172" y="189319"/>
                    <a:pt x="24072" y="210003"/>
                    <a:pt x="58258" y="210003"/>
                  </a:cubicBezTo>
                  <a:cubicBezTo>
                    <a:pt x="94561" y="210003"/>
                    <a:pt x="117855" y="189927"/>
                    <a:pt x="117855" y="158595"/>
                  </a:cubicBezTo>
                  <a:cubicBezTo>
                    <a:pt x="117855" y="135173"/>
                    <a:pt x="107569" y="120268"/>
                    <a:pt x="70964" y="92891"/>
                  </a:cubicBezTo>
                  <a:close/>
                  <a:moveTo>
                    <a:pt x="65518" y="124222"/>
                  </a:moveTo>
                  <a:cubicBezTo>
                    <a:pt x="87603" y="140040"/>
                    <a:pt x="94863" y="150991"/>
                    <a:pt x="94863" y="168025"/>
                  </a:cubicBezTo>
                  <a:cubicBezTo>
                    <a:pt x="94863" y="187798"/>
                    <a:pt x="81250" y="201486"/>
                    <a:pt x="61585" y="201486"/>
                  </a:cubicBezTo>
                  <a:cubicBezTo>
                    <a:pt x="38593" y="201486"/>
                    <a:pt x="23164" y="183843"/>
                    <a:pt x="23164" y="157379"/>
                  </a:cubicBezTo>
                  <a:cubicBezTo>
                    <a:pt x="23164" y="137911"/>
                    <a:pt x="29820" y="125135"/>
                    <a:pt x="47367" y="110838"/>
                  </a:cubicBezTo>
                  <a:lnTo>
                    <a:pt x="65518" y="124222"/>
                  </a:lnTo>
                  <a:close/>
                  <a:moveTo>
                    <a:pt x="62190" y="87415"/>
                  </a:moveTo>
                  <a:cubicBezTo>
                    <a:pt x="35266" y="69772"/>
                    <a:pt x="24375" y="55780"/>
                    <a:pt x="24375" y="38745"/>
                  </a:cubicBezTo>
                  <a:cubicBezTo>
                    <a:pt x="24375" y="21102"/>
                    <a:pt x="37988" y="8630"/>
                    <a:pt x="57047" y="8630"/>
                  </a:cubicBezTo>
                  <a:cubicBezTo>
                    <a:pt x="77619" y="8630"/>
                    <a:pt x="90628" y="22015"/>
                    <a:pt x="90628" y="43004"/>
                  </a:cubicBezTo>
                  <a:cubicBezTo>
                    <a:pt x="90628" y="60342"/>
                    <a:pt x="82157" y="74031"/>
                    <a:pt x="64913" y="85590"/>
                  </a:cubicBezTo>
                  <a:cubicBezTo>
                    <a:pt x="63401" y="86503"/>
                    <a:pt x="63401" y="86503"/>
                    <a:pt x="62190" y="8741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64565C38-1A7A-C6C1-B769-B1D46CAA0664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7797959" y="7219357"/>
              <a:ext cx="33580" cy="33764"/>
            </a:xfrm>
            <a:custGeom>
              <a:avLst/>
              <a:gdLst>
                <a:gd name="connsiteX0" fmla="*/ 16816 w 33580"/>
                <a:gd name="connsiteY0" fmla="*/ 113 h 33764"/>
                <a:gd name="connsiteX1" fmla="*/ 177 w 33580"/>
                <a:gd name="connsiteY1" fmla="*/ 17452 h 33764"/>
                <a:gd name="connsiteX2" fmla="*/ 16514 w 33580"/>
                <a:gd name="connsiteY2" fmla="*/ 33878 h 33764"/>
                <a:gd name="connsiteX3" fmla="*/ 33758 w 33580"/>
                <a:gd name="connsiteY3" fmla="*/ 17452 h 33764"/>
                <a:gd name="connsiteX4" fmla="*/ 16816 w 33580"/>
                <a:gd name="connsiteY4" fmla="*/ 113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16" y="113"/>
                  </a:moveTo>
                  <a:cubicBezTo>
                    <a:pt x="7741" y="113"/>
                    <a:pt x="177" y="8022"/>
                    <a:pt x="177" y="17452"/>
                  </a:cubicBezTo>
                  <a:cubicBezTo>
                    <a:pt x="177" y="26273"/>
                    <a:pt x="7741" y="33878"/>
                    <a:pt x="16514" y="33878"/>
                  </a:cubicBezTo>
                  <a:cubicBezTo>
                    <a:pt x="25892" y="33878"/>
                    <a:pt x="33758" y="26273"/>
                    <a:pt x="33758" y="17452"/>
                  </a:cubicBezTo>
                  <a:cubicBezTo>
                    <a:pt x="33758" y="8022"/>
                    <a:pt x="25892" y="113"/>
                    <a:pt x="16816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0AAF0C59-0C95-4B42-E3AC-36F7089FAD50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7856328" y="7044144"/>
              <a:ext cx="139162" cy="205631"/>
            </a:xfrm>
            <a:custGeom>
              <a:avLst/>
              <a:gdLst>
                <a:gd name="connsiteX0" fmla="*/ 139342 w 139162"/>
                <a:gd name="connsiteY0" fmla="*/ 135477 h 205631"/>
                <a:gd name="connsiteX1" fmla="*/ 108484 w 139162"/>
                <a:gd name="connsiteY1" fmla="*/ 135477 h 205631"/>
                <a:gd name="connsiteX2" fmla="*/ 108484 w 139162"/>
                <a:gd name="connsiteY2" fmla="*/ 113 h 205631"/>
                <a:gd name="connsiteX3" fmla="*/ 95173 w 139162"/>
                <a:gd name="connsiteY3" fmla="*/ 113 h 205631"/>
                <a:gd name="connsiteX4" fmla="*/ 180 w 139162"/>
                <a:gd name="connsiteY4" fmla="*/ 135477 h 205631"/>
                <a:gd name="connsiteX5" fmla="*/ 180 w 139162"/>
                <a:gd name="connsiteY5" fmla="*/ 154945 h 205631"/>
                <a:gd name="connsiteX6" fmla="*/ 85190 w 139162"/>
                <a:gd name="connsiteY6" fmla="*/ 154945 h 205631"/>
                <a:gd name="connsiteX7" fmla="*/ 85190 w 139162"/>
                <a:gd name="connsiteY7" fmla="*/ 205745 h 205631"/>
                <a:gd name="connsiteX8" fmla="*/ 108484 w 139162"/>
                <a:gd name="connsiteY8" fmla="*/ 205745 h 205631"/>
                <a:gd name="connsiteX9" fmla="*/ 108484 w 139162"/>
                <a:gd name="connsiteY9" fmla="*/ 154945 h 205631"/>
                <a:gd name="connsiteX10" fmla="*/ 139342 w 139162"/>
                <a:gd name="connsiteY10" fmla="*/ 154945 h 205631"/>
                <a:gd name="connsiteX11" fmla="*/ 139342 w 139162"/>
                <a:gd name="connsiteY11" fmla="*/ 135477 h 205631"/>
                <a:gd name="connsiteX12" fmla="*/ 84887 w 139162"/>
                <a:gd name="connsiteY12" fmla="*/ 135477 h 205631"/>
                <a:gd name="connsiteX13" fmla="*/ 12281 w 139162"/>
                <a:gd name="connsiteY13" fmla="*/ 135477 h 205631"/>
                <a:gd name="connsiteX14" fmla="*/ 84887 w 139162"/>
                <a:gd name="connsiteY14" fmla="*/ 31140 h 205631"/>
                <a:gd name="connsiteX15" fmla="*/ 84887 w 139162"/>
                <a:gd name="connsiteY15" fmla="*/ 135477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342" y="135477"/>
                  </a:moveTo>
                  <a:lnTo>
                    <a:pt x="108484" y="135477"/>
                  </a:lnTo>
                  <a:lnTo>
                    <a:pt x="108484" y="113"/>
                  </a:lnTo>
                  <a:lnTo>
                    <a:pt x="95173" y="113"/>
                  </a:lnTo>
                  <a:lnTo>
                    <a:pt x="180" y="135477"/>
                  </a:lnTo>
                  <a:lnTo>
                    <a:pt x="180" y="154945"/>
                  </a:lnTo>
                  <a:lnTo>
                    <a:pt x="85190" y="154945"/>
                  </a:lnTo>
                  <a:lnTo>
                    <a:pt x="85190" y="205745"/>
                  </a:lnTo>
                  <a:lnTo>
                    <a:pt x="108484" y="205745"/>
                  </a:lnTo>
                  <a:lnTo>
                    <a:pt x="108484" y="154945"/>
                  </a:lnTo>
                  <a:lnTo>
                    <a:pt x="139342" y="154945"/>
                  </a:lnTo>
                  <a:lnTo>
                    <a:pt x="139342" y="135477"/>
                  </a:lnTo>
                  <a:close/>
                  <a:moveTo>
                    <a:pt x="84887" y="135477"/>
                  </a:moveTo>
                  <a:lnTo>
                    <a:pt x="12281" y="135477"/>
                  </a:lnTo>
                  <a:lnTo>
                    <a:pt x="84887" y="31140"/>
                  </a:lnTo>
                  <a:lnTo>
                    <a:pt x="84887" y="13547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92619BE7-E179-68B5-8CDB-7AE5DC43C4CB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8428936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4C77A6AB-4E64-D4B2-D40F-D215C3993C98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8747240" y="7044144"/>
              <a:ext cx="85615" cy="205631"/>
            </a:xfrm>
            <a:custGeom>
              <a:avLst/>
              <a:gdLst>
                <a:gd name="connsiteX0" fmla="*/ 54663 w 85615"/>
                <a:gd name="connsiteY0" fmla="*/ 113 h 205631"/>
                <a:gd name="connsiteX1" fmla="*/ 208 w 85615"/>
                <a:gd name="connsiteY1" fmla="*/ 27794 h 205631"/>
                <a:gd name="connsiteX2" fmla="*/ 208 w 85615"/>
                <a:gd name="connsiteY2" fmla="*/ 32053 h 205631"/>
                <a:gd name="connsiteX3" fmla="*/ 8376 w 85615"/>
                <a:gd name="connsiteY3" fmla="*/ 28707 h 205631"/>
                <a:gd name="connsiteX4" fmla="*/ 21990 w 85615"/>
                <a:gd name="connsiteY4" fmla="*/ 25361 h 205631"/>
                <a:gd name="connsiteX5" fmla="*/ 31066 w 85615"/>
                <a:gd name="connsiteY5" fmla="*/ 39658 h 205631"/>
                <a:gd name="connsiteX6" fmla="*/ 31066 w 85615"/>
                <a:gd name="connsiteY6" fmla="*/ 177455 h 205631"/>
                <a:gd name="connsiteX7" fmla="*/ 23805 w 85615"/>
                <a:gd name="connsiteY7" fmla="*/ 197227 h 205631"/>
                <a:gd name="connsiteX8" fmla="*/ 2326 w 85615"/>
                <a:gd name="connsiteY8" fmla="*/ 201182 h 205631"/>
                <a:gd name="connsiteX9" fmla="*/ 2326 w 85615"/>
                <a:gd name="connsiteY9" fmla="*/ 205745 h 205631"/>
                <a:gd name="connsiteX10" fmla="*/ 85823 w 85615"/>
                <a:gd name="connsiteY10" fmla="*/ 205745 h 205631"/>
                <a:gd name="connsiteX11" fmla="*/ 85823 w 85615"/>
                <a:gd name="connsiteY11" fmla="*/ 201182 h 205631"/>
                <a:gd name="connsiteX12" fmla="*/ 57083 w 85615"/>
                <a:gd name="connsiteY12" fmla="*/ 183235 h 205631"/>
                <a:gd name="connsiteX13" fmla="*/ 57083 w 85615"/>
                <a:gd name="connsiteY13" fmla="*/ 721 h 205631"/>
                <a:gd name="connsiteX14" fmla="*/ 54663 w 85615"/>
                <a:gd name="connsiteY14" fmla="*/ 113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663" y="113"/>
                  </a:moveTo>
                  <a:lnTo>
                    <a:pt x="208" y="27794"/>
                  </a:lnTo>
                  <a:lnTo>
                    <a:pt x="208" y="32053"/>
                  </a:lnTo>
                  <a:cubicBezTo>
                    <a:pt x="3838" y="30532"/>
                    <a:pt x="7166" y="29315"/>
                    <a:pt x="8376" y="28707"/>
                  </a:cubicBezTo>
                  <a:cubicBezTo>
                    <a:pt x="13822" y="26577"/>
                    <a:pt x="18965" y="25361"/>
                    <a:pt x="21990" y="25361"/>
                  </a:cubicBezTo>
                  <a:cubicBezTo>
                    <a:pt x="28343" y="25361"/>
                    <a:pt x="31066" y="29923"/>
                    <a:pt x="31066" y="39658"/>
                  </a:cubicBezTo>
                  <a:lnTo>
                    <a:pt x="31066" y="177455"/>
                  </a:lnTo>
                  <a:cubicBezTo>
                    <a:pt x="31066" y="187493"/>
                    <a:pt x="28646" y="194490"/>
                    <a:pt x="23805" y="197227"/>
                  </a:cubicBezTo>
                  <a:cubicBezTo>
                    <a:pt x="19267" y="199965"/>
                    <a:pt x="15032" y="200878"/>
                    <a:pt x="2326" y="201182"/>
                  </a:cubicBezTo>
                  <a:lnTo>
                    <a:pt x="2326" y="205745"/>
                  </a:lnTo>
                  <a:lnTo>
                    <a:pt x="85823" y="205745"/>
                  </a:lnTo>
                  <a:lnTo>
                    <a:pt x="85823" y="201182"/>
                  </a:lnTo>
                  <a:cubicBezTo>
                    <a:pt x="61924" y="200878"/>
                    <a:pt x="57083" y="197836"/>
                    <a:pt x="57083" y="183235"/>
                  </a:cubicBezTo>
                  <a:lnTo>
                    <a:pt x="57083" y="721"/>
                  </a:lnTo>
                  <a:lnTo>
                    <a:pt x="54663" y="1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59401BC6-4033-A142-A8AB-29D3E201C644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8886667" y="7219357"/>
              <a:ext cx="33580" cy="33764"/>
            </a:xfrm>
            <a:custGeom>
              <a:avLst/>
              <a:gdLst>
                <a:gd name="connsiteX0" fmla="*/ 16852 w 33580"/>
                <a:gd name="connsiteY0" fmla="*/ 113 h 33764"/>
                <a:gd name="connsiteX1" fmla="*/ 213 w 33580"/>
                <a:gd name="connsiteY1" fmla="*/ 17452 h 33764"/>
                <a:gd name="connsiteX2" fmla="*/ 16550 w 33580"/>
                <a:gd name="connsiteY2" fmla="*/ 33878 h 33764"/>
                <a:gd name="connsiteX3" fmla="*/ 33794 w 33580"/>
                <a:gd name="connsiteY3" fmla="*/ 17452 h 33764"/>
                <a:gd name="connsiteX4" fmla="*/ 16852 w 33580"/>
                <a:gd name="connsiteY4" fmla="*/ 113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52" y="113"/>
                  </a:moveTo>
                  <a:cubicBezTo>
                    <a:pt x="7776" y="113"/>
                    <a:pt x="213" y="8022"/>
                    <a:pt x="213" y="17452"/>
                  </a:cubicBezTo>
                  <a:cubicBezTo>
                    <a:pt x="213" y="26273"/>
                    <a:pt x="7776" y="33878"/>
                    <a:pt x="16550" y="33878"/>
                  </a:cubicBezTo>
                  <a:cubicBezTo>
                    <a:pt x="25928" y="33878"/>
                    <a:pt x="33794" y="26273"/>
                    <a:pt x="33794" y="17452"/>
                  </a:cubicBezTo>
                  <a:cubicBezTo>
                    <a:pt x="33794" y="8022"/>
                    <a:pt x="25928" y="113"/>
                    <a:pt x="16852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E73438DD-C2D8-4985-BF91-70417028256D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8951692" y="7041710"/>
              <a:ext cx="131296" cy="212323"/>
            </a:xfrm>
            <a:custGeom>
              <a:avLst/>
              <a:gdLst>
                <a:gd name="connsiteX0" fmla="*/ 124857 w 131296"/>
                <a:gd name="connsiteY0" fmla="*/ 113 h 212323"/>
                <a:gd name="connsiteX1" fmla="*/ 50738 w 131296"/>
                <a:gd name="connsiteY1" fmla="*/ 24448 h 212323"/>
                <a:gd name="connsiteX2" fmla="*/ 216 w 131296"/>
                <a:gd name="connsiteY2" fmla="*/ 123310 h 212323"/>
                <a:gd name="connsiteX3" fmla="*/ 21393 w 131296"/>
                <a:gd name="connsiteY3" fmla="*/ 191752 h 212323"/>
                <a:gd name="connsiteX4" fmla="*/ 67982 w 131296"/>
                <a:gd name="connsiteY4" fmla="*/ 212437 h 212323"/>
                <a:gd name="connsiteX5" fmla="*/ 131512 w 131296"/>
                <a:gd name="connsiteY5" fmla="*/ 141561 h 212323"/>
                <a:gd name="connsiteX6" fmla="*/ 74637 w 131296"/>
                <a:gd name="connsiteY6" fmla="*/ 77985 h 212323"/>
                <a:gd name="connsiteX7" fmla="*/ 35914 w 131296"/>
                <a:gd name="connsiteY7" fmla="*/ 91674 h 212323"/>
                <a:gd name="connsiteX8" fmla="*/ 125462 w 131296"/>
                <a:gd name="connsiteY8" fmla="*/ 4980 h 212323"/>
                <a:gd name="connsiteX9" fmla="*/ 124857 w 131296"/>
                <a:gd name="connsiteY9" fmla="*/ 113 h 212323"/>
                <a:gd name="connsiteX10" fmla="*/ 63141 w 131296"/>
                <a:gd name="connsiteY10" fmla="*/ 91978 h 212323"/>
                <a:gd name="connsiteX11" fmla="*/ 104285 w 131296"/>
                <a:gd name="connsiteY11" fmla="*/ 151903 h 212323"/>
                <a:gd name="connsiteX12" fmla="*/ 71309 w 131296"/>
                <a:gd name="connsiteY12" fmla="*/ 203920 h 212323"/>
                <a:gd name="connsiteX13" fmla="*/ 28351 w 131296"/>
                <a:gd name="connsiteY13" fmla="*/ 128177 h 212323"/>
                <a:gd name="connsiteX14" fmla="*/ 36821 w 131296"/>
                <a:gd name="connsiteY14" fmla="*/ 99583 h 212323"/>
                <a:gd name="connsiteX15" fmla="*/ 63141 w 131296"/>
                <a:gd name="connsiteY15" fmla="*/ 91978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2323">
                  <a:moveTo>
                    <a:pt x="124857" y="113"/>
                  </a:moveTo>
                  <a:cubicBezTo>
                    <a:pt x="90369" y="3155"/>
                    <a:pt x="72822" y="8934"/>
                    <a:pt x="50738" y="24448"/>
                  </a:cubicBezTo>
                  <a:cubicBezTo>
                    <a:pt x="18065" y="47871"/>
                    <a:pt x="216" y="82548"/>
                    <a:pt x="216" y="123310"/>
                  </a:cubicBezTo>
                  <a:cubicBezTo>
                    <a:pt x="216" y="149774"/>
                    <a:pt x="8384" y="176543"/>
                    <a:pt x="21393" y="191752"/>
                  </a:cubicBezTo>
                  <a:cubicBezTo>
                    <a:pt x="32889" y="205136"/>
                    <a:pt x="49225" y="212437"/>
                    <a:pt x="67982" y="212437"/>
                  </a:cubicBezTo>
                  <a:cubicBezTo>
                    <a:pt x="105495" y="212437"/>
                    <a:pt x="131512" y="183539"/>
                    <a:pt x="131512" y="141561"/>
                  </a:cubicBezTo>
                  <a:cubicBezTo>
                    <a:pt x="131512" y="102625"/>
                    <a:pt x="109428" y="77985"/>
                    <a:pt x="74637" y="77985"/>
                  </a:cubicBezTo>
                  <a:cubicBezTo>
                    <a:pt x="61326" y="77985"/>
                    <a:pt x="54973" y="80115"/>
                    <a:pt x="35914" y="91674"/>
                  </a:cubicBezTo>
                  <a:cubicBezTo>
                    <a:pt x="44082" y="45741"/>
                    <a:pt x="77965" y="12889"/>
                    <a:pt x="125462" y="4980"/>
                  </a:cubicBezTo>
                  <a:lnTo>
                    <a:pt x="124857" y="113"/>
                  </a:lnTo>
                  <a:close/>
                  <a:moveTo>
                    <a:pt x="63141" y="91978"/>
                  </a:moveTo>
                  <a:cubicBezTo>
                    <a:pt x="89159" y="91978"/>
                    <a:pt x="104285" y="113880"/>
                    <a:pt x="104285" y="151903"/>
                  </a:cubicBezTo>
                  <a:cubicBezTo>
                    <a:pt x="104285" y="185364"/>
                    <a:pt x="92486" y="203920"/>
                    <a:pt x="71309" y="203920"/>
                  </a:cubicBezTo>
                  <a:cubicBezTo>
                    <a:pt x="44687" y="203920"/>
                    <a:pt x="28351" y="175326"/>
                    <a:pt x="28351" y="128177"/>
                  </a:cubicBezTo>
                  <a:cubicBezTo>
                    <a:pt x="28351" y="112663"/>
                    <a:pt x="30771" y="104146"/>
                    <a:pt x="36821" y="99583"/>
                  </a:cubicBezTo>
                  <a:cubicBezTo>
                    <a:pt x="43174" y="94716"/>
                    <a:pt x="52553" y="91978"/>
                    <a:pt x="63141" y="9197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77CF3844-D309-067B-92FB-EDAA793BB603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9100497" y="7044144"/>
              <a:ext cx="136742" cy="209890"/>
            </a:xfrm>
            <a:custGeom>
              <a:avLst/>
              <a:gdLst>
                <a:gd name="connsiteX0" fmla="*/ 69802 w 136742"/>
                <a:gd name="connsiteY0" fmla="*/ 113 h 209890"/>
                <a:gd name="connsiteX1" fmla="*/ 29263 w 136742"/>
                <a:gd name="connsiteY1" fmla="*/ 15931 h 209890"/>
                <a:gd name="connsiteX2" fmla="*/ 221 w 136742"/>
                <a:gd name="connsiteY2" fmla="*/ 103537 h 209890"/>
                <a:gd name="connsiteX3" fmla="*/ 24423 w 136742"/>
                <a:gd name="connsiteY3" fmla="*/ 189319 h 209890"/>
                <a:gd name="connsiteX4" fmla="*/ 68592 w 136742"/>
                <a:gd name="connsiteY4" fmla="*/ 210003 h 209890"/>
                <a:gd name="connsiteX5" fmla="*/ 107920 w 136742"/>
                <a:gd name="connsiteY5" fmla="*/ 194186 h 209890"/>
                <a:gd name="connsiteX6" fmla="*/ 136963 w 136742"/>
                <a:gd name="connsiteY6" fmla="*/ 105362 h 209890"/>
                <a:gd name="connsiteX7" fmla="*/ 69802 w 136742"/>
                <a:gd name="connsiteY7" fmla="*/ 113 h 209890"/>
                <a:gd name="connsiteX8" fmla="*/ 68894 w 136742"/>
                <a:gd name="connsiteY8" fmla="*/ 8022 h 209890"/>
                <a:gd name="connsiteX9" fmla="*/ 107920 w 136742"/>
                <a:gd name="connsiteY9" fmla="*/ 105971 h 209890"/>
                <a:gd name="connsiteX10" fmla="*/ 68592 w 136742"/>
                <a:gd name="connsiteY10" fmla="*/ 202095 h 209890"/>
                <a:gd name="connsiteX11" fmla="*/ 29263 w 136742"/>
                <a:gd name="connsiteY11" fmla="*/ 106275 h 209890"/>
                <a:gd name="connsiteX12" fmla="*/ 68894 w 136742"/>
                <a:gd name="connsiteY12" fmla="*/ 802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02" y="113"/>
                  </a:moveTo>
                  <a:cubicBezTo>
                    <a:pt x="53163" y="113"/>
                    <a:pt x="40457" y="5284"/>
                    <a:pt x="29263" y="15931"/>
                  </a:cubicBezTo>
                  <a:cubicBezTo>
                    <a:pt x="11717" y="32965"/>
                    <a:pt x="221" y="67947"/>
                    <a:pt x="221" y="103537"/>
                  </a:cubicBezTo>
                  <a:cubicBezTo>
                    <a:pt x="221" y="136694"/>
                    <a:pt x="10204" y="172284"/>
                    <a:pt x="24423" y="189319"/>
                  </a:cubicBezTo>
                  <a:cubicBezTo>
                    <a:pt x="35616" y="202703"/>
                    <a:pt x="51045" y="210003"/>
                    <a:pt x="68592" y="210003"/>
                  </a:cubicBezTo>
                  <a:cubicBezTo>
                    <a:pt x="84021" y="210003"/>
                    <a:pt x="97029" y="204832"/>
                    <a:pt x="107920" y="194186"/>
                  </a:cubicBezTo>
                  <a:cubicBezTo>
                    <a:pt x="125467" y="177455"/>
                    <a:pt x="136963" y="142169"/>
                    <a:pt x="136963" y="105362"/>
                  </a:cubicBezTo>
                  <a:cubicBezTo>
                    <a:pt x="136963" y="43004"/>
                    <a:pt x="109433" y="113"/>
                    <a:pt x="69802" y="113"/>
                  </a:cubicBezTo>
                  <a:close/>
                  <a:moveTo>
                    <a:pt x="68894" y="8022"/>
                  </a:moveTo>
                  <a:cubicBezTo>
                    <a:pt x="94306" y="8022"/>
                    <a:pt x="107920" y="42395"/>
                    <a:pt x="107920" y="105971"/>
                  </a:cubicBezTo>
                  <a:cubicBezTo>
                    <a:pt x="107920" y="169546"/>
                    <a:pt x="94609" y="202095"/>
                    <a:pt x="68592" y="202095"/>
                  </a:cubicBezTo>
                  <a:cubicBezTo>
                    <a:pt x="42574" y="202095"/>
                    <a:pt x="29263" y="169546"/>
                    <a:pt x="29263" y="106275"/>
                  </a:cubicBezTo>
                  <a:cubicBezTo>
                    <a:pt x="29263" y="41787"/>
                    <a:pt x="42877" y="8022"/>
                    <a:pt x="68894" y="802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F18D6DBE-5E01-94DE-518D-445A1043DCB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9254143" y="7044144"/>
              <a:ext cx="129783" cy="212323"/>
            </a:xfrm>
            <a:custGeom>
              <a:avLst/>
              <a:gdLst>
                <a:gd name="connsiteX0" fmla="*/ 8999 w 129783"/>
                <a:gd name="connsiteY0" fmla="*/ 212437 h 212323"/>
                <a:gd name="connsiteX1" fmla="*/ 80093 w 129783"/>
                <a:gd name="connsiteY1" fmla="*/ 187798 h 212323"/>
                <a:gd name="connsiteX2" fmla="*/ 130010 w 129783"/>
                <a:gd name="connsiteY2" fmla="*/ 85894 h 212323"/>
                <a:gd name="connsiteX3" fmla="*/ 63151 w 129783"/>
                <a:gd name="connsiteY3" fmla="*/ 113 h 212323"/>
                <a:gd name="connsiteX4" fmla="*/ 226 w 129783"/>
                <a:gd name="connsiteY4" fmla="*/ 71902 h 212323"/>
                <a:gd name="connsiteX5" fmla="*/ 54680 w 129783"/>
                <a:gd name="connsiteY5" fmla="*/ 133652 h 212323"/>
                <a:gd name="connsiteX6" fmla="*/ 100059 w 129783"/>
                <a:gd name="connsiteY6" fmla="*/ 116313 h 212323"/>
                <a:gd name="connsiteX7" fmla="*/ 8091 w 129783"/>
                <a:gd name="connsiteY7" fmla="*/ 206353 h 212323"/>
                <a:gd name="connsiteX8" fmla="*/ 8999 w 129783"/>
                <a:gd name="connsiteY8" fmla="*/ 212437 h 212323"/>
                <a:gd name="connsiteX9" fmla="*/ 100664 w 129783"/>
                <a:gd name="connsiteY9" fmla="*/ 97758 h 212323"/>
                <a:gd name="connsiteX10" fmla="*/ 96127 w 129783"/>
                <a:gd name="connsiteY10" fmla="*/ 109317 h 212323"/>
                <a:gd name="connsiteX11" fmla="*/ 65571 w 129783"/>
                <a:gd name="connsiteY11" fmla="*/ 120572 h 212323"/>
                <a:gd name="connsiteX12" fmla="*/ 28058 w 129783"/>
                <a:gd name="connsiteY12" fmla="*/ 61559 h 212323"/>
                <a:gd name="connsiteX13" fmla="*/ 39252 w 129783"/>
                <a:gd name="connsiteY13" fmla="*/ 18060 h 212323"/>
                <a:gd name="connsiteX14" fmla="*/ 60731 w 129783"/>
                <a:gd name="connsiteY14" fmla="*/ 8630 h 212323"/>
                <a:gd name="connsiteX15" fmla="*/ 100664 w 129783"/>
                <a:gd name="connsiteY15" fmla="*/ 85894 h 212323"/>
                <a:gd name="connsiteX16" fmla="*/ 100664 w 129783"/>
                <a:gd name="connsiteY16" fmla="*/ 97758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8999" y="212437"/>
                  </a:moveTo>
                  <a:cubicBezTo>
                    <a:pt x="42882" y="208482"/>
                    <a:pt x="59521" y="202703"/>
                    <a:pt x="80093" y="187798"/>
                  </a:cubicBezTo>
                  <a:cubicBezTo>
                    <a:pt x="111555" y="164679"/>
                    <a:pt x="130010" y="126960"/>
                    <a:pt x="130010" y="85894"/>
                  </a:cubicBezTo>
                  <a:cubicBezTo>
                    <a:pt x="130010" y="35703"/>
                    <a:pt x="102177" y="113"/>
                    <a:pt x="63151" y="113"/>
                  </a:cubicBezTo>
                  <a:cubicBezTo>
                    <a:pt x="27150" y="113"/>
                    <a:pt x="226" y="30836"/>
                    <a:pt x="226" y="71902"/>
                  </a:cubicBezTo>
                  <a:cubicBezTo>
                    <a:pt x="226" y="109013"/>
                    <a:pt x="22008" y="133652"/>
                    <a:pt x="54680" y="133652"/>
                  </a:cubicBezTo>
                  <a:cubicBezTo>
                    <a:pt x="71319" y="133652"/>
                    <a:pt x="84025" y="128785"/>
                    <a:pt x="100059" y="116313"/>
                  </a:cubicBezTo>
                  <a:cubicBezTo>
                    <a:pt x="87656" y="165896"/>
                    <a:pt x="54075" y="198444"/>
                    <a:pt x="8091" y="206353"/>
                  </a:cubicBezTo>
                  <a:lnTo>
                    <a:pt x="8999" y="212437"/>
                  </a:lnTo>
                  <a:close/>
                  <a:moveTo>
                    <a:pt x="100664" y="97758"/>
                  </a:moveTo>
                  <a:cubicBezTo>
                    <a:pt x="100664" y="103841"/>
                    <a:pt x="99454" y="106579"/>
                    <a:pt x="96127" y="109317"/>
                  </a:cubicBezTo>
                  <a:cubicBezTo>
                    <a:pt x="87656" y="116617"/>
                    <a:pt x="76462" y="120572"/>
                    <a:pt x="65571" y="120572"/>
                  </a:cubicBezTo>
                  <a:cubicBezTo>
                    <a:pt x="42579" y="120572"/>
                    <a:pt x="28058" y="97758"/>
                    <a:pt x="28058" y="61559"/>
                  </a:cubicBezTo>
                  <a:cubicBezTo>
                    <a:pt x="28058" y="44220"/>
                    <a:pt x="32898" y="25969"/>
                    <a:pt x="39252" y="18060"/>
                  </a:cubicBezTo>
                  <a:cubicBezTo>
                    <a:pt x="44394" y="11976"/>
                    <a:pt x="51958" y="8630"/>
                    <a:pt x="60731" y="8630"/>
                  </a:cubicBezTo>
                  <a:cubicBezTo>
                    <a:pt x="87051" y="8630"/>
                    <a:pt x="100664" y="34791"/>
                    <a:pt x="100664" y="85894"/>
                  </a:cubicBezTo>
                  <a:lnTo>
                    <a:pt x="100664" y="9775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D9D82534-6C1D-0ADF-F62B-87D009964B8A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9669475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A9BBCA0B-A5B4-39F4-EF3B-4CD3ED703FE6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9963275" y="7044144"/>
              <a:ext cx="134624" cy="205631"/>
            </a:xfrm>
            <a:custGeom>
              <a:avLst/>
              <a:gdLst>
                <a:gd name="connsiteX0" fmla="*/ 134873 w 134624"/>
                <a:gd name="connsiteY0" fmla="*/ 164071 h 205631"/>
                <a:gd name="connsiteX1" fmla="*/ 130940 w 134624"/>
                <a:gd name="connsiteY1" fmla="*/ 162550 h 205631"/>
                <a:gd name="connsiteX2" fmla="*/ 102200 w 134624"/>
                <a:gd name="connsiteY2" fmla="*/ 182626 h 205631"/>
                <a:gd name="connsiteX3" fmla="*/ 29896 w 134624"/>
                <a:gd name="connsiteY3" fmla="*/ 182626 h 205631"/>
                <a:gd name="connsiteX4" fmla="*/ 80721 w 134624"/>
                <a:gd name="connsiteY4" fmla="*/ 129089 h 205631"/>
                <a:gd name="connsiteX5" fmla="*/ 119444 w 134624"/>
                <a:gd name="connsiteY5" fmla="*/ 53954 h 205631"/>
                <a:gd name="connsiteX6" fmla="*/ 63477 w 134624"/>
                <a:gd name="connsiteY6" fmla="*/ 113 h 205631"/>
                <a:gd name="connsiteX7" fmla="*/ 19913 w 134624"/>
                <a:gd name="connsiteY7" fmla="*/ 18973 h 205631"/>
                <a:gd name="connsiteX8" fmla="*/ 551 w 134624"/>
                <a:gd name="connsiteY8" fmla="*/ 60647 h 205631"/>
                <a:gd name="connsiteX9" fmla="*/ 6904 w 134624"/>
                <a:gd name="connsiteY9" fmla="*/ 62168 h 205631"/>
                <a:gd name="connsiteX10" fmla="*/ 50771 w 134624"/>
                <a:gd name="connsiteY10" fmla="*/ 22623 h 205631"/>
                <a:gd name="connsiteX11" fmla="*/ 93427 w 134624"/>
                <a:gd name="connsiteY11" fmla="*/ 65514 h 205631"/>
                <a:gd name="connsiteX12" fmla="*/ 54099 w 134624"/>
                <a:gd name="connsiteY12" fmla="*/ 144603 h 205631"/>
                <a:gd name="connsiteX13" fmla="*/ 249 w 134624"/>
                <a:gd name="connsiteY13" fmla="*/ 202095 h 205631"/>
                <a:gd name="connsiteX14" fmla="*/ 249 w 134624"/>
                <a:gd name="connsiteY14" fmla="*/ 205745 h 205631"/>
                <a:gd name="connsiteX15" fmla="*/ 118234 w 134624"/>
                <a:gd name="connsiteY15" fmla="*/ 205745 h 205631"/>
                <a:gd name="connsiteX16" fmla="*/ 134873 w 134624"/>
                <a:gd name="connsiteY16" fmla="*/ 16407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73" y="164071"/>
                  </a:moveTo>
                  <a:lnTo>
                    <a:pt x="130940" y="162550"/>
                  </a:lnTo>
                  <a:cubicBezTo>
                    <a:pt x="119747" y="179889"/>
                    <a:pt x="115814" y="182626"/>
                    <a:pt x="102200" y="182626"/>
                  </a:cubicBezTo>
                  <a:lnTo>
                    <a:pt x="29896" y="182626"/>
                  </a:lnTo>
                  <a:lnTo>
                    <a:pt x="80721" y="129089"/>
                  </a:lnTo>
                  <a:cubicBezTo>
                    <a:pt x="107646" y="100800"/>
                    <a:pt x="119444" y="77681"/>
                    <a:pt x="119444" y="53954"/>
                  </a:cubicBezTo>
                  <a:cubicBezTo>
                    <a:pt x="119444" y="23536"/>
                    <a:pt x="94940" y="113"/>
                    <a:pt x="63477" y="113"/>
                  </a:cubicBezTo>
                  <a:cubicBezTo>
                    <a:pt x="46838" y="113"/>
                    <a:pt x="31107" y="6805"/>
                    <a:pt x="19913" y="18973"/>
                  </a:cubicBezTo>
                  <a:cubicBezTo>
                    <a:pt x="10232" y="29315"/>
                    <a:pt x="5694" y="39049"/>
                    <a:pt x="551" y="60647"/>
                  </a:cubicBezTo>
                  <a:lnTo>
                    <a:pt x="6904" y="62168"/>
                  </a:lnTo>
                  <a:cubicBezTo>
                    <a:pt x="19006" y="32357"/>
                    <a:pt x="29896" y="22623"/>
                    <a:pt x="50771" y="22623"/>
                  </a:cubicBezTo>
                  <a:cubicBezTo>
                    <a:pt x="76183" y="22623"/>
                    <a:pt x="93427" y="39962"/>
                    <a:pt x="93427" y="65514"/>
                  </a:cubicBezTo>
                  <a:cubicBezTo>
                    <a:pt x="93427" y="89240"/>
                    <a:pt x="79511" y="117530"/>
                    <a:pt x="54099" y="144603"/>
                  </a:cubicBezTo>
                  <a:lnTo>
                    <a:pt x="249" y="202095"/>
                  </a:lnTo>
                  <a:lnTo>
                    <a:pt x="249" y="205745"/>
                  </a:lnTo>
                  <a:lnTo>
                    <a:pt x="118234" y="205745"/>
                  </a:lnTo>
                  <a:lnTo>
                    <a:pt x="134873" y="1640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D1C56851-F262-977D-139D-3B734F79D747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0127207" y="7219357"/>
              <a:ext cx="33580" cy="33764"/>
            </a:xfrm>
            <a:custGeom>
              <a:avLst/>
              <a:gdLst>
                <a:gd name="connsiteX0" fmla="*/ 16893 w 33580"/>
                <a:gd name="connsiteY0" fmla="*/ 113 h 33764"/>
                <a:gd name="connsiteX1" fmla="*/ 254 w 33580"/>
                <a:gd name="connsiteY1" fmla="*/ 17452 h 33764"/>
                <a:gd name="connsiteX2" fmla="*/ 16590 w 33580"/>
                <a:gd name="connsiteY2" fmla="*/ 33878 h 33764"/>
                <a:gd name="connsiteX3" fmla="*/ 33834 w 33580"/>
                <a:gd name="connsiteY3" fmla="*/ 17452 h 33764"/>
                <a:gd name="connsiteX4" fmla="*/ 16893 w 33580"/>
                <a:gd name="connsiteY4" fmla="*/ 113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93" y="113"/>
                  </a:moveTo>
                  <a:cubicBezTo>
                    <a:pt x="7817" y="113"/>
                    <a:pt x="254" y="8022"/>
                    <a:pt x="254" y="17452"/>
                  </a:cubicBezTo>
                  <a:cubicBezTo>
                    <a:pt x="254" y="26273"/>
                    <a:pt x="7817" y="33878"/>
                    <a:pt x="16590" y="33878"/>
                  </a:cubicBezTo>
                  <a:cubicBezTo>
                    <a:pt x="25969" y="33878"/>
                    <a:pt x="33834" y="26273"/>
                    <a:pt x="33834" y="17452"/>
                  </a:cubicBezTo>
                  <a:cubicBezTo>
                    <a:pt x="33834" y="8022"/>
                    <a:pt x="25969" y="113"/>
                    <a:pt x="16893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EAC32563-EB60-EB31-7025-80D991127DF5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0215526" y="7044144"/>
              <a:ext cx="85615" cy="205631"/>
            </a:xfrm>
            <a:custGeom>
              <a:avLst/>
              <a:gdLst>
                <a:gd name="connsiteX0" fmla="*/ 54711 w 85615"/>
                <a:gd name="connsiteY0" fmla="*/ 113 h 205631"/>
                <a:gd name="connsiteX1" fmla="*/ 256 w 85615"/>
                <a:gd name="connsiteY1" fmla="*/ 27794 h 205631"/>
                <a:gd name="connsiteX2" fmla="*/ 256 w 85615"/>
                <a:gd name="connsiteY2" fmla="*/ 32053 h 205631"/>
                <a:gd name="connsiteX3" fmla="*/ 8425 w 85615"/>
                <a:gd name="connsiteY3" fmla="*/ 28707 h 205631"/>
                <a:gd name="connsiteX4" fmla="*/ 22038 w 85615"/>
                <a:gd name="connsiteY4" fmla="*/ 25361 h 205631"/>
                <a:gd name="connsiteX5" fmla="*/ 31114 w 85615"/>
                <a:gd name="connsiteY5" fmla="*/ 39658 h 205631"/>
                <a:gd name="connsiteX6" fmla="*/ 31114 w 85615"/>
                <a:gd name="connsiteY6" fmla="*/ 177455 h 205631"/>
                <a:gd name="connsiteX7" fmla="*/ 23853 w 85615"/>
                <a:gd name="connsiteY7" fmla="*/ 197227 h 205631"/>
                <a:gd name="connsiteX8" fmla="*/ 2374 w 85615"/>
                <a:gd name="connsiteY8" fmla="*/ 201182 h 205631"/>
                <a:gd name="connsiteX9" fmla="*/ 2374 w 85615"/>
                <a:gd name="connsiteY9" fmla="*/ 205745 h 205631"/>
                <a:gd name="connsiteX10" fmla="*/ 85871 w 85615"/>
                <a:gd name="connsiteY10" fmla="*/ 205745 h 205631"/>
                <a:gd name="connsiteX11" fmla="*/ 85871 w 85615"/>
                <a:gd name="connsiteY11" fmla="*/ 201182 h 205631"/>
                <a:gd name="connsiteX12" fmla="*/ 57131 w 85615"/>
                <a:gd name="connsiteY12" fmla="*/ 183235 h 205631"/>
                <a:gd name="connsiteX13" fmla="*/ 57131 w 85615"/>
                <a:gd name="connsiteY13" fmla="*/ 721 h 205631"/>
                <a:gd name="connsiteX14" fmla="*/ 54711 w 85615"/>
                <a:gd name="connsiteY14" fmla="*/ 113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711" y="113"/>
                  </a:moveTo>
                  <a:lnTo>
                    <a:pt x="256" y="27794"/>
                  </a:lnTo>
                  <a:lnTo>
                    <a:pt x="256" y="32053"/>
                  </a:lnTo>
                  <a:cubicBezTo>
                    <a:pt x="3887" y="30532"/>
                    <a:pt x="7214" y="29315"/>
                    <a:pt x="8425" y="28707"/>
                  </a:cubicBezTo>
                  <a:cubicBezTo>
                    <a:pt x="13870" y="26577"/>
                    <a:pt x="19013" y="25361"/>
                    <a:pt x="22038" y="25361"/>
                  </a:cubicBezTo>
                  <a:cubicBezTo>
                    <a:pt x="28391" y="25361"/>
                    <a:pt x="31114" y="29923"/>
                    <a:pt x="31114" y="39658"/>
                  </a:cubicBezTo>
                  <a:lnTo>
                    <a:pt x="31114" y="177455"/>
                  </a:lnTo>
                  <a:cubicBezTo>
                    <a:pt x="31114" y="187493"/>
                    <a:pt x="28694" y="194490"/>
                    <a:pt x="23853" y="197227"/>
                  </a:cubicBezTo>
                  <a:cubicBezTo>
                    <a:pt x="19315" y="199965"/>
                    <a:pt x="15080" y="200878"/>
                    <a:pt x="2374" y="201182"/>
                  </a:cubicBezTo>
                  <a:lnTo>
                    <a:pt x="2374" y="205745"/>
                  </a:lnTo>
                  <a:lnTo>
                    <a:pt x="85871" y="205745"/>
                  </a:lnTo>
                  <a:lnTo>
                    <a:pt x="85871" y="201182"/>
                  </a:lnTo>
                  <a:cubicBezTo>
                    <a:pt x="61972" y="200878"/>
                    <a:pt x="57131" y="197836"/>
                    <a:pt x="57131" y="183235"/>
                  </a:cubicBezTo>
                  <a:lnTo>
                    <a:pt x="57131" y="721"/>
                  </a:lnTo>
                  <a:lnTo>
                    <a:pt x="54711" y="1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1FE85DCE-7D8C-762C-356B-87318A917084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0342852" y="7044144"/>
              <a:ext cx="134624" cy="205631"/>
            </a:xfrm>
            <a:custGeom>
              <a:avLst/>
              <a:gdLst>
                <a:gd name="connsiteX0" fmla="*/ 134886 w 134624"/>
                <a:gd name="connsiteY0" fmla="*/ 164071 h 205631"/>
                <a:gd name="connsiteX1" fmla="*/ 130953 w 134624"/>
                <a:gd name="connsiteY1" fmla="*/ 162550 h 205631"/>
                <a:gd name="connsiteX2" fmla="*/ 102213 w 134624"/>
                <a:gd name="connsiteY2" fmla="*/ 182626 h 205631"/>
                <a:gd name="connsiteX3" fmla="*/ 29909 w 134624"/>
                <a:gd name="connsiteY3" fmla="*/ 182626 h 205631"/>
                <a:gd name="connsiteX4" fmla="*/ 80733 w 134624"/>
                <a:gd name="connsiteY4" fmla="*/ 129089 h 205631"/>
                <a:gd name="connsiteX5" fmla="*/ 119457 w 134624"/>
                <a:gd name="connsiteY5" fmla="*/ 53954 h 205631"/>
                <a:gd name="connsiteX6" fmla="*/ 63489 w 134624"/>
                <a:gd name="connsiteY6" fmla="*/ 113 h 205631"/>
                <a:gd name="connsiteX7" fmla="*/ 19926 w 134624"/>
                <a:gd name="connsiteY7" fmla="*/ 18973 h 205631"/>
                <a:gd name="connsiteX8" fmla="*/ 564 w 134624"/>
                <a:gd name="connsiteY8" fmla="*/ 60647 h 205631"/>
                <a:gd name="connsiteX9" fmla="*/ 6917 w 134624"/>
                <a:gd name="connsiteY9" fmla="*/ 62168 h 205631"/>
                <a:gd name="connsiteX10" fmla="*/ 50783 w 134624"/>
                <a:gd name="connsiteY10" fmla="*/ 22623 h 205631"/>
                <a:gd name="connsiteX11" fmla="*/ 93440 w 134624"/>
                <a:gd name="connsiteY11" fmla="*/ 65514 h 205631"/>
                <a:gd name="connsiteX12" fmla="*/ 54111 w 134624"/>
                <a:gd name="connsiteY12" fmla="*/ 144603 h 205631"/>
                <a:gd name="connsiteX13" fmla="*/ 261 w 134624"/>
                <a:gd name="connsiteY13" fmla="*/ 202095 h 205631"/>
                <a:gd name="connsiteX14" fmla="*/ 261 w 134624"/>
                <a:gd name="connsiteY14" fmla="*/ 205745 h 205631"/>
                <a:gd name="connsiteX15" fmla="*/ 118247 w 134624"/>
                <a:gd name="connsiteY15" fmla="*/ 205745 h 205631"/>
                <a:gd name="connsiteX16" fmla="*/ 134886 w 134624"/>
                <a:gd name="connsiteY16" fmla="*/ 16407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86" y="164071"/>
                  </a:moveTo>
                  <a:lnTo>
                    <a:pt x="130953" y="162550"/>
                  </a:lnTo>
                  <a:cubicBezTo>
                    <a:pt x="119759" y="179889"/>
                    <a:pt x="115827" y="182626"/>
                    <a:pt x="102213" y="182626"/>
                  </a:cubicBezTo>
                  <a:lnTo>
                    <a:pt x="29909" y="182626"/>
                  </a:lnTo>
                  <a:lnTo>
                    <a:pt x="80733" y="129089"/>
                  </a:lnTo>
                  <a:cubicBezTo>
                    <a:pt x="107658" y="100800"/>
                    <a:pt x="119457" y="77681"/>
                    <a:pt x="119457" y="53954"/>
                  </a:cubicBezTo>
                  <a:cubicBezTo>
                    <a:pt x="119457" y="23536"/>
                    <a:pt x="94952" y="113"/>
                    <a:pt x="63489" y="113"/>
                  </a:cubicBezTo>
                  <a:cubicBezTo>
                    <a:pt x="46850" y="113"/>
                    <a:pt x="31119" y="6805"/>
                    <a:pt x="19926" y="18973"/>
                  </a:cubicBezTo>
                  <a:cubicBezTo>
                    <a:pt x="10245" y="29315"/>
                    <a:pt x="5707" y="39049"/>
                    <a:pt x="564" y="60647"/>
                  </a:cubicBezTo>
                  <a:lnTo>
                    <a:pt x="6917" y="62168"/>
                  </a:lnTo>
                  <a:cubicBezTo>
                    <a:pt x="19018" y="32357"/>
                    <a:pt x="29909" y="22623"/>
                    <a:pt x="50783" y="22623"/>
                  </a:cubicBezTo>
                  <a:cubicBezTo>
                    <a:pt x="76196" y="22623"/>
                    <a:pt x="93440" y="39962"/>
                    <a:pt x="93440" y="65514"/>
                  </a:cubicBezTo>
                  <a:cubicBezTo>
                    <a:pt x="93440" y="89240"/>
                    <a:pt x="79523" y="117530"/>
                    <a:pt x="54111" y="144603"/>
                  </a:cubicBezTo>
                  <a:lnTo>
                    <a:pt x="261" y="202095"/>
                  </a:lnTo>
                  <a:lnTo>
                    <a:pt x="261" y="205745"/>
                  </a:lnTo>
                  <a:lnTo>
                    <a:pt x="118247" y="205745"/>
                  </a:lnTo>
                  <a:lnTo>
                    <a:pt x="134886" y="1640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BBC29D44-CD8E-D197-E4EA-921C10E0C14F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0502548" y="7044144"/>
              <a:ext cx="117682" cy="209890"/>
            </a:xfrm>
            <a:custGeom>
              <a:avLst/>
              <a:gdLst>
                <a:gd name="connsiteX0" fmla="*/ 71058 w 117682"/>
                <a:gd name="connsiteY0" fmla="*/ 92891 h 209890"/>
                <a:gd name="connsiteX1" fmla="*/ 111596 w 117682"/>
                <a:gd name="connsiteY1" fmla="*/ 43308 h 209890"/>
                <a:gd name="connsiteX2" fmla="*/ 59562 w 117682"/>
                <a:gd name="connsiteY2" fmla="*/ 113 h 209890"/>
                <a:gd name="connsiteX3" fmla="*/ 2081 w 117682"/>
                <a:gd name="connsiteY3" fmla="*/ 48175 h 209890"/>
                <a:gd name="connsiteX4" fmla="*/ 39595 w 117682"/>
                <a:gd name="connsiteY4" fmla="*/ 104754 h 209890"/>
                <a:gd name="connsiteX5" fmla="*/ 266 w 117682"/>
                <a:gd name="connsiteY5" fmla="*/ 159812 h 209890"/>
                <a:gd name="connsiteX6" fmla="*/ 58351 w 117682"/>
                <a:gd name="connsiteY6" fmla="*/ 210003 h 209890"/>
                <a:gd name="connsiteX7" fmla="*/ 117949 w 117682"/>
                <a:gd name="connsiteY7" fmla="*/ 158595 h 209890"/>
                <a:gd name="connsiteX8" fmla="*/ 71058 w 117682"/>
                <a:gd name="connsiteY8" fmla="*/ 92891 h 209890"/>
                <a:gd name="connsiteX9" fmla="*/ 65612 w 117682"/>
                <a:gd name="connsiteY9" fmla="*/ 124222 h 209890"/>
                <a:gd name="connsiteX10" fmla="*/ 94957 w 117682"/>
                <a:gd name="connsiteY10" fmla="*/ 168025 h 209890"/>
                <a:gd name="connsiteX11" fmla="*/ 61679 w 117682"/>
                <a:gd name="connsiteY11" fmla="*/ 201486 h 209890"/>
                <a:gd name="connsiteX12" fmla="*/ 23258 w 117682"/>
                <a:gd name="connsiteY12" fmla="*/ 157379 h 209890"/>
                <a:gd name="connsiteX13" fmla="*/ 47460 w 117682"/>
                <a:gd name="connsiteY13" fmla="*/ 110838 h 209890"/>
                <a:gd name="connsiteX14" fmla="*/ 65612 w 117682"/>
                <a:gd name="connsiteY14" fmla="*/ 124222 h 209890"/>
                <a:gd name="connsiteX15" fmla="*/ 62284 w 117682"/>
                <a:gd name="connsiteY15" fmla="*/ 87415 h 209890"/>
                <a:gd name="connsiteX16" fmla="*/ 24468 w 117682"/>
                <a:gd name="connsiteY16" fmla="*/ 38745 h 209890"/>
                <a:gd name="connsiteX17" fmla="*/ 57141 w 117682"/>
                <a:gd name="connsiteY17" fmla="*/ 8630 h 209890"/>
                <a:gd name="connsiteX18" fmla="*/ 90722 w 117682"/>
                <a:gd name="connsiteY18" fmla="*/ 43004 h 209890"/>
                <a:gd name="connsiteX19" fmla="*/ 65007 w 117682"/>
                <a:gd name="connsiteY19" fmla="*/ 85590 h 209890"/>
                <a:gd name="connsiteX20" fmla="*/ 62284 w 117682"/>
                <a:gd name="connsiteY20" fmla="*/ 87415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9890">
                  <a:moveTo>
                    <a:pt x="71058" y="92891"/>
                  </a:moveTo>
                  <a:cubicBezTo>
                    <a:pt x="101008" y="76769"/>
                    <a:pt x="111596" y="63993"/>
                    <a:pt x="111596" y="43308"/>
                  </a:cubicBezTo>
                  <a:cubicBezTo>
                    <a:pt x="111596" y="18364"/>
                    <a:pt x="89814" y="113"/>
                    <a:pt x="59562" y="113"/>
                  </a:cubicBezTo>
                  <a:cubicBezTo>
                    <a:pt x="26586" y="113"/>
                    <a:pt x="2081" y="20494"/>
                    <a:pt x="2081" y="48175"/>
                  </a:cubicBezTo>
                  <a:cubicBezTo>
                    <a:pt x="2081" y="67947"/>
                    <a:pt x="7829" y="76769"/>
                    <a:pt x="39595" y="104754"/>
                  </a:cubicBezTo>
                  <a:cubicBezTo>
                    <a:pt x="6922" y="129698"/>
                    <a:pt x="266" y="139127"/>
                    <a:pt x="266" y="159812"/>
                  </a:cubicBezTo>
                  <a:cubicBezTo>
                    <a:pt x="266" y="189319"/>
                    <a:pt x="24166" y="210003"/>
                    <a:pt x="58351" y="210003"/>
                  </a:cubicBezTo>
                  <a:cubicBezTo>
                    <a:pt x="94655" y="210003"/>
                    <a:pt x="117949" y="189927"/>
                    <a:pt x="117949" y="158595"/>
                  </a:cubicBezTo>
                  <a:cubicBezTo>
                    <a:pt x="117949" y="135173"/>
                    <a:pt x="107663" y="120268"/>
                    <a:pt x="71058" y="92891"/>
                  </a:cubicBezTo>
                  <a:close/>
                  <a:moveTo>
                    <a:pt x="65612" y="124222"/>
                  </a:moveTo>
                  <a:cubicBezTo>
                    <a:pt x="87697" y="140040"/>
                    <a:pt x="94957" y="150991"/>
                    <a:pt x="94957" y="168025"/>
                  </a:cubicBezTo>
                  <a:cubicBezTo>
                    <a:pt x="94957" y="187798"/>
                    <a:pt x="81343" y="201486"/>
                    <a:pt x="61679" y="201486"/>
                  </a:cubicBezTo>
                  <a:cubicBezTo>
                    <a:pt x="38687" y="201486"/>
                    <a:pt x="23258" y="183843"/>
                    <a:pt x="23258" y="157379"/>
                  </a:cubicBezTo>
                  <a:cubicBezTo>
                    <a:pt x="23258" y="137911"/>
                    <a:pt x="29914" y="125135"/>
                    <a:pt x="47460" y="110838"/>
                  </a:cubicBezTo>
                  <a:lnTo>
                    <a:pt x="65612" y="124222"/>
                  </a:lnTo>
                  <a:close/>
                  <a:moveTo>
                    <a:pt x="62284" y="87415"/>
                  </a:moveTo>
                  <a:cubicBezTo>
                    <a:pt x="35359" y="69772"/>
                    <a:pt x="24468" y="55780"/>
                    <a:pt x="24468" y="38745"/>
                  </a:cubicBezTo>
                  <a:cubicBezTo>
                    <a:pt x="24468" y="21102"/>
                    <a:pt x="38082" y="8630"/>
                    <a:pt x="57141" y="8630"/>
                  </a:cubicBezTo>
                  <a:cubicBezTo>
                    <a:pt x="77713" y="8630"/>
                    <a:pt x="90722" y="22015"/>
                    <a:pt x="90722" y="43004"/>
                  </a:cubicBezTo>
                  <a:cubicBezTo>
                    <a:pt x="90722" y="60342"/>
                    <a:pt x="82251" y="74031"/>
                    <a:pt x="65007" y="85590"/>
                  </a:cubicBezTo>
                  <a:cubicBezTo>
                    <a:pt x="63494" y="86503"/>
                    <a:pt x="63494" y="86503"/>
                    <a:pt x="62284" y="8741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DEDBAC20-2B39-15D9-6B69-2BB4E915676B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0910014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CB44461B-D882-AA35-0B65-2AE5E50AF427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1127899" y="7044144"/>
              <a:ext cx="134624" cy="205631"/>
            </a:xfrm>
            <a:custGeom>
              <a:avLst/>
              <a:gdLst>
                <a:gd name="connsiteX0" fmla="*/ 134911 w 134624"/>
                <a:gd name="connsiteY0" fmla="*/ 164071 h 205631"/>
                <a:gd name="connsiteX1" fmla="*/ 130979 w 134624"/>
                <a:gd name="connsiteY1" fmla="*/ 162550 h 205631"/>
                <a:gd name="connsiteX2" fmla="*/ 102239 w 134624"/>
                <a:gd name="connsiteY2" fmla="*/ 182626 h 205631"/>
                <a:gd name="connsiteX3" fmla="*/ 29935 w 134624"/>
                <a:gd name="connsiteY3" fmla="*/ 182626 h 205631"/>
                <a:gd name="connsiteX4" fmla="*/ 80759 w 134624"/>
                <a:gd name="connsiteY4" fmla="*/ 129089 h 205631"/>
                <a:gd name="connsiteX5" fmla="*/ 119483 w 134624"/>
                <a:gd name="connsiteY5" fmla="*/ 53954 h 205631"/>
                <a:gd name="connsiteX6" fmla="*/ 63515 w 134624"/>
                <a:gd name="connsiteY6" fmla="*/ 113 h 205631"/>
                <a:gd name="connsiteX7" fmla="*/ 19951 w 134624"/>
                <a:gd name="connsiteY7" fmla="*/ 18973 h 205631"/>
                <a:gd name="connsiteX8" fmla="*/ 590 w 134624"/>
                <a:gd name="connsiteY8" fmla="*/ 60647 h 205631"/>
                <a:gd name="connsiteX9" fmla="*/ 6943 w 134624"/>
                <a:gd name="connsiteY9" fmla="*/ 62168 h 205631"/>
                <a:gd name="connsiteX10" fmla="*/ 50809 w 134624"/>
                <a:gd name="connsiteY10" fmla="*/ 22623 h 205631"/>
                <a:gd name="connsiteX11" fmla="*/ 93465 w 134624"/>
                <a:gd name="connsiteY11" fmla="*/ 65514 h 205631"/>
                <a:gd name="connsiteX12" fmla="*/ 54137 w 134624"/>
                <a:gd name="connsiteY12" fmla="*/ 144603 h 205631"/>
                <a:gd name="connsiteX13" fmla="*/ 287 w 134624"/>
                <a:gd name="connsiteY13" fmla="*/ 202095 h 205631"/>
                <a:gd name="connsiteX14" fmla="*/ 287 w 134624"/>
                <a:gd name="connsiteY14" fmla="*/ 205745 h 205631"/>
                <a:gd name="connsiteX15" fmla="*/ 118272 w 134624"/>
                <a:gd name="connsiteY15" fmla="*/ 205745 h 205631"/>
                <a:gd name="connsiteX16" fmla="*/ 134911 w 134624"/>
                <a:gd name="connsiteY16" fmla="*/ 16407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911" y="164071"/>
                  </a:moveTo>
                  <a:lnTo>
                    <a:pt x="130979" y="162550"/>
                  </a:lnTo>
                  <a:cubicBezTo>
                    <a:pt x="119785" y="179889"/>
                    <a:pt x="115852" y="182626"/>
                    <a:pt x="102239" y="182626"/>
                  </a:cubicBezTo>
                  <a:lnTo>
                    <a:pt x="29935" y="182626"/>
                  </a:lnTo>
                  <a:lnTo>
                    <a:pt x="80759" y="129089"/>
                  </a:lnTo>
                  <a:cubicBezTo>
                    <a:pt x="107684" y="100800"/>
                    <a:pt x="119483" y="77681"/>
                    <a:pt x="119483" y="53954"/>
                  </a:cubicBezTo>
                  <a:cubicBezTo>
                    <a:pt x="119483" y="23536"/>
                    <a:pt x="94978" y="113"/>
                    <a:pt x="63515" y="113"/>
                  </a:cubicBezTo>
                  <a:cubicBezTo>
                    <a:pt x="46876" y="113"/>
                    <a:pt x="31145" y="6805"/>
                    <a:pt x="19951" y="18973"/>
                  </a:cubicBezTo>
                  <a:cubicBezTo>
                    <a:pt x="10270" y="29315"/>
                    <a:pt x="5733" y="39049"/>
                    <a:pt x="590" y="60647"/>
                  </a:cubicBezTo>
                  <a:lnTo>
                    <a:pt x="6943" y="62168"/>
                  </a:lnTo>
                  <a:cubicBezTo>
                    <a:pt x="19044" y="32357"/>
                    <a:pt x="29935" y="22623"/>
                    <a:pt x="50809" y="22623"/>
                  </a:cubicBezTo>
                  <a:cubicBezTo>
                    <a:pt x="76221" y="22623"/>
                    <a:pt x="93465" y="39962"/>
                    <a:pt x="93465" y="65514"/>
                  </a:cubicBezTo>
                  <a:cubicBezTo>
                    <a:pt x="93465" y="89240"/>
                    <a:pt x="79549" y="117530"/>
                    <a:pt x="54137" y="144603"/>
                  </a:cubicBezTo>
                  <a:lnTo>
                    <a:pt x="287" y="202095"/>
                  </a:lnTo>
                  <a:lnTo>
                    <a:pt x="287" y="205745"/>
                  </a:lnTo>
                  <a:lnTo>
                    <a:pt x="118272" y="205745"/>
                  </a:lnTo>
                  <a:lnTo>
                    <a:pt x="134911" y="1640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4556FD3E-B5E9-B337-7242-12ED52314FCD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1291831" y="7219357"/>
              <a:ext cx="33580" cy="33764"/>
            </a:xfrm>
            <a:custGeom>
              <a:avLst/>
              <a:gdLst>
                <a:gd name="connsiteX0" fmla="*/ 16931 w 33580"/>
                <a:gd name="connsiteY0" fmla="*/ 113 h 33764"/>
                <a:gd name="connsiteX1" fmla="*/ 292 w 33580"/>
                <a:gd name="connsiteY1" fmla="*/ 17452 h 33764"/>
                <a:gd name="connsiteX2" fmla="*/ 16629 w 33580"/>
                <a:gd name="connsiteY2" fmla="*/ 33878 h 33764"/>
                <a:gd name="connsiteX3" fmla="*/ 33873 w 33580"/>
                <a:gd name="connsiteY3" fmla="*/ 17452 h 33764"/>
                <a:gd name="connsiteX4" fmla="*/ 16931 w 33580"/>
                <a:gd name="connsiteY4" fmla="*/ 113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31" y="113"/>
                  </a:moveTo>
                  <a:cubicBezTo>
                    <a:pt x="7855" y="113"/>
                    <a:pt x="292" y="8022"/>
                    <a:pt x="292" y="17452"/>
                  </a:cubicBezTo>
                  <a:cubicBezTo>
                    <a:pt x="292" y="26273"/>
                    <a:pt x="7855" y="33878"/>
                    <a:pt x="16629" y="33878"/>
                  </a:cubicBezTo>
                  <a:cubicBezTo>
                    <a:pt x="26007" y="33878"/>
                    <a:pt x="33873" y="26273"/>
                    <a:pt x="33873" y="17452"/>
                  </a:cubicBezTo>
                  <a:cubicBezTo>
                    <a:pt x="33873" y="8022"/>
                    <a:pt x="26007" y="113"/>
                    <a:pt x="16931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B7F0F8F1-7D2D-5C0D-533B-1B515BE6C244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1356250" y="7040494"/>
              <a:ext cx="122825" cy="213540"/>
            </a:xfrm>
            <a:custGeom>
              <a:avLst/>
              <a:gdLst>
                <a:gd name="connsiteX0" fmla="*/ 45371 w 122825"/>
                <a:gd name="connsiteY0" fmla="*/ 32053 h 213540"/>
                <a:gd name="connsiteX1" fmla="*/ 104666 w 122825"/>
                <a:gd name="connsiteY1" fmla="*/ 32053 h 213540"/>
                <a:gd name="connsiteX2" fmla="*/ 111624 w 122825"/>
                <a:gd name="connsiteY2" fmla="*/ 29315 h 213540"/>
                <a:gd name="connsiteX3" fmla="*/ 123120 w 122825"/>
                <a:gd name="connsiteY3" fmla="*/ 2242 h 213540"/>
                <a:gd name="connsiteX4" fmla="*/ 120398 w 122825"/>
                <a:gd name="connsiteY4" fmla="*/ 113 h 213540"/>
                <a:gd name="connsiteX5" fmla="*/ 106481 w 122825"/>
                <a:gd name="connsiteY5" fmla="*/ 8022 h 213540"/>
                <a:gd name="connsiteX6" fmla="*/ 43253 w 122825"/>
                <a:gd name="connsiteY6" fmla="*/ 8022 h 213540"/>
                <a:gd name="connsiteX7" fmla="*/ 10278 w 122825"/>
                <a:gd name="connsiteY7" fmla="*/ 80115 h 213540"/>
                <a:gd name="connsiteX8" fmla="*/ 9975 w 122825"/>
                <a:gd name="connsiteY8" fmla="*/ 81636 h 213540"/>
                <a:gd name="connsiteX9" fmla="*/ 13606 w 122825"/>
                <a:gd name="connsiteY9" fmla="*/ 84069 h 213540"/>
                <a:gd name="connsiteX10" fmla="*/ 47791 w 122825"/>
                <a:gd name="connsiteY10" fmla="*/ 90153 h 213540"/>
                <a:gd name="connsiteX11" fmla="*/ 98616 w 122825"/>
                <a:gd name="connsiteY11" fmla="*/ 150382 h 213540"/>
                <a:gd name="connsiteX12" fmla="*/ 56565 w 122825"/>
                <a:gd name="connsiteY12" fmla="*/ 202399 h 213540"/>
                <a:gd name="connsiteX13" fmla="*/ 36295 w 122825"/>
                <a:gd name="connsiteY13" fmla="*/ 193577 h 213540"/>
                <a:gd name="connsiteX14" fmla="*/ 13303 w 122825"/>
                <a:gd name="connsiteY14" fmla="*/ 183539 h 213540"/>
                <a:gd name="connsiteX15" fmla="*/ 295 w 122825"/>
                <a:gd name="connsiteY15" fmla="*/ 194794 h 213540"/>
                <a:gd name="connsiteX16" fmla="*/ 37203 w 122825"/>
                <a:gd name="connsiteY16" fmla="*/ 213654 h 213540"/>
                <a:gd name="connsiteX17" fmla="*/ 99523 w 122825"/>
                <a:gd name="connsiteY17" fmla="*/ 189927 h 213540"/>
                <a:gd name="connsiteX18" fmla="*/ 119793 w 122825"/>
                <a:gd name="connsiteY18" fmla="*/ 135781 h 213540"/>
                <a:gd name="connsiteX19" fmla="*/ 98918 w 122825"/>
                <a:gd name="connsiteY19" fmla="*/ 84678 h 213540"/>
                <a:gd name="connsiteX20" fmla="*/ 32665 w 122825"/>
                <a:gd name="connsiteY20" fmla="*/ 57909 h 213540"/>
                <a:gd name="connsiteX21" fmla="*/ 45371 w 122825"/>
                <a:gd name="connsiteY21" fmla="*/ 32053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371" y="32053"/>
                  </a:moveTo>
                  <a:lnTo>
                    <a:pt x="104666" y="32053"/>
                  </a:lnTo>
                  <a:cubicBezTo>
                    <a:pt x="109507" y="32053"/>
                    <a:pt x="110717" y="31444"/>
                    <a:pt x="111624" y="29315"/>
                  </a:cubicBezTo>
                  <a:lnTo>
                    <a:pt x="123120" y="2242"/>
                  </a:lnTo>
                  <a:lnTo>
                    <a:pt x="120398" y="113"/>
                  </a:lnTo>
                  <a:cubicBezTo>
                    <a:pt x="115860" y="6501"/>
                    <a:pt x="112835" y="8022"/>
                    <a:pt x="106481" y="8022"/>
                  </a:cubicBezTo>
                  <a:lnTo>
                    <a:pt x="43253" y="8022"/>
                  </a:lnTo>
                  <a:lnTo>
                    <a:pt x="10278" y="80115"/>
                  </a:lnTo>
                  <a:cubicBezTo>
                    <a:pt x="9975" y="80723"/>
                    <a:pt x="9975" y="81027"/>
                    <a:pt x="9975" y="81636"/>
                  </a:cubicBezTo>
                  <a:cubicBezTo>
                    <a:pt x="9975" y="83157"/>
                    <a:pt x="11186" y="84069"/>
                    <a:pt x="13606" y="84069"/>
                  </a:cubicBezTo>
                  <a:cubicBezTo>
                    <a:pt x="23287" y="84069"/>
                    <a:pt x="35388" y="86198"/>
                    <a:pt x="47791" y="90153"/>
                  </a:cubicBezTo>
                  <a:cubicBezTo>
                    <a:pt x="82582" y="101408"/>
                    <a:pt x="98616" y="120268"/>
                    <a:pt x="98616" y="150382"/>
                  </a:cubicBezTo>
                  <a:cubicBezTo>
                    <a:pt x="98616" y="179585"/>
                    <a:pt x="80162" y="202399"/>
                    <a:pt x="56565" y="202399"/>
                  </a:cubicBezTo>
                  <a:cubicBezTo>
                    <a:pt x="50514" y="202399"/>
                    <a:pt x="45371" y="200269"/>
                    <a:pt x="36295" y="193577"/>
                  </a:cubicBezTo>
                  <a:cubicBezTo>
                    <a:pt x="26614" y="186581"/>
                    <a:pt x="19656" y="183539"/>
                    <a:pt x="13303" y="183539"/>
                  </a:cubicBezTo>
                  <a:cubicBezTo>
                    <a:pt x="4530" y="183539"/>
                    <a:pt x="295" y="187189"/>
                    <a:pt x="295" y="194794"/>
                  </a:cubicBezTo>
                  <a:cubicBezTo>
                    <a:pt x="295" y="206353"/>
                    <a:pt x="14513" y="213654"/>
                    <a:pt x="37203" y="213654"/>
                  </a:cubicBezTo>
                  <a:cubicBezTo>
                    <a:pt x="62615" y="213654"/>
                    <a:pt x="84397" y="205441"/>
                    <a:pt x="99523" y="189927"/>
                  </a:cubicBezTo>
                  <a:cubicBezTo>
                    <a:pt x="113440" y="176238"/>
                    <a:pt x="119793" y="158900"/>
                    <a:pt x="119793" y="135781"/>
                  </a:cubicBezTo>
                  <a:cubicBezTo>
                    <a:pt x="119793" y="113880"/>
                    <a:pt x="114045" y="99887"/>
                    <a:pt x="98918" y="84678"/>
                  </a:cubicBezTo>
                  <a:cubicBezTo>
                    <a:pt x="85607" y="71293"/>
                    <a:pt x="68363" y="64297"/>
                    <a:pt x="32665" y="57909"/>
                  </a:cubicBezTo>
                  <a:lnTo>
                    <a:pt x="45371" y="3205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8C721B97-772B-8138-1241-BA0F6646B034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1507476" y="7044144"/>
              <a:ext cx="129783" cy="212323"/>
            </a:xfrm>
            <a:custGeom>
              <a:avLst/>
              <a:gdLst>
                <a:gd name="connsiteX0" fmla="*/ 9073 w 129783"/>
                <a:gd name="connsiteY0" fmla="*/ 212437 h 212323"/>
                <a:gd name="connsiteX1" fmla="*/ 80167 w 129783"/>
                <a:gd name="connsiteY1" fmla="*/ 187798 h 212323"/>
                <a:gd name="connsiteX2" fmla="*/ 130083 w 129783"/>
                <a:gd name="connsiteY2" fmla="*/ 85894 h 212323"/>
                <a:gd name="connsiteX3" fmla="*/ 63225 w 129783"/>
                <a:gd name="connsiteY3" fmla="*/ 113 h 212323"/>
                <a:gd name="connsiteX4" fmla="*/ 300 w 129783"/>
                <a:gd name="connsiteY4" fmla="*/ 71902 h 212323"/>
                <a:gd name="connsiteX5" fmla="*/ 54754 w 129783"/>
                <a:gd name="connsiteY5" fmla="*/ 133652 h 212323"/>
                <a:gd name="connsiteX6" fmla="*/ 100133 w 129783"/>
                <a:gd name="connsiteY6" fmla="*/ 116313 h 212323"/>
                <a:gd name="connsiteX7" fmla="*/ 8165 w 129783"/>
                <a:gd name="connsiteY7" fmla="*/ 206353 h 212323"/>
                <a:gd name="connsiteX8" fmla="*/ 9073 w 129783"/>
                <a:gd name="connsiteY8" fmla="*/ 212437 h 212323"/>
                <a:gd name="connsiteX9" fmla="*/ 100738 w 129783"/>
                <a:gd name="connsiteY9" fmla="*/ 97758 h 212323"/>
                <a:gd name="connsiteX10" fmla="*/ 96200 w 129783"/>
                <a:gd name="connsiteY10" fmla="*/ 109317 h 212323"/>
                <a:gd name="connsiteX11" fmla="*/ 65645 w 129783"/>
                <a:gd name="connsiteY11" fmla="*/ 120572 h 212323"/>
                <a:gd name="connsiteX12" fmla="*/ 28132 w 129783"/>
                <a:gd name="connsiteY12" fmla="*/ 61559 h 212323"/>
                <a:gd name="connsiteX13" fmla="*/ 39325 w 129783"/>
                <a:gd name="connsiteY13" fmla="*/ 18060 h 212323"/>
                <a:gd name="connsiteX14" fmla="*/ 60805 w 129783"/>
                <a:gd name="connsiteY14" fmla="*/ 8630 h 212323"/>
                <a:gd name="connsiteX15" fmla="*/ 100738 w 129783"/>
                <a:gd name="connsiteY15" fmla="*/ 85894 h 212323"/>
                <a:gd name="connsiteX16" fmla="*/ 100738 w 129783"/>
                <a:gd name="connsiteY16" fmla="*/ 97758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9073" y="212437"/>
                  </a:moveTo>
                  <a:cubicBezTo>
                    <a:pt x="42956" y="208482"/>
                    <a:pt x="59595" y="202703"/>
                    <a:pt x="80167" y="187798"/>
                  </a:cubicBezTo>
                  <a:cubicBezTo>
                    <a:pt x="111629" y="164679"/>
                    <a:pt x="130083" y="126960"/>
                    <a:pt x="130083" y="85894"/>
                  </a:cubicBezTo>
                  <a:cubicBezTo>
                    <a:pt x="130083" y="35703"/>
                    <a:pt x="102251" y="113"/>
                    <a:pt x="63225" y="113"/>
                  </a:cubicBezTo>
                  <a:cubicBezTo>
                    <a:pt x="27224" y="113"/>
                    <a:pt x="300" y="30836"/>
                    <a:pt x="300" y="71902"/>
                  </a:cubicBezTo>
                  <a:cubicBezTo>
                    <a:pt x="300" y="109013"/>
                    <a:pt x="22081" y="133652"/>
                    <a:pt x="54754" y="133652"/>
                  </a:cubicBezTo>
                  <a:cubicBezTo>
                    <a:pt x="71393" y="133652"/>
                    <a:pt x="84099" y="128785"/>
                    <a:pt x="100133" y="116313"/>
                  </a:cubicBezTo>
                  <a:cubicBezTo>
                    <a:pt x="87730" y="165896"/>
                    <a:pt x="54149" y="198444"/>
                    <a:pt x="8165" y="206353"/>
                  </a:cubicBezTo>
                  <a:lnTo>
                    <a:pt x="9073" y="212437"/>
                  </a:lnTo>
                  <a:close/>
                  <a:moveTo>
                    <a:pt x="100738" y="97758"/>
                  </a:moveTo>
                  <a:cubicBezTo>
                    <a:pt x="100738" y="103841"/>
                    <a:pt x="99528" y="106579"/>
                    <a:pt x="96200" y="109317"/>
                  </a:cubicBezTo>
                  <a:cubicBezTo>
                    <a:pt x="87730" y="116617"/>
                    <a:pt x="76536" y="120572"/>
                    <a:pt x="65645" y="120572"/>
                  </a:cubicBezTo>
                  <a:cubicBezTo>
                    <a:pt x="42653" y="120572"/>
                    <a:pt x="28132" y="97758"/>
                    <a:pt x="28132" y="61559"/>
                  </a:cubicBezTo>
                  <a:cubicBezTo>
                    <a:pt x="28132" y="44220"/>
                    <a:pt x="32972" y="25969"/>
                    <a:pt x="39325" y="18060"/>
                  </a:cubicBezTo>
                  <a:cubicBezTo>
                    <a:pt x="44468" y="11976"/>
                    <a:pt x="52032" y="8630"/>
                    <a:pt x="60805" y="8630"/>
                  </a:cubicBezTo>
                  <a:cubicBezTo>
                    <a:pt x="87125" y="8630"/>
                    <a:pt x="100738" y="34791"/>
                    <a:pt x="100738" y="85894"/>
                  </a:cubicBezTo>
                  <a:lnTo>
                    <a:pt x="100738" y="9775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2ABD4D7A-D6DC-BF70-378C-5B5A2B00B102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1657491" y="7044144"/>
              <a:ext cx="136742" cy="209890"/>
            </a:xfrm>
            <a:custGeom>
              <a:avLst/>
              <a:gdLst>
                <a:gd name="connsiteX0" fmla="*/ 69886 w 136742"/>
                <a:gd name="connsiteY0" fmla="*/ 113 h 209890"/>
                <a:gd name="connsiteX1" fmla="*/ 29347 w 136742"/>
                <a:gd name="connsiteY1" fmla="*/ 15931 h 209890"/>
                <a:gd name="connsiteX2" fmla="*/ 304 w 136742"/>
                <a:gd name="connsiteY2" fmla="*/ 103537 h 209890"/>
                <a:gd name="connsiteX3" fmla="*/ 24507 w 136742"/>
                <a:gd name="connsiteY3" fmla="*/ 189319 h 209890"/>
                <a:gd name="connsiteX4" fmla="*/ 68676 w 136742"/>
                <a:gd name="connsiteY4" fmla="*/ 210003 h 209890"/>
                <a:gd name="connsiteX5" fmla="*/ 108004 w 136742"/>
                <a:gd name="connsiteY5" fmla="*/ 194186 h 209890"/>
                <a:gd name="connsiteX6" fmla="*/ 137047 w 136742"/>
                <a:gd name="connsiteY6" fmla="*/ 105362 h 209890"/>
                <a:gd name="connsiteX7" fmla="*/ 69886 w 136742"/>
                <a:gd name="connsiteY7" fmla="*/ 113 h 209890"/>
                <a:gd name="connsiteX8" fmla="*/ 68978 w 136742"/>
                <a:gd name="connsiteY8" fmla="*/ 8022 h 209890"/>
                <a:gd name="connsiteX9" fmla="*/ 108004 w 136742"/>
                <a:gd name="connsiteY9" fmla="*/ 105971 h 209890"/>
                <a:gd name="connsiteX10" fmla="*/ 68676 w 136742"/>
                <a:gd name="connsiteY10" fmla="*/ 202095 h 209890"/>
                <a:gd name="connsiteX11" fmla="*/ 29347 w 136742"/>
                <a:gd name="connsiteY11" fmla="*/ 106275 h 209890"/>
                <a:gd name="connsiteX12" fmla="*/ 68978 w 136742"/>
                <a:gd name="connsiteY12" fmla="*/ 802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86" y="113"/>
                  </a:moveTo>
                  <a:cubicBezTo>
                    <a:pt x="53247" y="113"/>
                    <a:pt x="40541" y="5284"/>
                    <a:pt x="29347" y="15931"/>
                  </a:cubicBezTo>
                  <a:cubicBezTo>
                    <a:pt x="11801" y="32965"/>
                    <a:pt x="304" y="67947"/>
                    <a:pt x="304" y="103537"/>
                  </a:cubicBezTo>
                  <a:cubicBezTo>
                    <a:pt x="304" y="136694"/>
                    <a:pt x="10288" y="172284"/>
                    <a:pt x="24507" y="189319"/>
                  </a:cubicBezTo>
                  <a:cubicBezTo>
                    <a:pt x="35700" y="202703"/>
                    <a:pt x="51129" y="210003"/>
                    <a:pt x="68676" y="210003"/>
                  </a:cubicBezTo>
                  <a:cubicBezTo>
                    <a:pt x="84104" y="210003"/>
                    <a:pt x="97113" y="204832"/>
                    <a:pt x="108004" y="194186"/>
                  </a:cubicBezTo>
                  <a:cubicBezTo>
                    <a:pt x="125551" y="177455"/>
                    <a:pt x="137047" y="142169"/>
                    <a:pt x="137047" y="105362"/>
                  </a:cubicBezTo>
                  <a:cubicBezTo>
                    <a:pt x="137047" y="43004"/>
                    <a:pt x="109517" y="113"/>
                    <a:pt x="69886" y="113"/>
                  </a:cubicBezTo>
                  <a:close/>
                  <a:moveTo>
                    <a:pt x="68978" y="8022"/>
                  </a:moveTo>
                  <a:cubicBezTo>
                    <a:pt x="94390" y="8022"/>
                    <a:pt x="108004" y="42395"/>
                    <a:pt x="108004" y="105971"/>
                  </a:cubicBezTo>
                  <a:cubicBezTo>
                    <a:pt x="108004" y="169546"/>
                    <a:pt x="94693" y="202095"/>
                    <a:pt x="68676" y="202095"/>
                  </a:cubicBezTo>
                  <a:cubicBezTo>
                    <a:pt x="42658" y="202095"/>
                    <a:pt x="29347" y="169546"/>
                    <a:pt x="29347" y="106275"/>
                  </a:cubicBezTo>
                  <a:cubicBezTo>
                    <a:pt x="29347" y="41787"/>
                    <a:pt x="42961" y="8022"/>
                    <a:pt x="68978" y="802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7F046B08-9720-37C7-17C8-28487D38F2B7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1809322" y="7044144"/>
              <a:ext cx="136742" cy="209890"/>
            </a:xfrm>
            <a:custGeom>
              <a:avLst/>
              <a:gdLst>
                <a:gd name="connsiteX0" fmla="*/ 69891 w 136742"/>
                <a:gd name="connsiteY0" fmla="*/ 113 h 209890"/>
                <a:gd name="connsiteX1" fmla="*/ 29352 w 136742"/>
                <a:gd name="connsiteY1" fmla="*/ 15931 h 209890"/>
                <a:gd name="connsiteX2" fmla="*/ 309 w 136742"/>
                <a:gd name="connsiteY2" fmla="*/ 103537 h 209890"/>
                <a:gd name="connsiteX3" fmla="*/ 24512 w 136742"/>
                <a:gd name="connsiteY3" fmla="*/ 189319 h 209890"/>
                <a:gd name="connsiteX4" fmla="*/ 68681 w 136742"/>
                <a:gd name="connsiteY4" fmla="*/ 210003 h 209890"/>
                <a:gd name="connsiteX5" fmla="*/ 108009 w 136742"/>
                <a:gd name="connsiteY5" fmla="*/ 194186 h 209890"/>
                <a:gd name="connsiteX6" fmla="*/ 137052 w 136742"/>
                <a:gd name="connsiteY6" fmla="*/ 105362 h 209890"/>
                <a:gd name="connsiteX7" fmla="*/ 69891 w 136742"/>
                <a:gd name="connsiteY7" fmla="*/ 113 h 209890"/>
                <a:gd name="connsiteX8" fmla="*/ 68983 w 136742"/>
                <a:gd name="connsiteY8" fmla="*/ 8022 h 209890"/>
                <a:gd name="connsiteX9" fmla="*/ 108009 w 136742"/>
                <a:gd name="connsiteY9" fmla="*/ 105971 h 209890"/>
                <a:gd name="connsiteX10" fmla="*/ 68681 w 136742"/>
                <a:gd name="connsiteY10" fmla="*/ 202095 h 209890"/>
                <a:gd name="connsiteX11" fmla="*/ 29352 w 136742"/>
                <a:gd name="connsiteY11" fmla="*/ 106275 h 209890"/>
                <a:gd name="connsiteX12" fmla="*/ 68983 w 136742"/>
                <a:gd name="connsiteY12" fmla="*/ 802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891" y="113"/>
                  </a:moveTo>
                  <a:cubicBezTo>
                    <a:pt x="53252" y="113"/>
                    <a:pt x="40546" y="5284"/>
                    <a:pt x="29352" y="15931"/>
                  </a:cubicBezTo>
                  <a:cubicBezTo>
                    <a:pt x="11805" y="32965"/>
                    <a:pt x="309" y="67947"/>
                    <a:pt x="309" y="103537"/>
                  </a:cubicBezTo>
                  <a:cubicBezTo>
                    <a:pt x="309" y="136694"/>
                    <a:pt x="10293" y="172284"/>
                    <a:pt x="24512" y="189319"/>
                  </a:cubicBezTo>
                  <a:cubicBezTo>
                    <a:pt x="35705" y="202703"/>
                    <a:pt x="51134" y="210003"/>
                    <a:pt x="68681" y="210003"/>
                  </a:cubicBezTo>
                  <a:cubicBezTo>
                    <a:pt x="84109" y="210003"/>
                    <a:pt x="97118" y="204832"/>
                    <a:pt x="108009" y="194186"/>
                  </a:cubicBezTo>
                  <a:cubicBezTo>
                    <a:pt x="125556" y="177455"/>
                    <a:pt x="137052" y="142169"/>
                    <a:pt x="137052" y="105362"/>
                  </a:cubicBezTo>
                  <a:cubicBezTo>
                    <a:pt x="137052" y="43004"/>
                    <a:pt x="109522" y="113"/>
                    <a:pt x="69891" y="113"/>
                  </a:cubicBezTo>
                  <a:close/>
                  <a:moveTo>
                    <a:pt x="68983" y="8022"/>
                  </a:moveTo>
                  <a:cubicBezTo>
                    <a:pt x="94395" y="8022"/>
                    <a:pt x="108009" y="42395"/>
                    <a:pt x="108009" y="105971"/>
                  </a:cubicBezTo>
                  <a:cubicBezTo>
                    <a:pt x="108009" y="169546"/>
                    <a:pt x="94698" y="202095"/>
                    <a:pt x="68681" y="202095"/>
                  </a:cubicBezTo>
                  <a:cubicBezTo>
                    <a:pt x="42663" y="202095"/>
                    <a:pt x="29352" y="169546"/>
                    <a:pt x="29352" y="106275"/>
                  </a:cubicBezTo>
                  <a:cubicBezTo>
                    <a:pt x="29352" y="41787"/>
                    <a:pt x="42966" y="8022"/>
                    <a:pt x="68983" y="802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E406ECB2-4D79-6BCE-AB19-FC67A2F9A04E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2150554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7FC23F2-D26A-E826-9467-3931BACCB23F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2448286" y="7044144"/>
              <a:ext cx="117682" cy="209890"/>
            </a:xfrm>
            <a:custGeom>
              <a:avLst/>
              <a:gdLst>
                <a:gd name="connsiteX0" fmla="*/ 33608 w 117682"/>
                <a:gd name="connsiteY0" fmla="*/ 105362 h 209890"/>
                <a:gd name="connsiteX1" fmla="*/ 65676 w 117682"/>
                <a:gd name="connsiteY1" fmla="*/ 108708 h 209890"/>
                <a:gd name="connsiteX2" fmla="*/ 96231 w 117682"/>
                <a:gd name="connsiteY2" fmla="*/ 153728 h 209890"/>
                <a:gd name="connsiteX3" fmla="*/ 56600 w 117682"/>
                <a:gd name="connsiteY3" fmla="*/ 199053 h 209890"/>
                <a:gd name="connsiteX4" fmla="*/ 31188 w 117682"/>
                <a:gd name="connsiteY4" fmla="*/ 189623 h 209890"/>
                <a:gd name="connsiteX5" fmla="*/ 11826 w 117682"/>
                <a:gd name="connsiteY5" fmla="*/ 182018 h 209890"/>
                <a:gd name="connsiteX6" fmla="*/ 330 w 117682"/>
                <a:gd name="connsiteY6" fmla="*/ 192665 h 209890"/>
                <a:gd name="connsiteX7" fmla="*/ 34516 w 117682"/>
                <a:gd name="connsiteY7" fmla="*/ 210003 h 209890"/>
                <a:gd name="connsiteX8" fmla="*/ 95929 w 117682"/>
                <a:gd name="connsiteY8" fmla="*/ 189623 h 209890"/>
                <a:gd name="connsiteX9" fmla="*/ 118013 w 117682"/>
                <a:gd name="connsiteY9" fmla="*/ 139127 h 209890"/>
                <a:gd name="connsiteX10" fmla="*/ 104399 w 117682"/>
                <a:gd name="connsiteY10" fmla="*/ 99887 h 209890"/>
                <a:gd name="connsiteX11" fmla="*/ 79290 w 117682"/>
                <a:gd name="connsiteY11" fmla="*/ 83765 h 209890"/>
                <a:gd name="connsiteX12" fmla="*/ 107727 w 117682"/>
                <a:gd name="connsiteY12" fmla="*/ 41787 h 209890"/>
                <a:gd name="connsiteX13" fmla="*/ 60533 w 117682"/>
                <a:gd name="connsiteY13" fmla="*/ 113 h 209890"/>
                <a:gd name="connsiteX14" fmla="*/ 21205 w 117682"/>
                <a:gd name="connsiteY14" fmla="*/ 15018 h 209890"/>
                <a:gd name="connsiteX15" fmla="*/ 935 w 117682"/>
                <a:gd name="connsiteY15" fmla="*/ 49392 h 209890"/>
                <a:gd name="connsiteX16" fmla="*/ 5473 w 117682"/>
                <a:gd name="connsiteY16" fmla="*/ 50608 h 209890"/>
                <a:gd name="connsiteX17" fmla="*/ 50550 w 117682"/>
                <a:gd name="connsiteY17" fmla="*/ 18364 h 209890"/>
                <a:gd name="connsiteX18" fmla="*/ 83828 w 117682"/>
                <a:gd name="connsiteY18" fmla="*/ 50913 h 209890"/>
                <a:gd name="connsiteX19" fmla="*/ 71727 w 117682"/>
                <a:gd name="connsiteY19" fmla="*/ 80419 h 209890"/>
                <a:gd name="connsiteX20" fmla="*/ 33608 w 117682"/>
                <a:gd name="connsiteY20" fmla="*/ 101408 h 209890"/>
                <a:gd name="connsiteX21" fmla="*/ 33608 w 117682"/>
                <a:gd name="connsiteY21" fmla="*/ 10536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608" y="105362"/>
                  </a:moveTo>
                  <a:cubicBezTo>
                    <a:pt x="51457" y="105362"/>
                    <a:pt x="58415" y="105971"/>
                    <a:pt x="65676" y="108708"/>
                  </a:cubicBezTo>
                  <a:cubicBezTo>
                    <a:pt x="84433" y="115401"/>
                    <a:pt x="96231" y="132739"/>
                    <a:pt x="96231" y="153728"/>
                  </a:cubicBezTo>
                  <a:cubicBezTo>
                    <a:pt x="96231" y="179280"/>
                    <a:pt x="78987" y="199053"/>
                    <a:pt x="56600" y="199053"/>
                  </a:cubicBezTo>
                  <a:cubicBezTo>
                    <a:pt x="48432" y="199053"/>
                    <a:pt x="42381" y="196923"/>
                    <a:pt x="31188" y="189623"/>
                  </a:cubicBezTo>
                  <a:cubicBezTo>
                    <a:pt x="22112" y="184147"/>
                    <a:pt x="16969" y="182018"/>
                    <a:pt x="11826" y="182018"/>
                  </a:cubicBezTo>
                  <a:cubicBezTo>
                    <a:pt x="4868" y="182018"/>
                    <a:pt x="330" y="186277"/>
                    <a:pt x="330" y="192665"/>
                  </a:cubicBezTo>
                  <a:cubicBezTo>
                    <a:pt x="330" y="203311"/>
                    <a:pt x="13339" y="210003"/>
                    <a:pt x="34516" y="210003"/>
                  </a:cubicBezTo>
                  <a:cubicBezTo>
                    <a:pt x="57810" y="210003"/>
                    <a:pt x="81710" y="202095"/>
                    <a:pt x="95929" y="189623"/>
                  </a:cubicBezTo>
                  <a:cubicBezTo>
                    <a:pt x="110147" y="177151"/>
                    <a:pt x="118013" y="159508"/>
                    <a:pt x="118013" y="139127"/>
                  </a:cubicBezTo>
                  <a:cubicBezTo>
                    <a:pt x="118013" y="123614"/>
                    <a:pt x="113173" y="109317"/>
                    <a:pt x="104399" y="99887"/>
                  </a:cubicBezTo>
                  <a:cubicBezTo>
                    <a:pt x="98349" y="93195"/>
                    <a:pt x="92601" y="89545"/>
                    <a:pt x="79290" y="83765"/>
                  </a:cubicBezTo>
                  <a:cubicBezTo>
                    <a:pt x="100164" y="69468"/>
                    <a:pt x="107727" y="58213"/>
                    <a:pt x="107727" y="41787"/>
                  </a:cubicBezTo>
                  <a:cubicBezTo>
                    <a:pt x="107727" y="17148"/>
                    <a:pt x="88366" y="113"/>
                    <a:pt x="60533" y="113"/>
                  </a:cubicBezTo>
                  <a:cubicBezTo>
                    <a:pt x="45407" y="113"/>
                    <a:pt x="32096" y="5284"/>
                    <a:pt x="21205" y="15018"/>
                  </a:cubicBezTo>
                  <a:cubicBezTo>
                    <a:pt x="12129" y="23231"/>
                    <a:pt x="7591" y="31140"/>
                    <a:pt x="935" y="49392"/>
                  </a:cubicBezTo>
                  <a:lnTo>
                    <a:pt x="5473" y="50608"/>
                  </a:lnTo>
                  <a:cubicBezTo>
                    <a:pt x="17877" y="28403"/>
                    <a:pt x="31491" y="18364"/>
                    <a:pt x="50550" y="18364"/>
                  </a:cubicBezTo>
                  <a:cubicBezTo>
                    <a:pt x="70214" y="18364"/>
                    <a:pt x="83828" y="31749"/>
                    <a:pt x="83828" y="50913"/>
                  </a:cubicBezTo>
                  <a:cubicBezTo>
                    <a:pt x="83828" y="61863"/>
                    <a:pt x="79290" y="72814"/>
                    <a:pt x="71727" y="80419"/>
                  </a:cubicBezTo>
                  <a:cubicBezTo>
                    <a:pt x="62651" y="89545"/>
                    <a:pt x="54180" y="94107"/>
                    <a:pt x="33608" y="101408"/>
                  </a:cubicBezTo>
                  <a:lnTo>
                    <a:pt x="33608" y="10536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FB1D9C5-6DFE-3CAB-50A1-A7370935F07C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2608285" y="7219357"/>
              <a:ext cx="33580" cy="33764"/>
            </a:xfrm>
            <a:custGeom>
              <a:avLst/>
              <a:gdLst>
                <a:gd name="connsiteX0" fmla="*/ 16974 w 33580"/>
                <a:gd name="connsiteY0" fmla="*/ 113 h 33764"/>
                <a:gd name="connsiteX1" fmla="*/ 335 w 33580"/>
                <a:gd name="connsiteY1" fmla="*/ 17452 h 33764"/>
                <a:gd name="connsiteX2" fmla="*/ 16672 w 33580"/>
                <a:gd name="connsiteY2" fmla="*/ 33878 h 33764"/>
                <a:gd name="connsiteX3" fmla="*/ 33916 w 33580"/>
                <a:gd name="connsiteY3" fmla="*/ 17452 h 33764"/>
                <a:gd name="connsiteX4" fmla="*/ 16974 w 33580"/>
                <a:gd name="connsiteY4" fmla="*/ 113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74" y="113"/>
                  </a:moveTo>
                  <a:cubicBezTo>
                    <a:pt x="7898" y="113"/>
                    <a:pt x="335" y="8022"/>
                    <a:pt x="335" y="17452"/>
                  </a:cubicBezTo>
                  <a:cubicBezTo>
                    <a:pt x="335" y="26273"/>
                    <a:pt x="7898" y="33878"/>
                    <a:pt x="16672" y="33878"/>
                  </a:cubicBezTo>
                  <a:cubicBezTo>
                    <a:pt x="26050" y="33878"/>
                    <a:pt x="33916" y="26273"/>
                    <a:pt x="33916" y="17452"/>
                  </a:cubicBezTo>
                  <a:cubicBezTo>
                    <a:pt x="33916" y="8022"/>
                    <a:pt x="26050" y="113"/>
                    <a:pt x="16974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9BFEDBBF-BBFE-8869-BC18-EC79106811BA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2666654" y="7044144"/>
              <a:ext cx="139162" cy="205631"/>
            </a:xfrm>
            <a:custGeom>
              <a:avLst/>
              <a:gdLst>
                <a:gd name="connsiteX0" fmla="*/ 139500 w 139162"/>
                <a:gd name="connsiteY0" fmla="*/ 135477 h 205631"/>
                <a:gd name="connsiteX1" fmla="*/ 108642 w 139162"/>
                <a:gd name="connsiteY1" fmla="*/ 135477 h 205631"/>
                <a:gd name="connsiteX2" fmla="*/ 108642 w 139162"/>
                <a:gd name="connsiteY2" fmla="*/ 113 h 205631"/>
                <a:gd name="connsiteX3" fmla="*/ 95331 w 139162"/>
                <a:gd name="connsiteY3" fmla="*/ 113 h 205631"/>
                <a:gd name="connsiteX4" fmla="*/ 338 w 139162"/>
                <a:gd name="connsiteY4" fmla="*/ 135477 h 205631"/>
                <a:gd name="connsiteX5" fmla="*/ 338 w 139162"/>
                <a:gd name="connsiteY5" fmla="*/ 154945 h 205631"/>
                <a:gd name="connsiteX6" fmla="*/ 85348 w 139162"/>
                <a:gd name="connsiteY6" fmla="*/ 154945 h 205631"/>
                <a:gd name="connsiteX7" fmla="*/ 85348 w 139162"/>
                <a:gd name="connsiteY7" fmla="*/ 205745 h 205631"/>
                <a:gd name="connsiteX8" fmla="*/ 108642 w 139162"/>
                <a:gd name="connsiteY8" fmla="*/ 205745 h 205631"/>
                <a:gd name="connsiteX9" fmla="*/ 108642 w 139162"/>
                <a:gd name="connsiteY9" fmla="*/ 154945 h 205631"/>
                <a:gd name="connsiteX10" fmla="*/ 139500 w 139162"/>
                <a:gd name="connsiteY10" fmla="*/ 154945 h 205631"/>
                <a:gd name="connsiteX11" fmla="*/ 139500 w 139162"/>
                <a:gd name="connsiteY11" fmla="*/ 135477 h 205631"/>
                <a:gd name="connsiteX12" fmla="*/ 85045 w 139162"/>
                <a:gd name="connsiteY12" fmla="*/ 135477 h 205631"/>
                <a:gd name="connsiteX13" fmla="*/ 12439 w 139162"/>
                <a:gd name="connsiteY13" fmla="*/ 135477 h 205631"/>
                <a:gd name="connsiteX14" fmla="*/ 85045 w 139162"/>
                <a:gd name="connsiteY14" fmla="*/ 31140 h 205631"/>
                <a:gd name="connsiteX15" fmla="*/ 85045 w 139162"/>
                <a:gd name="connsiteY15" fmla="*/ 135477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500" y="135477"/>
                  </a:moveTo>
                  <a:lnTo>
                    <a:pt x="108642" y="135477"/>
                  </a:lnTo>
                  <a:lnTo>
                    <a:pt x="108642" y="113"/>
                  </a:lnTo>
                  <a:lnTo>
                    <a:pt x="95331" y="113"/>
                  </a:lnTo>
                  <a:lnTo>
                    <a:pt x="338" y="135477"/>
                  </a:lnTo>
                  <a:lnTo>
                    <a:pt x="338" y="154945"/>
                  </a:lnTo>
                  <a:lnTo>
                    <a:pt x="85348" y="154945"/>
                  </a:lnTo>
                  <a:lnTo>
                    <a:pt x="85348" y="205745"/>
                  </a:lnTo>
                  <a:lnTo>
                    <a:pt x="108642" y="205745"/>
                  </a:lnTo>
                  <a:lnTo>
                    <a:pt x="108642" y="154945"/>
                  </a:lnTo>
                  <a:lnTo>
                    <a:pt x="139500" y="154945"/>
                  </a:lnTo>
                  <a:lnTo>
                    <a:pt x="139500" y="135477"/>
                  </a:lnTo>
                  <a:close/>
                  <a:moveTo>
                    <a:pt x="85045" y="135477"/>
                  </a:moveTo>
                  <a:lnTo>
                    <a:pt x="12439" y="135477"/>
                  </a:lnTo>
                  <a:lnTo>
                    <a:pt x="85045" y="31140"/>
                  </a:lnTo>
                  <a:lnTo>
                    <a:pt x="85045" y="13547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F8928901-EB2C-7836-3189-E89B15D1CFD9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2823930" y="7044144"/>
              <a:ext cx="134624" cy="205631"/>
            </a:xfrm>
            <a:custGeom>
              <a:avLst/>
              <a:gdLst>
                <a:gd name="connsiteX0" fmla="*/ 134967 w 134624"/>
                <a:gd name="connsiteY0" fmla="*/ 164071 h 205631"/>
                <a:gd name="connsiteX1" fmla="*/ 131034 w 134624"/>
                <a:gd name="connsiteY1" fmla="*/ 162550 h 205631"/>
                <a:gd name="connsiteX2" fmla="*/ 102294 w 134624"/>
                <a:gd name="connsiteY2" fmla="*/ 182626 h 205631"/>
                <a:gd name="connsiteX3" fmla="*/ 29990 w 134624"/>
                <a:gd name="connsiteY3" fmla="*/ 182626 h 205631"/>
                <a:gd name="connsiteX4" fmla="*/ 80815 w 134624"/>
                <a:gd name="connsiteY4" fmla="*/ 129089 h 205631"/>
                <a:gd name="connsiteX5" fmla="*/ 119538 w 134624"/>
                <a:gd name="connsiteY5" fmla="*/ 53954 h 205631"/>
                <a:gd name="connsiteX6" fmla="*/ 63571 w 134624"/>
                <a:gd name="connsiteY6" fmla="*/ 113 h 205631"/>
                <a:gd name="connsiteX7" fmla="*/ 20007 w 134624"/>
                <a:gd name="connsiteY7" fmla="*/ 18973 h 205631"/>
                <a:gd name="connsiteX8" fmla="*/ 645 w 134624"/>
                <a:gd name="connsiteY8" fmla="*/ 60647 h 205631"/>
                <a:gd name="connsiteX9" fmla="*/ 6998 w 134624"/>
                <a:gd name="connsiteY9" fmla="*/ 62168 h 205631"/>
                <a:gd name="connsiteX10" fmla="*/ 50865 w 134624"/>
                <a:gd name="connsiteY10" fmla="*/ 22623 h 205631"/>
                <a:gd name="connsiteX11" fmla="*/ 93521 w 134624"/>
                <a:gd name="connsiteY11" fmla="*/ 65514 h 205631"/>
                <a:gd name="connsiteX12" fmla="*/ 54192 w 134624"/>
                <a:gd name="connsiteY12" fmla="*/ 144603 h 205631"/>
                <a:gd name="connsiteX13" fmla="*/ 343 w 134624"/>
                <a:gd name="connsiteY13" fmla="*/ 202095 h 205631"/>
                <a:gd name="connsiteX14" fmla="*/ 343 w 134624"/>
                <a:gd name="connsiteY14" fmla="*/ 205745 h 205631"/>
                <a:gd name="connsiteX15" fmla="*/ 118328 w 134624"/>
                <a:gd name="connsiteY15" fmla="*/ 205745 h 205631"/>
                <a:gd name="connsiteX16" fmla="*/ 134967 w 134624"/>
                <a:gd name="connsiteY16" fmla="*/ 164071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967" y="164071"/>
                  </a:moveTo>
                  <a:lnTo>
                    <a:pt x="131034" y="162550"/>
                  </a:lnTo>
                  <a:cubicBezTo>
                    <a:pt x="119841" y="179889"/>
                    <a:pt x="115908" y="182626"/>
                    <a:pt x="102294" y="182626"/>
                  </a:cubicBezTo>
                  <a:lnTo>
                    <a:pt x="29990" y="182626"/>
                  </a:lnTo>
                  <a:lnTo>
                    <a:pt x="80815" y="129089"/>
                  </a:lnTo>
                  <a:cubicBezTo>
                    <a:pt x="107740" y="100800"/>
                    <a:pt x="119538" y="77681"/>
                    <a:pt x="119538" y="53954"/>
                  </a:cubicBezTo>
                  <a:cubicBezTo>
                    <a:pt x="119538" y="23536"/>
                    <a:pt x="95034" y="113"/>
                    <a:pt x="63571" y="113"/>
                  </a:cubicBezTo>
                  <a:cubicBezTo>
                    <a:pt x="46932" y="113"/>
                    <a:pt x="31200" y="6805"/>
                    <a:pt x="20007" y="18973"/>
                  </a:cubicBezTo>
                  <a:cubicBezTo>
                    <a:pt x="10326" y="29315"/>
                    <a:pt x="5788" y="39049"/>
                    <a:pt x="645" y="60647"/>
                  </a:cubicBezTo>
                  <a:lnTo>
                    <a:pt x="6998" y="62168"/>
                  </a:lnTo>
                  <a:cubicBezTo>
                    <a:pt x="19099" y="32357"/>
                    <a:pt x="29990" y="22623"/>
                    <a:pt x="50865" y="22623"/>
                  </a:cubicBezTo>
                  <a:cubicBezTo>
                    <a:pt x="76277" y="22623"/>
                    <a:pt x="93521" y="39962"/>
                    <a:pt x="93521" y="65514"/>
                  </a:cubicBezTo>
                  <a:cubicBezTo>
                    <a:pt x="93521" y="89240"/>
                    <a:pt x="79605" y="117530"/>
                    <a:pt x="54192" y="144603"/>
                  </a:cubicBezTo>
                  <a:lnTo>
                    <a:pt x="343" y="202095"/>
                  </a:lnTo>
                  <a:lnTo>
                    <a:pt x="343" y="205745"/>
                  </a:lnTo>
                  <a:lnTo>
                    <a:pt x="118328" y="205745"/>
                  </a:lnTo>
                  <a:lnTo>
                    <a:pt x="134967" y="1640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27FE5A6-784B-9DC8-E4AF-8210EC61ABD2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2976366" y="7040494"/>
              <a:ext cx="122825" cy="213540"/>
            </a:xfrm>
            <a:custGeom>
              <a:avLst/>
              <a:gdLst>
                <a:gd name="connsiteX0" fmla="*/ 45424 w 122825"/>
                <a:gd name="connsiteY0" fmla="*/ 32053 h 213540"/>
                <a:gd name="connsiteX1" fmla="*/ 104719 w 122825"/>
                <a:gd name="connsiteY1" fmla="*/ 32053 h 213540"/>
                <a:gd name="connsiteX2" fmla="*/ 111678 w 122825"/>
                <a:gd name="connsiteY2" fmla="*/ 29315 h 213540"/>
                <a:gd name="connsiteX3" fmla="*/ 123174 w 122825"/>
                <a:gd name="connsiteY3" fmla="*/ 2242 h 213540"/>
                <a:gd name="connsiteX4" fmla="*/ 120451 w 122825"/>
                <a:gd name="connsiteY4" fmla="*/ 113 h 213540"/>
                <a:gd name="connsiteX5" fmla="*/ 106535 w 122825"/>
                <a:gd name="connsiteY5" fmla="*/ 8022 h 213540"/>
                <a:gd name="connsiteX6" fmla="*/ 43307 w 122825"/>
                <a:gd name="connsiteY6" fmla="*/ 8022 h 213540"/>
                <a:gd name="connsiteX7" fmla="*/ 10331 w 122825"/>
                <a:gd name="connsiteY7" fmla="*/ 80115 h 213540"/>
                <a:gd name="connsiteX8" fmla="*/ 10029 w 122825"/>
                <a:gd name="connsiteY8" fmla="*/ 81636 h 213540"/>
                <a:gd name="connsiteX9" fmla="*/ 13659 w 122825"/>
                <a:gd name="connsiteY9" fmla="*/ 84069 h 213540"/>
                <a:gd name="connsiteX10" fmla="*/ 47844 w 122825"/>
                <a:gd name="connsiteY10" fmla="*/ 90153 h 213540"/>
                <a:gd name="connsiteX11" fmla="*/ 98669 w 122825"/>
                <a:gd name="connsiteY11" fmla="*/ 150382 h 213540"/>
                <a:gd name="connsiteX12" fmla="*/ 56618 w 122825"/>
                <a:gd name="connsiteY12" fmla="*/ 202399 h 213540"/>
                <a:gd name="connsiteX13" fmla="*/ 36348 w 122825"/>
                <a:gd name="connsiteY13" fmla="*/ 193577 h 213540"/>
                <a:gd name="connsiteX14" fmla="*/ 13356 w 122825"/>
                <a:gd name="connsiteY14" fmla="*/ 183539 h 213540"/>
                <a:gd name="connsiteX15" fmla="*/ 348 w 122825"/>
                <a:gd name="connsiteY15" fmla="*/ 194794 h 213540"/>
                <a:gd name="connsiteX16" fmla="*/ 37256 w 122825"/>
                <a:gd name="connsiteY16" fmla="*/ 213654 h 213540"/>
                <a:gd name="connsiteX17" fmla="*/ 99576 w 122825"/>
                <a:gd name="connsiteY17" fmla="*/ 189927 h 213540"/>
                <a:gd name="connsiteX18" fmla="*/ 119846 w 122825"/>
                <a:gd name="connsiteY18" fmla="*/ 135781 h 213540"/>
                <a:gd name="connsiteX19" fmla="*/ 98971 w 122825"/>
                <a:gd name="connsiteY19" fmla="*/ 84678 h 213540"/>
                <a:gd name="connsiteX20" fmla="*/ 32718 w 122825"/>
                <a:gd name="connsiteY20" fmla="*/ 57909 h 213540"/>
                <a:gd name="connsiteX21" fmla="*/ 45424 w 122825"/>
                <a:gd name="connsiteY21" fmla="*/ 32053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424" y="32053"/>
                  </a:moveTo>
                  <a:lnTo>
                    <a:pt x="104719" y="32053"/>
                  </a:lnTo>
                  <a:cubicBezTo>
                    <a:pt x="109560" y="32053"/>
                    <a:pt x="110770" y="31444"/>
                    <a:pt x="111678" y="29315"/>
                  </a:cubicBezTo>
                  <a:lnTo>
                    <a:pt x="123174" y="2242"/>
                  </a:lnTo>
                  <a:lnTo>
                    <a:pt x="120451" y="113"/>
                  </a:lnTo>
                  <a:cubicBezTo>
                    <a:pt x="115913" y="6501"/>
                    <a:pt x="112888" y="8022"/>
                    <a:pt x="106535" y="8022"/>
                  </a:cubicBezTo>
                  <a:lnTo>
                    <a:pt x="43307" y="8022"/>
                  </a:lnTo>
                  <a:lnTo>
                    <a:pt x="10331" y="80115"/>
                  </a:lnTo>
                  <a:cubicBezTo>
                    <a:pt x="10029" y="80723"/>
                    <a:pt x="10029" y="81027"/>
                    <a:pt x="10029" y="81636"/>
                  </a:cubicBezTo>
                  <a:cubicBezTo>
                    <a:pt x="10029" y="83157"/>
                    <a:pt x="11239" y="84069"/>
                    <a:pt x="13659" y="84069"/>
                  </a:cubicBezTo>
                  <a:cubicBezTo>
                    <a:pt x="23340" y="84069"/>
                    <a:pt x="35441" y="86198"/>
                    <a:pt x="47844" y="90153"/>
                  </a:cubicBezTo>
                  <a:cubicBezTo>
                    <a:pt x="82635" y="101408"/>
                    <a:pt x="98669" y="120268"/>
                    <a:pt x="98669" y="150382"/>
                  </a:cubicBezTo>
                  <a:cubicBezTo>
                    <a:pt x="98669" y="179585"/>
                    <a:pt x="80215" y="202399"/>
                    <a:pt x="56618" y="202399"/>
                  </a:cubicBezTo>
                  <a:cubicBezTo>
                    <a:pt x="50567" y="202399"/>
                    <a:pt x="45424" y="200269"/>
                    <a:pt x="36348" y="193577"/>
                  </a:cubicBezTo>
                  <a:cubicBezTo>
                    <a:pt x="26668" y="186581"/>
                    <a:pt x="19709" y="183539"/>
                    <a:pt x="13356" y="183539"/>
                  </a:cubicBezTo>
                  <a:cubicBezTo>
                    <a:pt x="4583" y="183539"/>
                    <a:pt x="348" y="187189"/>
                    <a:pt x="348" y="194794"/>
                  </a:cubicBezTo>
                  <a:cubicBezTo>
                    <a:pt x="348" y="206353"/>
                    <a:pt x="14566" y="213654"/>
                    <a:pt x="37256" y="213654"/>
                  </a:cubicBezTo>
                  <a:cubicBezTo>
                    <a:pt x="62668" y="213654"/>
                    <a:pt x="84450" y="205441"/>
                    <a:pt x="99576" y="189927"/>
                  </a:cubicBezTo>
                  <a:cubicBezTo>
                    <a:pt x="113493" y="176238"/>
                    <a:pt x="119846" y="158900"/>
                    <a:pt x="119846" y="135781"/>
                  </a:cubicBezTo>
                  <a:cubicBezTo>
                    <a:pt x="119846" y="113880"/>
                    <a:pt x="114098" y="99887"/>
                    <a:pt x="98971" y="84678"/>
                  </a:cubicBezTo>
                  <a:cubicBezTo>
                    <a:pt x="85660" y="71293"/>
                    <a:pt x="68416" y="64297"/>
                    <a:pt x="32718" y="57909"/>
                  </a:cubicBezTo>
                  <a:lnTo>
                    <a:pt x="45424" y="3205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8A8557D0-DB05-79B0-0943-0C6B43FF331F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3391093" y="6993300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7A7A8A75-82B1-D62E-C717-1760B8874F81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4707318" y="7359696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02C7DF9-1E48-A8CD-5056-21E41EA9EF0E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4707318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E36B6EE8-EE3C-E02F-AEDD-0FFBA8882CD8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5261376" y="7422753"/>
              <a:ext cx="139162" cy="205631"/>
            </a:xfrm>
            <a:custGeom>
              <a:avLst/>
              <a:gdLst>
                <a:gd name="connsiteX0" fmla="*/ 139257 w 139162"/>
                <a:gd name="connsiteY0" fmla="*/ 135489 h 205631"/>
                <a:gd name="connsiteX1" fmla="*/ 108399 w 139162"/>
                <a:gd name="connsiteY1" fmla="*/ 135489 h 205631"/>
                <a:gd name="connsiteX2" fmla="*/ 108399 w 139162"/>
                <a:gd name="connsiteY2" fmla="*/ 125 h 205631"/>
                <a:gd name="connsiteX3" fmla="*/ 95088 w 139162"/>
                <a:gd name="connsiteY3" fmla="*/ 125 h 205631"/>
                <a:gd name="connsiteX4" fmla="*/ 95 w 139162"/>
                <a:gd name="connsiteY4" fmla="*/ 135489 h 205631"/>
                <a:gd name="connsiteX5" fmla="*/ 95 w 139162"/>
                <a:gd name="connsiteY5" fmla="*/ 154958 h 205631"/>
                <a:gd name="connsiteX6" fmla="*/ 85105 w 139162"/>
                <a:gd name="connsiteY6" fmla="*/ 154958 h 205631"/>
                <a:gd name="connsiteX7" fmla="*/ 85105 w 139162"/>
                <a:gd name="connsiteY7" fmla="*/ 205757 h 205631"/>
                <a:gd name="connsiteX8" fmla="*/ 108399 w 139162"/>
                <a:gd name="connsiteY8" fmla="*/ 205757 h 205631"/>
                <a:gd name="connsiteX9" fmla="*/ 108399 w 139162"/>
                <a:gd name="connsiteY9" fmla="*/ 154958 h 205631"/>
                <a:gd name="connsiteX10" fmla="*/ 139257 w 139162"/>
                <a:gd name="connsiteY10" fmla="*/ 154958 h 205631"/>
                <a:gd name="connsiteX11" fmla="*/ 139257 w 139162"/>
                <a:gd name="connsiteY11" fmla="*/ 135489 h 205631"/>
                <a:gd name="connsiteX12" fmla="*/ 84802 w 139162"/>
                <a:gd name="connsiteY12" fmla="*/ 135489 h 205631"/>
                <a:gd name="connsiteX13" fmla="*/ 12196 w 139162"/>
                <a:gd name="connsiteY13" fmla="*/ 135489 h 205631"/>
                <a:gd name="connsiteX14" fmla="*/ 84802 w 139162"/>
                <a:gd name="connsiteY14" fmla="*/ 31153 h 205631"/>
                <a:gd name="connsiteX15" fmla="*/ 84802 w 139162"/>
                <a:gd name="connsiteY15" fmla="*/ 135489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257" y="135489"/>
                  </a:moveTo>
                  <a:lnTo>
                    <a:pt x="108399" y="135489"/>
                  </a:lnTo>
                  <a:lnTo>
                    <a:pt x="108399" y="125"/>
                  </a:lnTo>
                  <a:lnTo>
                    <a:pt x="95088" y="125"/>
                  </a:lnTo>
                  <a:lnTo>
                    <a:pt x="95" y="135489"/>
                  </a:lnTo>
                  <a:lnTo>
                    <a:pt x="95" y="154958"/>
                  </a:lnTo>
                  <a:lnTo>
                    <a:pt x="85105" y="154958"/>
                  </a:lnTo>
                  <a:lnTo>
                    <a:pt x="85105" y="205757"/>
                  </a:lnTo>
                  <a:lnTo>
                    <a:pt x="108399" y="205757"/>
                  </a:lnTo>
                  <a:lnTo>
                    <a:pt x="108399" y="154958"/>
                  </a:lnTo>
                  <a:lnTo>
                    <a:pt x="139257" y="154958"/>
                  </a:lnTo>
                  <a:lnTo>
                    <a:pt x="139257" y="135489"/>
                  </a:lnTo>
                  <a:close/>
                  <a:moveTo>
                    <a:pt x="84802" y="135489"/>
                  </a:moveTo>
                  <a:lnTo>
                    <a:pt x="12196" y="135489"/>
                  </a:lnTo>
                  <a:lnTo>
                    <a:pt x="84802" y="31153"/>
                  </a:lnTo>
                  <a:lnTo>
                    <a:pt x="84802" y="1354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EE5F98B8-98C0-456E-2E23-67A4DBE82D88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5947857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5A44266E-3E6B-B072-491B-6E516D777514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504335" y="7427011"/>
              <a:ext cx="129783" cy="203806"/>
            </a:xfrm>
            <a:custGeom>
              <a:avLst/>
              <a:gdLst>
                <a:gd name="connsiteX0" fmla="*/ 129919 w 129783"/>
                <a:gd name="connsiteY0" fmla="*/ 125 h 203806"/>
                <a:gd name="connsiteX1" fmla="*/ 17985 w 129783"/>
                <a:gd name="connsiteY1" fmla="*/ 125 h 203806"/>
                <a:gd name="connsiteX2" fmla="*/ 135 w 129783"/>
                <a:gd name="connsiteY2" fmla="*/ 44841 h 203806"/>
                <a:gd name="connsiteX3" fmla="*/ 5278 w 129783"/>
                <a:gd name="connsiteY3" fmla="*/ 47275 h 203806"/>
                <a:gd name="connsiteX4" fmla="*/ 40372 w 129783"/>
                <a:gd name="connsiteY4" fmla="*/ 22635 h 203806"/>
                <a:gd name="connsiteX5" fmla="*/ 106020 w 129783"/>
                <a:gd name="connsiteY5" fmla="*/ 22635 h 203806"/>
                <a:gd name="connsiteX6" fmla="*/ 46120 w 129783"/>
                <a:gd name="connsiteY6" fmla="*/ 203932 h 203806"/>
                <a:gd name="connsiteX7" fmla="*/ 65784 w 129783"/>
                <a:gd name="connsiteY7" fmla="*/ 203932 h 203806"/>
                <a:gd name="connsiteX8" fmla="*/ 129919 w 129783"/>
                <a:gd name="connsiteY8" fmla="*/ 4992 h 203806"/>
                <a:gd name="connsiteX9" fmla="*/ 129919 w 129783"/>
                <a:gd name="connsiteY9" fmla="*/ 125 h 20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3806">
                  <a:moveTo>
                    <a:pt x="129919" y="125"/>
                  </a:moveTo>
                  <a:lnTo>
                    <a:pt x="17985" y="125"/>
                  </a:lnTo>
                  <a:lnTo>
                    <a:pt x="135" y="44841"/>
                  </a:lnTo>
                  <a:lnTo>
                    <a:pt x="5278" y="47275"/>
                  </a:lnTo>
                  <a:cubicBezTo>
                    <a:pt x="18287" y="26590"/>
                    <a:pt x="23733" y="22635"/>
                    <a:pt x="40372" y="22635"/>
                  </a:cubicBezTo>
                  <a:lnTo>
                    <a:pt x="106020" y="22635"/>
                  </a:lnTo>
                  <a:lnTo>
                    <a:pt x="46120" y="203932"/>
                  </a:lnTo>
                  <a:lnTo>
                    <a:pt x="65784" y="203932"/>
                  </a:lnTo>
                  <a:lnTo>
                    <a:pt x="129919" y="4992"/>
                  </a:lnTo>
                  <a:lnTo>
                    <a:pt x="129919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8DE74F9-0456-4010-56DC-01969A6A41AE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7188397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625D9DF-80E4-5AF1-0609-2F58574AE6B2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582616" y="7422753"/>
              <a:ext cx="85615" cy="205631"/>
            </a:xfrm>
            <a:custGeom>
              <a:avLst/>
              <a:gdLst>
                <a:gd name="connsiteX0" fmla="*/ 54625 w 85615"/>
                <a:gd name="connsiteY0" fmla="*/ 125 h 205631"/>
                <a:gd name="connsiteX1" fmla="*/ 170 w 85615"/>
                <a:gd name="connsiteY1" fmla="*/ 27807 h 205631"/>
                <a:gd name="connsiteX2" fmla="*/ 170 w 85615"/>
                <a:gd name="connsiteY2" fmla="*/ 32065 h 205631"/>
                <a:gd name="connsiteX3" fmla="*/ 8338 w 85615"/>
                <a:gd name="connsiteY3" fmla="*/ 28719 h 205631"/>
                <a:gd name="connsiteX4" fmla="*/ 21952 w 85615"/>
                <a:gd name="connsiteY4" fmla="*/ 25373 h 205631"/>
                <a:gd name="connsiteX5" fmla="*/ 31028 w 85615"/>
                <a:gd name="connsiteY5" fmla="*/ 39670 h 205631"/>
                <a:gd name="connsiteX6" fmla="*/ 31028 w 85615"/>
                <a:gd name="connsiteY6" fmla="*/ 177468 h 205631"/>
                <a:gd name="connsiteX7" fmla="*/ 23767 w 85615"/>
                <a:gd name="connsiteY7" fmla="*/ 197240 h 205631"/>
                <a:gd name="connsiteX8" fmla="*/ 2288 w 85615"/>
                <a:gd name="connsiteY8" fmla="*/ 201194 h 205631"/>
                <a:gd name="connsiteX9" fmla="*/ 2288 w 85615"/>
                <a:gd name="connsiteY9" fmla="*/ 205757 h 205631"/>
                <a:gd name="connsiteX10" fmla="*/ 85785 w 85615"/>
                <a:gd name="connsiteY10" fmla="*/ 205757 h 205631"/>
                <a:gd name="connsiteX11" fmla="*/ 85785 w 85615"/>
                <a:gd name="connsiteY11" fmla="*/ 201194 h 205631"/>
                <a:gd name="connsiteX12" fmla="*/ 57045 w 85615"/>
                <a:gd name="connsiteY12" fmla="*/ 183247 h 205631"/>
                <a:gd name="connsiteX13" fmla="*/ 57045 w 85615"/>
                <a:gd name="connsiteY13" fmla="*/ 734 h 205631"/>
                <a:gd name="connsiteX14" fmla="*/ 54625 w 85615"/>
                <a:gd name="connsiteY14" fmla="*/ 12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625" y="125"/>
                  </a:moveTo>
                  <a:lnTo>
                    <a:pt x="170" y="27807"/>
                  </a:lnTo>
                  <a:lnTo>
                    <a:pt x="170" y="32065"/>
                  </a:lnTo>
                  <a:cubicBezTo>
                    <a:pt x="3800" y="30544"/>
                    <a:pt x="7128" y="29328"/>
                    <a:pt x="8338" y="28719"/>
                  </a:cubicBezTo>
                  <a:cubicBezTo>
                    <a:pt x="13784" y="26590"/>
                    <a:pt x="18927" y="25373"/>
                    <a:pt x="21952" y="25373"/>
                  </a:cubicBezTo>
                  <a:cubicBezTo>
                    <a:pt x="28305" y="25373"/>
                    <a:pt x="31028" y="29936"/>
                    <a:pt x="31028" y="39670"/>
                  </a:cubicBezTo>
                  <a:lnTo>
                    <a:pt x="31028" y="177468"/>
                  </a:lnTo>
                  <a:cubicBezTo>
                    <a:pt x="31028" y="187506"/>
                    <a:pt x="28607" y="194502"/>
                    <a:pt x="23767" y="197240"/>
                  </a:cubicBezTo>
                  <a:cubicBezTo>
                    <a:pt x="19229" y="199978"/>
                    <a:pt x="14994" y="200890"/>
                    <a:pt x="2288" y="201194"/>
                  </a:cubicBezTo>
                  <a:lnTo>
                    <a:pt x="2288" y="205757"/>
                  </a:lnTo>
                  <a:lnTo>
                    <a:pt x="85785" y="205757"/>
                  </a:lnTo>
                  <a:lnTo>
                    <a:pt x="85785" y="201194"/>
                  </a:lnTo>
                  <a:cubicBezTo>
                    <a:pt x="61885" y="200890"/>
                    <a:pt x="57045" y="197848"/>
                    <a:pt x="57045" y="183247"/>
                  </a:cubicBezTo>
                  <a:lnTo>
                    <a:pt x="57045" y="734"/>
                  </a:lnTo>
                  <a:lnTo>
                    <a:pt x="54625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F123AFC8-A383-CC62-7B32-F88E41227052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7710547" y="7419102"/>
              <a:ext cx="122825" cy="213540"/>
            </a:xfrm>
            <a:custGeom>
              <a:avLst/>
              <a:gdLst>
                <a:gd name="connsiteX0" fmla="*/ 45251 w 122825"/>
                <a:gd name="connsiteY0" fmla="*/ 32065 h 213540"/>
                <a:gd name="connsiteX1" fmla="*/ 104547 w 122825"/>
                <a:gd name="connsiteY1" fmla="*/ 32065 h 213540"/>
                <a:gd name="connsiteX2" fmla="*/ 111505 w 122825"/>
                <a:gd name="connsiteY2" fmla="*/ 29327 h 213540"/>
                <a:gd name="connsiteX3" fmla="*/ 123001 w 122825"/>
                <a:gd name="connsiteY3" fmla="*/ 2255 h 213540"/>
                <a:gd name="connsiteX4" fmla="*/ 120278 w 122825"/>
                <a:gd name="connsiteY4" fmla="*/ 125 h 213540"/>
                <a:gd name="connsiteX5" fmla="*/ 106362 w 122825"/>
                <a:gd name="connsiteY5" fmla="*/ 8034 h 213540"/>
                <a:gd name="connsiteX6" fmla="*/ 43134 w 122825"/>
                <a:gd name="connsiteY6" fmla="*/ 8034 h 213540"/>
                <a:gd name="connsiteX7" fmla="*/ 10158 w 122825"/>
                <a:gd name="connsiteY7" fmla="*/ 80127 h 213540"/>
                <a:gd name="connsiteX8" fmla="*/ 9856 w 122825"/>
                <a:gd name="connsiteY8" fmla="*/ 81648 h 213540"/>
                <a:gd name="connsiteX9" fmla="*/ 13486 w 122825"/>
                <a:gd name="connsiteY9" fmla="*/ 84082 h 213540"/>
                <a:gd name="connsiteX10" fmla="*/ 47672 w 122825"/>
                <a:gd name="connsiteY10" fmla="*/ 90165 h 213540"/>
                <a:gd name="connsiteX11" fmla="*/ 98496 w 122825"/>
                <a:gd name="connsiteY11" fmla="*/ 150395 h 213540"/>
                <a:gd name="connsiteX12" fmla="*/ 56445 w 122825"/>
                <a:gd name="connsiteY12" fmla="*/ 202411 h 213540"/>
                <a:gd name="connsiteX13" fmla="*/ 36176 w 122825"/>
                <a:gd name="connsiteY13" fmla="*/ 193590 h 213540"/>
                <a:gd name="connsiteX14" fmla="*/ 13184 w 122825"/>
                <a:gd name="connsiteY14" fmla="*/ 183551 h 213540"/>
                <a:gd name="connsiteX15" fmla="*/ 175 w 122825"/>
                <a:gd name="connsiteY15" fmla="*/ 194806 h 213540"/>
                <a:gd name="connsiteX16" fmla="*/ 37083 w 122825"/>
                <a:gd name="connsiteY16" fmla="*/ 213666 h 213540"/>
                <a:gd name="connsiteX17" fmla="*/ 99404 w 122825"/>
                <a:gd name="connsiteY17" fmla="*/ 189939 h 213540"/>
                <a:gd name="connsiteX18" fmla="*/ 119673 w 122825"/>
                <a:gd name="connsiteY18" fmla="*/ 135794 h 213540"/>
                <a:gd name="connsiteX19" fmla="*/ 98799 w 122825"/>
                <a:gd name="connsiteY19" fmla="*/ 84690 h 213540"/>
                <a:gd name="connsiteX20" fmla="*/ 32545 w 122825"/>
                <a:gd name="connsiteY20" fmla="*/ 57921 h 213540"/>
                <a:gd name="connsiteX21" fmla="*/ 45251 w 122825"/>
                <a:gd name="connsiteY21" fmla="*/ 32065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251" y="32065"/>
                  </a:moveTo>
                  <a:lnTo>
                    <a:pt x="104547" y="32065"/>
                  </a:lnTo>
                  <a:cubicBezTo>
                    <a:pt x="109387" y="32065"/>
                    <a:pt x="110597" y="31457"/>
                    <a:pt x="111505" y="29327"/>
                  </a:cubicBezTo>
                  <a:lnTo>
                    <a:pt x="123001" y="2255"/>
                  </a:lnTo>
                  <a:lnTo>
                    <a:pt x="120278" y="125"/>
                  </a:lnTo>
                  <a:cubicBezTo>
                    <a:pt x="115740" y="6513"/>
                    <a:pt x="112715" y="8034"/>
                    <a:pt x="106362" y="8034"/>
                  </a:cubicBezTo>
                  <a:lnTo>
                    <a:pt x="43134" y="8034"/>
                  </a:lnTo>
                  <a:lnTo>
                    <a:pt x="10158" y="80127"/>
                  </a:lnTo>
                  <a:cubicBezTo>
                    <a:pt x="9856" y="80735"/>
                    <a:pt x="9856" y="81040"/>
                    <a:pt x="9856" y="81648"/>
                  </a:cubicBezTo>
                  <a:cubicBezTo>
                    <a:pt x="9856" y="83169"/>
                    <a:pt x="11066" y="84082"/>
                    <a:pt x="13486" y="84082"/>
                  </a:cubicBezTo>
                  <a:cubicBezTo>
                    <a:pt x="23167" y="84082"/>
                    <a:pt x="35268" y="86211"/>
                    <a:pt x="47672" y="90165"/>
                  </a:cubicBezTo>
                  <a:cubicBezTo>
                    <a:pt x="82462" y="101420"/>
                    <a:pt x="98496" y="120280"/>
                    <a:pt x="98496" y="150395"/>
                  </a:cubicBezTo>
                  <a:cubicBezTo>
                    <a:pt x="98496" y="179597"/>
                    <a:pt x="80042" y="202411"/>
                    <a:pt x="56445" y="202411"/>
                  </a:cubicBezTo>
                  <a:cubicBezTo>
                    <a:pt x="50394" y="202411"/>
                    <a:pt x="45251" y="200282"/>
                    <a:pt x="36176" y="193590"/>
                  </a:cubicBezTo>
                  <a:cubicBezTo>
                    <a:pt x="26495" y="186593"/>
                    <a:pt x="19537" y="183551"/>
                    <a:pt x="13184" y="183551"/>
                  </a:cubicBezTo>
                  <a:cubicBezTo>
                    <a:pt x="4410" y="183551"/>
                    <a:pt x="175" y="187202"/>
                    <a:pt x="175" y="194806"/>
                  </a:cubicBezTo>
                  <a:cubicBezTo>
                    <a:pt x="175" y="206366"/>
                    <a:pt x="14394" y="213666"/>
                    <a:pt x="37083" y="213666"/>
                  </a:cubicBezTo>
                  <a:cubicBezTo>
                    <a:pt x="62495" y="213666"/>
                    <a:pt x="84277" y="205453"/>
                    <a:pt x="99404" y="189939"/>
                  </a:cubicBezTo>
                  <a:cubicBezTo>
                    <a:pt x="113320" y="176251"/>
                    <a:pt x="119673" y="158912"/>
                    <a:pt x="119673" y="135794"/>
                  </a:cubicBezTo>
                  <a:cubicBezTo>
                    <a:pt x="119673" y="113892"/>
                    <a:pt x="113925" y="99899"/>
                    <a:pt x="98799" y="84690"/>
                  </a:cubicBezTo>
                  <a:cubicBezTo>
                    <a:pt x="85487" y="71306"/>
                    <a:pt x="68243" y="64309"/>
                    <a:pt x="32545" y="57921"/>
                  </a:cubicBezTo>
                  <a:lnTo>
                    <a:pt x="45251" y="320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9FCBF60F-9121-D6A9-4D37-5CB06EB322B2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7873874" y="7597965"/>
              <a:ext cx="33580" cy="33764"/>
            </a:xfrm>
            <a:custGeom>
              <a:avLst/>
              <a:gdLst>
                <a:gd name="connsiteX0" fmla="*/ 16819 w 33580"/>
                <a:gd name="connsiteY0" fmla="*/ 125 h 33764"/>
                <a:gd name="connsiteX1" fmla="*/ 180 w 33580"/>
                <a:gd name="connsiteY1" fmla="*/ 17464 h 33764"/>
                <a:gd name="connsiteX2" fmla="*/ 16516 w 33580"/>
                <a:gd name="connsiteY2" fmla="*/ 33890 h 33764"/>
                <a:gd name="connsiteX3" fmla="*/ 33760 w 33580"/>
                <a:gd name="connsiteY3" fmla="*/ 17464 h 33764"/>
                <a:gd name="connsiteX4" fmla="*/ 16819 w 33580"/>
                <a:gd name="connsiteY4" fmla="*/ 12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19" y="125"/>
                  </a:moveTo>
                  <a:cubicBezTo>
                    <a:pt x="7743" y="125"/>
                    <a:pt x="180" y="8034"/>
                    <a:pt x="180" y="17464"/>
                  </a:cubicBezTo>
                  <a:cubicBezTo>
                    <a:pt x="180" y="26286"/>
                    <a:pt x="7743" y="33890"/>
                    <a:pt x="16516" y="33890"/>
                  </a:cubicBezTo>
                  <a:cubicBezTo>
                    <a:pt x="25895" y="33890"/>
                    <a:pt x="33760" y="26286"/>
                    <a:pt x="33760" y="17464"/>
                  </a:cubicBezTo>
                  <a:cubicBezTo>
                    <a:pt x="33760" y="8034"/>
                    <a:pt x="25895" y="125"/>
                    <a:pt x="16819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1D5F8307-15CA-CC08-3807-D736F82FF25E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7937688" y="7422753"/>
              <a:ext cx="134624" cy="205631"/>
            </a:xfrm>
            <a:custGeom>
              <a:avLst/>
              <a:gdLst>
                <a:gd name="connsiteX0" fmla="*/ 134807 w 134624"/>
                <a:gd name="connsiteY0" fmla="*/ 164083 h 205631"/>
                <a:gd name="connsiteX1" fmla="*/ 130874 w 134624"/>
                <a:gd name="connsiteY1" fmla="*/ 162562 h 205631"/>
                <a:gd name="connsiteX2" fmla="*/ 102134 w 134624"/>
                <a:gd name="connsiteY2" fmla="*/ 182639 h 205631"/>
                <a:gd name="connsiteX3" fmla="*/ 29830 w 134624"/>
                <a:gd name="connsiteY3" fmla="*/ 182639 h 205631"/>
                <a:gd name="connsiteX4" fmla="*/ 80654 w 134624"/>
                <a:gd name="connsiteY4" fmla="*/ 129101 h 205631"/>
                <a:gd name="connsiteX5" fmla="*/ 119378 w 134624"/>
                <a:gd name="connsiteY5" fmla="*/ 53967 h 205631"/>
                <a:gd name="connsiteX6" fmla="*/ 63410 w 134624"/>
                <a:gd name="connsiteY6" fmla="*/ 125 h 205631"/>
                <a:gd name="connsiteX7" fmla="*/ 19847 w 134624"/>
                <a:gd name="connsiteY7" fmla="*/ 18985 h 205631"/>
                <a:gd name="connsiteX8" fmla="*/ 485 w 134624"/>
                <a:gd name="connsiteY8" fmla="*/ 60659 h 205631"/>
                <a:gd name="connsiteX9" fmla="*/ 6838 w 134624"/>
                <a:gd name="connsiteY9" fmla="*/ 62180 h 205631"/>
                <a:gd name="connsiteX10" fmla="*/ 50704 w 134624"/>
                <a:gd name="connsiteY10" fmla="*/ 22635 h 205631"/>
                <a:gd name="connsiteX11" fmla="*/ 93361 w 134624"/>
                <a:gd name="connsiteY11" fmla="*/ 65526 h 205631"/>
                <a:gd name="connsiteX12" fmla="*/ 54032 w 134624"/>
                <a:gd name="connsiteY12" fmla="*/ 144615 h 205631"/>
                <a:gd name="connsiteX13" fmla="*/ 182 w 134624"/>
                <a:gd name="connsiteY13" fmla="*/ 202107 h 205631"/>
                <a:gd name="connsiteX14" fmla="*/ 182 w 134624"/>
                <a:gd name="connsiteY14" fmla="*/ 205757 h 205631"/>
                <a:gd name="connsiteX15" fmla="*/ 118168 w 134624"/>
                <a:gd name="connsiteY15" fmla="*/ 205757 h 205631"/>
                <a:gd name="connsiteX16" fmla="*/ 134807 w 134624"/>
                <a:gd name="connsiteY16" fmla="*/ 164083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07" y="164083"/>
                  </a:moveTo>
                  <a:lnTo>
                    <a:pt x="130874" y="162562"/>
                  </a:lnTo>
                  <a:cubicBezTo>
                    <a:pt x="119680" y="179901"/>
                    <a:pt x="115748" y="182639"/>
                    <a:pt x="102134" y="182639"/>
                  </a:cubicBezTo>
                  <a:lnTo>
                    <a:pt x="29830" y="182639"/>
                  </a:lnTo>
                  <a:lnTo>
                    <a:pt x="80654" y="129101"/>
                  </a:lnTo>
                  <a:cubicBezTo>
                    <a:pt x="107579" y="100812"/>
                    <a:pt x="119378" y="77694"/>
                    <a:pt x="119378" y="53967"/>
                  </a:cubicBezTo>
                  <a:cubicBezTo>
                    <a:pt x="119378" y="23548"/>
                    <a:pt x="94873" y="125"/>
                    <a:pt x="63410" y="125"/>
                  </a:cubicBezTo>
                  <a:cubicBezTo>
                    <a:pt x="46772" y="125"/>
                    <a:pt x="31040" y="6817"/>
                    <a:pt x="19847" y="18985"/>
                  </a:cubicBezTo>
                  <a:cubicBezTo>
                    <a:pt x="10166" y="29328"/>
                    <a:pt x="5628" y="39062"/>
                    <a:pt x="485" y="60659"/>
                  </a:cubicBezTo>
                  <a:lnTo>
                    <a:pt x="6838" y="62180"/>
                  </a:lnTo>
                  <a:cubicBezTo>
                    <a:pt x="18939" y="32369"/>
                    <a:pt x="29830" y="22635"/>
                    <a:pt x="50704" y="22635"/>
                  </a:cubicBezTo>
                  <a:cubicBezTo>
                    <a:pt x="76117" y="22635"/>
                    <a:pt x="93361" y="39974"/>
                    <a:pt x="93361" y="65526"/>
                  </a:cubicBezTo>
                  <a:cubicBezTo>
                    <a:pt x="93361" y="89253"/>
                    <a:pt x="79444" y="117542"/>
                    <a:pt x="54032" y="144615"/>
                  </a:cubicBezTo>
                  <a:lnTo>
                    <a:pt x="182" y="202107"/>
                  </a:lnTo>
                  <a:lnTo>
                    <a:pt x="182" y="205757"/>
                  </a:lnTo>
                  <a:lnTo>
                    <a:pt x="118168" y="205757"/>
                  </a:lnTo>
                  <a:lnTo>
                    <a:pt x="134807" y="16408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995CCC58-7B27-3631-6D7A-81E3F7C71837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428936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C11EDFD-A977-0E41-5341-070902335FA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747240" y="7422753"/>
              <a:ext cx="85615" cy="205631"/>
            </a:xfrm>
            <a:custGeom>
              <a:avLst/>
              <a:gdLst>
                <a:gd name="connsiteX0" fmla="*/ 54663 w 85615"/>
                <a:gd name="connsiteY0" fmla="*/ 125 h 205631"/>
                <a:gd name="connsiteX1" fmla="*/ 208 w 85615"/>
                <a:gd name="connsiteY1" fmla="*/ 27807 h 205631"/>
                <a:gd name="connsiteX2" fmla="*/ 208 w 85615"/>
                <a:gd name="connsiteY2" fmla="*/ 32065 h 205631"/>
                <a:gd name="connsiteX3" fmla="*/ 8376 w 85615"/>
                <a:gd name="connsiteY3" fmla="*/ 28719 h 205631"/>
                <a:gd name="connsiteX4" fmla="*/ 21990 w 85615"/>
                <a:gd name="connsiteY4" fmla="*/ 25373 h 205631"/>
                <a:gd name="connsiteX5" fmla="*/ 31066 w 85615"/>
                <a:gd name="connsiteY5" fmla="*/ 39670 h 205631"/>
                <a:gd name="connsiteX6" fmla="*/ 31066 w 85615"/>
                <a:gd name="connsiteY6" fmla="*/ 177468 h 205631"/>
                <a:gd name="connsiteX7" fmla="*/ 23805 w 85615"/>
                <a:gd name="connsiteY7" fmla="*/ 197240 h 205631"/>
                <a:gd name="connsiteX8" fmla="*/ 2326 w 85615"/>
                <a:gd name="connsiteY8" fmla="*/ 201194 h 205631"/>
                <a:gd name="connsiteX9" fmla="*/ 2326 w 85615"/>
                <a:gd name="connsiteY9" fmla="*/ 205757 h 205631"/>
                <a:gd name="connsiteX10" fmla="*/ 85823 w 85615"/>
                <a:gd name="connsiteY10" fmla="*/ 205757 h 205631"/>
                <a:gd name="connsiteX11" fmla="*/ 85823 w 85615"/>
                <a:gd name="connsiteY11" fmla="*/ 201194 h 205631"/>
                <a:gd name="connsiteX12" fmla="*/ 57083 w 85615"/>
                <a:gd name="connsiteY12" fmla="*/ 183247 h 205631"/>
                <a:gd name="connsiteX13" fmla="*/ 57083 w 85615"/>
                <a:gd name="connsiteY13" fmla="*/ 734 h 205631"/>
                <a:gd name="connsiteX14" fmla="*/ 54663 w 85615"/>
                <a:gd name="connsiteY14" fmla="*/ 12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663" y="125"/>
                  </a:moveTo>
                  <a:lnTo>
                    <a:pt x="208" y="27807"/>
                  </a:lnTo>
                  <a:lnTo>
                    <a:pt x="208" y="32065"/>
                  </a:lnTo>
                  <a:cubicBezTo>
                    <a:pt x="3838" y="30544"/>
                    <a:pt x="7166" y="29328"/>
                    <a:pt x="8376" y="28719"/>
                  </a:cubicBezTo>
                  <a:cubicBezTo>
                    <a:pt x="13822" y="26590"/>
                    <a:pt x="18965" y="25373"/>
                    <a:pt x="21990" y="25373"/>
                  </a:cubicBezTo>
                  <a:cubicBezTo>
                    <a:pt x="28343" y="25373"/>
                    <a:pt x="31066" y="29936"/>
                    <a:pt x="31066" y="39670"/>
                  </a:cubicBezTo>
                  <a:lnTo>
                    <a:pt x="31066" y="177468"/>
                  </a:lnTo>
                  <a:cubicBezTo>
                    <a:pt x="31066" y="187506"/>
                    <a:pt x="28646" y="194502"/>
                    <a:pt x="23805" y="197240"/>
                  </a:cubicBezTo>
                  <a:cubicBezTo>
                    <a:pt x="19267" y="199978"/>
                    <a:pt x="15032" y="200890"/>
                    <a:pt x="2326" y="201194"/>
                  </a:cubicBezTo>
                  <a:lnTo>
                    <a:pt x="2326" y="205757"/>
                  </a:lnTo>
                  <a:lnTo>
                    <a:pt x="85823" y="205757"/>
                  </a:lnTo>
                  <a:lnTo>
                    <a:pt x="85823" y="201194"/>
                  </a:lnTo>
                  <a:cubicBezTo>
                    <a:pt x="61924" y="200890"/>
                    <a:pt x="57083" y="197848"/>
                    <a:pt x="57083" y="183247"/>
                  </a:cubicBezTo>
                  <a:lnTo>
                    <a:pt x="57083" y="734"/>
                  </a:lnTo>
                  <a:lnTo>
                    <a:pt x="54663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F2DBC28C-3F5C-FEE8-E0AA-D62EB19020DA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886667" y="7597965"/>
              <a:ext cx="33580" cy="33764"/>
            </a:xfrm>
            <a:custGeom>
              <a:avLst/>
              <a:gdLst>
                <a:gd name="connsiteX0" fmla="*/ 16852 w 33580"/>
                <a:gd name="connsiteY0" fmla="*/ 125 h 33764"/>
                <a:gd name="connsiteX1" fmla="*/ 213 w 33580"/>
                <a:gd name="connsiteY1" fmla="*/ 17464 h 33764"/>
                <a:gd name="connsiteX2" fmla="*/ 16550 w 33580"/>
                <a:gd name="connsiteY2" fmla="*/ 33890 h 33764"/>
                <a:gd name="connsiteX3" fmla="*/ 33794 w 33580"/>
                <a:gd name="connsiteY3" fmla="*/ 17464 h 33764"/>
                <a:gd name="connsiteX4" fmla="*/ 16852 w 33580"/>
                <a:gd name="connsiteY4" fmla="*/ 12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52" y="125"/>
                  </a:moveTo>
                  <a:cubicBezTo>
                    <a:pt x="7776" y="125"/>
                    <a:pt x="213" y="8034"/>
                    <a:pt x="213" y="17464"/>
                  </a:cubicBezTo>
                  <a:cubicBezTo>
                    <a:pt x="213" y="26286"/>
                    <a:pt x="7776" y="33890"/>
                    <a:pt x="16550" y="33890"/>
                  </a:cubicBezTo>
                  <a:cubicBezTo>
                    <a:pt x="25928" y="33890"/>
                    <a:pt x="33794" y="26286"/>
                    <a:pt x="33794" y="17464"/>
                  </a:cubicBezTo>
                  <a:cubicBezTo>
                    <a:pt x="33794" y="8034"/>
                    <a:pt x="25928" y="125"/>
                    <a:pt x="16852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472A45DE-D9C2-7077-9EE9-392A44294711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8950482" y="7422753"/>
              <a:ext cx="129783" cy="212323"/>
            </a:xfrm>
            <a:custGeom>
              <a:avLst/>
              <a:gdLst>
                <a:gd name="connsiteX0" fmla="*/ 8989 w 129783"/>
                <a:gd name="connsiteY0" fmla="*/ 212449 h 212323"/>
                <a:gd name="connsiteX1" fmla="*/ 80083 w 129783"/>
                <a:gd name="connsiteY1" fmla="*/ 187810 h 212323"/>
                <a:gd name="connsiteX2" fmla="*/ 130000 w 129783"/>
                <a:gd name="connsiteY2" fmla="*/ 85907 h 212323"/>
                <a:gd name="connsiteX3" fmla="*/ 63141 w 129783"/>
                <a:gd name="connsiteY3" fmla="*/ 125 h 212323"/>
                <a:gd name="connsiteX4" fmla="*/ 216 w 129783"/>
                <a:gd name="connsiteY4" fmla="*/ 71914 h 212323"/>
                <a:gd name="connsiteX5" fmla="*/ 54670 w 129783"/>
                <a:gd name="connsiteY5" fmla="*/ 133664 h 212323"/>
                <a:gd name="connsiteX6" fmla="*/ 100049 w 129783"/>
                <a:gd name="connsiteY6" fmla="*/ 116326 h 212323"/>
                <a:gd name="connsiteX7" fmla="*/ 8081 w 129783"/>
                <a:gd name="connsiteY7" fmla="*/ 206366 h 212323"/>
                <a:gd name="connsiteX8" fmla="*/ 8989 w 129783"/>
                <a:gd name="connsiteY8" fmla="*/ 212449 h 212323"/>
                <a:gd name="connsiteX9" fmla="*/ 100655 w 129783"/>
                <a:gd name="connsiteY9" fmla="*/ 97770 h 212323"/>
                <a:gd name="connsiteX10" fmla="*/ 96117 w 129783"/>
                <a:gd name="connsiteY10" fmla="*/ 109329 h 212323"/>
                <a:gd name="connsiteX11" fmla="*/ 65561 w 129783"/>
                <a:gd name="connsiteY11" fmla="*/ 120584 h 212323"/>
                <a:gd name="connsiteX12" fmla="*/ 28048 w 129783"/>
                <a:gd name="connsiteY12" fmla="*/ 61572 h 212323"/>
                <a:gd name="connsiteX13" fmla="*/ 39242 w 129783"/>
                <a:gd name="connsiteY13" fmla="*/ 18073 h 212323"/>
                <a:gd name="connsiteX14" fmla="*/ 60721 w 129783"/>
                <a:gd name="connsiteY14" fmla="*/ 8643 h 212323"/>
                <a:gd name="connsiteX15" fmla="*/ 100655 w 129783"/>
                <a:gd name="connsiteY15" fmla="*/ 85907 h 212323"/>
                <a:gd name="connsiteX16" fmla="*/ 100655 w 129783"/>
                <a:gd name="connsiteY16" fmla="*/ 97770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8989" y="212449"/>
                  </a:moveTo>
                  <a:cubicBezTo>
                    <a:pt x="42872" y="208495"/>
                    <a:pt x="59511" y="202715"/>
                    <a:pt x="80083" y="187810"/>
                  </a:cubicBezTo>
                  <a:cubicBezTo>
                    <a:pt x="111545" y="164692"/>
                    <a:pt x="130000" y="126972"/>
                    <a:pt x="130000" y="85907"/>
                  </a:cubicBezTo>
                  <a:cubicBezTo>
                    <a:pt x="130000" y="35715"/>
                    <a:pt x="102167" y="125"/>
                    <a:pt x="63141" y="125"/>
                  </a:cubicBezTo>
                  <a:cubicBezTo>
                    <a:pt x="27140" y="125"/>
                    <a:pt x="216" y="30848"/>
                    <a:pt x="216" y="71914"/>
                  </a:cubicBezTo>
                  <a:cubicBezTo>
                    <a:pt x="216" y="109025"/>
                    <a:pt x="21998" y="133664"/>
                    <a:pt x="54670" y="133664"/>
                  </a:cubicBezTo>
                  <a:cubicBezTo>
                    <a:pt x="71309" y="133664"/>
                    <a:pt x="84016" y="128797"/>
                    <a:pt x="100049" y="116326"/>
                  </a:cubicBezTo>
                  <a:cubicBezTo>
                    <a:pt x="87646" y="165908"/>
                    <a:pt x="54065" y="198457"/>
                    <a:pt x="8081" y="206366"/>
                  </a:cubicBezTo>
                  <a:lnTo>
                    <a:pt x="8989" y="212449"/>
                  </a:lnTo>
                  <a:close/>
                  <a:moveTo>
                    <a:pt x="100655" y="97770"/>
                  </a:moveTo>
                  <a:cubicBezTo>
                    <a:pt x="100655" y="103854"/>
                    <a:pt x="99444" y="106592"/>
                    <a:pt x="96117" y="109329"/>
                  </a:cubicBezTo>
                  <a:cubicBezTo>
                    <a:pt x="87646" y="116630"/>
                    <a:pt x="76452" y="120584"/>
                    <a:pt x="65561" y="120584"/>
                  </a:cubicBezTo>
                  <a:cubicBezTo>
                    <a:pt x="42569" y="120584"/>
                    <a:pt x="28048" y="97770"/>
                    <a:pt x="28048" y="61572"/>
                  </a:cubicBezTo>
                  <a:cubicBezTo>
                    <a:pt x="28048" y="44233"/>
                    <a:pt x="32889" y="25981"/>
                    <a:pt x="39242" y="18073"/>
                  </a:cubicBezTo>
                  <a:cubicBezTo>
                    <a:pt x="44385" y="11989"/>
                    <a:pt x="51948" y="8643"/>
                    <a:pt x="60721" y="8643"/>
                  </a:cubicBezTo>
                  <a:cubicBezTo>
                    <a:pt x="87041" y="8643"/>
                    <a:pt x="100655" y="34803"/>
                    <a:pt x="100655" y="85907"/>
                  </a:cubicBezTo>
                  <a:lnTo>
                    <a:pt x="100655" y="9777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683AFD17-AD44-43DF-2D89-873711961855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9096867" y="7422753"/>
              <a:ext cx="139162" cy="205631"/>
            </a:xfrm>
            <a:custGeom>
              <a:avLst/>
              <a:gdLst>
                <a:gd name="connsiteX0" fmla="*/ 139383 w 139162"/>
                <a:gd name="connsiteY0" fmla="*/ 135489 h 205631"/>
                <a:gd name="connsiteX1" fmla="*/ 108525 w 139162"/>
                <a:gd name="connsiteY1" fmla="*/ 135489 h 205631"/>
                <a:gd name="connsiteX2" fmla="*/ 108525 w 139162"/>
                <a:gd name="connsiteY2" fmla="*/ 125 h 205631"/>
                <a:gd name="connsiteX3" fmla="*/ 95214 w 139162"/>
                <a:gd name="connsiteY3" fmla="*/ 125 h 205631"/>
                <a:gd name="connsiteX4" fmla="*/ 221 w 139162"/>
                <a:gd name="connsiteY4" fmla="*/ 135489 h 205631"/>
                <a:gd name="connsiteX5" fmla="*/ 221 w 139162"/>
                <a:gd name="connsiteY5" fmla="*/ 154958 h 205631"/>
                <a:gd name="connsiteX6" fmla="*/ 85231 w 139162"/>
                <a:gd name="connsiteY6" fmla="*/ 154958 h 205631"/>
                <a:gd name="connsiteX7" fmla="*/ 85231 w 139162"/>
                <a:gd name="connsiteY7" fmla="*/ 205757 h 205631"/>
                <a:gd name="connsiteX8" fmla="*/ 108525 w 139162"/>
                <a:gd name="connsiteY8" fmla="*/ 205757 h 205631"/>
                <a:gd name="connsiteX9" fmla="*/ 108525 w 139162"/>
                <a:gd name="connsiteY9" fmla="*/ 154958 h 205631"/>
                <a:gd name="connsiteX10" fmla="*/ 139383 w 139162"/>
                <a:gd name="connsiteY10" fmla="*/ 154958 h 205631"/>
                <a:gd name="connsiteX11" fmla="*/ 139383 w 139162"/>
                <a:gd name="connsiteY11" fmla="*/ 135489 h 205631"/>
                <a:gd name="connsiteX12" fmla="*/ 84928 w 139162"/>
                <a:gd name="connsiteY12" fmla="*/ 135489 h 205631"/>
                <a:gd name="connsiteX13" fmla="*/ 12322 w 139162"/>
                <a:gd name="connsiteY13" fmla="*/ 135489 h 205631"/>
                <a:gd name="connsiteX14" fmla="*/ 84928 w 139162"/>
                <a:gd name="connsiteY14" fmla="*/ 31153 h 205631"/>
                <a:gd name="connsiteX15" fmla="*/ 84928 w 139162"/>
                <a:gd name="connsiteY15" fmla="*/ 135489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383" y="135489"/>
                  </a:moveTo>
                  <a:lnTo>
                    <a:pt x="108525" y="135489"/>
                  </a:lnTo>
                  <a:lnTo>
                    <a:pt x="108525" y="125"/>
                  </a:lnTo>
                  <a:lnTo>
                    <a:pt x="95214" y="125"/>
                  </a:lnTo>
                  <a:lnTo>
                    <a:pt x="221" y="135489"/>
                  </a:lnTo>
                  <a:lnTo>
                    <a:pt x="221" y="154958"/>
                  </a:lnTo>
                  <a:lnTo>
                    <a:pt x="85231" y="154958"/>
                  </a:lnTo>
                  <a:lnTo>
                    <a:pt x="85231" y="205757"/>
                  </a:lnTo>
                  <a:lnTo>
                    <a:pt x="108525" y="205757"/>
                  </a:lnTo>
                  <a:lnTo>
                    <a:pt x="108525" y="154958"/>
                  </a:lnTo>
                  <a:lnTo>
                    <a:pt x="139383" y="154958"/>
                  </a:lnTo>
                  <a:lnTo>
                    <a:pt x="139383" y="135489"/>
                  </a:lnTo>
                  <a:close/>
                  <a:moveTo>
                    <a:pt x="84928" y="135489"/>
                  </a:moveTo>
                  <a:lnTo>
                    <a:pt x="12322" y="135489"/>
                  </a:lnTo>
                  <a:lnTo>
                    <a:pt x="84928" y="31153"/>
                  </a:lnTo>
                  <a:lnTo>
                    <a:pt x="84928" y="1354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E718F617-4105-A78E-ED1C-F1B1A0CA1941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9255353" y="7420319"/>
              <a:ext cx="131296" cy="212323"/>
            </a:xfrm>
            <a:custGeom>
              <a:avLst/>
              <a:gdLst>
                <a:gd name="connsiteX0" fmla="*/ 124867 w 131296"/>
                <a:gd name="connsiteY0" fmla="*/ 125 h 212323"/>
                <a:gd name="connsiteX1" fmla="*/ 50748 w 131296"/>
                <a:gd name="connsiteY1" fmla="*/ 24460 h 212323"/>
                <a:gd name="connsiteX2" fmla="*/ 226 w 131296"/>
                <a:gd name="connsiteY2" fmla="*/ 123322 h 212323"/>
                <a:gd name="connsiteX3" fmla="*/ 21402 w 131296"/>
                <a:gd name="connsiteY3" fmla="*/ 191764 h 212323"/>
                <a:gd name="connsiteX4" fmla="*/ 67992 w 131296"/>
                <a:gd name="connsiteY4" fmla="*/ 212449 h 212323"/>
                <a:gd name="connsiteX5" fmla="*/ 131522 w 131296"/>
                <a:gd name="connsiteY5" fmla="*/ 141573 h 212323"/>
                <a:gd name="connsiteX6" fmla="*/ 74647 w 131296"/>
                <a:gd name="connsiteY6" fmla="*/ 77998 h 212323"/>
                <a:gd name="connsiteX7" fmla="*/ 35924 w 131296"/>
                <a:gd name="connsiteY7" fmla="*/ 91686 h 212323"/>
                <a:gd name="connsiteX8" fmla="*/ 125472 w 131296"/>
                <a:gd name="connsiteY8" fmla="*/ 4992 h 212323"/>
                <a:gd name="connsiteX9" fmla="*/ 124867 w 131296"/>
                <a:gd name="connsiteY9" fmla="*/ 125 h 212323"/>
                <a:gd name="connsiteX10" fmla="*/ 63151 w 131296"/>
                <a:gd name="connsiteY10" fmla="*/ 91990 h 212323"/>
                <a:gd name="connsiteX11" fmla="*/ 104295 w 131296"/>
                <a:gd name="connsiteY11" fmla="*/ 151916 h 212323"/>
                <a:gd name="connsiteX12" fmla="*/ 71319 w 131296"/>
                <a:gd name="connsiteY12" fmla="*/ 203932 h 212323"/>
                <a:gd name="connsiteX13" fmla="*/ 28361 w 131296"/>
                <a:gd name="connsiteY13" fmla="*/ 128189 h 212323"/>
                <a:gd name="connsiteX14" fmla="*/ 36831 w 131296"/>
                <a:gd name="connsiteY14" fmla="*/ 99595 h 212323"/>
                <a:gd name="connsiteX15" fmla="*/ 63151 w 131296"/>
                <a:gd name="connsiteY15" fmla="*/ 91990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2323">
                  <a:moveTo>
                    <a:pt x="124867" y="125"/>
                  </a:moveTo>
                  <a:cubicBezTo>
                    <a:pt x="90379" y="3167"/>
                    <a:pt x="72832" y="8947"/>
                    <a:pt x="50748" y="24460"/>
                  </a:cubicBezTo>
                  <a:cubicBezTo>
                    <a:pt x="18075" y="47883"/>
                    <a:pt x="226" y="82561"/>
                    <a:pt x="226" y="123322"/>
                  </a:cubicBezTo>
                  <a:cubicBezTo>
                    <a:pt x="226" y="149786"/>
                    <a:pt x="8394" y="176555"/>
                    <a:pt x="21402" y="191764"/>
                  </a:cubicBezTo>
                  <a:cubicBezTo>
                    <a:pt x="32899" y="205149"/>
                    <a:pt x="49235" y="212449"/>
                    <a:pt x="67992" y="212449"/>
                  </a:cubicBezTo>
                  <a:cubicBezTo>
                    <a:pt x="105505" y="212449"/>
                    <a:pt x="131522" y="183551"/>
                    <a:pt x="131522" y="141573"/>
                  </a:cubicBezTo>
                  <a:cubicBezTo>
                    <a:pt x="131522" y="102637"/>
                    <a:pt x="109438" y="77998"/>
                    <a:pt x="74647" y="77998"/>
                  </a:cubicBezTo>
                  <a:cubicBezTo>
                    <a:pt x="61336" y="77998"/>
                    <a:pt x="54983" y="80127"/>
                    <a:pt x="35924" y="91686"/>
                  </a:cubicBezTo>
                  <a:cubicBezTo>
                    <a:pt x="44092" y="45754"/>
                    <a:pt x="77975" y="12901"/>
                    <a:pt x="125472" y="4992"/>
                  </a:cubicBezTo>
                  <a:lnTo>
                    <a:pt x="124867" y="125"/>
                  </a:lnTo>
                  <a:close/>
                  <a:moveTo>
                    <a:pt x="63151" y="91990"/>
                  </a:moveTo>
                  <a:cubicBezTo>
                    <a:pt x="89168" y="91990"/>
                    <a:pt x="104295" y="113892"/>
                    <a:pt x="104295" y="151916"/>
                  </a:cubicBezTo>
                  <a:cubicBezTo>
                    <a:pt x="104295" y="185376"/>
                    <a:pt x="92496" y="203932"/>
                    <a:pt x="71319" y="203932"/>
                  </a:cubicBezTo>
                  <a:cubicBezTo>
                    <a:pt x="44697" y="203932"/>
                    <a:pt x="28361" y="175338"/>
                    <a:pt x="28361" y="128189"/>
                  </a:cubicBezTo>
                  <a:cubicBezTo>
                    <a:pt x="28361" y="112675"/>
                    <a:pt x="30781" y="104158"/>
                    <a:pt x="36831" y="99595"/>
                  </a:cubicBezTo>
                  <a:cubicBezTo>
                    <a:pt x="43184" y="94728"/>
                    <a:pt x="52563" y="91990"/>
                    <a:pt x="63151" y="9199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F8B747E6-0685-435F-4784-FAE9F0B8E6D7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9669475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BFA4C4CC-1D06-CA19-0E84-D793E0EFB6FC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963275" y="7422753"/>
              <a:ext cx="134624" cy="205631"/>
            </a:xfrm>
            <a:custGeom>
              <a:avLst/>
              <a:gdLst>
                <a:gd name="connsiteX0" fmla="*/ 134873 w 134624"/>
                <a:gd name="connsiteY0" fmla="*/ 164083 h 205631"/>
                <a:gd name="connsiteX1" fmla="*/ 130940 w 134624"/>
                <a:gd name="connsiteY1" fmla="*/ 162562 h 205631"/>
                <a:gd name="connsiteX2" fmla="*/ 102200 w 134624"/>
                <a:gd name="connsiteY2" fmla="*/ 182639 h 205631"/>
                <a:gd name="connsiteX3" fmla="*/ 29896 w 134624"/>
                <a:gd name="connsiteY3" fmla="*/ 182639 h 205631"/>
                <a:gd name="connsiteX4" fmla="*/ 80721 w 134624"/>
                <a:gd name="connsiteY4" fmla="*/ 129101 h 205631"/>
                <a:gd name="connsiteX5" fmla="*/ 119444 w 134624"/>
                <a:gd name="connsiteY5" fmla="*/ 53967 h 205631"/>
                <a:gd name="connsiteX6" fmla="*/ 63477 w 134624"/>
                <a:gd name="connsiteY6" fmla="*/ 125 h 205631"/>
                <a:gd name="connsiteX7" fmla="*/ 19913 w 134624"/>
                <a:gd name="connsiteY7" fmla="*/ 18985 h 205631"/>
                <a:gd name="connsiteX8" fmla="*/ 551 w 134624"/>
                <a:gd name="connsiteY8" fmla="*/ 60659 h 205631"/>
                <a:gd name="connsiteX9" fmla="*/ 6904 w 134624"/>
                <a:gd name="connsiteY9" fmla="*/ 62180 h 205631"/>
                <a:gd name="connsiteX10" fmla="*/ 50771 w 134624"/>
                <a:gd name="connsiteY10" fmla="*/ 22635 h 205631"/>
                <a:gd name="connsiteX11" fmla="*/ 93427 w 134624"/>
                <a:gd name="connsiteY11" fmla="*/ 65526 h 205631"/>
                <a:gd name="connsiteX12" fmla="*/ 54099 w 134624"/>
                <a:gd name="connsiteY12" fmla="*/ 144615 h 205631"/>
                <a:gd name="connsiteX13" fmla="*/ 249 w 134624"/>
                <a:gd name="connsiteY13" fmla="*/ 202107 h 205631"/>
                <a:gd name="connsiteX14" fmla="*/ 249 w 134624"/>
                <a:gd name="connsiteY14" fmla="*/ 205757 h 205631"/>
                <a:gd name="connsiteX15" fmla="*/ 118234 w 134624"/>
                <a:gd name="connsiteY15" fmla="*/ 205757 h 205631"/>
                <a:gd name="connsiteX16" fmla="*/ 134873 w 134624"/>
                <a:gd name="connsiteY16" fmla="*/ 164083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73" y="164083"/>
                  </a:moveTo>
                  <a:lnTo>
                    <a:pt x="130940" y="162562"/>
                  </a:lnTo>
                  <a:cubicBezTo>
                    <a:pt x="119747" y="179901"/>
                    <a:pt x="115814" y="182639"/>
                    <a:pt x="102200" y="182639"/>
                  </a:cubicBezTo>
                  <a:lnTo>
                    <a:pt x="29896" y="182639"/>
                  </a:lnTo>
                  <a:lnTo>
                    <a:pt x="80721" y="129101"/>
                  </a:lnTo>
                  <a:cubicBezTo>
                    <a:pt x="107646" y="100812"/>
                    <a:pt x="119444" y="77694"/>
                    <a:pt x="119444" y="53967"/>
                  </a:cubicBezTo>
                  <a:cubicBezTo>
                    <a:pt x="119444" y="23548"/>
                    <a:pt x="94940" y="125"/>
                    <a:pt x="63477" y="125"/>
                  </a:cubicBezTo>
                  <a:cubicBezTo>
                    <a:pt x="46838" y="125"/>
                    <a:pt x="31107" y="6817"/>
                    <a:pt x="19913" y="18985"/>
                  </a:cubicBezTo>
                  <a:cubicBezTo>
                    <a:pt x="10232" y="29328"/>
                    <a:pt x="5694" y="39062"/>
                    <a:pt x="551" y="60659"/>
                  </a:cubicBezTo>
                  <a:lnTo>
                    <a:pt x="6904" y="62180"/>
                  </a:lnTo>
                  <a:cubicBezTo>
                    <a:pt x="19006" y="32369"/>
                    <a:pt x="29896" y="22635"/>
                    <a:pt x="50771" y="22635"/>
                  </a:cubicBezTo>
                  <a:cubicBezTo>
                    <a:pt x="76183" y="22635"/>
                    <a:pt x="93427" y="39974"/>
                    <a:pt x="93427" y="65526"/>
                  </a:cubicBezTo>
                  <a:cubicBezTo>
                    <a:pt x="93427" y="89253"/>
                    <a:pt x="79511" y="117542"/>
                    <a:pt x="54099" y="144615"/>
                  </a:cubicBezTo>
                  <a:lnTo>
                    <a:pt x="249" y="202107"/>
                  </a:lnTo>
                  <a:lnTo>
                    <a:pt x="249" y="205757"/>
                  </a:lnTo>
                  <a:lnTo>
                    <a:pt x="118234" y="205757"/>
                  </a:lnTo>
                  <a:lnTo>
                    <a:pt x="134873" y="16408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C3DF908B-B759-E5C9-8643-5C6D358D33DF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127207" y="7597965"/>
              <a:ext cx="33580" cy="33764"/>
            </a:xfrm>
            <a:custGeom>
              <a:avLst/>
              <a:gdLst>
                <a:gd name="connsiteX0" fmla="*/ 16893 w 33580"/>
                <a:gd name="connsiteY0" fmla="*/ 125 h 33764"/>
                <a:gd name="connsiteX1" fmla="*/ 254 w 33580"/>
                <a:gd name="connsiteY1" fmla="*/ 17464 h 33764"/>
                <a:gd name="connsiteX2" fmla="*/ 16590 w 33580"/>
                <a:gd name="connsiteY2" fmla="*/ 33890 h 33764"/>
                <a:gd name="connsiteX3" fmla="*/ 33834 w 33580"/>
                <a:gd name="connsiteY3" fmla="*/ 17464 h 33764"/>
                <a:gd name="connsiteX4" fmla="*/ 16893 w 33580"/>
                <a:gd name="connsiteY4" fmla="*/ 12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93" y="125"/>
                  </a:moveTo>
                  <a:cubicBezTo>
                    <a:pt x="7817" y="125"/>
                    <a:pt x="254" y="8034"/>
                    <a:pt x="254" y="17464"/>
                  </a:cubicBezTo>
                  <a:cubicBezTo>
                    <a:pt x="254" y="26286"/>
                    <a:pt x="7817" y="33890"/>
                    <a:pt x="16590" y="33890"/>
                  </a:cubicBezTo>
                  <a:cubicBezTo>
                    <a:pt x="25969" y="33890"/>
                    <a:pt x="33834" y="26286"/>
                    <a:pt x="33834" y="17464"/>
                  </a:cubicBezTo>
                  <a:cubicBezTo>
                    <a:pt x="33834" y="8034"/>
                    <a:pt x="25969" y="125"/>
                    <a:pt x="16893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55E8E29F-A775-8B3F-1359-688CF19F3398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0187996" y="7427011"/>
              <a:ext cx="129783" cy="203806"/>
            </a:xfrm>
            <a:custGeom>
              <a:avLst/>
              <a:gdLst>
                <a:gd name="connsiteX0" fmla="*/ 130040 w 129783"/>
                <a:gd name="connsiteY0" fmla="*/ 125 h 203806"/>
                <a:gd name="connsiteX1" fmla="*/ 18105 w 129783"/>
                <a:gd name="connsiteY1" fmla="*/ 125 h 203806"/>
                <a:gd name="connsiteX2" fmla="*/ 256 w 129783"/>
                <a:gd name="connsiteY2" fmla="*/ 44841 h 203806"/>
                <a:gd name="connsiteX3" fmla="*/ 5399 w 129783"/>
                <a:gd name="connsiteY3" fmla="*/ 47275 h 203806"/>
                <a:gd name="connsiteX4" fmla="*/ 40492 w 129783"/>
                <a:gd name="connsiteY4" fmla="*/ 22635 h 203806"/>
                <a:gd name="connsiteX5" fmla="*/ 106141 w 129783"/>
                <a:gd name="connsiteY5" fmla="*/ 22635 h 203806"/>
                <a:gd name="connsiteX6" fmla="*/ 46240 w 129783"/>
                <a:gd name="connsiteY6" fmla="*/ 203932 h 203806"/>
                <a:gd name="connsiteX7" fmla="*/ 65905 w 129783"/>
                <a:gd name="connsiteY7" fmla="*/ 203932 h 203806"/>
                <a:gd name="connsiteX8" fmla="*/ 130040 w 129783"/>
                <a:gd name="connsiteY8" fmla="*/ 4992 h 203806"/>
                <a:gd name="connsiteX9" fmla="*/ 130040 w 129783"/>
                <a:gd name="connsiteY9" fmla="*/ 125 h 20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3806">
                  <a:moveTo>
                    <a:pt x="130040" y="125"/>
                  </a:moveTo>
                  <a:lnTo>
                    <a:pt x="18105" y="125"/>
                  </a:lnTo>
                  <a:lnTo>
                    <a:pt x="256" y="44841"/>
                  </a:lnTo>
                  <a:lnTo>
                    <a:pt x="5399" y="47275"/>
                  </a:lnTo>
                  <a:cubicBezTo>
                    <a:pt x="18408" y="26590"/>
                    <a:pt x="23853" y="22635"/>
                    <a:pt x="40492" y="22635"/>
                  </a:cubicBezTo>
                  <a:lnTo>
                    <a:pt x="106141" y="22635"/>
                  </a:lnTo>
                  <a:lnTo>
                    <a:pt x="46240" y="203932"/>
                  </a:lnTo>
                  <a:lnTo>
                    <a:pt x="65905" y="203932"/>
                  </a:lnTo>
                  <a:lnTo>
                    <a:pt x="130040" y="4992"/>
                  </a:lnTo>
                  <a:lnTo>
                    <a:pt x="130040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ABE6DB15-84CB-E7F7-F038-EA3BF2CB6115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342852" y="7422753"/>
              <a:ext cx="134624" cy="205631"/>
            </a:xfrm>
            <a:custGeom>
              <a:avLst/>
              <a:gdLst>
                <a:gd name="connsiteX0" fmla="*/ 134886 w 134624"/>
                <a:gd name="connsiteY0" fmla="*/ 164083 h 205631"/>
                <a:gd name="connsiteX1" fmla="*/ 130953 w 134624"/>
                <a:gd name="connsiteY1" fmla="*/ 162562 h 205631"/>
                <a:gd name="connsiteX2" fmla="*/ 102213 w 134624"/>
                <a:gd name="connsiteY2" fmla="*/ 182639 h 205631"/>
                <a:gd name="connsiteX3" fmla="*/ 29909 w 134624"/>
                <a:gd name="connsiteY3" fmla="*/ 182639 h 205631"/>
                <a:gd name="connsiteX4" fmla="*/ 80733 w 134624"/>
                <a:gd name="connsiteY4" fmla="*/ 129101 h 205631"/>
                <a:gd name="connsiteX5" fmla="*/ 119457 w 134624"/>
                <a:gd name="connsiteY5" fmla="*/ 53967 h 205631"/>
                <a:gd name="connsiteX6" fmla="*/ 63489 w 134624"/>
                <a:gd name="connsiteY6" fmla="*/ 125 h 205631"/>
                <a:gd name="connsiteX7" fmla="*/ 19926 w 134624"/>
                <a:gd name="connsiteY7" fmla="*/ 18985 h 205631"/>
                <a:gd name="connsiteX8" fmla="*/ 564 w 134624"/>
                <a:gd name="connsiteY8" fmla="*/ 60659 h 205631"/>
                <a:gd name="connsiteX9" fmla="*/ 6917 w 134624"/>
                <a:gd name="connsiteY9" fmla="*/ 62180 h 205631"/>
                <a:gd name="connsiteX10" fmla="*/ 50783 w 134624"/>
                <a:gd name="connsiteY10" fmla="*/ 22635 h 205631"/>
                <a:gd name="connsiteX11" fmla="*/ 93440 w 134624"/>
                <a:gd name="connsiteY11" fmla="*/ 65526 h 205631"/>
                <a:gd name="connsiteX12" fmla="*/ 54111 w 134624"/>
                <a:gd name="connsiteY12" fmla="*/ 144615 h 205631"/>
                <a:gd name="connsiteX13" fmla="*/ 261 w 134624"/>
                <a:gd name="connsiteY13" fmla="*/ 202107 h 205631"/>
                <a:gd name="connsiteX14" fmla="*/ 261 w 134624"/>
                <a:gd name="connsiteY14" fmla="*/ 205757 h 205631"/>
                <a:gd name="connsiteX15" fmla="*/ 118247 w 134624"/>
                <a:gd name="connsiteY15" fmla="*/ 205757 h 205631"/>
                <a:gd name="connsiteX16" fmla="*/ 134886 w 134624"/>
                <a:gd name="connsiteY16" fmla="*/ 164083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886" y="164083"/>
                  </a:moveTo>
                  <a:lnTo>
                    <a:pt x="130953" y="162562"/>
                  </a:lnTo>
                  <a:cubicBezTo>
                    <a:pt x="119759" y="179901"/>
                    <a:pt x="115827" y="182639"/>
                    <a:pt x="102213" y="182639"/>
                  </a:cubicBezTo>
                  <a:lnTo>
                    <a:pt x="29909" y="182639"/>
                  </a:lnTo>
                  <a:lnTo>
                    <a:pt x="80733" y="129101"/>
                  </a:lnTo>
                  <a:cubicBezTo>
                    <a:pt x="107658" y="100812"/>
                    <a:pt x="119457" y="77694"/>
                    <a:pt x="119457" y="53967"/>
                  </a:cubicBezTo>
                  <a:cubicBezTo>
                    <a:pt x="119457" y="23548"/>
                    <a:pt x="94952" y="125"/>
                    <a:pt x="63489" y="125"/>
                  </a:cubicBezTo>
                  <a:cubicBezTo>
                    <a:pt x="46850" y="125"/>
                    <a:pt x="31119" y="6817"/>
                    <a:pt x="19926" y="18985"/>
                  </a:cubicBezTo>
                  <a:cubicBezTo>
                    <a:pt x="10245" y="29328"/>
                    <a:pt x="5707" y="39062"/>
                    <a:pt x="564" y="60659"/>
                  </a:cubicBezTo>
                  <a:lnTo>
                    <a:pt x="6917" y="62180"/>
                  </a:lnTo>
                  <a:cubicBezTo>
                    <a:pt x="19018" y="32369"/>
                    <a:pt x="29909" y="22635"/>
                    <a:pt x="50783" y="22635"/>
                  </a:cubicBezTo>
                  <a:cubicBezTo>
                    <a:pt x="76196" y="22635"/>
                    <a:pt x="93440" y="39974"/>
                    <a:pt x="93440" y="65526"/>
                  </a:cubicBezTo>
                  <a:cubicBezTo>
                    <a:pt x="93440" y="89253"/>
                    <a:pt x="79523" y="117542"/>
                    <a:pt x="54111" y="144615"/>
                  </a:cubicBezTo>
                  <a:lnTo>
                    <a:pt x="261" y="202107"/>
                  </a:lnTo>
                  <a:lnTo>
                    <a:pt x="261" y="205757"/>
                  </a:lnTo>
                  <a:lnTo>
                    <a:pt x="118247" y="205757"/>
                  </a:lnTo>
                  <a:lnTo>
                    <a:pt x="134886" y="16408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9DC7B875-00BF-B7DF-D763-B60BE312C57D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519187" y="7422753"/>
              <a:ext cx="85615" cy="205631"/>
            </a:xfrm>
            <a:custGeom>
              <a:avLst/>
              <a:gdLst>
                <a:gd name="connsiteX0" fmla="*/ 54721 w 85615"/>
                <a:gd name="connsiteY0" fmla="*/ 125 h 205631"/>
                <a:gd name="connsiteX1" fmla="*/ 266 w 85615"/>
                <a:gd name="connsiteY1" fmla="*/ 27807 h 205631"/>
                <a:gd name="connsiteX2" fmla="*/ 266 w 85615"/>
                <a:gd name="connsiteY2" fmla="*/ 32065 h 205631"/>
                <a:gd name="connsiteX3" fmla="*/ 8434 w 85615"/>
                <a:gd name="connsiteY3" fmla="*/ 28719 h 205631"/>
                <a:gd name="connsiteX4" fmla="*/ 22048 w 85615"/>
                <a:gd name="connsiteY4" fmla="*/ 25373 h 205631"/>
                <a:gd name="connsiteX5" fmla="*/ 31124 w 85615"/>
                <a:gd name="connsiteY5" fmla="*/ 39670 h 205631"/>
                <a:gd name="connsiteX6" fmla="*/ 31124 w 85615"/>
                <a:gd name="connsiteY6" fmla="*/ 177468 h 205631"/>
                <a:gd name="connsiteX7" fmla="*/ 23863 w 85615"/>
                <a:gd name="connsiteY7" fmla="*/ 197240 h 205631"/>
                <a:gd name="connsiteX8" fmla="*/ 2384 w 85615"/>
                <a:gd name="connsiteY8" fmla="*/ 201194 h 205631"/>
                <a:gd name="connsiteX9" fmla="*/ 2384 w 85615"/>
                <a:gd name="connsiteY9" fmla="*/ 205757 h 205631"/>
                <a:gd name="connsiteX10" fmla="*/ 85881 w 85615"/>
                <a:gd name="connsiteY10" fmla="*/ 205757 h 205631"/>
                <a:gd name="connsiteX11" fmla="*/ 85881 w 85615"/>
                <a:gd name="connsiteY11" fmla="*/ 201194 h 205631"/>
                <a:gd name="connsiteX12" fmla="*/ 57141 w 85615"/>
                <a:gd name="connsiteY12" fmla="*/ 183247 h 205631"/>
                <a:gd name="connsiteX13" fmla="*/ 57141 w 85615"/>
                <a:gd name="connsiteY13" fmla="*/ 734 h 205631"/>
                <a:gd name="connsiteX14" fmla="*/ 54721 w 85615"/>
                <a:gd name="connsiteY14" fmla="*/ 125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721" y="125"/>
                  </a:moveTo>
                  <a:lnTo>
                    <a:pt x="266" y="27807"/>
                  </a:lnTo>
                  <a:lnTo>
                    <a:pt x="266" y="32065"/>
                  </a:lnTo>
                  <a:cubicBezTo>
                    <a:pt x="3897" y="30544"/>
                    <a:pt x="7224" y="29328"/>
                    <a:pt x="8434" y="28719"/>
                  </a:cubicBezTo>
                  <a:cubicBezTo>
                    <a:pt x="13880" y="26590"/>
                    <a:pt x="19023" y="25373"/>
                    <a:pt x="22048" y="25373"/>
                  </a:cubicBezTo>
                  <a:cubicBezTo>
                    <a:pt x="28401" y="25373"/>
                    <a:pt x="31124" y="29936"/>
                    <a:pt x="31124" y="39670"/>
                  </a:cubicBezTo>
                  <a:lnTo>
                    <a:pt x="31124" y="177468"/>
                  </a:lnTo>
                  <a:cubicBezTo>
                    <a:pt x="31124" y="187506"/>
                    <a:pt x="28704" y="194502"/>
                    <a:pt x="23863" y="197240"/>
                  </a:cubicBezTo>
                  <a:cubicBezTo>
                    <a:pt x="19325" y="199978"/>
                    <a:pt x="15090" y="200890"/>
                    <a:pt x="2384" y="201194"/>
                  </a:cubicBezTo>
                  <a:lnTo>
                    <a:pt x="2384" y="205757"/>
                  </a:lnTo>
                  <a:lnTo>
                    <a:pt x="85881" y="205757"/>
                  </a:lnTo>
                  <a:lnTo>
                    <a:pt x="85881" y="201194"/>
                  </a:lnTo>
                  <a:cubicBezTo>
                    <a:pt x="61982" y="200890"/>
                    <a:pt x="57141" y="197848"/>
                    <a:pt x="57141" y="183247"/>
                  </a:cubicBezTo>
                  <a:lnTo>
                    <a:pt x="57141" y="734"/>
                  </a:lnTo>
                  <a:lnTo>
                    <a:pt x="54721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3770AEC8-4940-517F-957F-6B6B941C15BC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0910014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4EC762B4-A19A-2897-69B1-75184A5358BC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1207747" y="7422753"/>
              <a:ext cx="117682" cy="209890"/>
            </a:xfrm>
            <a:custGeom>
              <a:avLst/>
              <a:gdLst>
                <a:gd name="connsiteX0" fmla="*/ 33567 w 117682"/>
                <a:gd name="connsiteY0" fmla="*/ 105375 h 209890"/>
                <a:gd name="connsiteX1" fmla="*/ 65635 w 117682"/>
                <a:gd name="connsiteY1" fmla="*/ 108721 h 209890"/>
                <a:gd name="connsiteX2" fmla="*/ 96191 w 117682"/>
                <a:gd name="connsiteY2" fmla="*/ 153741 h 209890"/>
                <a:gd name="connsiteX3" fmla="*/ 56560 w 117682"/>
                <a:gd name="connsiteY3" fmla="*/ 199065 h 209890"/>
                <a:gd name="connsiteX4" fmla="*/ 31147 w 117682"/>
                <a:gd name="connsiteY4" fmla="*/ 189635 h 209890"/>
                <a:gd name="connsiteX5" fmla="*/ 11786 w 117682"/>
                <a:gd name="connsiteY5" fmla="*/ 182030 h 209890"/>
                <a:gd name="connsiteX6" fmla="*/ 290 w 117682"/>
                <a:gd name="connsiteY6" fmla="*/ 192677 h 209890"/>
                <a:gd name="connsiteX7" fmla="*/ 34475 w 117682"/>
                <a:gd name="connsiteY7" fmla="*/ 210016 h 209890"/>
                <a:gd name="connsiteX8" fmla="*/ 95888 w 117682"/>
                <a:gd name="connsiteY8" fmla="*/ 189635 h 209890"/>
                <a:gd name="connsiteX9" fmla="*/ 117972 w 117682"/>
                <a:gd name="connsiteY9" fmla="*/ 139140 h 209890"/>
                <a:gd name="connsiteX10" fmla="*/ 104359 w 117682"/>
                <a:gd name="connsiteY10" fmla="*/ 99899 h 209890"/>
                <a:gd name="connsiteX11" fmla="*/ 79249 w 117682"/>
                <a:gd name="connsiteY11" fmla="*/ 83777 h 209890"/>
                <a:gd name="connsiteX12" fmla="*/ 107687 w 117682"/>
                <a:gd name="connsiteY12" fmla="*/ 41799 h 209890"/>
                <a:gd name="connsiteX13" fmla="*/ 60492 w 117682"/>
                <a:gd name="connsiteY13" fmla="*/ 125 h 209890"/>
                <a:gd name="connsiteX14" fmla="*/ 21164 w 117682"/>
                <a:gd name="connsiteY14" fmla="*/ 15031 h 209890"/>
                <a:gd name="connsiteX15" fmla="*/ 895 w 117682"/>
                <a:gd name="connsiteY15" fmla="*/ 49404 h 209890"/>
                <a:gd name="connsiteX16" fmla="*/ 5433 w 117682"/>
                <a:gd name="connsiteY16" fmla="*/ 50621 h 209890"/>
                <a:gd name="connsiteX17" fmla="*/ 50509 w 117682"/>
                <a:gd name="connsiteY17" fmla="*/ 18377 h 209890"/>
                <a:gd name="connsiteX18" fmla="*/ 83787 w 117682"/>
                <a:gd name="connsiteY18" fmla="*/ 50925 h 209890"/>
                <a:gd name="connsiteX19" fmla="*/ 71686 w 117682"/>
                <a:gd name="connsiteY19" fmla="*/ 80431 h 209890"/>
                <a:gd name="connsiteX20" fmla="*/ 33567 w 117682"/>
                <a:gd name="connsiteY20" fmla="*/ 101420 h 209890"/>
                <a:gd name="connsiteX21" fmla="*/ 33567 w 117682"/>
                <a:gd name="connsiteY21" fmla="*/ 105375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567" y="105375"/>
                  </a:moveTo>
                  <a:cubicBezTo>
                    <a:pt x="51417" y="105375"/>
                    <a:pt x="58375" y="105983"/>
                    <a:pt x="65635" y="108721"/>
                  </a:cubicBezTo>
                  <a:cubicBezTo>
                    <a:pt x="84392" y="115413"/>
                    <a:pt x="96191" y="132752"/>
                    <a:pt x="96191" y="153741"/>
                  </a:cubicBezTo>
                  <a:cubicBezTo>
                    <a:pt x="96191" y="179293"/>
                    <a:pt x="78947" y="199065"/>
                    <a:pt x="56560" y="199065"/>
                  </a:cubicBezTo>
                  <a:cubicBezTo>
                    <a:pt x="48391" y="199065"/>
                    <a:pt x="42341" y="196936"/>
                    <a:pt x="31147" y="189635"/>
                  </a:cubicBezTo>
                  <a:cubicBezTo>
                    <a:pt x="22071" y="184160"/>
                    <a:pt x="16929" y="182030"/>
                    <a:pt x="11786" y="182030"/>
                  </a:cubicBezTo>
                  <a:cubicBezTo>
                    <a:pt x="4827" y="182030"/>
                    <a:pt x="290" y="186289"/>
                    <a:pt x="290" y="192677"/>
                  </a:cubicBezTo>
                  <a:cubicBezTo>
                    <a:pt x="290" y="203324"/>
                    <a:pt x="13298" y="210016"/>
                    <a:pt x="34475" y="210016"/>
                  </a:cubicBezTo>
                  <a:cubicBezTo>
                    <a:pt x="57770" y="210016"/>
                    <a:pt x="81669" y="202107"/>
                    <a:pt x="95888" y="189635"/>
                  </a:cubicBezTo>
                  <a:cubicBezTo>
                    <a:pt x="110107" y="177163"/>
                    <a:pt x="117972" y="159520"/>
                    <a:pt x="117972" y="139140"/>
                  </a:cubicBezTo>
                  <a:cubicBezTo>
                    <a:pt x="117972" y="123626"/>
                    <a:pt x="113132" y="109329"/>
                    <a:pt x="104359" y="99899"/>
                  </a:cubicBezTo>
                  <a:cubicBezTo>
                    <a:pt x="98308" y="93207"/>
                    <a:pt x="92560" y="89557"/>
                    <a:pt x="79249" y="83777"/>
                  </a:cubicBezTo>
                  <a:cubicBezTo>
                    <a:pt x="100123" y="69480"/>
                    <a:pt x="107687" y="58225"/>
                    <a:pt x="107687" y="41799"/>
                  </a:cubicBezTo>
                  <a:cubicBezTo>
                    <a:pt x="107687" y="17160"/>
                    <a:pt x="88325" y="125"/>
                    <a:pt x="60492" y="125"/>
                  </a:cubicBezTo>
                  <a:cubicBezTo>
                    <a:pt x="45366" y="125"/>
                    <a:pt x="32055" y="5297"/>
                    <a:pt x="21164" y="15031"/>
                  </a:cubicBezTo>
                  <a:cubicBezTo>
                    <a:pt x="12088" y="23244"/>
                    <a:pt x="7550" y="31153"/>
                    <a:pt x="895" y="49404"/>
                  </a:cubicBezTo>
                  <a:lnTo>
                    <a:pt x="5433" y="50621"/>
                  </a:lnTo>
                  <a:cubicBezTo>
                    <a:pt x="17836" y="28415"/>
                    <a:pt x="31450" y="18377"/>
                    <a:pt x="50509" y="18377"/>
                  </a:cubicBezTo>
                  <a:cubicBezTo>
                    <a:pt x="70173" y="18377"/>
                    <a:pt x="83787" y="31761"/>
                    <a:pt x="83787" y="50925"/>
                  </a:cubicBezTo>
                  <a:cubicBezTo>
                    <a:pt x="83787" y="61876"/>
                    <a:pt x="79249" y="72827"/>
                    <a:pt x="71686" y="80431"/>
                  </a:cubicBezTo>
                  <a:cubicBezTo>
                    <a:pt x="62610" y="89557"/>
                    <a:pt x="54139" y="94120"/>
                    <a:pt x="33567" y="101420"/>
                  </a:cubicBezTo>
                  <a:lnTo>
                    <a:pt x="33567" y="10537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3338D5B3-DD5F-1510-5042-6EF72C528584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1367746" y="7597965"/>
              <a:ext cx="33580" cy="33764"/>
            </a:xfrm>
            <a:custGeom>
              <a:avLst/>
              <a:gdLst>
                <a:gd name="connsiteX0" fmla="*/ 16934 w 33580"/>
                <a:gd name="connsiteY0" fmla="*/ 125 h 33764"/>
                <a:gd name="connsiteX1" fmla="*/ 295 w 33580"/>
                <a:gd name="connsiteY1" fmla="*/ 17464 h 33764"/>
                <a:gd name="connsiteX2" fmla="*/ 16631 w 33580"/>
                <a:gd name="connsiteY2" fmla="*/ 33890 h 33764"/>
                <a:gd name="connsiteX3" fmla="*/ 33875 w 33580"/>
                <a:gd name="connsiteY3" fmla="*/ 17464 h 33764"/>
                <a:gd name="connsiteX4" fmla="*/ 16934 w 33580"/>
                <a:gd name="connsiteY4" fmla="*/ 12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34" y="125"/>
                  </a:moveTo>
                  <a:cubicBezTo>
                    <a:pt x="7858" y="125"/>
                    <a:pt x="295" y="8034"/>
                    <a:pt x="295" y="17464"/>
                  </a:cubicBezTo>
                  <a:cubicBezTo>
                    <a:pt x="295" y="26286"/>
                    <a:pt x="7858" y="33890"/>
                    <a:pt x="16631" y="33890"/>
                  </a:cubicBezTo>
                  <a:cubicBezTo>
                    <a:pt x="26009" y="33890"/>
                    <a:pt x="33875" y="26286"/>
                    <a:pt x="33875" y="17464"/>
                  </a:cubicBezTo>
                  <a:cubicBezTo>
                    <a:pt x="33875" y="8034"/>
                    <a:pt x="26009" y="125"/>
                    <a:pt x="16934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02502CC2-6CDC-2E6E-0E6C-09523C7FEDF2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1428535" y="7427011"/>
              <a:ext cx="129783" cy="203806"/>
            </a:xfrm>
            <a:custGeom>
              <a:avLst/>
              <a:gdLst>
                <a:gd name="connsiteX0" fmla="*/ 130081 w 129783"/>
                <a:gd name="connsiteY0" fmla="*/ 125 h 203806"/>
                <a:gd name="connsiteX1" fmla="*/ 18146 w 129783"/>
                <a:gd name="connsiteY1" fmla="*/ 125 h 203806"/>
                <a:gd name="connsiteX2" fmla="*/ 297 w 129783"/>
                <a:gd name="connsiteY2" fmla="*/ 44841 h 203806"/>
                <a:gd name="connsiteX3" fmla="*/ 5440 w 129783"/>
                <a:gd name="connsiteY3" fmla="*/ 47275 h 203806"/>
                <a:gd name="connsiteX4" fmla="*/ 40533 w 129783"/>
                <a:gd name="connsiteY4" fmla="*/ 22635 h 203806"/>
                <a:gd name="connsiteX5" fmla="*/ 106181 w 129783"/>
                <a:gd name="connsiteY5" fmla="*/ 22635 h 203806"/>
                <a:gd name="connsiteX6" fmla="*/ 46281 w 129783"/>
                <a:gd name="connsiteY6" fmla="*/ 203932 h 203806"/>
                <a:gd name="connsiteX7" fmla="*/ 65945 w 129783"/>
                <a:gd name="connsiteY7" fmla="*/ 203932 h 203806"/>
                <a:gd name="connsiteX8" fmla="*/ 130081 w 129783"/>
                <a:gd name="connsiteY8" fmla="*/ 4992 h 203806"/>
                <a:gd name="connsiteX9" fmla="*/ 130081 w 129783"/>
                <a:gd name="connsiteY9" fmla="*/ 125 h 20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3806">
                  <a:moveTo>
                    <a:pt x="130081" y="125"/>
                  </a:moveTo>
                  <a:lnTo>
                    <a:pt x="18146" y="125"/>
                  </a:lnTo>
                  <a:lnTo>
                    <a:pt x="297" y="44841"/>
                  </a:lnTo>
                  <a:lnTo>
                    <a:pt x="5440" y="47275"/>
                  </a:lnTo>
                  <a:cubicBezTo>
                    <a:pt x="18449" y="26590"/>
                    <a:pt x="23894" y="22635"/>
                    <a:pt x="40533" y="22635"/>
                  </a:cubicBezTo>
                  <a:lnTo>
                    <a:pt x="106181" y="22635"/>
                  </a:lnTo>
                  <a:lnTo>
                    <a:pt x="46281" y="203932"/>
                  </a:lnTo>
                  <a:lnTo>
                    <a:pt x="65945" y="203932"/>
                  </a:lnTo>
                  <a:lnTo>
                    <a:pt x="130081" y="4992"/>
                  </a:lnTo>
                  <a:lnTo>
                    <a:pt x="130081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83C8035F-D291-6312-2361-13C0996C2904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1591257" y="7422753"/>
              <a:ext cx="117682" cy="209890"/>
            </a:xfrm>
            <a:custGeom>
              <a:avLst/>
              <a:gdLst>
                <a:gd name="connsiteX0" fmla="*/ 71093 w 117682"/>
                <a:gd name="connsiteY0" fmla="*/ 92903 h 209890"/>
                <a:gd name="connsiteX1" fmla="*/ 111632 w 117682"/>
                <a:gd name="connsiteY1" fmla="*/ 43320 h 209890"/>
                <a:gd name="connsiteX2" fmla="*/ 59597 w 117682"/>
                <a:gd name="connsiteY2" fmla="*/ 125 h 209890"/>
                <a:gd name="connsiteX3" fmla="*/ 2117 w 117682"/>
                <a:gd name="connsiteY3" fmla="*/ 48187 h 209890"/>
                <a:gd name="connsiteX4" fmla="*/ 39630 w 117682"/>
                <a:gd name="connsiteY4" fmla="*/ 104766 h 209890"/>
                <a:gd name="connsiteX5" fmla="*/ 302 w 117682"/>
                <a:gd name="connsiteY5" fmla="*/ 159825 h 209890"/>
                <a:gd name="connsiteX6" fmla="*/ 58387 w 117682"/>
                <a:gd name="connsiteY6" fmla="*/ 210016 h 209890"/>
                <a:gd name="connsiteX7" fmla="*/ 117985 w 117682"/>
                <a:gd name="connsiteY7" fmla="*/ 158608 h 209890"/>
                <a:gd name="connsiteX8" fmla="*/ 71093 w 117682"/>
                <a:gd name="connsiteY8" fmla="*/ 92903 h 209890"/>
                <a:gd name="connsiteX9" fmla="*/ 65648 w 117682"/>
                <a:gd name="connsiteY9" fmla="*/ 124234 h 209890"/>
                <a:gd name="connsiteX10" fmla="*/ 94993 w 117682"/>
                <a:gd name="connsiteY10" fmla="*/ 168038 h 209890"/>
                <a:gd name="connsiteX11" fmla="*/ 61715 w 117682"/>
                <a:gd name="connsiteY11" fmla="*/ 201498 h 209890"/>
                <a:gd name="connsiteX12" fmla="*/ 23294 w 117682"/>
                <a:gd name="connsiteY12" fmla="*/ 157391 h 209890"/>
                <a:gd name="connsiteX13" fmla="*/ 47496 w 117682"/>
                <a:gd name="connsiteY13" fmla="*/ 110850 h 209890"/>
                <a:gd name="connsiteX14" fmla="*/ 65648 w 117682"/>
                <a:gd name="connsiteY14" fmla="*/ 124234 h 209890"/>
                <a:gd name="connsiteX15" fmla="*/ 62320 w 117682"/>
                <a:gd name="connsiteY15" fmla="*/ 87428 h 209890"/>
                <a:gd name="connsiteX16" fmla="*/ 24504 w 117682"/>
                <a:gd name="connsiteY16" fmla="*/ 38757 h 209890"/>
                <a:gd name="connsiteX17" fmla="*/ 57177 w 117682"/>
                <a:gd name="connsiteY17" fmla="*/ 8643 h 209890"/>
                <a:gd name="connsiteX18" fmla="*/ 90757 w 117682"/>
                <a:gd name="connsiteY18" fmla="*/ 43016 h 209890"/>
                <a:gd name="connsiteX19" fmla="*/ 65043 w 117682"/>
                <a:gd name="connsiteY19" fmla="*/ 85602 h 209890"/>
                <a:gd name="connsiteX20" fmla="*/ 62320 w 117682"/>
                <a:gd name="connsiteY20" fmla="*/ 87428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9890">
                  <a:moveTo>
                    <a:pt x="71093" y="92903"/>
                  </a:moveTo>
                  <a:cubicBezTo>
                    <a:pt x="101043" y="76781"/>
                    <a:pt x="111632" y="64005"/>
                    <a:pt x="111632" y="43320"/>
                  </a:cubicBezTo>
                  <a:cubicBezTo>
                    <a:pt x="111632" y="18377"/>
                    <a:pt x="89850" y="125"/>
                    <a:pt x="59597" y="125"/>
                  </a:cubicBezTo>
                  <a:cubicBezTo>
                    <a:pt x="26622" y="125"/>
                    <a:pt x="2117" y="20506"/>
                    <a:pt x="2117" y="48187"/>
                  </a:cubicBezTo>
                  <a:cubicBezTo>
                    <a:pt x="2117" y="67960"/>
                    <a:pt x="7865" y="76781"/>
                    <a:pt x="39630" y="104766"/>
                  </a:cubicBezTo>
                  <a:cubicBezTo>
                    <a:pt x="6958" y="129710"/>
                    <a:pt x="302" y="139140"/>
                    <a:pt x="302" y="159825"/>
                  </a:cubicBezTo>
                  <a:cubicBezTo>
                    <a:pt x="302" y="189331"/>
                    <a:pt x="24202" y="210016"/>
                    <a:pt x="58387" y="210016"/>
                  </a:cubicBezTo>
                  <a:cubicBezTo>
                    <a:pt x="94690" y="210016"/>
                    <a:pt x="117985" y="189939"/>
                    <a:pt x="117985" y="158608"/>
                  </a:cubicBezTo>
                  <a:cubicBezTo>
                    <a:pt x="117985" y="135185"/>
                    <a:pt x="107699" y="120280"/>
                    <a:pt x="71093" y="92903"/>
                  </a:cubicBezTo>
                  <a:close/>
                  <a:moveTo>
                    <a:pt x="65648" y="124234"/>
                  </a:moveTo>
                  <a:cubicBezTo>
                    <a:pt x="87732" y="140052"/>
                    <a:pt x="94993" y="151003"/>
                    <a:pt x="94993" y="168038"/>
                  </a:cubicBezTo>
                  <a:cubicBezTo>
                    <a:pt x="94993" y="187810"/>
                    <a:pt x="81379" y="201498"/>
                    <a:pt x="61715" y="201498"/>
                  </a:cubicBezTo>
                  <a:cubicBezTo>
                    <a:pt x="38723" y="201498"/>
                    <a:pt x="23294" y="183856"/>
                    <a:pt x="23294" y="157391"/>
                  </a:cubicBezTo>
                  <a:cubicBezTo>
                    <a:pt x="23294" y="137923"/>
                    <a:pt x="29950" y="125147"/>
                    <a:pt x="47496" y="110850"/>
                  </a:cubicBezTo>
                  <a:lnTo>
                    <a:pt x="65648" y="124234"/>
                  </a:lnTo>
                  <a:close/>
                  <a:moveTo>
                    <a:pt x="62320" y="87428"/>
                  </a:moveTo>
                  <a:cubicBezTo>
                    <a:pt x="35395" y="69785"/>
                    <a:pt x="24504" y="55792"/>
                    <a:pt x="24504" y="38757"/>
                  </a:cubicBezTo>
                  <a:cubicBezTo>
                    <a:pt x="24504" y="21114"/>
                    <a:pt x="38118" y="8643"/>
                    <a:pt x="57177" y="8643"/>
                  </a:cubicBezTo>
                  <a:cubicBezTo>
                    <a:pt x="77749" y="8643"/>
                    <a:pt x="90757" y="22027"/>
                    <a:pt x="90757" y="43016"/>
                  </a:cubicBezTo>
                  <a:cubicBezTo>
                    <a:pt x="90757" y="60355"/>
                    <a:pt x="82287" y="74043"/>
                    <a:pt x="65043" y="85602"/>
                  </a:cubicBezTo>
                  <a:cubicBezTo>
                    <a:pt x="63530" y="86515"/>
                    <a:pt x="63530" y="86515"/>
                    <a:pt x="62320" y="8742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6ACAFBFE-00AF-E329-D926-97241B04DB01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1732196" y="7427011"/>
              <a:ext cx="129783" cy="203806"/>
            </a:xfrm>
            <a:custGeom>
              <a:avLst/>
              <a:gdLst>
                <a:gd name="connsiteX0" fmla="*/ 130091 w 129783"/>
                <a:gd name="connsiteY0" fmla="*/ 125 h 203806"/>
                <a:gd name="connsiteX1" fmla="*/ 18156 w 129783"/>
                <a:gd name="connsiteY1" fmla="*/ 125 h 203806"/>
                <a:gd name="connsiteX2" fmla="*/ 307 w 129783"/>
                <a:gd name="connsiteY2" fmla="*/ 44841 h 203806"/>
                <a:gd name="connsiteX3" fmla="*/ 5450 w 129783"/>
                <a:gd name="connsiteY3" fmla="*/ 47275 h 203806"/>
                <a:gd name="connsiteX4" fmla="*/ 40543 w 129783"/>
                <a:gd name="connsiteY4" fmla="*/ 22635 h 203806"/>
                <a:gd name="connsiteX5" fmla="*/ 106191 w 129783"/>
                <a:gd name="connsiteY5" fmla="*/ 22635 h 203806"/>
                <a:gd name="connsiteX6" fmla="*/ 46291 w 129783"/>
                <a:gd name="connsiteY6" fmla="*/ 203932 h 203806"/>
                <a:gd name="connsiteX7" fmla="*/ 65955 w 129783"/>
                <a:gd name="connsiteY7" fmla="*/ 203932 h 203806"/>
                <a:gd name="connsiteX8" fmla="*/ 130091 w 129783"/>
                <a:gd name="connsiteY8" fmla="*/ 4992 h 203806"/>
                <a:gd name="connsiteX9" fmla="*/ 130091 w 129783"/>
                <a:gd name="connsiteY9" fmla="*/ 125 h 20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3806">
                  <a:moveTo>
                    <a:pt x="130091" y="125"/>
                  </a:moveTo>
                  <a:lnTo>
                    <a:pt x="18156" y="125"/>
                  </a:lnTo>
                  <a:lnTo>
                    <a:pt x="307" y="44841"/>
                  </a:lnTo>
                  <a:lnTo>
                    <a:pt x="5450" y="47275"/>
                  </a:lnTo>
                  <a:cubicBezTo>
                    <a:pt x="18459" y="26590"/>
                    <a:pt x="23904" y="22635"/>
                    <a:pt x="40543" y="22635"/>
                  </a:cubicBezTo>
                  <a:lnTo>
                    <a:pt x="106191" y="22635"/>
                  </a:lnTo>
                  <a:lnTo>
                    <a:pt x="46291" y="203932"/>
                  </a:lnTo>
                  <a:lnTo>
                    <a:pt x="65955" y="203932"/>
                  </a:lnTo>
                  <a:lnTo>
                    <a:pt x="130091" y="4992"/>
                  </a:lnTo>
                  <a:lnTo>
                    <a:pt x="130091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EF788876-1673-87AC-AADB-566A3304505F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2150554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B65C3D33-ABC9-122B-9446-96FA37D11F39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2444959" y="7419102"/>
              <a:ext cx="122825" cy="213540"/>
            </a:xfrm>
            <a:custGeom>
              <a:avLst/>
              <a:gdLst>
                <a:gd name="connsiteX0" fmla="*/ 45407 w 122825"/>
                <a:gd name="connsiteY0" fmla="*/ 32065 h 213540"/>
                <a:gd name="connsiteX1" fmla="*/ 104702 w 122825"/>
                <a:gd name="connsiteY1" fmla="*/ 32065 h 213540"/>
                <a:gd name="connsiteX2" fmla="*/ 111660 w 122825"/>
                <a:gd name="connsiteY2" fmla="*/ 29327 h 213540"/>
                <a:gd name="connsiteX3" fmla="*/ 123156 w 122825"/>
                <a:gd name="connsiteY3" fmla="*/ 2255 h 213540"/>
                <a:gd name="connsiteX4" fmla="*/ 120433 w 122825"/>
                <a:gd name="connsiteY4" fmla="*/ 125 h 213540"/>
                <a:gd name="connsiteX5" fmla="*/ 106517 w 122825"/>
                <a:gd name="connsiteY5" fmla="*/ 8034 h 213540"/>
                <a:gd name="connsiteX6" fmla="*/ 43289 w 122825"/>
                <a:gd name="connsiteY6" fmla="*/ 8034 h 213540"/>
                <a:gd name="connsiteX7" fmla="*/ 10314 w 122825"/>
                <a:gd name="connsiteY7" fmla="*/ 80127 h 213540"/>
                <a:gd name="connsiteX8" fmla="*/ 10011 w 122825"/>
                <a:gd name="connsiteY8" fmla="*/ 81648 h 213540"/>
                <a:gd name="connsiteX9" fmla="*/ 13641 w 122825"/>
                <a:gd name="connsiteY9" fmla="*/ 84082 h 213540"/>
                <a:gd name="connsiteX10" fmla="*/ 47827 w 122825"/>
                <a:gd name="connsiteY10" fmla="*/ 90165 h 213540"/>
                <a:gd name="connsiteX11" fmla="*/ 98651 w 122825"/>
                <a:gd name="connsiteY11" fmla="*/ 150395 h 213540"/>
                <a:gd name="connsiteX12" fmla="*/ 56600 w 122825"/>
                <a:gd name="connsiteY12" fmla="*/ 202411 h 213540"/>
                <a:gd name="connsiteX13" fmla="*/ 36331 w 122825"/>
                <a:gd name="connsiteY13" fmla="*/ 193590 h 213540"/>
                <a:gd name="connsiteX14" fmla="*/ 13339 w 122825"/>
                <a:gd name="connsiteY14" fmla="*/ 183551 h 213540"/>
                <a:gd name="connsiteX15" fmla="*/ 330 w 122825"/>
                <a:gd name="connsiteY15" fmla="*/ 194806 h 213540"/>
                <a:gd name="connsiteX16" fmla="*/ 37239 w 122825"/>
                <a:gd name="connsiteY16" fmla="*/ 213666 h 213540"/>
                <a:gd name="connsiteX17" fmla="*/ 99559 w 122825"/>
                <a:gd name="connsiteY17" fmla="*/ 189939 h 213540"/>
                <a:gd name="connsiteX18" fmla="*/ 119828 w 122825"/>
                <a:gd name="connsiteY18" fmla="*/ 135794 h 213540"/>
                <a:gd name="connsiteX19" fmla="*/ 98954 w 122825"/>
                <a:gd name="connsiteY19" fmla="*/ 84690 h 213540"/>
                <a:gd name="connsiteX20" fmla="*/ 32701 w 122825"/>
                <a:gd name="connsiteY20" fmla="*/ 57921 h 213540"/>
                <a:gd name="connsiteX21" fmla="*/ 45407 w 122825"/>
                <a:gd name="connsiteY21" fmla="*/ 32065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407" y="32065"/>
                  </a:moveTo>
                  <a:lnTo>
                    <a:pt x="104702" y="32065"/>
                  </a:lnTo>
                  <a:cubicBezTo>
                    <a:pt x="109542" y="32065"/>
                    <a:pt x="110753" y="31457"/>
                    <a:pt x="111660" y="29327"/>
                  </a:cubicBezTo>
                  <a:lnTo>
                    <a:pt x="123156" y="2255"/>
                  </a:lnTo>
                  <a:lnTo>
                    <a:pt x="120433" y="125"/>
                  </a:lnTo>
                  <a:cubicBezTo>
                    <a:pt x="115896" y="6513"/>
                    <a:pt x="112870" y="8034"/>
                    <a:pt x="106517" y="8034"/>
                  </a:cubicBezTo>
                  <a:lnTo>
                    <a:pt x="43289" y="8034"/>
                  </a:lnTo>
                  <a:lnTo>
                    <a:pt x="10314" y="80127"/>
                  </a:lnTo>
                  <a:cubicBezTo>
                    <a:pt x="10011" y="80735"/>
                    <a:pt x="10011" y="81040"/>
                    <a:pt x="10011" y="81648"/>
                  </a:cubicBezTo>
                  <a:cubicBezTo>
                    <a:pt x="10011" y="83169"/>
                    <a:pt x="11221" y="84082"/>
                    <a:pt x="13641" y="84082"/>
                  </a:cubicBezTo>
                  <a:cubicBezTo>
                    <a:pt x="23322" y="84082"/>
                    <a:pt x="35423" y="86211"/>
                    <a:pt x="47827" y="90165"/>
                  </a:cubicBezTo>
                  <a:cubicBezTo>
                    <a:pt x="82618" y="101420"/>
                    <a:pt x="98651" y="120280"/>
                    <a:pt x="98651" y="150395"/>
                  </a:cubicBezTo>
                  <a:cubicBezTo>
                    <a:pt x="98651" y="179597"/>
                    <a:pt x="80197" y="202411"/>
                    <a:pt x="56600" y="202411"/>
                  </a:cubicBezTo>
                  <a:cubicBezTo>
                    <a:pt x="50550" y="202411"/>
                    <a:pt x="45407" y="200282"/>
                    <a:pt x="36331" y="193590"/>
                  </a:cubicBezTo>
                  <a:cubicBezTo>
                    <a:pt x="26650" y="186593"/>
                    <a:pt x="19692" y="183551"/>
                    <a:pt x="13339" y="183551"/>
                  </a:cubicBezTo>
                  <a:cubicBezTo>
                    <a:pt x="4566" y="183551"/>
                    <a:pt x="330" y="187202"/>
                    <a:pt x="330" y="194806"/>
                  </a:cubicBezTo>
                  <a:cubicBezTo>
                    <a:pt x="330" y="206366"/>
                    <a:pt x="14549" y="213666"/>
                    <a:pt x="37239" y="213666"/>
                  </a:cubicBezTo>
                  <a:cubicBezTo>
                    <a:pt x="62651" y="213666"/>
                    <a:pt x="84433" y="205453"/>
                    <a:pt x="99559" y="189939"/>
                  </a:cubicBezTo>
                  <a:cubicBezTo>
                    <a:pt x="113475" y="176251"/>
                    <a:pt x="119828" y="158912"/>
                    <a:pt x="119828" y="135794"/>
                  </a:cubicBezTo>
                  <a:cubicBezTo>
                    <a:pt x="119828" y="113892"/>
                    <a:pt x="114080" y="99899"/>
                    <a:pt x="98954" y="84690"/>
                  </a:cubicBezTo>
                  <a:cubicBezTo>
                    <a:pt x="85643" y="71306"/>
                    <a:pt x="68399" y="64309"/>
                    <a:pt x="32701" y="57921"/>
                  </a:cubicBezTo>
                  <a:lnTo>
                    <a:pt x="45407" y="320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7ECA4759-6CFD-8CA0-6D10-59E00C8CDDC5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2608285" y="7597965"/>
              <a:ext cx="33580" cy="33764"/>
            </a:xfrm>
            <a:custGeom>
              <a:avLst/>
              <a:gdLst>
                <a:gd name="connsiteX0" fmla="*/ 16974 w 33580"/>
                <a:gd name="connsiteY0" fmla="*/ 125 h 33764"/>
                <a:gd name="connsiteX1" fmla="*/ 335 w 33580"/>
                <a:gd name="connsiteY1" fmla="*/ 17464 h 33764"/>
                <a:gd name="connsiteX2" fmla="*/ 16672 w 33580"/>
                <a:gd name="connsiteY2" fmla="*/ 33890 h 33764"/>
                <a:gd name="connsiteX3" fmla="*/ 33916 w 33580"/>
                <a:gd name="connsiteY3" fmla="*/ 17464 h 33764"/>
                <a:gd name="connsiteX4" fmla="*/ 16974 w 33580"/>
                <a:gd name="connsiteY4" fmla="*/ 125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74" y="125"/>
                  </a:moveTo>
                  <a:cubicBezTo>
                    <a:pt x="7898" y="125"/>
                    <a:pt x="335" y="8034"/>
                    <a:pt x="335" y="17464"/>
                  </a:cubicBezTo>
                  <a:cubicBezTo>
                    <a:pt x="335" y="26286"/>
                    <a:pt x="7898" y="33890"/>
                    <a:pt x="16672" y="33890"/>
                  </a:cubicBezTo>
                  <a:cubicBezTo>
                    <a:pt x="26050" y="33890"/>
                    <a:pt x="33916" y="26286"/>
                    <a:pt x="33916" y="17464"/>
                  </a:cubicBezTo>
                  <a:cubicBezTo>
                    <a:pt x="33916" y="8034"/>
                    <a:pt x="26050" y="125"/>
                    <a:pt x="16974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A2A65740-2040-3066-4583-97F232392F72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2672099" y="7422753"/>
              <a:ext cx="134624" cy="205631"/>
            </a:xfrm>
            <a:custGeom>
              <a:avLst/>
              <a:gdLst>
                <a:gd name="connsiteX0" fmla="*/ 134962 w 134624"/>
                <a:gd name="connsiteY0" fmla="*/ 164083 h 205631"/>
                <a:gd name="connsiteX1" fmla="*/ 131029 w 134624"/>
                <a:gd name="connsiteY1" fmla="*/ 162562 h 205631"/>
                <a:gd name="connsiteX2" fmla="*/ 102289 w 134624"/>
                <a:gd name="connsiteY2" fmla="*/ 182639 h 205631"/>
                <a:gd name="connsiteX3" fmla="*/ 29985 w 134624"/>
                <a:gd name="connsiteY3" fmla="*/ 182639 h 205631"/>
                <a:gd name="connsiteX4" fmla="*/ 80810 w 134624"/>
                <a:gd name="connsiteY4" fmla="*/ 129101 h 205631"/>
                <a:gd name="connsiteX5" fmla="*/ 119533 w 134624"/>
                <a:gd name="connsiteY5" fmla="*/ 53967 h 205631"/>
                <a:gd name="connsiteX6" fmla="*/ 63566 w 134624"/>
                <a:gd name="connsiteY6" fmla="*/ 125 h 205631"/>
                <a:gd name="connsiteX7" fmla="*/ 20002 w 134624"/>
                <a:gd name="connsiteY7" fmla="*/ 18985 h 205631"/>
                <a:gd name="connsiteX8" fmla="*/ 640 w 134624"/>
                <a:gd name="connsiteY8" fmla="*/ 60659 h 205631"/>
                <a:gd name="connsiteX9" fmla="*/ 6993 w 134624"/>
                <a:gd name="connsiteY9" fmla="*/ 62180 h 205631"/>
                <a:gd name="connsiteX10" fmla="*/ 50860 w 134624"/>
                <a:gd name="connsiteY10" fmla="*/ 22635 h 205631"/>
                <a:gd name="connsiteX11" fmla="*/ 93516 w 134624"/>
                <a:gd name="connsiteY11" fmla="*/ 65526 h 205631"/>
                <a:gd name="connsiteX12" fmla="*/ 54187 w 134624"/>
                <a:gd name="connsiteY12" fmla="*/ 144615 h 205631"/>
                <a:gd name="connsiteX13" fmla="*/ 338 w 134624"/>
                <a:gd name="connsiteY13" fmla="*/ 202107 h 205631"/>
                <a:gd name="connsiteX14" fmla="*/ 338 w 134624"/>
                <a:gd name="connsiteY14" fmla="*/ 205757 h 205631"/>
                <a:gd name="connsiteX15" fmla="*/ 118323 w 134624"/>
                <a:gd name="connsiteY15" fmla="*/ 205757 h 205631"/>
                <a:gd name="connsiteX16" fmla="*/ 134962 w 134624"/>
                <a:gd name="connsiteY16" fmla="*/ 164083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5631">
                  <a:moveTo>
                    <a:pt x="134962" y="164083"/>
                  </a:moveTo>
                  <a:lnTo>
                    <a:pt x="131029" y="162562"/>
                  </a:lnTo>
                  <a:cubicBezTo>
                    <a:pt x="119836" y="179901"/>
                    <a:pt x="115903" y="182639"/>
                    <a:pt x="102289" y="182639"/>
                  </a:cubicBezTo>
                  <a:lnTo>
                    <a:pt x="29985" y="182639"/>
                  </a:lnTo>
                  <a:lnTo>
                    <a:pt x="80810" y="129101"/>
                  </a:lnTo>
                  <a:cubicBezTo>
                    <a:pt x="107735" y="100812"/>
                    <a:pt x="119533" y="77694"/>
                    <a:pt x="119533" y="53967"/>
                  </a:cubicBezTo>
                  <a:cubicBezTo>
                    <a:pt x="119533" y="23548"/>
                    <a:pt x="95029" y="125"/>
                    <a:pt x="63566" y="125"/>
                  </a:cubicBezTo>
                  <a:cubicBezTo>
                    <a:pt x="46927" y="125"/>
                    <a:pt x="31195" y="6817"/>
                    <a:pt x="20002" y="18985"/>
                  </a:cubicBezTo>
                  <a:cubicBezTo>
                    <a:pt x="10321" y="29328"/>
                    <a:pt x="5783" y="39062"/>
                    <a:pt x="640" y="60659"/>
                  </a:cubicBezTo>
                  <a:lnTo>
                    <a:pt x="6993" y="62180"/>
                  </a:lnTo>
                  <a:cubicBezTo>
                    <a:pt x="19094" y="32369"/>
                    <a:pt x="29985" y="22635"/>
                    <a:pt x="50860" y="22635"/>
                  </a:cubicBezTo>
                  <a:cubicBezTo>
                    <a:pt x="76272" y="22635"/>
                    <a:pt x="93516" y="39974"/>
                    <a:pt x="93516" y="65526"/>
                  </a:cubicBezTo>
                  <a:cubicBezTo>
                    <a:pt x="93516" y="89253"/>
                    <a:pt x="79600" y="117542"/>
                    <a:pt x="54187" y="144615"/>
                  </a:cubicBezTo>
                  <a:lnTo>
                    <a:pt x="338" y="202107"/>
                  </a:lnTo>
                  <a:lnTo>
                    <a:pt x="338" y="205757"/>
                  </a:lnTo>
                  <a:lnTo>
                    <a:pt x="118323" y="205757"/>
                  </a:lnTo>
                  <a:lnTo>
                    <a:pt x="134962" y="16408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3C1B2DB5-E591-26CA-5067-7F8D5DD2F475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2823930" y="7422753"/>
              <a:ext cx="129783" cy="212323"/>
            </a:xfrm>
            <a:custGeom>
              <a:avLst/>
              <a:gdLst>
                <a:gd name="connsiteX0" fmla="*/ 9116 w 129783"/>
                <a:gd name="connsiteY0" fmla="*/ 212449 h 212323"/>
                <a:gd name="connsiteX1" fmla="*/ 80210 w 129783"/>
                <a:gd name="connsiteY1" fmla="*/ 187810 h 212323"/>
                <a:gd name="connsiteX2" fmla="*/ 130127 w 129783"/>
                <a:gd name="connsiteY2" fmla="*/ 85907 h 212323"/>
                <a:gd name="connsiteX3" fmla="*/ 63268 w 129783"/>
                <a:gd name="connsiteY3" fmla="*/ 125 h 212323"/>
                <a:gd name="connsiteX4" fmla="*/ 343 w 129783"/>
                <a:gd name="connsiteY4" fmla="*/ 71914 h 212323"/>
                <a:gd name="connsiteX5" fmla="*/ 54798 w 129783"/>
                <a:gd name="connsiteY5" fmla="*/ 133664 h 212323"/>
                <a:gd name="connsiteX6" fmla="*/ 100177 w 129783"/>
                <a:gd name="connsiteY6" fmla="*/ 116326 h 212323"/>
                <a:gd name="connsiteX7" fmla="*/ 8208 w 129783"/>
                <a:gd name="connsiteY7" fmla="*/ 206366 h 212323"/>
                <a:gd name="connsiteX8" fmla="*/ 9116 w 129783"/>
                <a:gd name="connsiteY8" fmla="*/ 212449 h 212323"/>
                <a:gd name="connsiteX9" fmla="*/ 100782 w 129783"/>
                <a:gd name="connsiteY9" fmla="*/ 97770 h 212323"/>
                <a:gd name="connsiteX10" fmla="*/ 96244 w 129783"/>
                <a:gd name="connsiteY10" fmla="*/ 109329 h 212323"/>
                <a:gd name="connsiteX11" fmla="*/ 65688 w 129783"/>
                <a:gd name="connsiteY11" fmla="*/ 120584 h 212323"/>
                <a:gd name="connsiteX12" fmla="*/ 28175 w 129783"/>
                <a:gd name="connsiteY12" fmla="*/ 61572 h 212323"/>
                <a:gd name="connsiteX13" fmla="*/ 39369 w 129783"/>
                <a:gd name="connsiteY13" fmla="*/ 18073 h 212323"/>
                <a:gd name="connsiteX14" fmla="*/ 60848 w 129783"/>
                <a:gd name="connsiteY14" fmla="*/ 8643 h 212323"/>
                <a:gd name="connsiteX15" fmla="*/ 100782 w 129783"/>
                <a:gd name="connsiteY15" fmla="*/ 85907 h 212323"/>
                <a:gd name="connsiteX16" fmla="*/ 100782 w 129783"/>
                <a:gd name="connsiteY16" fmla="*/ 97770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2323">
                  <a:moveTo>
                    <a:pt x="9116" y="212449"/>
                  </a:moveTo>
                  <a:cubicBezTo>
                    <a:pt x="42999" y="208495"/>
                    <a:pt x="59638" y="202715"/>
                    <a:pt x="80210" y="187810"/>
                  </a:cubicBezTo>
                  <a:cubicBezTo>
                    <a:pt x="111673" y="164692"/>
                    <a:pt x="130127" y="126972"/>
                    <a:pt x="130127" y="85907"/>
                  </a:cubicBezTo>
                  <a:cubicBezTo>
                    <a:pt x="130127" y="35715"/>
                    <a:pt x="102294" y="125"/>
                    <a:pt x="63268" y="125"/>
                  </a:cubicBezTo>
                  <a:cubicBezTo>
                    <a:pt x="27268" y="125"/>
                    <a:pt x="343" y="30848"/>
                    <a:pt x="343" y="71914"/>
                  </a:cubicBezTo>
                  <a:cubicBezTo>
                    <a:pt x="343" y="109025"/>
                    <a:pt x="22125" y="133664"/>
                    <a:pt x="54798" y="133664"/>
                  </a:cubicBezTo>
                  <a:cubicBezTo>
                    <a:pt x="71436" y="133664"/>
                    <a:pt x="84143" y="128797"/>
                    <a:pt x="100177" y="116326"/>
                  </a:cubicBezTo>
                  <a:cubicBezTo>
                    <a:pt x="87773" y="165908"/>
                    <a:pt x="54192" y="198457"/>
                    <a:pt x="8208" y="206366"/>
                  </a:cubicBezTo>
                  <a:lnTo>
                    <a:pt x="9116" y="212449"/>
                  </a:lnTo>
                  <a:close/>
                  <a:moveTo>
                    <a:pt x="100782" y="97770"/>
                  </a:moveTo>
                  <a:cubicBezTo>
                    <a:pt x="100782" y="103854"/>
                    <a:pt x="99571" y="106592"/>
                    <a:pt x="96244" y="109329"/>
                  </a:cubicBezTo>
                  <a:cubicBezTo>
                    <a:pt x="87773" y="116630"/>
                    <a:pt x="76579" y="120584"/>
                    <a:pt x="65688" y="120584"/>
                  </a:cubicBezTo>
                  <a:cubicBezTo>
                    <a:pt x="42696" y="120584"/>
                    <a:pt x="28175" y="97770"/>
                    <a:pt x="28175" y="61572"/>
                  </a:cubicBezTo>
                  <a:cubicBezTo>
                    <a:pt x="28175" y="44233"/>
                    <a:pt x="33016" y="25981"/>
                    <a:pt x="39369" y="18073"/>
                  </a:cubicBezTo>
                  <a:cubicBezTo>
                    <a:pt x="44512" y="11989"/>
                    <a:pt x="52075" y="8643"/>
                    <a:pt x="60848" y="8643"/>
                  </a:cubicBezTo>
                  <a:cubicBezTo>
                    <a:pt x="87168" y="8643"/>
                    <a:pt x="100782" y="34803"/>
                    <a:pt x="100782" y="85907"/>
                  </a:cubicBezTo>
                  <a:lnTo>
                    <a:pt x="100782" y="9777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3760AD23-6FA2-2EB1-9016-805052107E31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2976366" y="7419102"/>
              <a:ext cx="122825" cy="213540"/>
            </a:xfrm>
            <a:custGeom>
              <a:avLst/>
              <a:gdLst>
                <a:gd name="connsiteX0" fmla="*/ 45424 w 122825"/>
                <a:gd name="connsiteY0" fmla="*/ 32065 h 213540"/>
                <a:gd name="connsiteX1" fmla="*/ 104719 w 122825"/>
                <a:gd name="connsiteY1" fmla="*/ 32065 h 213540"/>
                <a:gd name="connsiteX2" fmla="*/ 111678 w 122825"/>
                <a:gd name="connsiteY2" fmla="*/ 29327 h 213540"/>
                <a:gd name="connsiteX3" fmla="*/ 123174 w 122825"/>
                <a:gd name="connsiteY3" fmla="*/ 2255 h 213540"/>
                <a:gd name="connsiteX4" fmla="*/ 120451 w 122825"/>
                <a:gd name="connsiteY4" fmla="*/ 125 h 213540"/>
                <a:gd name="connsiteX5" fmla="*/ 106535 w 122825"/>
                <a:gd name="connsiteY5" fmla="*/ 8034 h 213540"/>
                <a:gd name="connsiteX6" fmla="*/ 43307 w 122825"/>
                <a:gd name="connsiteY6" fmla="*/ 8034 h 213540"/>
                <a:gd name="connsiteX7" fmla="*/ 10331 w 122825"/>
                <a:gd name="connsiteY7" fmla="*/ 80127 h 213540"/>
                <a:gd name="connsiteX8" fmla="*/ 10029 w 122825"/>
                <a:gd name="connsiteY8" fmla="*/ 81648 h 213540"/>
                <a:gd name="connsiteX9" fmla="*/ 13659 w 122825"/>
                <a:gd name="connsiteY9" fmla="*/ 84082 h 213540"/>
                <a:gd name="connsiteX10" fmla="*/ 47844 w 122825"/>
                <a:gd name="connsiteY10" fmla="*/ 90165 h 213540"/>
                <a:gd name="connsiteX11" fmla="*/ 98669 w 122825"/>
                <a:gd name="connsiteY11" fmla="*/ 150395 h 213540"/>
                <a:gd name="connsiteX12" fmla="*/ 56618 w 122825"/>
                <a:gd name="connsiteY12" fmla="*/ 202411 h 213540"/>
                <a:gd name="connsiteX13" fmla="*/ 36348 w 122825"/>
                <a:gd name="connsiteY13" fmla="*/ 193590 h 213540"/>
                <a:gd name="connsiteX14" fmla="*/ 13356 w 122825"/>
                <a:gd name="connsiteY14" fmla="*/ 183551 h 213540"/>
                <a:gd name="connsiteX15" fmla="*/ 348 w 122825"/>
                <a:gd name="connsiteY15" fmla="*/ 194806 h 213540"/>
                <a:gd name="connsiteX16" fmla="*/ 37256 w 122825"/>
                <a:gd name="connsiteY16" fmla="*/ 213666 h 213540"/>
                <a:gd name="connsiteX17" fmla="*/ 99576 w 122825"/>
                <a:gd name="connsiteY17" fmla="*/ 189939 h 213540"/>
                <a:gd name="connsiteX18" fmla="*/ 119846 w 122825"/>
                <a:gd name="connsiteY18" fmla="*/ 135794 h 213540"/>
                <a:gd name="connsiteX19" fmla="*/ 98971 w 122825"/>
                <a:gd name="connsiteY19" fmla="*/ 84690 h 213540"/>
                <a:gd name="connsiteX20" fmla="*/ 32718 w 122825"/>
                <a:gd name="connsiteY20" fmla="*/ 57921 h 213540"/>
                <a:gd name="connsiteX21" fmla="*/ 45424 w 122825"/>
                <a:gd name="connsiteY21" fmla="*/ 32065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424" y="32065"/>
                  </a:moveTo>
                  <a:lnTo>
                    <a:pt x="104719" y="32065"/>
                  </a:lnTo>
                  <a:cubicBezTo>
                    <a:pt x="109560" y="32065"/>
                    <a:pt x="110770" y="31457"/>
                    <a:pt x="111678" y="29327"/>
                  </a:cubicBezTo>
                  <a:lnTo>
                    <a:pt x="123174" y="2255"/>
                  </a:lnTo>
                  <a:lnTo>
                    <a:pt x="120451" y="125"/>
                  </a:lnTo>
                  <a:cubicBezTo>
                    <a:pt x="115913" y="6513"/>
                    <a:pt x="112888" y="8034"/>
                    <a:pt x="106535" y="8034"/>
                  </a:cubicBezTo>
                  <a:lnTo>
                    <a:pt x="43307" y="8034"/>
                  </a:lnTo>
                  <a:lnTo>
                    <a:pt x="10331" y="80127"/>
                  </a:lnTo>
                  <a:cubicBezTo>
                    <a:pt x="10029" y="80735"/>
                    <a:pt x="10029" y="81040"/>
                    <a:pt x="10029" y="81648"/>
                  </a:cubicBezTo>
                  <a:cubicBezTo>
                    <a:pt x="10029" y="83169"/>
                    <a:pt x="11239" y="84082"/>
                    <a:pt x="13659" y="84082"/>
                  </a:cubicBezTo>
                  <a:cubicBezTo>
                    <a:pt x="23340" y="84082"/>
                    <a:pt x="35441" y="86211"/>
                    <a:pt x="47844" y="90165"/>
                  </a:cubicBezTo>
                  <a:cubicBezTo>
                    <a:pt x="82635" y="101420"/>
                    <a:pt x="98669" y="120280"/>
                    <a:pt x="98669" y="150395"/>
                  </a:cubicBezTo>
                  <a:cubicBezTo>
                    <a:pt x="98669" y="179597"/>
                    <a:pt x="80215" y="202411"/>
                    <a:pt x="56618" y="202411"/>
                  </a:cubicBezTo>
                  <a:cubicBezTo>
                    <a:pt x="50567" y="202411"/>
                    <a:pt x="45424" y="200282"/>
                    <a:pt x="36348" y="193590"/>
                  </a:cubicBezTo>
                  <a:cubicBezTo>
                    <a:pt x="26668" y="186593"/>
                    <a:pt x="19709" y="183551"/>
                    <a:pt x="13356" y="183551"/>
                  </a:cubicBezTo>
                  <a:cubicBezTo>
                    <a:pt x="4583" y="183551"/>
                    <a:pt x="348" y="187202"/>
                    <a:pt x="348" y="194806"/>
                  </a:cubicBezTo>
                  <a:cubicBezTo>
                    <a:pt x="348" y="206366"/>
                    <a:pt x="14566" y="213666"/>
                    <a:pt x="37256" y="213666"/>
                  </a:cubicBezTo>
                  <a:cubicBezTo>
                    <a:pt x="62668" y="213666"/>
                    <a:pt x="84450" y="205453"/>
                    <a:pt x="99576" y="189939"/>
                  </a:cubicBezTo>
                  <a:cubicBezTo>
                    <a:pt x="113493" y="176251"/>
                    <a:pt x="119846" y="158912"/>
                    <a:pt x="119846" y="135794"/>
                  </a:cubicBezTo>
                  <a:cubicBezTo>
                    <a:pt x="119846" y="113892"/>
                    <a:pt x="114098" y="99899"/>
                    <a:pt x="98971" y="84690"/>
                  </a:cubicBezTo>
                  <a:cubicBezTo>
                    <a:pt x="85660" y="71306"/>
                    <a:pt x="68416" y="64309"/>
                    <a:pt x="32718" y="57921"/>
                  </a:cubicBezTo>
                  <a:lnTo>
                    <a:pt x="45424" y="3206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CF91DB8D-7A12-3D5E-E4BF-61E91D6F06EF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3391093" y="7371909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5 h 366395"/>
                <a:gd name="connsiteX3" fmla="*/ 0 w 12146"/>
                <a:gd name="connsiteY3" fmla="*/ 366395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5"/>
                  </a:lnTo>
                  <a:lnTo>
                    <a:pt x="0" y="36639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DB75D6CA-51D2-7489-4E9E-2581C94B99BB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4707318" y="7738304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5D1634E1-233D-EFBA-BEC9-7CD768DD97FA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4707318" y="7811583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8B63E6FF-3700-177E-4FDB-908A39DFF7D6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4707318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E0C1FBC0-E525-6627-001A-4B8A73068F94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5000616" y="7946125"/>
              <a:ext cx="139162" cy="136885"/>
            </a:xfrm>
            <a:custGeom>
              <a:avLst/>
              <a:gdLst>
                <a:gd name="connsiteX0" fmla="*/ 135013 w 139162"/>
                <a:gd name="connsiteY0" fmla="*/ 98697 h 136885"/>
                <a:gd name="connsiteX1" fmla="*/ 128660 w 139162"/>
                <a:gd name="connsiteY1" fmla="*/ 106606 h 136885"/>
                <a:gd name="connsiteX2" fmla="*/ 110206 w 139162"/>
                <a:gd name="connsiteY2" fmla="*/ 122728 h 136885"/>
                <a:gd name="connsiteX3" fmla="*/ 105366 w 139162"/>
                <a:gd name="connsiteY3" fmla="*/ 117861 h 136885"/>
                <a:gd name="connsiteX4" fmla="*/ 109601 w 139162"/>
                <a:gd name="connsiteY4" fmla="*/ 98697 h 136885"/>
                <a:gd name="connsiteX5" fmla="*/ 126845 w 139162"/>
                <a:gd name="connsiteY5" fmla="*/ 36034 h 136885"/>
                <a:gd name="connsiteX6" fmla="*/ 129568 w 139162"/>
                <a:gd name="connsiteY6" fmla="*/ 18696 h 136885"/>
                <a:gd name="connsiteX7" fmla="*/ 109601 w 139162"/>
                <a:gd name="connsiteY7" fmla="*/ 140 h 136885"/>
                <a:gd name="connsiteX8" fmla="*/ 40020 w 139162"/>
                <a:gd name="connsiteY8" fmla="*/ 67062 h 136885"/>
                <a:gd name="connsiteX9" fmla="*/ 60289 w 139162"/>
                <a:gd name="connsiteY9" fmla="*/ 748 h 136885"/>
                <a:gd name="connsiteX10" fmla="*/ 59381 w 139162"/>
                <a:gd name="connsiteY10" fmla="*/ 140 h 136885"/>
                <a:gd name="connsiteX11" fmla="*/ 10372 w 139162"/>
                <a:gd name="connsiteY11" fmla="*/ 9570 h 136885"/>
                <a:gd name="connsiteX12" fmla="*/ 10372 w 139162"/>
                <a:gd name="connsiteY12" fmla="*/ 14437 h 136885"/>
                <a:gd name="connsiteX13" fmla="*/ 29734 w 139162"/>
                <a:gd name="connsiteY13" fmla="*/ 22650 h 136885"/>
                <a:gd name="connsiteX14" fmla="*/ 29129 w 139162"/>
                <a:gd name="connsiteY14" fmla="*/ 27821 h 136885"/>
                <a:gd name="connsiteX15" fmla="*/ 86 w 139162"/>
                <a:gd name="connsiteY15" fmla="*/ 134287 h 136885"/>
                <a:gd name="connsiteX16" fmla="*/ 22776 w 139162"/>
                <a:gd name="connsiteY16" fmla="*/ 134287 h 136885"/>
                <a:gd name="connsiteX17" fmla="*/ 53028 w 139162"/>
                <a:gd name="connsiteY17" fmla="*/ 58849 h 136885"/>
                <a:gd name="connsiteX18" fmla="*/ 97802 w 139162"/>
                <a:gd name="connsiteY18" fmla="*/ 15654 h 136885"/>
                <a:gd name="connsiteX19" fmla="*/ 105063 w 139162"/>
                <a:gd name="connsiteY19" fmla="*/ 24475 h 136885"/>
                <a:gd name="connsiteX20" fmla="*/ 100828 w 139162"/>
                <a:gd name="connsiteY20" fmla="*/ 47594 h 136885"/>
                <a:gd name="connsiteX21" fmla="*/ 87516 w 139162"/>
                <a:gd name="connsiteY21" fmla="*/ 97785 h 136885"/>
                <a:gd name="connsiteX22" fmla="*/ 82676 w 139162"/>
                <a:gd name="connsiteY22" fmla="*/ 120599 h 136885"/>
                <a:gd name="connsiteX23" fmla="*/ 96895 w 139162"/>
                <a:gd name="connsiteY23" fmla="*/ 137025 h 136885"/>
                <a:gd name="connsiteX24" fmla="*/ 139249 w 139162"/>
                <a:gd name="connsiteY24" fmla="*/ 102652 h 136885"/>
                <a:gd name="connsiteX25" fmla="*/ 135013 w 139162"/>
                <a:gd name="connsiteY25" fmla="*/ 98697 h 13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162" h="136885">
                  <a:moveTo>
                    <a:pt x="135013" y="98697"/>
                  </a:moveTo>
                  <a:lnTo>
                    <a:pt x="128660" y="106606"/>
                  </a:lnTo>
                  <a:cubicBezTo>
                    <a:pt x="119887" y="117861"/>
                    <a:pt x="114441" y="122728"/>
                    <a:pt x="110206" y="122728"/>
                  </a:cubicBezTo>
                  <a:cubicBezTo>
                    <a:pt x="107786" y="122728"/>
                    <a:pt x="105366" y="120295"/>
                    <a:pt x="105366" y="117861"/>
                  </a:cubicBezTo>
                  <a:cubicBezTo>
                    <a:pt x="105366" y="115732"/>
                    <a:pt x="105366" y="115732"/>
                    <a:pt x="109601" y="98697"/>
                  </a:cubicBezTo>
                  <a:lnTo>
                    <a:pt x="126845" y="36034"/>
                  </a:lnTo>
                  <a:cubicBezTo>
                    <a:pt x="128358" y="29646"/>
                    <a:pt x="129568" y="22954"/>
                    <a:pt x="129568" y="18696"/>
                  </a:cubicBezTo>
                  <a:cubicBezTo>
                    <a:pt x="129568" y="7745"/>
                    <a:pt x="121399" y="140"/>
                    <a:pt x="109601" y="140"/>
                  </a:cubicBezTo>
                  <a:cubicBezTo>
                    <a:pt x="90239" y="140"/>
                    <a:pt x="71180" y="18391"/>
                    <a:pt x="40020" y="67062"/>
                  </a:cubicBezTo>
                  <a:lnTo>
                    <a:pt x="60289" y="748"/>
                  </a:lnTo>
                  <a:lnTo>
                    <a:pt x="59381" y="140"/>
                  </a:lnTo>
                  <a:cubicBezTo>
                    <a:pt x="43045" y="3486"/>
                    <a:pt x="36692" y="4703"/>
                    <a:pt x="10372" y="9570"/>
                  </a:cubicBezTo>
                  <a:lnTo>
                    <a:pt x="10372" y="14437"/>
                  </a:lnTo>
                  <a:cubicBezTo>
                    <a:pt x="25801" y="14741"/>
                    <a:pt x="29734" y="16566"/>
                    <a:pt x="29734" y="22650"/>
                  </a:cubicBezTo>
                  <a:cubicBezTo>
                    <a:pt x="29734" y="24475"/>
                    <a:pt x="29431" y="26300"/>
                    <a:pt x="29129" y="27821"/>
                  </a:cubicBezTo>
                  <a:lnTo>
                    <a:pt x="86" y="134287"/>
                  </a:lnTo>
                  <a:lnTo>
                    <a:pt x="22776" y="134287"/>
                  </a:lnTo>
                  <a:cubicBezTo>
                    <a:pt x="36994" y="86226"/>
                    <a:pt x="39717" y="79533"/>
                    <a:pt x="53028" y="58849"/>
                  </a:cubicBezTo>
                  <a:cubicBezTo>
                    <a:pt x="71180" y="30863"/>
                    <a:pt x="86609" y="15654"/>
                    <a:pt x="97802" y="15654"/>
                  </a:cubicBezTo>
                  <a:cubicBezTo>
                    <a:pt x="102340" y="15654"/>
                    <a:pt x="105063" y="19000"/>
                    <a:pt x="105063" y="24475"/>
                  </a:cubicBezTo>
                  <a:cubicBezTo>
                    <a:pt x="105063" y="28125"/>
                    <a:pt x="103248" y="38164"/>
                    <a:pt x="100828" y="47594"/>
                  </a:cubicBezTo>
                  <a:lnTo>
                    <a:pt x="87516" y="97785"/>
                  </a:lnTo>
                  <a:cubicBezTo>
                    <a:pt x="83584" y="113298"/>
                    <a:pt x="82676" y="117557"/>
                    <a:pt x="82676" y="120599"/>
                  </a:cubicBezTo>
                  <a:cubicBezTo>
                    <a:pt x="82676" y="132158"/>
                    <a:pt x="86911" y="137025"/>
                    <a:pt x="96895" y="137025"/>
                  </a:cubicBezTo>
                  <a:cubicBezTo>
                    <a:pt x="110508" y="137025"/>
                    <a:pt x="118374" y="130637"/>
                    <a:pt x="139249" y="102652"/>
                  </a:cubicBezTo>
                  <a:lnTo>
                    <a:pt x="135013" y="9869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7C4702B2-28F2-6B4C-8ECA-5B2BE295CFDB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5232632" y="7968635"/>
              <a:ext cx="201180" cy="71180"/>
            </a:xfrm>
            <a:custGeom>
              <a:avLst/>
              <a:gdLst>
                <a:gd name="connsiteX0" fmla="*/ 190989 w 201180"/>
                <a:gd name="connsiteY0" fmla="*/ 12307 h 71180"/>
                <a:gd name="connsiteX1" fmla="*/ 201275 w 201180"/>
                <a:gd name="connsiteY1" fmla="*/ 6223 h 71180"/>
                <a:gd name="connsiteX2" fmla="*/ 191291 w 201180"/>
                <a:gd name="connsiteY2" fmla="*/ 139 h 71180"/>
                <a:gd name="connsiteX3" fmla="*/ 10078 w 201180"/>
                <a:gd name="connsiteY3" fmla="*/ 139 h 71180"/>
                <a:gd name="connsiteX4" fmla="*/ 94 w 201180"/>
                <a:gd name="connsiteY4" fmla="*/ 6223 h 71180"/>
                <a:gd name="connsiteX5" fmla="*/ 10380 w 201180"/>
                <a:gd name="connsiteY5" fmla="*/ 12307 h 71180"/>
                <a:gd name="connsiteX6" fmla="*/ 190989 w 201180"/>
                <a:gd name="connsiteY6" fmla="*/ 12307 h 71180"/>
                <a:gd name="connsiteX7" fmla="*/ 191291 w 201180"/>
                <a:gd name="connsiteY7" fmla="*/ 71320 h 71180"/>
                <a:gd name="connsiteX8" fmla="*/ 201275 w 201180"/>
                <a:gd name="connsiteY8" fmla="*/ 65236 h 71180"/>
                <a:gd name="connsiteX9" fmla="*/ 190989 w 201180"/>
                <a:gd name="connsiteY9" fmla="*/ 59152 h 71180"/>
                <a:gd name="connsiteX10" fmla="*/ 10380 w 201180"/>
                <a:gd name="connsiteY10" fmla="*/ 59152 h 71180"/>
                <a:gd name="connsiteX11" fmla="*/ 94 w 201180"/>
                <a:gd name="connsiteY11" fmla="*/ 65236 h 71180"/>
                <a:gd name="connsiteX12" fmla="*/ 10078 w 201180"/>
                <a:gd name="connsiteY12" fmla="*/ 71320 h 71180"/>
                <a:gd name="connsiteX13" fmla="*/ 191291 w 201180"/>
                <a:gd name="connsiteY13" fmla="*/ 71320 h 71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180" h="71180">
                  <a:moveTo>
                    <a:pt x="190989" y="12307"/>
                  </a:moveTo>
                  <a:cubicBezTo>
                    <a:pt x="195527" y="12307"/>
                    <a:pt x="201275" y="12307"/>
                    <a:pt x="201275" y="6223"/>
                  </a:cubicBezTo>
                  <a:cubicBezTo>
                    <a:pt x="201275" y="139"/>
                    <a:pt x="195527" y="139"/>
                    <a:pt x="191291" y="139"/>
                  </a:cubicBezTo>
                  <a:lnTo>
                    <a:pt x="10078" y="139"/>
                  </a:lnTo>
                  <a:cubicBezTo>
                    <a:pt x="5842" y="139"/>
                    <a:pt x="94" y="139"/>
                    <a:pt x="94" y="6223"/>
                  </a:cubicBezTo>
                  <a:cubicBezTo>
                    <a:pt x="94" y="12307"/>
                    <a:pt x="5842" y="12307"/>
                    <a:pt x="10380" y="12307"/>
                  </a:cubicBezTo>
                  <a:lnTo>
                    <a:pt x="190989" y="12307"/>
                  </a:lnTo>
                  <a:close/>
                  <a:moveTo>
                    <a:pt x="191291" y="71320"/>
                  </a:moveTo>
                  <a:cubicBezTo>
                    <a:pt x="195527" y="71320"/>
                    <a:pt x="201275" y="71320"/>
                    <a:pt x="201275" y="65236"/>
                  </a:cubicBezTo>
                  <a:cubicBezTo>
                    <a:pt x="201275" y="59152"/>
                    <a:pt x="195527" y="59152"/>
                    <a:pt x="190989" y="59152"/>
                  </a:cubicBezTo>
                  <a:lnTo>
                    <a:pt x="10380" y="59152"/>
                  </a:lnTo>
                  <a:cubicBezTo>
                    <a:pt x="5842" y="59152"/>
                    <a:pt x="94" y="59152"/>
                    <a:pt x="94" y="65236"/>
                  </a:cubicBezTo>
                  <a:cubicBezTo>
                    <a:pt x="94" y="71320"/>
                    <a:pt x="5842" y="71320"/>
                    <a:pt x="10078" y="71320"/>
                  </a:cubicBezTo>
                  <a:lnTo>
                    <a:pt x="191291" y="7132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2FD1896D-F1B0-B95E-0DA8-8D2AE33A1DB6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5522741" y="7874640"/>
              <a:ext cx="139162" cy="205631"/>
            </a:xfrm>
            <a:custGeom>
              <a:avLst/>
              <a:gdLst>
                <a:gd name="connsiteX0" fmla="*/ 139266 w 139162"/>
                <a:gd name="connsiteY0" fmla="*/ 135504 h 205631"/>
                <a:gd name="connsiteX1" fmla="*/ 108408 w 139162"/>
                <a:gd name="connsiteY1" fmla="*/ 135504 h 205631"/>
                <a:gd name="connsiteX2" fmla="*/ 108408 w 139162"/>
                <a:gd name="connsiteY2" fmla="*/ 140 h 205631"/>
                <a:gd name="connsiteX3" fmla="*/ 95097 w 139162"/>
                <a:gd name="connsiteY3" fmla="*/ 140 h 205631"/>
                <a:gd name="connsiteX4" fmla="*/ 103 w 139162"/>
                <a:gd name="connsiteY4" fmla="*/ 135504 h 205631"/>
                <a:gd name="connsiteX5" fmla="*/ 103 w 139162"/>
                <a:gd name="connsiteY5" fmla="*/ 154972 h 205631"/>
                <a:gd name="connsiteX6" fmla="*/ 85113 w 139162"/>
                <a:gd name="connsiteY6" fmla="*/ 154972 h 205631"/>
                <a:gd name="connsiteX7" fmla="*/ 85113 w 139162"/>
                <a:gd name="connsiteY7" fmla="*/ 205772 h 205631"/>
                <a:gd name="connsiteX8" fmla="*/ 108408 w 139162"/>
                <a:gd name="connsiteY8" fmla="*/ 205772 h 205631"/>
                <a:gd name="connsiteX9" fmla="*/ 108408 w 139162"/>
                <a:gd name="connsiteY9" fmla="*/ 154972 h 205631"/>
                <a:gd name="connsiteX10" fmla="*/ 139266 w 139162"/>
                <a:gd name="connsiteY10" fmla="*/ 154972 h 205631"/>
                <a:gd name="connsiteX11" fmla="*/ 139266 w 139162"/>
                <a:gd name="connsiteY11" fmla="*/ 135504 h 205631"/>
                <a:gd name="connsiteX12" fmla="*/ 84811 w 139162"/>
                <a:gd name="connsiteY12" fmla="*/ 135504 h 205631"/>
                <a:gd name="connsiteX13" fmla="*/ 12204 w 139162"/>
                <a:gd name="connsiteY13" fmla="*/ 135504 h 205631"/>
                <a:gd name="connsiteX14" fmla="*/ 84811 w 139162"/>
                <a:gd name="connsiteY14" fmla="*/ 31167 h 205631"/>
                <a:gd name="connsiteX15" fmla="*/ 84811 w 139162"/>
                <a:gd name="connsiteY15" fmla="*/ 135504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266" y="135504"/>
                  </a:moveTo>
                  <a:lnTo>
                    <a:pt x="108408" y="135504"/>
                  </a:lnTo>
                  <a:lnTo>
                    <a:pt x="108408" y="140"/>
                  </a:lnTo>
                  <a:lnTo>
                    <a:pt x="95097" y="140"/>
                  </a:lnTo>
                  <a:lnTo>
                    <a:pt x="103" y="135504"/>
                  </a:lnTo>
                  <a:lnTo>
                    <a:pt x="103" y="154972"/>
                  </a:lnTo>
                  <a:lnTo>
                    <a:pt x="85113" y="154972"/>
                  </a:lnTo>
                  <a:lnTo>
                    <a:pt x="85113" y="205772"/>
                  </a:lnTo>
                  <a:lnTo>
                    <a:pt x="108408" y="205772"/>
                  </a:lnTo>
                  <a:lnTo>
                    <a:pt x="108408" y="154972"/>
                  </a:lnTo>
                  <a:lnTo>
                    <a:pt x="139266" y="154972"/>
                  </a:lnTo>
                  <a:lnTo>
                    <a:pt x="139266" y="135504"/>
                  </a:lnTo>
                  <a:close/>
                  <a:moveTo>
                    <a:pt x="84811" y="135504"/>
                  </a:moveTo>
                  <a:lnTo>
                    <a:pt x="12204" y="135504"/>
                  </a:lnTo>
                  <a:lnTo>
                    <a:pt x="84811" y="31167"/>
                  </a:lnTo>
                  <a:lnTo>
                    <a:pt x="84811" y="13550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6D2A390A-9BF0-5752-7847-E09876F54288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5947857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6B00FF4C-C65F-CA90-D13C-212223211CB6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7188397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C8267D0B-3283-9FC8-4BB7-72735C850C70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8428936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7CD383F7-EEA2-B9F8-8E2A-2D5E0EB05AA4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8717290" y="7874640"/>
              <a:ext cx="139162" cy="205631"/>
            </a:xfrm>
            <a:custGeom>
              <a:avLst/>
              <a:gdLst>
                <a:gd name="connsiteX0" fmla="*/ 139370 w 139162"/>
                <a:gd name="connsiteY0" fmla="*/ 135504 h 205631"/>
                <a:gd name="connsiteX1" fmla="*/ 108513 w 139162"/>
                <a:gd name="connsiteY1" fmla="*/ 135504 h 205631"/>
                <a:gd name="connsiteX2" fmla="*/ 108513 w 139162"/>
                <a:gd name="connsiteY2" fmla="*/ 140 h 205631"/>
                <a:gd name="connsiteX3" fmla="*/ 95202 w 139162"/>
                <a:gd name="connsiteY3" fmla="*/ 140 h 205631"/>
                <a:gd name="connsiteX4" fmla="*/ 208 w 139162"/>
                <a:gd name="connsiteY4" fmla="*/ 135504 h 205631"/>
                <a:gd name="connsiteX5" fmla="*/ 208 w 139162"/>
                <a:gd name="connsiteY5" fmla="*/ 154972 h 205631"/>
                <a:gd name="connsiteX6" fmla="*/ 85218 w 139162"/>
                <a:gd name="connsiteY6" fmla="*/ 154972 h 205631"/>
                <a:gd name="connsiteX7" fmla="*/ 85218 w 139162"/>
                <a:gd name="connsiteY7" fmla="*/ 205772 h 205631"/>
                <a:gd name="connsiteX8" fmla="*/ 108513 w 139162"/>
                <a:gd name="connsiteY8" fmla="*/ 205772 h 205631"/>
                <a:gd name="connsiteX9" fmla="*/ 108513 w 139162"/>
                <a:gd name="connsiteY9" fmla="*/ 154972 h 205631"/>
                <a:gd name="connsiteX10" fmla="*/ 139370 w 139162"/>
                <a:gd name="connsiteY10" fmla="*/ 154972 h 205631"/>
                <a:gd name="connsiteX11" fmla="*/ 139370 w 139162"/>
                <a:gd name="connsiteY11" fmla="*/ 135504 h 205631"/>
                <a:gd name="connsiteX12" fmla="*/ 84916 w 139162"/>
                <a:gd name="connsiteY12" fmla="*/ 135504 h 205631"/>
                <a:gd name="connsiteX13" fmla="*/ 12309 w 139162"/>
                <a:gd name="connsiteY13" fmla="*/ 135504 h 205631"/>
                <a:gd name="connsiteX14" fmla="*/ 84916 w 139162"/>
                <a:gd name="connsiteY14" fmla="*/ 31167 h 205631"/>
                <a:gd name="connsiteX15" fmla="*/ 84916 w 139162"/>
                <a:gd name="connsiteY15" fmla="*/ 135504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370" y="135504"/>
                  </a:moveTo>
                  <a:lnTo>
                    <a:pt x="108513" y="135504"/>
                  </a:lnTo>
                  <a:lnTo>
                    <a:pt x="108513" y="140"/>
                  </a:lnTo>
                  <a:lnTo>
                    <a:pt x="95202" y="140"/>
                  </a:lnTo>
                  <a:lnTo>
                    <a:pt x="208" y="135504"/>
                  </a:lnTo>
                  <a:lnTo>
                    <a:pt x="208" y="154972"/>
                  </a:lnTo>
                  <a:lnTo>
                    <a:pt x="85218" y="154972"/>
                  </a:lnTo>
                  <a:lnTo>
                    <a:pt x="85218" y="205772"/>
                  </a:lnTo>
                  <a:lnTo>
                    <a:pt x="108513" y="205772"/>
                  </a:lnTo>
                  <a:lnTo>
                    <a:pt x="108513" y="154972"/>
                  </a:lnTo>
                  <a:lnTo>
                    <a:pt x="139370" y="154972"/>
                  </a:lnTo>
                  <a:lnTo>
                    <a:pt x="139370" y="135504"/>
                  </a:lnTo>
                  <a:close/>
                  <a:moveTo>
                    <a:pt x="84916" y="135504"/>
                  </a:moveTo>
                  <a:lnTo>
                    <a:pt x="12309" y="135504"/>
                  </a:lnTo>
                  <a:lnTo>
                    <a:pt x="84916" y="31167"/>
                  </a:lnTo>
                  <a:lnTo>
                    <a:pt x="84916" y="13550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52F02371-7027-BF0F-6948-B1E37FBE78A7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8886667" y="8049853"/>
              <a:ext cx="33580" cy="33764"/>
            </a:xfrm>
            <a:custGeom>
              <a:avLst/>
              <a:gdLst>
                <a:gd name="connsiteX0" fmla="*/ 16852 w 33580"/>
                <a:gd name="connsiteY0" fmla="*/ 140 h 33764"/>
                <a:gd name="connsiteX1" fmla="*/ 213 w 33580"/>
                <a:gd name="connsiteY1" fmla="*/ 17479 h 33764"/>
                <a:gd name="connsiteX2" fmla="*/ 16550 w 33580"/>
                <a:gd name="connsiteY2" fmla="*/ 33905 h 33764"/>
                <a:gd name="connsiteX3" fmla="*/ 33794 w 33580"/>
                <a:gd name="connsiteY3" fmla="*/ 17479 h 33764"/>
                <a:gd name="connsiteX4" fmla="*/ 16852 w 33580"/>
                <a:gd name="connsiteY4" fmla="*/ 140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52" y="140"/>
                  </a:moveTo>
                  <a:cubicBezTo>
                    <a:pt x="7776" y="140"/>
                    <a:pt x="213" y="8049"/>
                    <a:pt x="213" y="17479"/>
                  </a:cubicBezTo>
                  <a:cubicBezTo>
                    <a:pt x="213" y="26300"/>
                    <a:pt x="7776" y="33905"/>
                    <a:pt x="16550" y="33905"/>
                  </a:cubicBezTo>
                  <a:cubicBezTo>
                    <a:pt x="25928" y="33905"/>
                    <a:pt x="33794" y="26300"/>
                    <a:pt x="33794" y="17479"/>
                  </a:cubicBezTo>
                  <a:cubicBezTo>
                    <a:pt x="33794" y="8049"/>
                    <a:pt x="25928" y="140"/>
                    <a:pt x="16852" y="14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CFF6E24D-3B24-2D2F-B6DD-2287EE3EC601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8951692" y="7872207"/>
              <a:ext cx="131296" cy="212323"/>
            </a:xfrm>
            <a:custGeom>
              <a:avLst/>
              <a:gdLst>
                <a:gd name="connsiteX0" fmla="*/ 124857 w 131296"/>
                <a:gd name="connsiteY0" fmla="*/ 140 h 212323"/>
                <a:gd name="connsiteX1" fmla="*/ 50738 w 131296"/>
                <a:gd name="connsiteY1" fmla="*/ 24475 h 212323"/>
                <a:gd name="connsiteX2" fmla="*/ 216 w 131296"/>
                <a:gd name="connsiteY2" fmla="*/ 123337 h 212323"/>
                <a:gd name="connsiteX3" fmla="*/ 21393 w 131296"/>
                <a:gd name="connsiteY3" fmla="*/ 191779 h 212323"/>
                <a:gd name="connsiteX4" fmla="*/ 67982 w 131296"/>
                <a:gd name="connsiteY4" fmla="*/ 212464 h 212323"/>
                <a:gd name="connsiteX5" fmla="*/ 131512 w 131296"/>
                <a:gd name="connsiteY5" fmla="*/ 141588 h 212323"/>
                <a:gd name="connsiteX6" fmla="*/ 74637 w 131296"/>
                <a:gd name="connsiteY6" fmla="*/ 78012 h 212323"/>
                <a:gd name="connsiteX7" fmla="*/ 35914 w 131296"/>
                <a:gd name="connsiteY7" fmla="*/ 91701 h 212323"/>
                <a:gd name="connsiteX8" fmla="*/ 125462 w 131296"/>
                <a:gd name="connsiteY8" fmla="*/ 5007 h 212323"/>
                <a:gd name="connsiteX9" fmla="*/ 124857 w 131296"/>
                <a:gd name="connsiteY9" fmla="*/ 140 h 212323"/>
                <a:gd name="connsiteX10" fmla="*/ 63141 w 131296"/>
                <a:gd name="connsiteY10" fmla="*/ 92005 h 212323"/>
                <a:gd name="connsiteX11" fmla="*/ 104285 w 131296"/>
                <a:gd name="connsiteY11" fmla="*/ 151930 h 212323"/>
                <a:gd name="connsiteX12" fmla="*/ 71309 w 131296"/>
                <a:gd name="connsiteY12" fmla="*/ 203947 h 212323"/>
                <a:gd name="connsiteX13" fmla="*/ 28351 w 131296"/>
                <a:gd name="connsiteY13" fmla="*/ 128204 h 212323"/>
                <a:gd name="connsiteX14" fmla="*/ 36821 w 131296"/>
                <a:gd name="connsiteY14" fmla="*/ 99610 h 212323"/>
                <a:gd name="connsiteX15" fmla="*/ 63141 w 131296"/>
                <a:gd name="connsiteY15" fmla="*/ 92005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2323">
                  <a:moveTo>
                    <a:pt x="124857" y="140"/>
                  </a:moveTo>
                  <a:cubicBezTo>
                    <a:pt x="90369" y="3182"/>
                    <a:pt x="72822" y="8962"/>
                    <a:pt x="50738" y="24475"/>
                  </a:cubicBezTo>
                  <a:cubicBezTo>
                    <a:pt x="18065" y="47898"/>
                    <a:pt x="216" y="82575"/>
                    <a:pt x="216" y="123337"/>
                  </a:cubicBezTo>
                  <a:cubicBezTo>
                    <a:pt x="216" y="149801"/>
                    <a:pt x="8384" y="176570"/>
                    <a:pt x="21393" y="191779"/>
                  </a:cubicBezTo>
                  <a:cubicBezTo>
                    <a:pt x="32889" y="205163"/>
                    <a:pt x="49225" y="212464"/>
                    <a:pt x="67982" y="212464"/>
                  </a:cubicBezTo>
                  <a:cubicBezTo>
                    <a:pt x="105495" y="212464"/>
                    <a:pt x="131512" y="183566"/>
                    <a:pt x="131512" y="141588"/>
                  </a:cubicBezTo>
                  <a:cubicBezTo>
                    <a:pt x="131512" y="102652"/>
                    <a:pt x="109428" y="78012"/>
                    <a:pt x="74637" y="78012"/>
                  </a:cubicBezTo>
                  <a:cubicBezTo>
                    <a:pt x="61326" y="78012"/>
                    <a:pt x="54973" y="80142"/>
                    <a:pt x="35914" y="91701"/>
                  </a:cubicBezTo>
                  <a:cubicBezTo>
                    <a:pt x="44082" y="45768"/>
                    <a:pt x="77965" y="12916"/>
                    <a:pt x="125462" y="5007"/>
                  </a:cubicBezTo>
                  <a:lnTo>
                    <a:pt x="124857" y="140"/>
                  </a:lnTo>
                  <a:close/>
                  <a:moveTo>
                    <a:pt x="63141" y="92005"/>
                  </a:moveTo>
                  <a:cubicBezTo>
                    <a:pt x="89159" y="92005"/>
                    <a:pt x="104285" y="113907"/>
                    <a:pt x="104285" y="151930"/>
                  </a:cubicBezTo>
                  <a:cubicBezTo>
                    <a:pt x="104285" y="185391"/>
                    <a:pt x="92486" y="203947"/>
                    <a:pt x="71309" y="203947"/>
                  </a:cubicBezTo>
                  <a:cubicBezTo>
                    <a:pt x="44687" y="203947"/>
                    <a:pt x="28351" y="175353"/>
                    <a:pt x="28351" y="128204"/>
                  </a:cubicBezTo>
                  <a:cubicBezTo>
                    <a:pt x="28351" y="112690"/>
                    <a:pt x="30771" y="104173"/>
                    <a:pt x="36821" y="99610"/>
                  </a:cubicBezTo>
                  <a:cubicBezTo>
                    <a:pt x="43174" y="94743"/>
                    <a:pt x="52553" y="92005"/>
                    <a:pt x="63141" y="9200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5DDF0719-86B7-4A09-3C24-69F818A02008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9102917" y="7870990"/>
              <a:ext cx="122825" cy="213540"/>
            </a:xfrm>
            <a:custGeom>
              <a:avLst/>
              <a:gdLst>
                <a:gd name="connsiteX0" fmla="*/ 45297 w 122825"/>
                <a:gd name="connsiteY0" fmla="*/ 32080 h 213540"/>
                <a:gd name="connsiteX1" fmla="*/ 104592 w 122825"/>
                <a:gd name="connsiteY1" fmla="*/ 32080 h 213540"/>
                <a:gd name="connsiteX2" fmla="*/ 111550 w 122825"/>
                <a:gd name="connsiteY2" fmla="*/ 29342 h 213540"/>
                <a:gd name="connsiteX3" fmla="*/ 123046 w 122825"/>
                <a:gd name="connsiteY3" fmla="*/ 2269 h 213540"/>
                <a:gd name="connsiteX4" fmla="*/ 120324 w 122825"/>
                <a:gd name="connsiteY4" fmla="*/ 140 h 213540"/>
                <a:gd name="connsiteX5" fmla="*/ 106408 w 122825"/>
                <a:gd name="connsiteY5" fmla="*/ 8049 h 213540"/>
                <a:gd name="connsiteX6" fmla="*/ 43179 w 122825"/>
                <a:gd name="connsiteY6" fmla="*/ 8049 h 213540"/>
                <a:gd name="connsiteX7" fmla="*/ 10204 w 122825"/>
                <a:gd name="connsiteY7" fmla="*/ 80142 h 213540"/>
                <a:gd name="connsiteX8" fmla="*/ 9901 w 122825"/>
                <a:gd name="connsiteY8" fmla="*/ 81663 h 213540"/>
                <a:gd name="connsiteX9" fmla="*/ 13532 w 122825"/>
                <a:gd name="connsiteY9" fmla="*/ 84096 h 213540"/>
                <a:gd name="connsiteX10" fmla="*/ 47717 w 122825"/>
                <a:gd name="connsiteY10" fmla="*/ 90180 h 213540"/>
                <a:gd name="connsiteX11" fmla="*/ 98542 w 122825"/>
                <a:gd name="connsiteY11" fmla="*/ 150409 h 213540"/>
                <a:gd name="connsiteX12" fmla="*/ 56491 w 122825"/>
                <a:gd name="connsiteY12" fmla="*/ 202426 h 213540"/>
                <a:gd name="connsiteX13" fmla="*/ 36221 w 122825"/>
                <a:gd name="connsiteY13" fmla="*/ 193604 h 213540"/>
                <a:gd name="connsiteX14" fmla="*/ 13229 w 122825"/>
                <a:gd name="connsiteY14" fmla="*/ 183566 h 213540"/>
                <a:gd name="connsiteX15" fmla="*/ 221 w 122825"/>
                <a:gd name="connsiteY15" fmla="*/ 194821 h 213540"/>
                <a:gd name="connsiteX16" fmla="*/ 37129 w 122825"/>
                <a:gd name="connsiteY16" fmla="*/ 213681 h 213540"/>
                <a:gd name="connsiteX17" fmla="*/ 99449 w 122825"/>
                <a:gd name="connsiteY17" fmla="*/ 189954 h 213540"/>
                <a:gd name="connsiteX18" fmla="*/ 119719 w 122825"/>
                <a:gd name="connsiteY18" fmla="*/ 135808 h 213540"/>
                <a:gd name="connsiteX19" fmla="*/ 98844 w 122825"/>
                <a:gd name="connsiteY19" fmla="*/ 84705 h 213540"/>
                <a:gd name="connsiteX20" fmla="*/ 32591 w 122825"/>
                <a:gd name="connsiteY20" fmla="*/ 57936 h 213540"/>
                <a:gd name="connsiteX21" fmla="*/ 45297 w 122825"/>
                <a:gd name="connsiteY21" fmla="*/ 32080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297" y="32080"/>
                  </a:moveTo>
                  <a:lnTo>
                    <a:pt x="104592" y="32080"/>
                  </a:lnTo>
                  <a:cubicBezTo>
                    <a:pt x="109433" y="32080"/>
                    <a:pt x="110643" y="31472"/>
                    <a:pt x="111550" y="29342"/>
                  </a:cubicBezTo>
                  <a:lnTo>
                    <a:pt x="123046" y="2269"/>
                  </a:lnTo>
                  <a:lnTo>
                    <a:pt x="120324" y="140"/>
                  </a:lnTo>
                  <a:cubicBezTo>
                    <a:pt x="115786" y="6528"/>
                    <a:pt x="112761" y="8049"/>
                    <a:pt x="106408" y="8049"/>
                  </a:cubicBezTo>
                  <a:lnTo>
                    <a:pt x="43179" y="8049"/>
                  </a:lnTo>
                  <a:lnTo>
                    <a:pt x="10204" y="80142"/>
                  </a:lnTo>
                  <a:cubicBezTo>
                    <a:pt x="9901" y="80750"/>
                    <a:pt x="9901" y="81054"/>
                    <a:pt x="9901" y="81663"/>
                  </a:cubicBezTo>
                  <a:cubicBezTo>
                    <a:pt x="9901" y="83184"/>
                    <a:pt x="11112" y="84096"/>
                    <a:pt x="13532" y="84096"/>
                  </a:cubicBezTo>
                  <a:cubicBezTo>
                    <a:pt x="23213" y="84096"/>
                    <a:pt x="35314" y="86226"/>
                    <a:pt x="47717" y="90180"/>
                  </a:cubicBezTo>
                  <a:cubicBezTo>
                    <a:pt x="82508" y="101435"/>
                    <a:pt x="98542" y="120295"/>
                    <a:pt x="98542" y="150409"/>
                  </a:cubicBezTo>
                  <a:cubicBezTo>
                    <a:pt x="98542" y="179612"/>
                    <a:pt x="80088" y="202426"/>
                    <a:pt x="56491" y="202426"/>
                  </a:cubicBezTo>
                  <a:cubicBezTo>
                    <a:pt x="50440" y="202426"/>
                    <a:pt x="45297" y="200296"/>
                    <a:pt x="36221" y="193604"/>
                  </a:cubicBezTo>
                  <a:cubicBezTo>
                    <a:pt x="26540" y="186608"/>
                    <a:pt x="19582" y="183566"/>
                    <a:pt x="13229" y="183566"/>
                  </a:cubicBezTo>
                  <a:cubicBezTo>
                    <a:pt x="4456" y="183566"/>
                    <a:pt x="221" y="187216"/>
                    <a:pt x="221" y="194821"/>
                  </a:cubicBezTo>
                  <a:cubicBezTo>
                    <a:pt x="221" y="206380"/>
                    <a:pt x="14439" y="213681"/>
                    <a:pt x="37129" y="213681"/>
                  </a:cubicBezTo>
                  <a:cubicBezTo>
                    <a:pt x="62541" y="213681"/>
                    <a:pt x="84323" y="205468"/>
                    <a:pt x="99449" y="189954"/>
                  </a:cubicBezTo>
                  <a:cubicBezTo>
                    <a:pt x="113366" y="176266"/>
                    <a:pt x="119719" y="158927"/>
                    <a:pt x="119719" y="135808"/>
                  </a:cubicBezTo>
                  <a:cubicBezTo>
                    <a:pt x="119719" y="113907"/>
                    <a:pt x="113971" y="99914"/>
                    <a:pt x="98844" y="84705"/>
                  </a:cubicBezTo>
                  <a:cubicBezTo>
                    <a:pt x="85533" y="71320"/>
                    <a:pt x="68289" y="64324"/>
                    <a:pt x="32591" y="57936"/>
                  </a:cubicBezTo>
                  <a:lnTo>
                    <a:pt x="45297" y="3208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7F2707C6-132D-9257-30F2-13FE4C122252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9248697" y="7874640"/>
              <a:ext cx="139162" cy="205631"/>
            </a:xfrm>
            <a:custGeom>
              <a:avLst/>
              <a:gdLst>
                <a:gd name="connsiteX0" fmla="*/ 139388 w 139162"/>
                <a:gd name="connsiteY0" fmla="*/ 135504 h 205631"/>
                <a:gd name="connsiteX1" fmla="*/ 108530 w 139162"/>
                <a:gd name="connsiteY1" fmla="*/ 135504 h 205631"/>
                <a:gd name="connsiteX2" fmla="*/ 108530 w 139162"/>
                <a:gd name="connsiteY2" fmla="*/ 140 h 205631"/>
                <a:gd name="connsiteX3" fmla="*/ 95219 w 139162"/>
                <a:gd name="connsiteY3" fmla="*/ 140 h 205631"/>
                <a:gd name="connsiteX4" fmla="*/ 226 w 139162"/>
                <a:gd name="connsiteY4" fmla="*/ 135504 h 205631"/>
                <a:gd name="connsiteX5" fmla="*/ 226 w 139162"/>
                <a:gd name="connsiteY5" fmla="*/ 154972 h 205631"/>
                <a:gd name="connsiteX6" fmla="*/ 85236 w 139162"/>
                <a:gd name="connsiteY6" fmla="*/ 154972 h 205631"/>
                <a:gd name="connsiteX7" fmla="*/ 85236 w 139162"/>
                <a:gd name="connsiteY7" fmla="*/ 205772 h 205631"/>
                <a:gd name="connsiteX8" fmla="*/ 108530 w 139162"/>
                <a:gd name="connsiteY8" fmla="*/ 205772 h 205631"/>
                <a:gd name="connsiteX9" fmla="*/ 108530 w 139162"/>
                <a:gd name="connsiteY9" fmla="*/ 154972 h 205631"/>
                <a:gd name="connsiteX10" fmla="*/ 139388 w 139162"/>
                <a:gd name="connsiteY10" fmla="*/ 154972 h 205631"/>
                <a:gd name="connsiteX11" fmla="*/ 139388 w 139162"/>
                <a:gd name="connsiteY11" fmla="*/ 135504 h 205631"/>
                <a:gd name="connsiteX12" fmla="*/ 84933 w 139162"/>
                <a:gd name="connsiteY12" fmla="*/ 135504 h 205631"/>
                <a:gd name="connsiteX13" fmla="*/ 12327 w 139162"/>
                <a:gd name="connsiteY13" fmla="*/ 135504 h 205631"/>
                <a:gd name="connsiteX14" fmla="*/ 84933 w 139162"/>
                <a:gd name="connsiteY14" fmla="*/ 31167 h 205631"/>
                <a:gd name="connsiteX15" fmla="*/ 84933 w 139162"/>
                <a:gd name="connsiteY15" fmla="*/ 135504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388" y="135504"/>
                  </a:moveTo>
                  <a:lnTo>
                    <a:pt x="108530" y="135504"/>
                  </a:lnTo>
                  <a:lnTo>
                    <a:pt x="108530" y="140"/>
                  </a:lnTo>
                  <a:lnTo>
                    <a:pt x="95219" y="140"/>
                  </a:lnTo>
                  <a:lnTo>
                    <a:pt x="226" y="135504"/>
                  </a:lnTo>
                  <a:lnTo>
                    <a:pt x="226" y="154972"/>
                  </a:lnTo>
                  <a:lnTo>
                    <a:pt x="85236" y="154972"/>
                  </a:lnTo>
                  <a:lnTo>
                    <a:pt x="85236" y="205772"/>
                  </a:lnTo>
                  <a:lnTo>
                    <a:pt x="108530" y="205772"/>
                  </a:lnTo>
                  <a:lnTo>
                    <a:pt x="108530" y="154972"/>
                  </a:lnTo>
                  <a:lnTo>
                    <a:pt x="139388" y="154972"/>
                  </a:lnTo>
                  <a:lnTo>
                    <a:pt x="139388" y="135504"/>
                  </a:lnTo>
                  <a:close/>
                  <a:moveTo>
                    <a:pt x="84933" y="135504"/>
                  </a:moveTo>
                  <a:lnTo>
                    <a:pt x="12327" y="135504"/>
                  </a:lnTo>
                  <a:lnTo>
                    <a:pt x="84933" y="31167"/>
                  </a:lnTo>
                  <a:lnTo>
                    <a:pt x="84933" y="13550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77D3759C-202F-8C3E-F995-CEEB0BD64733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9669475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D65003D7-5B8D-9598-277C-B81E96FD199F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0039795" y="7870990"/>
              <a:ext cx="122825" cy="213540"/>
            </a:xfrm>
            <a:custGeom>
              <a:avLst/>
              <a:gdLst>
                <a:gd name="connsiteX0" fmla="*/ 45328 w 122825"/>
                <a:gd name="connsiteY0" fmla="*/ 32080 h 213540"/>
                <a:gd name="connsiteX1" fmla="*/ 104623 w 122825"/>
                <a:gd name="connsiteY1" fmla="*/ 32080 h 213540"/>
                <a:gd name="connsiteX2" fmla="*/ 111581 w 122825"/>
                <a:gd name="connsiteY2" fmla="*/ 29342 h 213540"/>
                <a:gd name="connsiteX3" fmla="*/ 123077 w 122825"/>
                <a:gd name="connsiteY3" fmla="*/ 2269 h 213540"/>
                <a:gd name="connsiteX4" fmla="*/ 120354 w 122825"/>
                <a:gd name="connsiteY4" fmla="*/ 140 h 213540"/>
                <a:gd name="connsiteX5" fmla="*/ 106438 w 122825"/>
                <a:gd name="connsiteY5" fmla="*/ 8049 h 213540"/>
                <a:gd name="connsiteX6" fmla="*/ 43210 w 122825"/>
                <a:gd name="connsiteY6" fmla="*/ 8049 h 213540"/>
                <a:gd name="connsiteX7" fmla="*/ 10235 w 122825"/>
                <a:gd name="connsiteY7" fmla="*/ 80142 h 213540"/>
                <a:gd name="connsiteX8" fmla="*/ 9932 w 122825"/>
                <a:gd name="connsiteY8" fmla="*/ 81663 h 213540"/>
                <a:gd name="connsiteX9" fmla="*/ 13563 w 122825"/>
                <a:gd name="connsiteY9" fmla="*/ 84096 h 213540"/>
                <a:gd name="connsiteX10" fmla="*/ 47748 w 122825"/>
                <a:gd name="connsiteY10" fmla="*/ 90180 h 213540"/>
                <a:gd name="connsiteX11" fmla="*/ 98573 w 122825"/>
                <a:gd name="connsiteY11" fmla="*/ 150409 h 213540"/>
                <a:gd name="connsiteX12" fmla="*/ 56521 w 122825"/>
                <a:gd name="connsiteY12" fmla="*/ 202426 h 213540"/>
                <a:gd name="connsiteX13" fmla="*/ 36252 w 122825"/>
                <a:gd name="connsiteY13" fmla="*/ 193604 h 213540"/>
                <a:gd name="connsiteX14" fmla="*/ 13260 w 122825"/>
                <a:gd name="connsiteY14" fmla="*/ 183566 h 213540"/>
                <a:gd name="connsiteX15" fmla="*/ 251 w 122825"/>
                <a:gd name="connsiteY15" fmla="*/ 194821 h 213540"/>
                <a:gd name="connsiteX16" fmla="*/ 37160 w 122825"/>
                <a:gd name="connsiteY16" fmla="*/ 213681 h 213540"/>
                <a:gd name="connsiteX17" fmla="*/ 99480 w 122825"/>
                <a:gd name="connsiteY17" fmla="*/ 189954 h 213540"/>
                <a:gd name="connsiteX18" fmla="*/ 119749 w 122825"/>
                <a:gd name="connsiteY18" fmla="*/ 135808 h 213540"/>
                <a:gd name="connsiteX19" fmla="*/ 98875 w 122825"/>
                <a:gd name="connsiteY19" fmla="*/ 84705 h 213540"/>
                <a:gd name="connsiteX20" fmla="*/ 32622 w 122825"/>
                <a:gd name="connsiteY20" fmla="*/ 57936 h 213540"/>
                <a:gd name="connsiteX21" fmla="*/ 45328 w 122825"/>
                <a:gd name="connsiteY21" fmla="*/ 32080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328" y="32080"/>
                  </a:moveTo>
                  <a:lnTo>
                    <a:pt x="104623" y="32080"/>
                  </a:lnTo>
                  <a:cubicBezTo>
                    <a:pt x="109464" y="32080"/>
                    <a:pt x="110674" y="31472"/>
                    <a:pt x="111581" y="29342"/>
                  </a:cubicBezTo>
                  <a:lnTo>
                    <a:pt x="123077" y="2269"/>
                  </a:lnTo>
                  <a:lnTo>
                    <a:pt x="120354" y="140"/>
                  </a:lnTo>
                  <a:cubicBezTo>
                    <a:pt x="115817" y="6528"/>
                    <a:pt x="112791" y="8049"/>
                    <a:pt x="106438" y="8049"/>
                  </a:cubicBezTo>
                  <a:lnTo>
                    <a:pt x="43210" y="8049"/>
                  </a:lnTo>
                  <a:lnTo>
                    <a:pt x="10235" y="80142"/>
                  </a:lnTo>
                  <a:cubicBezTo>
                    <a:pt x="9932" y="80750"/>
                    <a:pt x="9932" y="81054"/>
                    <a:pt x="9932" y="81663"/>
                  </a:cubicBezTo>
                  <a:cubicBezTo>
                    <a:pt x="9932" y="83184"/>
                    <a:pt x="11142" y="84096"/>
                    <a:pt x="13563" y="84096"/>
                  </a:cubicBezTo>
                  <a:cubicBezTo>
                    <a:pt x="23243" y="84096"/>
                    <a:pt x="35344" y="86226"/>
                    <a:pt x="47748" y="90180"/>
                  </a:cubicBezTo>
                  <a:cubicBezTo>
                    <a:pt x="82539" y="101435"/>
                    <a:pt x="98573" y="120295"/>
                    <a:pt x="98573" y="150409"/>
                  </a:cubicBezTo>
                  <a:cubicBezTo>
                    <a:pt x="98573" y="179612"/>
                    <a:pt x="80118" y="202426"/>
                    <a:pt x="56521" y="202426"/>
                  </a:cubicBezTo>
                  <a:cubicBezTo>
                    <a:pt x="50471" y="202426"/>
                    <a:pt x="45328" y="200296"/>
                    <a:pt x="36252" y="193604"/>
                  </a:cubicBezTo>
                  <a:cubicBezTo>
                    <a:pt x="26571" y="186608"/>
                    <a:pt x="19613" y="183566"/>
                    <a:pt x="13260" y="183566"/>
                  </a:cubicBezTo>
                  <a:cubicBezTo>
                    <a:pt x="4487" y="183566"/>
                    <a:pt x="251" y="187216"/>
                    <a:pt x="251" y="194821"/>
                  </a:cubicBezTo>
                  <a:cubicBezTo>
                    <a:pt x="251" y="206380"/>
                    <a:pt x="14470" y="213681"/>
                    <a:pt x="37160" y="213681"/>
                  </a:cubicBezTo>
                  <a:cubicBezTo>
                    <a:pt x="62572" y="213681"/>
                    <a:pt x="84354" y="205468"/>
                    <a:pt x="99480" y="189954"/>
                  </a:cubicBezTo>
                  <a:cubicBezTo>
                    <a:pt x="113396" y="176266"/>
                    <a:pt x="119749" y="158927"/>
                    <a:pt x="119749" y="135808"/>
                  </a:cubicBezTo>
                  <a:cubicBezTo>
                    <a:pt x="119749" y="113907"/>
                    <a:pt x="114001" y="99914"/>
                    <a:pt x="98875" y="84705"/>
                  </a:cubicBezTo>
                  <a:cubicBezTo>
                    <a:pt x="85564" y="71320"/>
                    <a:pt x="68320" y="64324"/>
                    <a:pt x="32622" y="57936"/>
                  </a:cubicBezTo>
                  <a:lnTo>
                    <a:pt x="45328" y="3208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68FFDAF0-67CC-89A6-6748-825DB15FBD65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0203122" y="8049853"/>
              <a:ext cx="33580" cy="33764"/>
            </a:xfrm>
            <a:custGeom>
              <a:avLst/>
              <a:gdLst>
                <a:gd name="connsiteX0" fmla="*/ 16895 w 33580"/>
                <a:gd name="connsiteY0" fmla="*/ 140 h 33764"/>
                <a:gd name="connsiteX1" fmla="*/ 256 w 33580"/>
                <a:gd name="connsiteY1" fmla="*/ 17479 h 33764"/>
                <a:gd name="connsiteX2" fmla="*/ 16593 w 33580"/>
                <a:gd name="connsiteY2" fmla="*/ 33905 h 33764"/>
                <a:gd name="connsiteX3" fmla="*/ 33837 w 33580"/>
                <a:gd name="connsiteY3" fmla="*/ 17479 h 33764"/>
                <a:gd name="connsiteX4" fmla="*/ 16895 w 33580"/>
                <a:gd name="connsiteY4" fmla="*/ 140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895" y="140"/>
                  </a:moveTo>
                  <a:cubicBezTo>
                    <a:pt x="7820" y="140"/>
                    <a:pt x="256" y="8049"/>
                    <a:pt x="256" y="17479"/>
                  </a:cubicBezTo>
                  <a:cubicBezTo>
                    <a:pt x="256" y="26300"/>
                    <a:pt x="7820" y="33905"/>
                    <a:pt x="16593" y="33905"/>
                  </a:cubicBezTo>
                  <a:cubicBezTo>
                    <a:pt x="25971" y="33905"/>
                    <a:pt x="33837" y="26300"/>
                    <a:pt x="33837" y="17479"/>
                  </a:cubicBezTo>
                  <a:cubicBezTo>
                    <a:pt x="33837" y="8049"/>
                    <a:pt x="25971" y="140"/>
                    <a:pt x="16895" y="14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B7500536-5230-BEDD-703F-2AAAA8CD60C4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0270869" y="7874640"/>
              <a:ext cx="117682" cy="209890"/>
            </a:xfrm>
            <a:custGeom>
              <a:avLst/>
              <a:gdLst>
                <a:gd name="connsiteX0" fmla="*/ 33537 w 117682"/>
                <a:gd name="connsiteY0" fmla="*/ 105389 h 209890"/>
                <a:gd name="connsiteX1" fmla="*/ 65605 w 117682"/>
                <a:gd name="connsiteY1" fmla="*/ 108736 h 209890"/>
                <a:gd name="connsiteX2" fmla="*/ 96160 w 117682"/>
                <a:gd name="connsiteY2" fmla="*/ 153756 h 209890"/>
                <a:gd name="connsiteX3" fmla="*/ 56529 w 117682"/>
                <a:gd name="connsiteY3" fmla="*/ 199080 h 209890"/>
                <a:gd name="connsiteX4" fmla="*/ 31117 w 117682"/>
                <a:gd name="connsiteY4" fmla="*/ 189650 h 209890"/>
                <a:gd name="connsiteX5" fmla="*/ 11755 w 117682"/>
                <a:gd name="connsiteY5" fmla="*/ 182045 h 209890"/>
                <a:gd name="connsiteX6" fmla="*/ 259 w 117682"/>
                <a:gd name="connsiteY6" fmla="*/ 192692 h 209890"/>
                <a:gd name="connsiteX7" fmla="*/ 34444 w 117682"/>
                <a:gd name="connsiteY7" fmla="*/ 210031 h 209890"/>
                <a:gd name="connsiteX8" fmla="*/ 95857 w 117682"/>
                <a:gd name="connsiteY8" fmla="*/ 189650 h 209890"/>
                <a:gd name="connsiteX9" fmla="*/ 117942 w 117682"/>
                <a:gd name="connsiteY9" fmla="*/ 139154 h 209890"/>
                <a:gd name="connsiteX10" fmla="*/ 104328 w 117682"/>
                <a:gd name="connsiteY10" fmla="*/ 99914 h 209890"/>
                <a:gd name="connsiteX11" fmla="*/ 79218 w 117682"/>
                <a:gd name="connsiteY11" fmla="*/ 83792 h 209890"/>
                <a:gd name="connsiteX12" fmla="*/ 107656 w 117682"/>
                <a:gd name="connsiteY12" fmla="*/ 41814 h 209890"/>
                <a:gd name="connsiteX13" fmla="*/ 60462 w 117682"/>
                <a:gd name="connsiteY13" fmla="*/ 140 h 209890"/>
                <a:gd name="connsiteX14" fmla="*/ 21133 w 117682"/>
                <a:gd name="connsiteY14" fmla="*/ 15045 h 209890"/>
                <a:gd name="connsiteX15" fmla="*/ 864 w 117682"/>
                <a:gd name="connsiteY15" fmla="*/ 49419 h 209890"/>
                <a:gd name="connsiteX16" fmla="*/ 5402 w 117682"/>
                <a:gd name="connsiteY16" fmla="*/ 50635 h 209890"/>
                <a:gd name="connsiteX17" fmla="*/ 50478 w 117682"/>
                <a:gd name="connsiteY17" fmla="*/ 18391 h 209890"/>
                <a:gd name="connsiteX18" fmla="*/ 83756 w 117682"/>
                <a:gd name="connsiteY18" fmla="*/ 50940 h 209890"/>
                <a:gd name="connsiteX19" fmla="*/ 71655 w 117682"/>
                <a:gd name="connsiteY19" fmla="*/ 80446 h 209890"/>
                <a:gd name="connsiteX20" fmla="*/ 33537 w 117682"/>
                <a:gd name="connsiteY20" fmla="*/ 101435 h 209890"/>
                <a:gd name="connsiteX21" fmla="*/ 33537 w 117682"/>
                <a:gd name="connsiteY21" fmla="*/ 105389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9890">
                  <a:moveTo>
                    <a:pt x="33537" y="105389"/>
                  </a:moveTo>
                  <a:cubicBezTo>
                    <a:pt x="51386" y="105389"/>
                    <a:pt x="58344" y="105998"/>
                    <a:pt x="65605" y="108736"/>
                  </a:cubicBezTo>
                  <a:cubicBezTo>
                    <a:pt x="84361" y="115428"/>
                    <a:pt x="96160" y="132767"/>
                    <a:pt x="96160" y="153756"/>
                  </a:cubicBezTo>
                  <a:cubicBezTo>
                    <a:pt x="96160" y="179307"/>
                    <a:pt x="78916" y="199080"/>
                    <a:pt x="56529" y="199080"/>
                  </a:cubicBezTo>
                  <a:cubicBezTo>
                    <a:pt x="48361" y="199080"/>
                    <a:pt x="42310" y="196950"/>
                    <a:pt x="31117" y="189650"/>
                  </a:cubicBezTo>
                  <a:cubicBezTo>
                    <a:pt x="22041" y="184174"/>
                    <a:pt x="16898" y="182045"/>
                    <a:pt x="11755" y="182045"/>
                  </a:cubicBezTo>
                  <a:cubicBezTo>
                    <a:pt x="4797" y="182045"/>
                    <a:pt x="259" y="186304"/>
                    <a:pt x="259" y="192692"/>
                  </a:cubicBezTo>
                  <a:cubicBezTo>
                    <a:pt x="259" y="203338"/>
                    <a:pt x="13267" y="210031"/>
                    <a:pt x="34444" y="210031"/>
                  </a:cubicBezTo>
                  <a:cubicBezTo>
                    <a:pt x="57739" y="210031"/>
                    <a:pt x="81639" y="202122"/>
                    <a:pt x="95857" y="189650"/>
                  </a:cubicBezTo>
                  <a:cubicBezTo>
                    <a:pt x="110076" y="177178"/>
                    <a:pt x="117942" y="159535"/>
                    <a:pt x="117942" y="139154"/>
                  </a:cubicBezTo>
                  <a:cubicBezTo>
                    <a:pt x="117942" y="123641"/>
                    <a:pt x="113101" y="109344"/>
                    <a:pt x="104328" y="99914"/>
                  </a:cubicBezTo>
                  <a:cubicBezTo>
                    <a:pt x="98277" y="93222"/>
                    <a:pt x="92529" y="89572"/>
                    <a:pt x="79218" y="83792"/>
                  </a:cubicBezTo>
                  <a:cubicBezTo>
                    <a:pt x="100093" y="69495"/>
                    <a:pt x="107656" y="58240"/>
                    <a:pt x="107656" y="41814"/>
                  </a:cubicBezTo>
                  <a:cubicBezTo>
                    <a:pt x="107656" y="17175"/>
                    <a:pt x="88294" y="140"/>
                    <a:pt x="60462" y="140"/>
                  </a:cubicBezTo>
                  <a:cubicBezTo>
                    <a:pt x="45335" y="140"/>
                    <a:pt x="32024" y="5311"/>
                    <a:pt x="21133" y="15045"/>
                  </a:cubicBezTo>
                  <a:cubicBezTo>
                    <a:pt x="12057" y="23258"/>
                    <a:pt x="7519" y="31167"/>
                    <a:pt x="864" y="49419"/>
                  </a:cubicBezTo>
                  <a:lnTo>
                    <a:pt x="5402" y="50635"/>
                  </a:lnTo>
                  <a:cubicBezTo>
                    <a:pt x="17805" y="28430"/>
                    <a:pt x="31419" y="18391"/>
                    <a:pt x="50478" y="18391"/>
                  </a:cubicBezTo>
                  <a:cubicBezTo>
                    <a:pt x="70143" y="18391"/>
                    <a:pt x="83756" y="31776"/>
                    <a:pt x="83756" y="50940"/>
                  </a:cubicBezTo>
                  <a:cubicBezTo>
                    <a:pt x="83756" y="61890"/>
                    <a:pt x="79218" y="72841"/>
                    <a:pt x="71655" y="80446"/>
                  </a:cubicBezTo>
                  <a:cubicBezTo>
                    <a:pt x="62579" y="89572"/>
                    <a:pt x="54109" y="94135"/>
                    <a:pt x="33537" y="101435"/>
                  </a:cubicBezTo>
                  <a:lnTo>
                    <a:pt x="33537" y="1053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14B5BD10-C3ED-830F-51CE-BA0FDE39944A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10426633" y="7874640"/>
              <a:ext cx="117682" cy="209890"/>
            </a:xfrm>
            <a:custGeom>
              <a:avLst/>
              <a:gdLst>
                <a:gd name="connsiteX0" fmla="*/ 71055 w 117682"/>
                <a:gd name="connsiteY0" fmla="*/ 92918 h 209890"/>
                <a:gd name="connsiteX1" fmla="*/ 111594 w 117682"/>
                <a:gd name="connsiteY1" fmla="*/ 43335 h 209890"/>
                <a:gd name="connsiteX2" fmla="*/ 59559 w 117682"/>
                <a:gd name="connsiteY2" fmla="*/ 140 h 209890"/>
                <a:gd name="connsiteX3" fmla="*/ 2079 w 117682"/>
                <a:gd name="connsiteY3" fmla="*/ 48202 h 209890"/>
                <a:gd name="connsiteX4" fmla="*/ 39592 w 117682"/>
                <a:gd name="connsiteY4" fmla="*/ 104781 h 209890"/>
                <a:gd name="connsiteX5" fmla="*/ 264 w 117682"/>
                <a:gd name="connsiteY5" fmla="*/ 159839 h 209890"/>
                <a:gd name="connsiteX6" fmla="*/ 58349 w 117682"/>
                <a:gd name="connsiteY6" fmla="*/ 210031 h 209890"/>
                <a:gd name="connsiteX7" fmla="*/ 117947 w 117682"/>
                <a:gd name="connsiteY7" fmla="*/ 158623 h 209890"/>
                <a:gd name="connsiteX8" fmla="*/ 71055 w 117682"/>
                <a:gd name="connsiteY8" fmla="*/ 92918 h 209890"/>
                <a:gd name="connsiteX9" fmla="*/ 65610 w 117682"/>
                <a:gd name="connsiteY9" fmla="*/ 124249 h 209890"/>
                <a:gd name="connsiteX10" fmla="*/ 94955 w 117682"/>
                <a:gd name="connsiteY10" fmla="*/ 168052 h 209890"/>
                <a:gd name="connsiteX11" fmla="*/ 61677 w 117682"/>
                <a:gd name="connsiteY11" fmla="*/ 201513 h 209890"/>
                <a:gd name="connsiteX12" fmla="*/ 23256 w 117682"/>
                <a:gd name="connsiteY12" fmla="*/ 157406 h 209890"/>
                <a:gd name="connsiteX13" fmla="*/ 47458 w 117682"/>
                <a:gd name="connsiteY13" fmla="*/ 110865 h 209890"/>
                <a:gd name="connsiteX14" fmla="*/ 65610 w 117682"/>
                <a:gd name="connsiteY14" fmla="*/ 124249 h 209890"/>
                <a:gd name="connsiteX15" fmla="*/ 62282 w 117682"/>
                <a:gd name="connsiteY15" fmla="*/ 87442 h 209890"/>
                <a:gd name="connsiteX16" fmla="*/ 24466 w 117682"/>
                <a:gd name="connsiteY16" fmla="*/ 38772 h 209890"/>
                <a:gd name="connsiteX17" fmla="*/ 57139 w 117682"/>
                <a:gd name="connsiteY17" fmla="*/ 8657 h 209890"/>
                <a:gd name="connsiteX18" fmla="*/ 90719 w 117682"/>
                <a:gd name="connsiteY18" fmla="*/ 43031 h 209890"/>
                <a:gd name="connsiteX19" fmla="*/ 65005 w 117682"/>
                <a:gd name="connsiteY19" fmla="*/ 85617 h 209890"/>
                <a:gd name="connsiteX20" fmla="*/ 62282 w 117682"/>
                <a:gd name="connsiteY20" fmla="*/ 8744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9890">
                  <a:moveTo>
                    <a:pt x="71055" y="92918"/>
                  </a:moveTo>
                  <a:cubicBezTo>
                    <a:pt x="101005" y="76796"/>
                    <a:pt x="111594" y="64020"/>
                    <a:pt x="111594" y="43335"/>
                  </a:cubicBezTo>
                  <a:cubicBezTo>
                    <a:pt x="111594" y="18391"/>
                    <a:pt x="89812" y="140"/>
                    <a:pt x="59559" y="140"/>
                  </a:cubicBezTo>
                  <a:cubicBezTo>
                    <a:pt x="26584" y="140"/>
                    <a:pt x="2079" y="20521"/>
                    <a:pt x="2079" y="48202"/>
                  </a:cubicBezTo>
                  <a:cubicBezTo>
                    <a:pt x="2079" y="67974"/>
                    <a:pt x="7827" y="76796"/>
                    <a:pt x="39592" y="104781"/>
                  </a:cubicBezTo>
                  <a:cubicBezTo>
                    <a:pt x="6919" y="129725"/>
                    <a:pt x="264" y="139154"/>
                    <a:pt x="264" y="159839"/>
                  </a:cubicBezTo>
                  <a:cubicBezTo>
                    <a:pt x="264" y="189346"/>
                    <a:pt x="24163" y="210031"/>
                    <a:pt x="58349" y="210031"/>
                  </a:cubicBezTo>
                  <a:cubicBezTo>
                    <a:pt x="94652" y="210031"/>
                    <a:pt x="117947" y="189954"/>
                    <a:pt x="117947" y="158623"/>
                  </a:cubicBezTo>
                  <a:cubicBezTo>
                    <a:pt x="117947" y="135200"/>
                    <a:pt x="107661" y="120295"/>
                    <a:pt x="71055" y="92918"/>
                  </a:cubicBezTo>
                  <a:close/>
                  <a:moveTo>
                    <a:pt x="65610" y="124249"/>
                  </a:moveTo>
                  <a:cubicBezTo>
                    <a:pt x="87694" y="140067"/>
                    <a:pt x="94955" y="151018"/>
                    <a:pt x="94955" y="168052"/>
                  </a:cubicBezTo>
                  <a:cubicBezTo>
                    <a:pt x="94955" y="187825"/>
                    <a:pt x="81341" y="201513"/>
                    <a:pt x="61677" y="201513"/>
                  </a:cubicBezTo>
                  <a:cubicBezTo>
                    <a:pt x="38685" y="201513"/>
                    <a:pt x="23256" y="183870"/>
                    <a:pt x="23256" y="157406"/>
                  </a:cubicBezTo>
                  <a:cubicBezTo>
                    <a:pt x="23256" y="137938"/>
                    <a:pt x="29911" y="125162"/>
                    <a:pt x="47458" y="110865"/>
                  </a:cubicBezTo>
                  <a:lnTo>
                    <a:pt x="65610" y="124249"/>
                  </a:lnTo>
                  <a:close/>
                  <a:moveTo>
                    <a:pt x="62282" y="87442"/>
                  </a:moveTo>
                  <a:cubicBezTo>
                    <a:pt x="35357" y="69799"/>
                    <a:pt x="24466" y="55807"/>
                    <a:pt x="24466" y="38772"/>
                  </a:cubicBezTo>
                  <a:cubicBezTo>
                    <a:pt x="24466" y="21129"/>
                    <a:pt x="38080" y="8657"/>
                    <a:pt x="57139" y="8657"/>
                  </a:cubicBezTo>
                  <a:cubicBezTo>
                    <a:pt x="77711" y="8657"/>
                    <a:pt x="90719" y="22042"/>
                    <a:pt x="90719" y="43031"/>
                  </a:cubicBezTo>
                  <a:cubicBezTo>
                    <a:pt x="90719" y="60370"/>
                    <a:pt x="82249" y="74058"/>
                    <a:pt x="65005" y="85617"/>
                  </a:cubicBezTo>
                  <a:cubicBezTo>
                    <a:pt x="63492" y="86530"/>
                    <a:pt x="63492" y="86530"/>
                    <a:pt x="62282" y="8744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34A8AA23-D213-FC27-9798-C796534EE28A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10910014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3B6E8048-2A79-66C0-F7FC-0CD936816603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11200789" y="7878899"/>
              <a:ext cx="129783" cy="203806"/>
            </a:xfrm>
            <a:custGeom>
              <a:avLst/>
              <a:gdLst>
                <a:gd name="connsiteX0" fmla="*/ 130074 w 129783"/>
                <a:gd name="connsiteY0" fmla="*/ 140 h 203806"/>
                <a:gd name="connsiteX1" fmla="*/ 18139 w 129783"/>
                <a:gd name="connsiteY1" fmla="*/ 140 h 203806"/>
                <a:gd name="connsiteX2" fmla="*/ 290 w 129783"/>
                <a:gd name="connsiteY2" fmla="*/ 44856 h 203806"/>
                <a:gd name="connsiteX3" fmla="*/ 5433 w 129783"/>
                <a:gd name="connsiteY3" fmla="*/ 47289 h 203806"/>
                <a:gd name="connsiteX4" fmla="*/ 40526 w 129783"/>
                <a:gd name="connsiteY4" fmla="*/ 22650 h 203806"/>
                <a:gd name="connsiteX5" fmla="*/ 106174 w 129783"/>
                <a:gd name="connsiteY5" fmla="*/ 22650 h 203806"/>
                <a:gd name="connsiteX6" fmla="*/ 46274 w 129783"/>
                <a:gd name="connsiteY6" fmla="*/ 203947 h 203806"/>
                <a:gd name="connsiteX7" fmla="*/ 65938 w 129783"/>
                <a:gd name="connsiteY7" fmla="*/ 203947 h 203806"/>
                <a:gd name="connsiteX8" fmla="*/ 130074 w 129783"/>
                <a:gd name="connsiteY8" fmla="*/ 5007 h 203806"/>
                <a:gd name="connsiteX9" fmla="*/ 130074 w 129783"/>
                <a:gd name="connsiteY9" fmla="*/ 140 h 20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3806">
                  <a:moveTo>
                    <a:pt x="130074" y="140"/>
                  </a:moveTo>
                  <a:lnTo>
                    <a:pt x="18139" y="140"/>
                  </a:lnTo>
                  <a:lnTo>
                    <a:pt x="290" y="44856"/>
                  </a:lnTo>
                  <a:lnTo>
                    <a:pt x="5433" y="47289"/>
                  </a:lnTo>
                  <a:cubicBezTo>
                    <a:pt x="18441" y="26605"/>
                    <a:pt x="23887" y="22650"/>
                    <a:pt x="40526" y="22650"/>
                  </a:cubicBezTo>
                  <a:lnTo>
                    <a:pt x="106174" y="22650"/>
                  </a:lnTo>
                  <a:lnTo>
                    <a:pt x="46274" y="203947"/>
                  </a:lnTo>
                  <a:lnTo>
                    <a:pt x="65938" y="203947"/>
                  </a:lnTo>
                  <a:lnTo>
                    <a:pt x="130074" y="5007"/>
                  </a:lnTo>
                  <a:lnTo>
                    <a:pt x="130074" y="14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7817FE42-8BC5-5F0E-5F9C-E51D0C08BE97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11367746" y="8049853"/>
              <a:ext cx="33580" cy="33764"/>
            </a:xfrm>
            <a:custGeom>
              <a:avLst/>
              <a:gdLst>
                <a:gd name="connsiteX0" fmla="*/ 16934 w 33580"/>
                <a:gd name="connsiteY0" fmla="*/ 140 h 33764"/>
                <a:gd name="connsiteX1" fmla="*/ 295 w 33580"/>
                <a:gd name="connsiteY1" fmla="*/ 17479 h 33764"/>
                <a:gd name="connsiteX2" fmla="*/ 16631 w 33580"/>
                <a:gd name="connsiteY2" fmla="*/ 33905 h 33764"/>
                <a:gd name="connsiteX3" fmla="*/ 33875 w 33580"/>
                <a:gd name="connsiteY3" fmla="*/ 17479 h 33764"/>
                <a:gd name="connsiteX4" fmla="*/ 16934 w 33580"/>
                <a:gd name="connsiteY4" fmla="*/ 140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34" y="140"/>
                  </a:moveTo>
                  <a:cubicBezTo>
                    <a:pt x="7858" y="140"/>
                    <a:pt x="295" y="8049"/>
                    <a:pt x="295" y="17479"/>
                  </a:cubicBezTo>
                  <a:cubicBezTo>
                    <a:pt x="295" y="26300"/>
                    <a:pt x="7858" y="33905"/>
                    <a:pt x="16631" y="33905"/>
                  </a:cubicBezTo>
                  <a:cubicBezTo>
                    <a:pt x="26009" y="33905"/>
                    <a:pt x="33875" y="26300"/>
                    <a:pt x="33875" y="17479"/>
                  </a:cubicBezTo>
                  <a:cubicBezTo>
                    <a:pt x="33875" y="8049"/>
                    <a:pt x="26009" y="140"/>
                    <a:pt x="16934" y="14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30D40714-10E4-7AA6-FE2F-2553336B37CD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11432165" y="7870990"/>
              <a:ext cx="122825" cy="213540"/>
            </a:xfrm>
            <a:custGeom>
              <a:avLst/>
              <a:gdLst>
                <a:gd name="connsiteX0" fmla="*/ 45374 w 122825"/>
                <a:gd name="connsiteY0" fmla="*/ 32080 h 213540"/>
                <a:gd name="connsiteX1" fmla="*/ 104669 w 122825"/>
                <a:gd name="connsiteY1" fmla="*/ 32080 h 213540"/>
                <a:gd name="connsiteX2" fmla="*/ 111627 w 122825"/>
                <a:gd name="connsiteY2" fmla="*/ 29342 h 213540"/>
                <a:gd name="connsiteX3" fmla="*/ 123123 w 122825"/>
                <a:gd name="connsiteY3" fmla="*/ 2269 h 213540"/>
                <a:gd name="connsiteX4" fmla="*/ 120400 w 122825"/>
                <a:gd name="connsiteY4" fmla="*/ 140 h 213540"/>
                <a:gd name="connsiteX5" fmla="*/ 106484 w 122825"/>
                <a:gd name="connsiteY5" fmla="*/ 8049 h 213540"/>
                <a:gd name="connsiteX6" fmla="*/ 43256 w 122825"/>
                <a:gd name="connsiteY6" fmla="*/ 8049 h 213540"/>
                <a:gd name="connsiteX7" fmla="*/ 10280 w 122825"/>
                <a:gd name="connsiteY7" fmla="*/ 80142 h 213540"/>
                <a:gd name="connsiteX8" fmla="*/ 9978 w 122825"/>
                <a:gd name="connsiteY8" fmla="*/ 81663 h 213540"/>
                <a:gd name="connsiteX9" fmla="*/ 13608 w 122825"/>
                <a:gd name="connsiteY9" fmla="*/ 84096 h 213540"/>
                <a:gd name="connsiteX10" fmla="*/ 47794 w 122825"/>
                <a:gd name="connsiteY10" fmla="*/ 90180 h 213540"/>
                <a:gd name="connsiteX11" fmla="*/ 98618 w 122825"/>
                <a:gd name="connsiteY11" fmla="*/ 150409 h 213540"/>
                <a:gd name="connsiteX12" fmla="*/ 56567 w 122825"/>
                <a:gd name="connsiteY12" fmla="*/ 202426 h 213540"/>
                <a:gd name="connsiteX13" fmla="*/ 36298 w 122825"/>
                <a:gd name="connsiteY13" fmla="*/ 193604 h 213540"/>
                <a:gd name="connsiteX14" fmla="*/ 13306 w 122825"/>
                <a:gd name="connsiteY14" fmla="*/ 183566 h 213540"/>
                <a:gd name="connsiteX15" fmla="*/ 297 w 122825"/>
                <a:gd name="connsiteY15" fmla="*/ 194821 h 213540"/>
                <a:gd name="connsiteX16" fmla="*/ 37205 w 122825"/>
                <a:gd name="connsiteY16" fmla="*/ 213681 h 213540"/>
                <a:gd name="connsiteX17" fmla="*/ 99526 w 122825"/>
                <a:gd name="connsiteY17" fmla="*/ 189954 h 213540"/>
                <a:gd name="connsiteX18" fmla="*/ 119795 w 122825"/>
                <a:gd name="connsiteY18" fmla="*/ 135808 h 213540"/>
                <a:gd name="connsiteX19" fmla="*/ 98921 w 122825"/>
                <a:gd name="connsiteY19" fmla="*/ 84705 h 213540"/>
                <a:gd name="connsiteX20" fmla="*/ 32667 w 122825"/>
                <a:gd name="connsiteY20" fmla="*/ 57936 h 213540"/>
                <a:gd name="connsiteX21" fmla="*/ 45374 w 122825"/>
                <a:gd name="connsiteY21" fmla="*/ 32080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374" y="32080"/>
                  </a:moveTo>
                  <a:lnTo>
                    <a:pt x="104669" y="32080"/>
                  </a:lnTo>
                  <a:cubicBezTo>
                    <a:pt x="109509" y="32080"/>
                    <a:pt x="110719" y="31472"/>
                    <a:pt x="111627" y="29342"/>
                  </a:cubicBezTo>
                  <a:lnTo>
                    <a:pt x="123123" y="2269"/>
                  </a:lnTo>
                  <a:lnTo>
                    <a:pt x="120400" y="140"/>
                  </a:lnTo>
                  <a:cubicBezTo>
                    <a:pt x="115862" y="6528"/>
                    <a:pt x="112837" y="8049"/>
                    <a:pt x="106484" y="8049"/>
                  </a:cubicBezTo>
                  <a:lnTo>
                    <a:pt x="43256" y="8049"/>
                  </a:lnTo>
                  <a:lnTo>
                    <a:pt x="10280" y="80142"/>
                  </a:lnTo>
                  <a:cubicBezTo>
                    <a:pt x="9978" y="80750"/>
                    <a:pt x="9978" y="81054"/>
                    <a:pt x="9978" y="81663"/>
                  </a:cubicBezTo>
                  <a:cubicBezTo>
                    <a:pt x="9978" y="83184"/>
                    <a:pt x="11188" y="84096"/>
                    <a:pt x="13608" y="84096"/>
                  </a:cubicBezTo>
                  <a:cubicBezTo>
                    <a:pt x="23289" y="84096"/>
                    <a:pt x="35390" y="86226"/>
                    <a:pt x="47794" y="90180"/>
                  </a:cubicBezTo>
                  <a:cubicBezTo>
                    <a:pt x="82584" y="101435"/>
                    <a:pt x="98618" y="120295"/>
                    <a:pt x="98618" y="150409"/>
                  </a:cubicBezTo>
                  <a:cubicBezTo>
                    <a:pt x="98618" y="179612"/>
                    <a:pt x="80164" y="202426"/>
                    <a:pt x="56567" y="202426"/>
                  </a:cubicBezTo>
                  <a:cubicBezTo>
                    <a:pt x="50516" y="202426"/>
                    <a:pt x="45374" y="200296"/>
                    <a:pt x="36298" y="193604"/>
                  </a:cubicBezTo>
                  <a:cubicBezTo>
                    <a:pt x="26617" y="186608"/>
                    <a:pt x="19659" y="183566"/>
                    <a:pt x="13306" y="183566"/>
                  </a:cubicBezTo>
                  <a:cubicBezTo>
                    <a:pt x="4532" y="183566"/>
                    <a:pt x="297" y="187216"/>
                    <a:pt x="297" y="194821"/>
                  </a:cubicBezTo>
                  <a:cubicBezTo>
                    <a:pt x="297" y="206380"/>
                    <a:pt x="14516" y="213681"/>
                    <a:pt x="37205" y="213681"/>
                  </a:cubicBezTo>
                  <a:cubicBezTo>
                    <a:pt x="62618" y="213681"/>
                    <a:pt x="84399" y="205468"/>
                    <a:pt x="99526" y="189954"/>
                  </a:cubicBezTo>
                  <a:cubicBezTo>
                    <a:pt x="113442" y="176266"/>
                    <a:pt x="119795" y="158927"/>
                    <a:pt x="119795" y="135808"/>
                  </a:cubicBezTo>
                  <a:cubicBezTo>
                    <a:pt x="119795" y="113907"/>
                    <a:pt x="114047" y="99914"/>
                    <a:pt x="98921" y="84705"/>
                  </a:cubicBezTo>
                  <a:cubicBezTo>
                    <a:pt x="85610" y="71320"/>
                    <a:pt x="68366" y="64324"/>
                    <a:pt x="32667" y="57936"/>
                  </a:cubicBezTo>
                  <a:lnTo>
                    <a:pt x="45374" y="3208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3DA0C6E0-FC62-DD9E-517D-F4E55168E5FA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1591257" y="7874640"/>
              <a:ext cx="117682" cy="209890"/>
            </a:xfrm>
            <a:custGeom>
              <a:avLst/>
              <a:gdLst>
                <a:gd name="connsiteX0" fmla="*/ 71093 w 117682"/>
                <a:gd name="connsiteY0" fmla="*/ 92918 h 209890"/>
                <a:gd name="connsiteX1" fmla="*/ 111632 w 117682"/>
                <a:gd name="connsiteY1" fmla="*/ 43335 h 209890"/>
                <a:gd name="connsiteX2" fmla="*/ 59597 w 117682"/>
                <a:gd name="connsiteY2" fmla="*/ 140 h 209890"/>
                <a:gd name="connsiteX3" fmla="*/ 2117 w 117682"/>
                <a:gd name="connsiteY3" fmla="*/ 48202 h 209890"/>
                <a:gd name="connsiteX4" fmla="*/ 39630 w 117682"/>
                <a:gd name="connsiteY4" fmla="*/ 104781 h 209890"/>
                <a:gd name="connsiteX5" fmla="*/ 302 w 117682"/>
                <a:gd name="connsiteY5" fmla="*/ 159839 h 209890"/>
                <a:gd name="connsiteX6" fmla="*/ 58387 w 117682"/>
                <a:gd name="connsiteY6" fmla="*/ 210031 h 209890"/>
                <a:gd name="connsiteX7" fmla="*/ 117985 w 117682"/>
                <a:gd name="connsiteY7" fmla="*/ 158623 h 209890"/>
                <a:gd name="connsiteX8" fmla="*/ 71093 w 117682"/>
                <a:gd name="connsiteY8" fmla="*/ 92918 h 209890"/>
                <a:gd name="connsiteX9" fmla="*/ 65648 w 117682"/>
                <a:gd name="connsiteY9" fmla="*/ 124249 h 209890"/>
                <a:gd name="connsiteX10" fmla="*/ 94993 w 117682"/>
                <a:gd name="connsiteY10" fmla="*/ 168052 h 209890"/>
                <a:gd name="connsiteX11" fmla="*/ 61715 w 117682"/>
                <a:gd name="connsiteY11" fmla="*/ 201513 h 209890"/>
                <a:gd name="connsiteX12" fmla="*/ 23294 w 117682"/>
                <a:gd name="connsiteY12" fmla="*/ 157406 h 209890"/>
                <a:gd name="connsiteX13" fmla="*/ 47496 w 117682"/>
                <a:gd name="connsiteY13" fmla="*/ 110865 h 209890"/>
                <a:gd name="connsiteX14" fmla="*/ 65648 w 117682"/>
                <a:gd name="connsiteY14" fmla="*/ 124249 h 209890"/>
                <a:gd name="connsiteX15" fmla="*/ 62320 w 117682"/>
                <a:gd name="connsiteY15" fmla="*/ 87442 h 209890"/>
                <a:gd name="connsiteX16" fmla="*/ 24504 w 117682"/>
                <a:gd name="connsiteY16" fmla="*/ 38772 h 209890"/>
                <a:gd name="connsiteX17" fmla="*/ 57177 w 117682"/>
                <a:gd name="connsiteY17" fmla="*/ 8657 h 209890"/>
                <a:gd name="connsiteX18" fmla="*/ 90757 w 117682"/>
                <a:gd name="connsiteY18" fmla="*/ 43031 h 209890"/>
                <a:gd name="connsiteX19" fmla="*/ 65043 w 117682"/>
                <a:gd name="connsiteY19" fmla="*/ 85617 h 209890"/>
                <a:gd name="connsiteX20" fmla="*/ 62320 w 117682"/>
                <a:gd name="connsiteY20" fmla="*/ 87442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9890">
                  <a:moveTo>
                    <a:pt x="71093" y="92918"/>
                  </a:moveTo>
                  <a:cubicBezTo>
                    <a:pt x="101043" y="76796"/>
                    <a:pt x="111632" y="64020"/>
                    <a:pt x="111632" y="43335"/>
                  </a:cubicBezTo>
                  <a:cubicBezTo>
                    <a:pt x="111632" y="18391"/>
                    <a:pt x="89850" y="140"/>
                    <a:pt x="59597" y="140"/>
                  </a:cubicBezTo>
                  <a:cubicBezTo>
                    <a:pt x="26622" y="140"/>
                    <a:pt x="2117" y="20521"/>
                    <a:pt x="2117" y="48202"/>
                  </a:cubicBezTo>
                  <a:cubicBezTo>
                    <a:pt x="2117" y="67974"/>
                    <a:pt x="7865" y="76796"/>
                    <a:pt x="39630" y="104781"/>
                  </a:cubicBezTo>
                  <a:cubicBezTo>
                    <a:pt x="6958" y="129725"/>
                    <a:pt x="302" y="139154"/>
                    <a:pt x="302" y="159839"/>
                  </a:cubicBezTo>
                  <a:cubicBezTo>
                    <a:pt x="302" y="189346"/>
                    <a:pt x="24202" y="210031"/>
                    <a:pt x="58387" y="210031"/>
                  </a:cubicBezTo>
                  <a:cubicBezTo>
                    <a:pt x="94690" y="210031"/>
                    <a:pt x="117985" y="189954"/>
                    <a:pt x="117985" y="158623"/>
                  </a:cubicBezTo>
                  <a:cubicBezTo>
                    <a:pt x="117985" y="135200"/>
                    <a:pt x="107699" y="120295"/>
                    <a:pt x="71093" y="92918"/>
                  </a:cubicBezTo>
                  <a:close/>
                  <a:moveTo>
                    <a:pt x="65648" y="124249"/>
                  </a:moveTo>
                  <a:cubicBezTo>
                    <a:pt x="87732" y="140067"/>
                    <a:pt x="94993" y="151018"/>
                    <a:pt x="94993" y="168052"/>
                  </a:cubicBezTo>
                  <a:cubicBezTo>
                    <a:pt x="94993" y="187825"/>
                    <a:pt x="81379" y="201513"/>
                    <a:pt x="61715" y="201513"/>
                  </a:cubicBezTo>
                  <a:cubicBezTo>
                    <a:pt x="38723" y="201513"/>
                    <a:pt x="23294" y="183870"/>
                    <a:pt x="23294" y="157406"/>
                  </a:cubicBezTo>
                  <a:cubicBezTo>
                    <a:pt x="23294" y="137938"/>
                    <a:pt x="29950" y="125162"/>
                    <a:pt x="47496" y="110865"/>
                  </a:cubicBezTo>
                  <a:lnTo>
                    <a:pt x="65648" y="124249"/>
                  </a:lnTo>
                  <a:close/>
                  <a:moveTo>
                    <a:pt x="62320" y="87442"/>
                  </a:moveTo>
                  <a:cubicBezTo>
                    <a:pt x="35395" y="69799"/>
                    <a:pt x="24504" y="55807"/>
                    <a:pt x="24504" y="38772"/>
                  </a:cubicBezTo>
                  <a:cubicBezTo>
                    <a:pt x="24504" y="21129"/>
                    <a:pt x="38118" y="8657"/>
                    <a:pt x="57177" y="8657"/>
                  </a:cubicBezTo>
                  <a:cubicBezTo>
                    <a:pt x="77749" y="8657"/>
                    <a:pt x="90757" y="22042"/>
                    <a:pt x="90757" y="43031"/>
                  </a:cubicBezTo>
                  <a:cubicBezTo>
                    <a:pt x="90757" y="60370"/>
                    <a:pt x="82287" y="74058"/>
                    <a:pt x="65043" y="85617"/>
                  </a:cubicBezTo>
                  <a:cubicBezTo>
                    <a:pt x="63530" y="86530"/>
                    <a:pt x="63530" y="86530"/>
                    <a:pt x="62320" y="8744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01685353-8F51-0BBB-4E24-5ED575B0F3A4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1729776" y="7874640"/>
              <a:ext cx="139162" cy="205631"/>
            </a:xfrm>
            <a:custGeom>
              <a:avLst/>
              <a:gdLst>
                <a:gd name="connsiteX0" fmla="*/ 139469 w 139162"/>
                <a:gd name="connsiteY0" fmla="*/ 135504 h 205631"/>
                <a:gd name="connsiteX1" fmla="*/ 108612 w 139162"/>
                <a:gd name="connsiteY1" fmla="*/ 135504 h 205631"/>
                <a:gd name="connsiteX2" fmla="*/ 108612 w 139162"/>
                <a:gd name="connsiteY2" fmla="*/ 140 h 205631"/>
                <a:gd name="connsiteX3" fmla="*/ 95300 w 139162"/>
                <a:gd name="connsiteY3" fmla="*/ 140 h 205631"/>
                <a:gd name="connsiteX4" fmla="*/ 307 w 139162"/>
                <a:gd name="connsiteY4" fmla="*/ 135504 h 205631"/>
                <a:gd name="connsiteX5" fmla="*/ 307 w 139162"/>
                <a:gd name="connsiteY5" fmla="*/ 154972 h 205631"/>
                <a:gd name="connsiteX6" fmla="*/ 85317 w 139162"/>
                <a:gd name="connsiteY6" fmla="*/ 154972 h 205631"/>
                <a:gd name="connsiteX7" fmla="*/ 85317 w 139162"/>
                <a:gd name="connsiteY7" fmla="*/ 205772 h 205631"/>
                <a:gd name="connsiteX8" fmla="*/ 108612 w 139162"/>
                <a:gd name="connsiteY8" fmla="*/ 205772 h 205631"/>
                <a:gd name="connsiteX9" fmla="*/ 108612 w 139162"/>
                <a:gd name="connsiteY9" fmla="*/ 154972 h 205631"/>
                <a:gd name="connsiteX10" fmla="*/ 139469 w 139162"/>
                <a:gd name="connsiteY10" fmla="*/ 154972 h 205631"/>
                <a:gd name="connsiteX11" fmla="*/ 139469 w 139162"/>
                <a:gd name="connsiteY11" fmla="*/ 135504 h 205631"/>
                <a:gd name="connsiteX12" fmla="*/ 85014 w 139162"/>
                <a:gd name="connsiteY12" fmla="*/ 135504 h 205631"/>
                <a:gd name="connsiteX13" fmla="*/ 12408 w 139162"/>
                <a:gd name="connsiteY13" fmla="*/ 135504 h 205631"/>
                <a:gd name="connsiteX14" fmla="*/ 85014 w 139162"/>
                <a:gd name="connsiteY14" fmla="*/ 31167 h 205631"/>
                <a:gd name="connsiteX15" fmla="*/ 85014 w 139162"/>
                <a:gd name="connsiteY15" fmla="*/ 135504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5631">
                  <a:moveTo>
                    <a:pt x="139469" y="135504"/>
                  </a:moveTo>
                  <a:lnTo>
                    <a:pt x="108612" y="135504"/>
                  </a:lnTo>
                  <a:lnTo>
                    <a:pt x="108612" y="140"/>
                  </a:lnTo>
                  <a:lnTo>
                    <a:pt x="95300" y="140"/>
                  </a:lnTo>
                  <a:lnTo>
                    <a:pt x="307" y="135504"/>
                  </a:lnTo>
                  <a:lnTo>
                    <a:pt x="307" y="154972"/>
                  </a:lnTo>
                  <a:lnTo>
                    <a:pt x="85317" y="154972"/>
                  </a:lnTo>
                  <a:lnTo>
                    <a:pt x="85317" y="205772"/>
                  </a:lnTo>
                  <a:lnTo>
                    <a:pt x="108612" y="205772"/>
                  </a:lnTo>
                  <a:lnTo>
                    <a:pt x="108612" y="154972"/>
                  </a:lnTo>
                  <a:lnTo>
                    <a:pt x="139469" y="154972"/>
                  </a:lnTo>
                  <a:lnTo>
                    <a:pt x="139469" y="135504"/>
                  </a:lnTo>
                  <a:close/>
                  <a:moveTo>
                    <a:pt x="85014" y="135504"/>
                  </a:moveTo>
                  <a:lnTo>
                    <a:pt x="12408" y="135504"/>
                  </a:lnTo>
                  <a:lnTo>
                    <a:pt x="85014" y="31167"/>
                  </a:lnTo>
                  <a:lnTo>
                    <a:pt x="85014" y="13550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E2795481-D643-C413-E952-18EA605220D4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2150554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465CCD58-D12D-2FF4-C730-B0FB5454DC52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2392943" y="7874640"/>
              <a:ext cx="85615" cy="205631"/>
            </a:xfrm>
            <a:custGeom>
              <a:avLst/>
              <a:gdLst>
                <a:gd name="connsiteX0" fmla="*/ 54783 w 85615"/>
                <a:gd name="connsiteY0" fmla="*/ 140 h 205631"/>
                <a:gd name="connsiteX1" fmla="*/ 328 w 85615"/>
                <a:gd name="connsiteY1" fmla="*/ 27821 h 205631"/>
                <a:gd name="connsiteX2" fmla="*/ 328 w 85615"/>
                <a:gd name="connsiteY2" fmla="*/ 32080 h 205631"/>
                <a:gd name="connsiteX3" fmla="*/ 8496 w 85615"/>
                <a:gd name="connsiteY3" fmla="*/ 28734 h 205631"/>
                <a:gd name="connsiteX4" fmla="*/ 22110 w 85615"/>
                <a:gd name="connsiteY4" fmla="*/ 25388 h 205631"/>
                <a:gd name="connsiteX5" fmla="*/ 31185 w 85615"/>
                <a:gd name="connsiteY5" fmla="*/ 39685 h 205631"/>
                <a:gd name="connsiteX6" fmla="*/ 31185 w 85615"/>
                <a:gd name="connsiteY6" fmla="*/ 177482 h 205631"/>
                <a:gd name="connsiteX7" fmla="*/ 23925 w 85615"/>
                <a:gd name="connsiteY7" fmla="*/ 197255 h 205631"/>
                <a:gd name="connsiteX8" fmla="*/ 2445 w 85615"/>
                <a:gd name="connsiteY8" fmla="*/ 201209 h 205631"/>
                <a:gd name="connsiteX9" fmla="*/ 2445 w 85615"/>
                <a:gd name="connsiteY9" fmla="*/ 205772 h 205631"/>
                <a:gd name="connsiteX10" fmla="*/ 85943 w 85615"/>
                <a:gd name="connsiteY10" fmla="*/ 205772 h 205631"/>
                <a:gd name="connsiteX11" fmla="*/ 85943 w 85615"/>
                <a:gd name="connsiteY11" fmla="*/ 201209 h 205631"/>
                <a:gd name="connsiteX12" fmla="*/ 57203 w 85615"/>
                <a:gd name="connsiteY12" fmla="*/ 183262 h 205631"/>
                <a:gd name="connsiteX13" fmla="*/ 57203 w 85615"/>
                <a:gd name="connsiteY13" fmla="*/ 748 h 205631"/>
                <a:gd name="connsiteX14" fmla="*/ 54783 w 85615"/>
                <a:gd name="connsiteY14" fmla="*/ 140 h 205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5631">
                  <a:moveTo>
                    <a:pt x="54783" y="140"/>
                  </a:moveTo>
                  <a:lnTo>
                    <a:pt x="328" y="27821"/>
                  </a:lnTo>
                  <a:lnTo>
                    <a:pt x="328" y="32080"/>
                  </a:lnTo>
                  <a:cubicBezTo>
                    <a:pt x="3958" y="30559"/>
                    <a:pt x="7286" y="29342"/>
                    <a:pt x="8496" y="28734"/>
                  </a:cubicBezTo>
                  <a:cubicBezTo>
                    <a:pt x="13941" y="26605"/>
                    <a:pt x="19084" y="25388"/>
                    <a:pt x="22110" y="25388"/>
                  </a:cubicBezTo>
                  <a:cubicBezTo>
                    <a:pt x="28463" y="25388"/>
                    <a:pt x="31185" y="29951"/>
                    <a:pt x="31185" y="39685"/>
                  </a:cubicBezTo>
                  <a:lnTo>
                    <a:pt x="31185" y="177482"/>
                  </a:lnTo>
                  <a:cubicBezTo>
                    <a:pt x="31185" y="187521"/>
                    <a:pt x="28765" y="194517"/>
                    <a:pt x="23925" y="197255"/>
                  </a:cubicBezTo>
                  <a:cubicBezTo>
                    <a:pt x="19387" y="199992"/>
                    <a:pt x="15152" y="200905"/>
                    <a:pt x="2445" y="201209"/>
                  </a:cubicBezTo>
                  <a:lnTo>
                    <a:pt x="2445" y="205772"/>
                  </a:lnTo>
                  <a:lnTo>
                    <a:pt x="85943" y="205772"/>
                  </a:lnTo>
                  <a:lnTo>
                    <a:pt x="85943" y="201209"/>
                  </a:lnTo>
                  <a:cubicBezTo>
                    <a:pt x="62043" y="200905"/>
                    <a:pt x="57203" y="197863"/>
                    <a:pt x="57203" y="183262"/>
                  </a:cubicBezTo>
                  <a:lnTo>
                    <a:pt x="57203" y="748"/>
                  </a:lnTo>
                  <a:lnTo>
                    <a:pt x="54783" y="14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E0E45699-1AAC-2824-4161-23ADE9554188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2518454" y="7874640"/>
              <a:ext cx="136742" cy="209890"/>
            </a:xfrm>
            <a:custGeom>
              <a:avLst/>
              <a:gdLst>
                <a:gd name="connsiteX0" fmla="*/ 69914 w 136742"/>
                <a:gd name="connsiteY0" fmla="*/ 140 h 209890"/>
                <a:gd name="connsiteX1" fmla="*/ 29375 w 136742"/>
                <a:gd name="connsiteY1" fmla="*/ 15958 h 209890"/>
                <a:gd name="connsiteX2" fmla="*/ 333 w 136742"/>
                <a:gd name="connsiteY2" fmla="*/ 103564 h 209890"/>
                <a:gd name="connsiteX3" fmla="*/ 24535 w 136742"/>
                <a:gd name="connsiteY3" fmla="*/ 189346 h 209890"/>
                <a:gd name="connsiteX4" fmla="*/ 68704 w 136742"/>
                <a:gd name="connsiteY4" fmla="*/ 210031 h 209890"/>
                <a:gd name="connsiteX5" fmla="*/ 108032 w 136742"/>
                <a:gd name="connsiteY5" fmla="*/ 194213 h 209890"/>
                <a:gd name="connsiteX6" fmla="*/ 137075 w 136742"/>
                <a:gd name="connsiteY6" fmla="*/ 105389 h 209890"/>
                <a:gd name="connsiteX7" fmla="*/ 69914 w 136742"/>
                <a:gd name="connsiteY7" fmla="*/ 140 h 209890"/>
                <a:gd name="connsiteX8" fmla="*/ 69006 w 136742"/>
                <a:gd name="connsiteY8" fmla="*/ 8049 h 209890"/>
                <a:gd name="connsiteX9" fmla="*/ 108032 w 136742"/>
                <a:gd name="connsiteY9" fmla="*/ 105998 h 209890"/>
                <a:gd name="connsiteX10" fmla="*/ 68704 w 136742"/>
                <a:gd name="connsiteY10" fmla="*/ 202122 h 209890"/>
                <a:gd name="connsiteX11" fmla="*/ 29375 w 136742"/>
                <a:gd name="connsiteY11" fmla="*/ 106302 h 209890"/>
                <a:gd name="connsiteX12" fmla="*/ 69006 w 136742"/>
                <a:gd name="connsiteY12" fmla="*/ 8049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914" y="140"/>
                  </a:moveTo>
                  <a:cubicBezTo>
                    <a:pt x="53275" y="140"/>
                    <a:pt x="40569" y="5311"/>
                    <a:pt x="29375" y="15958"/>
                  </a:cubicBezTo>
                  <a:cubicBezTo>
                    <a:pt x="11829" y="32993"/>
                    <a:pt x="333" y="67974"/>
                    <a:pt x="333" y="103564"/>
                  </a:cubicBezTo>
                  <a:cubicBezTo>
                    <a:pt x="333" y="136721"/>
                    <a:pt x="10316" y="172311"/>
                    <a:pt x="24535" y="189346"/>
                  </a:cubicBezTo>
                  <a:cubicBezTo>
                    <a:pt x="35728" y="202730"/>
                    <a:pt x="51157" y="210031"/>
                    <a:pt x="68704" y="210031"/>
                  </a:cubicBezTo>
                  <a:cubicBezTo>
                    <a:pt x="84133" y="210031"/>
                    <a:pt x="97141" y="204859"/>
                    <a:pt x="108032" y="194213"/>
                  </a:cubicBezTo>
                  <a:cubicBezTo>
                    <a:pt x="125579" y="177482"/>
                    <a:pt x="137075" y="142196"/>
                    <a:pt x="137075" y="105389"/>
                  </a:cubicBezTo>
                  <a:cubicBezTo>
                    <a:pt x="137075" y="43031"/>
                    <a:pt x="109545" y="140"/>
                    <a:pt x="69914" y="140"/>
                  </a:cubicBezTo>
                  <a:close/>
                  <a:moveTo>
                    <a:pt x="69006" y="8049"/>
                  </a:moveTo>
                  <a:cubicBezTo>
                    <a:pt x="94419" y="8049"/>
                    <a:pt x="108032" y="42422"/>
                    <a:pt x="108032" y="105998"/>
                  </a:cubicBezTo>
                  <a:cubicBezTo>
                    <a:pt x="108032" y="169573"/>
                    <a:pt x="94721" y="202122"/>
                    <a:pt x="68704" y="202122"/>
                  </a:cubicBezTo>
                  <a:cubicBezTo>
                    <a:pt x="42687" y="202122"/>
                    <a:pt x="29375" y="169573"/>
                    <a:pt x="29375" y="106302"/>
                  </a:cubicBezTo>
                  <a:cubicBezTo>
                    <a:pt x="29375" y="41814"/>
                    <a:pt x="42989" y="8049"/>
                    <a:pt x="69006" y="804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BFCD9326-6A19-FDF2-18DB-981E2FE7F28D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2684201" y="8049853"/>
              <a:ext cx="33580" cy="33764"/>
            </a:xfrm>
            <a:custGeom>
              <a:avLst/>
              <a:gdLst>
                <a:gd name="connsiteX0" fmla="*/ 16977 w 33580"/>
                <a:gd name="connsiteY0" fmla="*/ 140 h 33764"/>
                <a:gd name="connsiteX1" fmla="*/ 338 w 33580"/>
                <a:gd name="connsiteY1" fmla="*/ 17479 h 33764"/>
                <a:gd name="connsiteX2" fmla="*/ 16674 w 33580"/>
                <a:gd name="connsiteY2" fmla="*/ 33905 h 33764"/>
                <a:gd name="connsiteX3" fmla="*/ 33918 w 33580"/>
                <a:gd name="connsiteY3" fmla="*/ 17479 h 33764"/>
                <a:gd name="connsiteX4" fmla="*/ 16977 w 33580"/>
                <a:gd name="connsiteY4" fmla="*/ 140 h 3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3764">
                  <a:moveTo>
                    <a:pt x="16977" y="140"/>
                  </a:moveTo>
                  <a:cubicBezTo>
                    <a:pt x="7901" y="140"/>
                    <a:pt x="338" y="8049"/>
                    <a:pt x="338" y="17479"/>
                  </a:cubicBezTo>
                  <a:cubicBezTo>
                    <a:pt x="338" y="26300"/>
                    <a:pt x="7901" y="33905"/>
                    <a:pt x="16674" y="33905"/>
                  </a:cubicBezTo>
                  <a:cubicBezTo>
                    <a:pt x="26053" y="33905"/>
                    <a:pt x="33918" y="26300"/>
                    <a:pt x="33918" y="17479"/>
                  </a:cubicBezTo>
                  <a:cubicBezTo>
                    <a:pt x="33918" y="8049"/>
                    <a:pt x="26053" y="140"/>
                    <a:pt x="16977" y="14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E44D443-A2F6-3B5F-2DF9-D720D40A87F7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2746200" y="7874640"/>
              <a:ext cx="136742" cy="209890"/>
            </a:xfrm>
            <a:custGeom>
              <a:avLst/>
              <a:gdLst>
                <a:gd name="connsiteX0" fmla="*/ 69921 w 136742"/>
                <a:gd name="connsiteY0" fmla="*/ 140 h 209890"/>
                <a:gd name="connsiteX1" fmla="*/ 29383 w 136742"/>
                <a:gd name="connsiteY1" fmla="*/ 15958 h 209890"/>
                <a:gd name="connsiteX2" fmla="*/ 340 w 136742"/>
                <a:gd name="connsiteY2" fmla="*/ 103564 h 209890"/>
                <a:gd name="connsiteX3" fmla="*/ 24542 w 136742"/>
                <a:gd name="connsiteY3" fmla="*/ 189346 h 209890"/>
                <a:gd name="connsiteX4" fmla="*/ 68711 w 136742"/>
                <a:gd name="connsiteY4" fmla="*/ 210031 h 209890"/>
                <a:gd name="connsiteX5" fmla="*/ 108040 w 136742"/>
                <a:gd name="connsiteY5" fmla="*/ 194213 h 209890"/>
                <a:gd name="connsiteX6" fmla="*/ 137082 w 136742"/>
                <a:gd name="connsiteY6" fmla="*/ 105389 h 209890"/>
                <a:gd name="connsiteX7" fmla="*/ 69921 w 136742"/>
                <a:gd name="connsiteY7" fmla="*/ 140 h 209890"/>
                <a:gd name="connsiteX8" fmla="*/ 69014 w 136742"/>
                <a:gd name="connsiteY8" fmla="*/ 8049 h 209890"/>
                <a:gd name="connsiteX9" fmla="*/ 108040 w 136742"/>
                <a:gd name="connsiteY9" fmla="*/ 105998 h 209890"/>
                <a:gd name="connsiteX10" fmla="*/ 68711 w 136742"/>
                <a:gd name="connsiteY10" fmla="*/ 202122 h 209890"/>
                <a:gd name="connsiteX11" fmla="*/ 29383 w 136742"/>
                <a:gd name="connsiteY11" fmla="*/ 106302 h 209890"/>
                <a:gd name="connsiteX12" fmla="*/ 69014 w 136742"/>
                <a:gd name="connsiteY12" fmla="*/ 8049 h 209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9890">
                  <a:moveTo>
                    <a:pt x="69921" y="140"/>
                  </a:moveTo>
                  <a:cubicBezTo>
                    <a:pt x="53282" y="140"/>
                    <a:pt x="40576" y="5311"/>
                    <a:pt x="29383" y="15958"/>
                  </a:cubicBezTo>
                  <a:cubicBezTo>
                    <a:pt x="11836" y="32993"/>
                    <a:pt x="340" y="67974"/>
                    <a:pt x="340" y="103564"/>
                  </a:cubicBezTo>
                  <a:cubicBezTo>
                    <a:pt x="340" y="136721"/>
                    <a:pt x="10324" y="172311"/>
                    <a:pt x="24542" y="189346"/>
                  </a:cubicBezTo>
                  <a:cubicBezTo>
                    <a:pt x="35736" y="202730"/>
                    <a:pt x="51165" y="210031"/>
                    <a:pt x="68711" y="210031"/>
                  </a:cubicBezTo>
                  <a:cubicBezTo>
                    <a:pt x="84140" y="210031"/>
                    <a:pt x="97149" y="204859"/>
                    <a:pt x="108040" y="194213"/>
                  </a:cubicBezTo>
                  <a:cubicBezTo>
                    <a:pt x="125586" y="177482"/>
                    <a:pt x="137082" y="142196"/>
                    <a:pt x="137082" y="105389"/>
                  </a:cubicBezTo>
                  <a:cubicBezTo>
                    <a:pt x="137082" y="43031"/>
                    <a:pt x="109552" y="140"/>
                    <a:pt x="69921" y="140"/>
                  </a:cubicBezTo>
                  <a:close/>
                  <a:moveTo>
                    <a:pt x="69014" y="8049"/>
                  </a:moveTo>
                  <a:cubicBezTo>
                    <a:pt x="94426" y="8049"/>
                    <a:pt x="108040" y="42422"/>
                    <a:pt x="108040" y="105998"/>
                  </a:cubicBezTo>
                  <a:cubicBezTo>
                    <a:pt x="108040" y="169573"/>
                    <a:pt x="94729" y="202122"/>
                    <a:pt x="68711" y="202122"/>
                  </a:cubicBezTo>
                  <a:cubicBezTo>
                    <a:pt x="42694" y="202122"/>
                    <a:pt x="29383" y="169573"/>
                    <a:pt x="29383" y="106302"/>
                  </a:cubicBezTo>
                  <a:cubicBezTo>
                    <a:pt x="29383" y="41814"/>
                    <a:pt x="42996" y="8049"/>
                    <a:pt x="69014" y="8049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C87E22BA-5698-99DB-2A35-6A8B17658530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2901055" y="7872207"/>
              <a:ext cx="131296" cy="212323"/>
            </a:xfrm>
            <a:custGeom>
              <a:avLst/>
              <a:gdLst>
                <a:gd name="connsiteX0" fmla="*/ 124986 w 131296"/>
                <a:gd name="connsiteY0" fmla="*/ 140 h 212323"/>
                <a:gd name="connsiteX1" fmla="*/ 50867 w 131296"/>
                <a:gd name="connsiteY1" fmla="*/ 24475 h 212323"/>
                <a:gd name="connsiteX2" fmla="*/ 345 w 131296"/>
                <a:gd name="connsiteY2" fmla="*/ 123337 h 212323"/>
                <a:gd name="connsiteX3" fmla="*/ 21522 w 131296"/>
                <a:gd name="connsiteY3" fmla="*/ 191779 h 212323"/>
                <a:gd name="connsiteX4" fmla="*/ 68111 w 131296"/>
                <a:gd name="connsiteY4" fmla="*/ 212464 h 212323"/>
                <a:gd name="connsiteX5" fmla="*/ 131642 w 131296"/>
                <a:gd name="connsiteY5" fmla="*/ 141588 h 212323"/>
                <a:gd name="connsiteX6" fmla="*/ 74767 w 131296"/>
                <a:gd name="connsiteY6" fmla="*/ 78012 h 212323"/>
                <a:gd name="connsiteX7" fmla="*/ 36043 w 131296"/>
                <a:gd name="connsiteY7" fmla="*/ 91701 h 212323"/>
                <a:gd name="connsiteX8" fmla="*/ 125591 w 131296"/>
                <a:gd name="connsiteY8" fmla="*/ 5007 h 212323"/>
                <a:gd name="connsiteX9" fmla="*/ 124986 w 131296"/>
                <a:gd name="connsiteY9" fmla="*/ 140 h 212323"/>
                <a:gd name="connsiteX10" fmla="*/ 63271 w 131296"/>
                <a:gd name="connsiteY10" fmla="*/ 92005 h 212323"/>
                <a:gd name="connsiteX11" fmla="*/ 104414 w 131296"/>
                <a:gd name="connsiteY11" fmla="*/ 151930 h 212323"/>
                <a:gd name="connsiteX12" fmla="*/ 71439 w 131296"/>
                <a:gd name="connsiteY12" fmla="*/ 203947 h 212323"/>
                <a:gd name="connsiteX13" fmla="*/ 28480 w 131296"/>
                <a:gd name="connsiteY13" fmla="*/ 128204 h 212323"/>
                <a:gd name="connsiteX14" fmla="*/ 36951 w 131296"/>
                <a:gd name="connsiteY14" fmla="*/ 99610 h 212323"/>
                <a:gd name="connsiteX15" fmla="*/ 63271 w 131296"/>
                <a:gd name="connsiteY15" fmla="*/ 92005 h 21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2323">
                  <a:moveTo>
                    <a:pt x="124986" y="140"/>
                  </a:moveTo>
                  <a:cubicBezTo>
                    <a:pt x="90498" y="3182"/>
                    <a:pt x="72952" y="8962"/>
                    <a:pt x="50867" y="24475"/>
                  </a:cubicBezTo>
                  <a:cubicBezTo>
                    <a:pt x="18194" y="47898"/>
                    <a:pt x="345" y="82575"/>
                    <a:pt x="345" y="123337"/>
                  </a:cubicBezTo>
                  <a:cubicBezTo>
                    <a:pt x="345" y="149801"/>
                    <a:pt x="8513" y="176570"/>
                    <a:pt x="21522" y="191779"/>
                  </a:cubicBezTo>
                  <a:cubicBezTo>
                    <a:pt x="33018" y="205163"/>
                    <a:pt x="49355" y="212464"/>
                    <a:pt x="68111" y="212464"/>
                  </a:cubicBezTo>
                  <a:cubicBezTo>
                    <a:pt x="105625" y="212464"/>
                    <a:pt x="131642" y="183566"/>
                    <a:pt x="131642" y="141588"/>
                  </a:cubicBezTo>
                  <a:cubicBezTo>
                    <a:pt x="131642" y="102652"/>
                    <a:pt x="109557" y="78012"/>
                    <a:pt x="74767" y="78012"/>
                  </a:cubicBezTo>
                  <a:cubicBezTo>
                    <a:pt x="61456" y="78012"/>
                    <a:pt x="55103" y="80142"/>
                    <a:pt x="36043" y="91701"/>
                  </a:cubicBezTo>
                  <a:cubicBezTo>
                    <a:pt x="44212" y="45768"/>
                    <a:pt x="78095" y="12916"/>
                    <a:pt x="125591" y="5007"/>
                  </a:cubicBezTo>
                  <a:lnTo>
                    <a:pt x="124986" y="140"/>
                  </a:lnTo>
                  <a:close/>
                  <a:moveTo>
                    <a:pt x="63271" y="92005"/>
                  </a:moveTo>
                  <a:cubicBezTo>
                    <a:pt x="89288" y="92005"/>
                    <a:pt x="104414" y="113907"/>
                    <a:pt x="104414" y="151930"/>
                  </a:cubicBezTo>
                  <a:cubicBezTo>
                    <a:pt x="104414" y="185391"/>
                    <a:pt x="92616" y="203947"/>
                    <a:pt x="71439" y="203947"/>
                  </a:cubicBezTo>
                  <a:cubicBezTo>
                    <a:pt x="44817" y="203947"/>
                    <a:pt x="28480" y="175353"/>
                    <a:pt x="28480" y="128204"/>
                  </a:cubicBezTo>
                  <a:cubicBezTo>
                    <a:pt x="28480" y="112690"/>
                    <a:pt x="30900" y="104173"/>
                    <a:pt x="36951" y="99610"/>
                  </a:cubicBezTo>
                  <a:cubicBezTo>
                    <a:pt x="43304" y="94743"/>
                    <a:pt x="52682" y="92005"/>
                    <a:pt x="63271" y="9200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D3B757FA-EB25-879B-8C85-46DE5C5DEC64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3052281" y="7870990"/>
              <a:ext cx="122825" cy="213540"/>
            </a:xfrm>
            <a:custGeom>
              <a:avLst/>
              <a:gdLst>
                <a:gd name="connsiteX0" fmla="*/ 45427 w 122825"/>
                <a:gd name="connsiteY0" fmla="*/ 32080 h 213540"/>
                <a:gd name="connsiteX1" fmla="*/ 104722 w 122825"/>
                <a:gd name="connsiteY1" fmla="*/ 32080 h 213540"/>
                <a:gd name="connsiteX2" fmla="*/ 111680 w 122825"/>
                <a:gd name="connsiteY2" fmla="*/ 29342 h 213540"/>
                <a:gd name="connsiteX3" fmla="*/ 123176 w 122825"/>
                <a:gd name="connsiteY3" fmla="*/ 2269 h 213540"/>
                <a:gd name="connsiteX4" fmla="*/ 120453 w 122825"/>
                <a:gd name="connsiteY4" fmla="*/ 140 h 213540"/>
                <a:gd name="connsiteX5" fmla="*/ 106537 w 122825"/>
                <a:gd name="connsiteY5" fmla="*/ 8049 h 213540"/>
                <a:gd name="connsiteX6" fmla="*/ 43309 w 122825"/>
                <a:gd name="connsiteY6" fmla="*/ 8049 h 213540"/>
                <a:gd name="connsiteX7" fmla="*/ 10334 w 122825"/>
                <a:gd name="connsiteY7" fmla="*/ 80142 h 213540"/>
                <a:gd name="connsiteX8" fmla="*/ 10031 w 122825"/>
                <a:gd name="connsiteY8" fmla="*/ 81663 h 213540"/>
                <a:gd name="connsiteX9" fmla="*/ 13661 w 122825"/>
                <a:gd name="connsiteY9" fmla="*/ 84096 h 213540"/>
                <a:gd name="connsiteX10" fmla="*/ 47847 w 122825"/>
                <a:gd name="connsiteY10" fmla="*/ 90180 h 213540"/>
                <a:gd name="connsiteX11" fmla="*/ 98671 w 122825"/>
                <a:gd name="connsiteY11" fmla="*/ 150409 h 213540"/>
                <a:gd name="connsiteX12" fmla="*/ 56620 w 122825"/>
                <a:gd name="connsiteY12" fmla="*/ 202426 h 213540"/>
                <a:gd name="connsiteX13" fmla="*/ 36351 w 122825"/>
                <a:gd name="connsiteY13" fmla="*/ 193604 h 213540"/>
                <a:gd name="connsiteX14" fmla="*/ 13359 w 122825"/>
                <a:gd name="connsiteY14" fmla="*/ 183566 h 213540"/>
                <a:gd name="connsiteX15" fmla="*/ 350 w 122825"/>
                <a:gd name="connsiteY15" fmla="*/ 194821 h 213540"/>
                <a:gd name="connsiteX16" fmla="*/ 37258 w 122825"/>
                <a:gd name="connsiteY16" fmla="*/ 213681 h 213540"/>
                <a:gd name="connsiteX17" fmla="*/ 99579 w 122825"/>
                <a:gd name="connsiteY17" fmla="*/ 189954 h 213540"/>
                <a:gd name="connsiteX18" fmla="*/ 119848 w 122825"/>
                <a:gd name="connsiteY18" fmla="*/ 135808 h 213540"/>
                <a:gd name="connsiteX19" fmla="*/ 98974 w 122825"/>
                <a:gd name="connsiteY19" fmla="*/ 84705 h 213540"/>
                <a:gd name="connsiteX20" fmla="*/ 32721 w 122825"/>
                <a:gd name="connsiteY20" fmla="*/ 57936 h 213540"/>
                <a:gd name="connsiteX21" fmla="*/ 45427 w 122825"/>
                <a:gd name="connsiteY21" fmla="*/ 32080 h 21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3540">
                  <a:moveTo>
                    <a:pt x="45427" y="32080"/>
                  </a:moveTo>
                  <a:lnTo>
                    <a:pt x="104722" y="32080"/>
                  </a:lnTo>
                  <a:cubicBezTo>
                    <a:pt x="109562" y="32080"/>
                    <a:pt x="110772" y="31472"/>
                    <a:pt x="111680" y="29342"/>
                  </a:cubicBezTo>
                  <a:lnTo>
                    <a:pt x="123176" y="2269"/>
                  </a:lnTo>
                  <a:lnTo>
                    <a:pt x="120453" y="140"/>
                  </a:lnTo>
                  <a:cubicBezTo>
                    <a:pt x="115915" y="6528"/>
                    <a:pt x="112890" y="8049"/>
                    <a:pt x="106537" y="8049"/>
                  </a:cubicBezTo>
                  <a:lnTo>
                    <a:pt x="43309" y="8049"/>
                  </a:lnTo>
                  <a:lnTo>
                    <a:pt x="10334" y="80142"/>
                  </a:lnTo>
                  <a:cubicBezTo>
                    <a:pt x="10031" y="80750"/>
                    <a:pt x="10031" y="81054"/>
                    <a:pt x="10031" y="81663"/>
                  </a:cubicBezTo>
                  <a:cubicBezTo>
                    <a:pt x="10031" y="83184"/>
                    <a:pt x="11241" y="84096"/>
                    <a:pt x="13661" y="84096"/>
                  </a:cubicBezTo>
                  <a:cubicBezTo>
                    <a:pt x="23342" y="84096"/>
                    <a:pt x="35443" y="86226"/>
                    <a:pt x="47847" y="90180"/>
                  </a:cubicBezTo>
                  <a:cubicBezTo>
                    <a:pt x="82637" y="101435"/>
                    <a:pt x="98671" y="120295"/>
                    <a:pt x="98671" y="150409"/>
                  </a:cubicBezTo>
                  <a:cubicBezTo>
                    <a:pt x="98671" y="179612"/>
                    <a:pt x="80217" y="202426"/>
                    <a:pt x="56620" y="202426"/>
                  </a:cubicBezTo>
                  <a:cubicBezTo>
                    <a:pt x="50570" y="202426"/>
                    <a:pt x="45427" y="200296"/>
                    <a:pt x="36351" y="193604"/>
                  </a:cubicBezTo>
                  <a:cubicBezTo>
                    <a:pt x="26670" y="186608"/>
                    <a:pt x="19712" y="183566"/>
                    <a:pt x="13359" y="183566"/>
                  </a:cubicBezTo>
                  <a:cubicBezTo>
                    <a:pt x="4586" y="183566"/>
                    <a:pt x="350" y="187216"/>
                    <a:pt x="350" y="194821"/>
                  </a:cubicBezTo>
                  <a:cubicBezTo>
                    <a:pt x="350" y="206380"/>
                    <a:pt x="14569" y="213681"/>
                    <a:pt x="37258" y="213681"/>
                  </a:cubicBezTo>
                  <a:cubicBezTo>
                    <a:pt x="62671" y="213681"/>
                    <a:pt x="84453" y="205468"/>
                    <a:pt x="99579" y="189954"/>
                  </a:cubicBezTo>
                  <a:cubicBezTo>
                    <a:pt x="113495" y="176266"/>
                    <a:pt x="119848" y="158927"/>
                    <a:pt x="119848" y="135808"/>
                  </a:cubicBezTo>
                  <a:cubicBezTo>
                    <a:pt x="119848" y="113907"/>
                    <a:pt x="114100" y="99914"/>
                    <a:pt x="98974" y="84705"/>
                  </a:cubicBezTo>
                  <a:cubicBezTo>
                    <a:pt x="85663" y="71320"/>
                    <a:pt x="68419" y="64324"/>
                    <a:pt x="32721" y="57936"/>
                  </a:cubicBezTo>
                  <a:lnTo>
                    <a:pt x="45427" y="3208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B52CF16A-7CE7-E19B-501F-35CECE25D4A1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13391093" y="7823796"/>
              <a:ext cx="12146" cy="366395"/>
            </a:xfrm>
            <a:custGeom>
              <a:avLst/>
              <a:gdLst>
                <a:gd name="connsiteX0" fmla="*/ 0 w 12146"/>
                <a:gd name="connsiteY0" fmla="*/ 0 h 366395"/>
                <a:gd name="connsiteX1" fmla="*/ 12146 w 12146"/>
                <a:gd name="connsiteY1" fmla="*/ 0 h 366395"/>
                <a:gd name="connsiteX2" fmla="*/ 12146 w 12146"/>
                <a:gd name="connsiteY2" fmla="*/ 366396 h 366395"/>
                <a:gd name="connsiteX3" fmla="*/ 0 w 12146"/>
                <a:gd name="connsiteY3" fmla="*/ 366396 h 36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6395">
                  <a:moveTo>
                    <a:pt x="0" y="0"/>
                  </a:moveTo>
                  <a:lnTo>
                    <a:pt x="12146" y="0"/>
                  </a:lnTo>
                  <a:lnTo>
                    <a:pt x="12146" y="366396"/>
                  </a:lnTo>
                  <a:lnTo>
                    <a:pt x="0" y="3663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11495CAF-472A-6740-E736-7F04F324A54D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4707318" y="8190192"/>
              <a:ext cx="8695921" cy="12213"/>
            </a:xfrm>
            <a:custGeom>
              <a:avLst/>
              <a:gdLst>
                <a:gd name="connsiteX0" fmla="*/ 0 w 8695921"/>
                <a:gd name="connsiteY0" fmla="*/ 0 h 12213"/>
                <a:gd name="connsiteX1" fmla="*/ 8695921 w 8695921"/>
                <a:gd name="connsiteY1" fmla="*/ 0 h 12213"/>
                <a:gd name="connsiteX2" fmla="*/ 8695921 w 8695921"/>
                <a:gd name="connsiteY2" fmla="*/ 12213 h 12213"/>
                <a:gd name="connsiteX3" fmla="*/ -1 w 8695921"/>
                <a:gd name="connsiteY3" fmla="*/ 12213 h 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95921" h="12213">
                  <a:moveTo>
                    <a:pt x="0" y="0"/>
                  </a:moveTo>
                  <a:lnTo>
                    <a:pt x="8695921" y="0"/>
                  </a:lnTo>
                  <a:lnTo>
                    <a:pt x="8695921" y="12213"/>
                  </a:lnTo>
                  <a:lnTo>
                    <a:pt x="-1" y="122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073" name="Left Brace 1072">
            <a:extLst>
              <a:ext uri="{FF2B5EF4-FFF2-40B4-BE49-F238E27FC236}">
                <a16:creationId xmlns:a16="http://schemas.microsoft.com/office/drawing/2014/main" id="{CB3A0460-4523-4F94-5006-EF95D1D146F8}"/>
              </a:ext>
            </a:extLst>
          </p:cNvPr>
          <p:cNvSpPr/>
          <p:nvPr/>
        </p:nvSpPr>
        <p:spPr>
          <a:xfrm rot="16200000">
            <a:off x="8565876" y="3930487"/>
            <a:ext cx="95189" cy="5034457"/>
          </a:xfrm>
          <a:prstGeom prst="leftBrace">
            <a:avLst>
              <a:gd name="adj1" fmla="val 52490"/>
              <a:gd name="adj2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Graphic 107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sum&#10;\end{align*}&#10;}&#10;\end{document}" title="IguanaTex Shape Display">
            <a:extLst>
              <a:ext uri="{FF2B5EF4-FFF2-40B4-BE49-F238E27FC236}">
                <a16:creationId xmlns:a16="http://schemas.microsoft.com/office/drawing/2014/main" id="{9A3F43B5-BAB1-57EF-ACD2-F9828DB93A0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61159" y="6430779"/>
            <a:ext cx="311501" cy="381181"/>
          </a:xfrm>
          <a:custGeom>
            <a:avLst/>
            <a:gdLst>
              <a:gd name="connsiteX0" fmla="*/ 74332 w 311501"/>
              <a:gd name="connsiteY0" fmla="*/ 17947 h 381181"/>
              <a:gd name="connsiteX1" fmla="*/ 196920 w 311501"/>
              <a:gd name="connsiteY1" fmla="*/ 17947 h 381181"/>
              <a:gd name="connsiteX2" fmla="*/ 271021 w 311501"/>
              <a:gd name="connsiteY2" fmla="*/ 71965 h 381181"/>
              <a:gd name="connsiteX3" fmla="*/ 282914 w 311501"/>
              <a:gd name="connsiteY3" fmla="*/ 71965 h 381181"/>
              <a:gd name="connsiteX4" fmla="*/ 278340 w 311501"/>
              <a:gd name="connsiteY4" fmla="*/ 85 h 381181"/>
              <a:gd name="connsiteX5" fmla="*/ 4347 w 311501"/>
              <a:gd name="connsiteY5" fmla="*/ 85 h 381181"/>
              <a:gd name="connsiteX6" fmla="*/ 110925 w 311501"/>
              <a:gd name="connsiteY6" fmla="*/ 203527 h 381181"/>
              <a:gd name="connsiteX7" fmla="*/ 230 w 311501"/>
              <a:gd name="connsiteY7" fmla="*/ 381267 h 381181"/>
              <a:gd name="connsiteX8" fmla="*/ 287031 w 311501"/>
              <a:gd name="connsiteY8" fmla="*/ 381267 h 381181"/>
              <a:gd name="connsiteX9" fmla="*/ 311731 w 311501"/>
              <a:gd name="connsiteY9" fmla="*/ 289783 h 381181"/>
              <a:gd name="connsiteX10" fmla="*/ 299838 w 311501"/>
              <a:gd name="connsiteY10" fmla="*/ 289783 h 381181"/>
              <a:gd name="connsiteX11" fmla="*/ 218418 w 311501"/>
              <a:gd name="connsiteY11" fmla="*/ 332475 h 381181"/>
              <a:gd name="connsiteX12" fmla="*/ 68385 w 311501"/>
              <a:gd name="connsiteY12" fmla="*/ 332475 h 381181"/>
              <a:gd name="connsiteX13" fmla="*/ 160326 w 311501"/>
              <a:gd name="connsiteY13" fmla="*/ 179132 h 381181"/>
              <a:gd name="connsiteX14" fmla="*/ 74332 w 311501"/>
              <a:gd name="connsiteY14" fmla="*/ 17947 h 38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1501" h="381181">
                <a:moveTo>
                  <a:pt x="74332" y="17947"/>
                </a:moveTo>
                <a:lnTo>
                  <a:pt x="196920" y="17947"/>
                </a:lnTo>
                <a:cubicBezTo>
                  <a:pt x="249523" y="17947"/>
                  <a:pt x="263245" y="27966"/>
                  <a:pt x="271021" y="71965"/>
                </a:cubicBezTo>
                <a:lnTo>
                  <a:pt x="282914" y="71965"/>
                </a:lnTo>
                <a:lnTo>
                  <a:pt x="278340" y="85"/>
                </a:lnTo>
                <a:lnTo>
                  <a:pt x="4347" y="85"/>
                </a:lnTo>
                <a:lnTo>
                  <a:pt x="110925" y="203527"/>
                </a:lnTo>
                <a:lnTo>
                  <a:pt x="230" y="381267"/>
                </a:lnTo>
                <a:lnTo>
                  <a:pt x="287031" y="381267"/>
                </a:lnTo>
                <a:lnTo>
                  <a:pt x="311731" y="289783"/>
                </a:lnTo>
                <a:lnTo>
                  <a:pt x="299838" y="289783"/>
                </a:lnTo>
                <a:cubicBezTo>
                  <a:pt x="285201" y="325070"/>
                  <a:pt x="271479" y="332475"/>
                  <a:pt x="218418" y="332475"/>
                </a:cubicBezTo>
                <a:lnTo>
                  <a:pt x="68385" y="332475"/>
                </a:lnTo>
                <a:lnTo>
                  <a:pt x="160326" y="179132"/>
                </a:lnTo>
                <a:lnTo>
                  <a:pt x="74332" y="17947"/>
                </a:lnTo>
                <a:close/>
              </a:path>
            </a:pathLst>
          </a:custGeom>
          <a:solidFill>
            <a:schemeClr val="accent2"/>
          </a:solidFill>
          <a:ln w="4526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0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FF73-72F5-9DB5-ED3A-9E1BED4A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D71-3A44-55D8-172D-97C4A04B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latin typeface="+mj-lt"/>
              </a:rPr>
              <a:t> 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464F4-3C68-9F2F-7EF3-EC5D44C0E111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grpSp>
        <p:nvGrpSpPr>
          <p:cNvPr id="36" name="Group 3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, the Normal Equations become:}&#10;\end{align*}&#10;}&#10;\end{document}" title="IguanaTex Shape Display">
            <a:extLst>
              <a:ext uri="{FF2B5EF4-FFF2-40B4-BE49-F238E27FC236}">
                <a16:creationId xmlns:a16="http://schemas.microsoft.com/office/drawing/2014/main" id="{E9339F02-1C99-FDAC-9D20-6A945C1770E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98820" y="291084"/>
            <a:ext cx="4218498" cy="272274"/>
            <a:chOff x="7570387" y="4914494"/>
            <a:chExt cx="4218498" cy="27227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981B54E-A05E-F78C-93B3-D9B8932162FE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7570387" y="4916612"/>
              <a:ext cx="136323" cy="208743"/>
            </a:xfrm>
            <a:custGeom>
              <a:avLst/>
              <a:gdLst>
                <a:gd name="connsiteX0" fmla="*/ 123128 w 136323"/>
                <a:gd name="connsiteY0" fmla="*/ 85 h 208743"/>
                <a:gd name="connsiteX1" fmla="*/ 116752 w 136323"/>
                <a:gd name="connsiteY1" fmla="*/ 85 h 208743"/>
                <a:gd name="connsiteX2" fmla="*/ 107036 w 136323"/>
                <a:gd name="connsiteY2" fmla="*/ 10371 h 208743"/>
                <a:gd name="connsiteX3" fmla="*/ 93677 w 136323"/>
                <a:gd name="connsiteY3" fmla="*/ 6740 h 208743"/>
                <a:gd name="connsiteX4" fmla="*/ 61494 w 136323"/>
                <a:gd name="connsiteY4" fmla="*/ 85 h 208743"/>
                <a:gd name="connsiteX5" fmla="*/ 25060 w 136323"/>
                <a:gd name="connsiteY5" fmla="*/ 14001 h 208743"/>
                <a:gd name="connsiteX6" fmla="*/ 8969 w 136323"/>
                <a:gd name="connsiteY6" fmla="*/ 51817 h 208743"/>
                <a:gd name="connsiteX7" fmla="*/ 56333 w 136323"/>
                <a:gd name="connsiteY7" fmla="*/ 110810 h 208743"/>
                <a:gd name="connsiteX8" fmla="*/ 101571 w 136323"/>
                <a:gd name="connsiteY8" fmla="*/ 146205 h 208743"/>
                <a:gd name="connsiteX9" fmla="*/ 105822 w 136323"/>
                <a:gd name="connsiteY9" fmla="*/ 163752 h 208743"/>
                <a:gd name="connsiteX10" fmla="*/ 68477 w 136323"/>
                <a:gd name="connsiteY10" fmla="*/ 197937 h 208743"/>
                <a:gd name="connsiteX11" fmla="*/ 7147 w 136323"/>
                <a:gd name="connsiteY11" fmla="*/ 144390 h 208743"/>
                <a:gd name="connsiteX12" fmla="*/ 164 w 136323"/>
                <a:gd name="connsiteY12" fmla="*/ 144390 h 208743"/>
                <a:gd name="connsiteX13" fmla="*/ 9272 w 136323"/>
                <a:gd name="connsiteY13" fmla="*/ 208526 h 208743"/>
                <a:gd name="connsiteX14" fmla="*/ 15952 w 136323"/>
                <a:gd name="connsiteY14" fmla="*/ 208526 h 208743"/>
                <a:gd name="connsiteX15" fmla="*/ 24453 w 136323"/>
                <a:gd name="connsiteY15" fmla="*/ 198542 h 208743"/>
                <a:gd name="connsiteX16" fmla="*/ 38723 w 136323"/>
                <a:gd name="connsiteY16" fmla="*/ 201870 h 208743"/>
                <a:gd name="connsiteX17" fmla="*/ 74550 w 136323"/>
                <a:gd name="connsiteY17" fmla="*/ 208828 h 208743"/>
                <a:gd name="connsiteX18" fmla="*/ 136487 w 136323"/>
                <a:gd name="connsiteY18" fmla="*/ 153768 h 208743"/>
                <a:gd name="connsiteX19" fmla="*/ 79711 w 136323"/>
                <a:gd name="connsiteY19" fmla="*/ 87817 h 208743"/>
                <a:gd name="connsiteX20" fmla="*/ 35080 w 136323"/>
                <a:gd name="connsiteY20" fmla="*/ 40623 h 208743"/>
                <a:gd name="connsiteX21" fmla="*/ 66656 w 136323"/>
                <a:gd name="connsiteY21" fmla="*/ 12488 h 208743"/>
                <a:gd name="connsiteX22" fmla="*/ 103697 w 136323"/>
                <a:gd name="connsiteY22" fmla="*/ 29127 h 208743"/>
                <a:gd name="connsiteX23" fmla="*/ 122217 w 136323"/>
                <a:gd name="connsiteY23" fmla="*/ 64523 h 208743"/>
                <a:gd name="connsiteX24" fmla="*/ 129808 w 136323"/>
                <a:gd name="connsiteY24" fmla="*/ 64523 h 208743"/>
                <a:gd name="connsiteX25" fmla="*/ 123128 w 136323"/>
                <a:gd name="connsiteY25" fmla="*/ 8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6323" h="208743">
                  <a:moveTo>
                    <a:pt x="123128" y="85"/>
                  </a:moveTo>
                  <a:lnTo>
                    <a:pt x="116752" y="85"/>
                  </a:lnTo>
                  <a:cubicBezTo>
                    <a:pt x="115538" y="7043"/>
                    <a:pt x="112198" y="10371"/>
                    <a:pt x="107036" y="10371"/>
                  </a:cubicBezTo>
                  <a:cubicBezTo>
                    <a:pt x="104000" y="10371"/>
                    <a:pt x="98839" y="9161"/>
                    <a:pt x="93677" y="6740"/>
                  </a:cubicBezTo>
                  <a:cubicBezTo>
                    <a:pt x="82444" y="2505"/>
                    <a:pt x="71210" y="85"/>
                    <a:pt x="61494" y="85"/>
                  </a:cubicBezTo>
                  <a:cubicBezTo>
                    <a:pt x="48439" y="85"/>
                    <a:pt x="35080" y="5228"/>
                    <a:pt x="25060" y="14001"/>
                  </a:cubicBezTo>
                  <a:cubicBezTo>
                    <a:pt x="14434" y="23379"/>
                    <a:pt x="8969" y="36085"/>
                    <a:pt x="8969" y="51817"/>
                  </a:cubicBezTo>
                  <a:cubicBezTo>
                    <a:pt x="8969" y="76019"/>
                    <a:pt x="22328" y="92960"/>
                    <a:pt x="56333" y="110810"/>
                  </a:cubicBezTo>
                  <a:cubicBezTo>
                    <a:pt x="78193" y="122306"/>
                    <a:pt x="93981" y="134709"/>
                    <a:pt x="101571" y="146205"/>
                  </a:cubicBezTo>
                  <a:cubicBezTo>
                    <a:pt x="104304" y="150138"/>
                    <a:pt x="105822" y="156491"/>
                    <a:pt x="105822" y="163752"/>
                  </a:cubicBezTo>
                  <a:cubicBezTo>
                    <a:pt x="105822" y="184021"/>
                    <a:pt x="90641" y="197937"/>
                    <a:pt x="68477" y="197937"/>
                  </a:cubicBezTo>
                  <a:cubicBezTo>
                    <a:pt x="41456" y="197937"/>
                    <a:pt x="22328" y="181298"/>
                    <a:pt x="7147" y="144390"/>
                  </a:cubicBezTo>
                  <a:lnTo>
                    <a:pt x="164" y="144390"/>
                  </a:lnTo>
                  <a:lnTo>
                    <a:pt x="9272" y="208526"/>
                  </a:lnTo>
                  <a:lnTo>
                    <a:pt x="15952" y="208526"/>
                  </a:lnTo>
                  <a:cubicBezTo>
                    <a:pt x="16256" y="202778"/>
                    <a:pt x="19899" y="198542"/>
                    <a:pt x="24453" y="198542"/>
                  </a:cubicBezTo>
                  <a:cubicBezTo>
                    <a:pt x="27793" y="198542"/>
                    <a:pt x="32954" y="199752"/>
                    <a:pt x="38723" y="201870"/>
                  </a:cubicBezTo>
                  <a:cubicBezTo>
                    <a:pt x="50261" y="206408"/>
                    <a:pt x="62405" y="208828"/>
                    <a:pt x="74550" y="208828"/>
                  </a:cubicBezTo>
                  <a:cubicBezTo>
                    <a:pt x="109465" y="208828"/>
                    <a:pt x="136487" y="184929"/>
                    <a:pt x="136487" y="153768"/>
                  </a:cubicBezTo>
                  <a:cubicBezTo>
                    <a:pt x="136487" y="128961"/>
                    <a:pt x="119788" y="109297"/>
                    <a:pt x="79711" y="87817"/>
                  </a:cubicBezTo>
                  <a:cubicBezTo>
                    <a:pt x="47832" y="70271"/>
                    <a:pt x="35080" y="56960"/>
                    <a:pt x="35080" y="40623"/>
                  </a:cubicBezTo>
                  <a:cubicBezTo>
                    <a:pt x="35080" y="23984"/>
                    <a:pt x="47832" y="12488"/>
                    <a:pt x="66656" y="12488"/>
                  </a:cubicBezTo>
                  <a:cubicBezTo>
                    <a:pt x="80318" y="12488"/>
                    <a:pt x="93070" y="18236"/>
                    <a:pt x="103697" y="29127"/>
                  </a:cubicBezTo>
                  <a:cubicBezTo>
                    <a:pt x="113109" y="38808"/>
                    <a:pt x="117359" y="46674"/>
                    <a:pt x="122217" y="64523"/>
                  </a:cubicBezTo>
                  <a:lnTo>
                    <a:pt x="129808" y="64523"/>
                  </a:lnTo>
                  <a:lnTo>
                    <a:pt x="123128" y="85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DCE3FD7-2137-38CD-68D0-98A07F941B12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7735881" y="4981958"/>
              <a:ext cx="133894" cy="142187"/>
            </a:xfrm>
            <a:custGeom>
              <a:avLst/>
              <a:gdLst>
                <a:gd name="connsiteX0" fmla="*/ 67268 w 133894"/>
                <a:gd name="connsiteY0" fmla="*/ 85 h 142187"/>
                <a:gd name="connsiteX1" fmla="*/ 170 w 133894"/>
                <a:gd name="connsiteY1" fmla="*/ 70876 h 142187"/>
                <a:gd name="connsiteX2" fmla="*/ 66661 w 133894"/>
                <a:gd name="connsiteY2" fmla="*/ 142272 h 142187"/>
                <a:gd name="connsiteX3" fmla="*/ 134064 w 133894"/>
                <a:gd name="connsiteY3" fmla="*/ 68456 h 142187"/>
                <a:gd name="connsiteX4" fmla="*/ 67268 w 133894"/>
                <a:gd name="connsiteY4" fmla="*/ 85 h 142187"/>
                <a:gd name="connsiteX5" fmla="*/ 63321 w 133894"/>
                <a:gd name="connsiteY5" fmla="*/ 8555 h 142187"/>
                <a:gd name="connsiteX6" fmla="*/ 106738 w 133894"/>
                <a:gd name="connsiteY6" fmla="*/ 79044 h 142187"/>
                <a:gd name="connsiteX7" fmla="*/ 70305 w 133894"/>
                <a:gd name="connsiteY7" fmla="*/ 133802 h 142187"/>
                <a:gd name="connsiteX8" fmla="*/ 40854 w 133894"/>
                <a:gd name="connsiteY8" fmla="*/ 114440 h 142187"/>
                <a:gd name="connsiteX9" fmla="*/ 27495 w 133894"/>
                <a:gd name="connsiteY9" fmla="*/ 56052 h 142187"/>
                <a:gd name="connsiteX10" fmla="*/ 63321 w 13389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894" h="142187">
                  <a:moveTo>
                    <a:pt x="67268" y="85"/>
                  </a:moveTo>
                  <a:cubicBezTo>
                    <a:pt x="27799" y="85"/>
                    <a:pt x="170" y="29127"/>
                    <a:pt x="170" y="70876"/>
                  </a:cubicBezTo>
                  <a:cubicBezTo>
                    <a:pt x="170" y="111717"/>
                    <a:pt x="28406" y="142272"/>
                    <a:pt x="66661" y="142272"/>
                  </a:cubicBezTo>
                  <a:cubicBezTo>
                    <a:pt x="104917" y="142272"/>
                    <a:pt x="134064" y="110204"/>
                    <a:pt x="134064" y="68456"/>
                  </a:cubicBezTo>
                  <a:cubicBezTo>
                    <a:pt x="134064" y="28825"/>
                    <a:pt x="106131" y="85"/>
                    <a:pt x="67268" y="85"/>
                  </a:cubicBezTo>
                  <a:close/>
                  <a:moveTo>
                    <a:pt x="63321" y="8555"/>
                  </a:moveTo>
                  <a:cubicBezTo>
                    <a:pt x="88825" y="8555"/>
                    <a:pt x="106738" y="37598"/>
                    <a:pt x="106738" y="79044"/>
                  </a:cubicBezTo>
                  <a:cubicBezTo>
                    <a:pt x="106738" y="113230"/>
                    <a:pt x="93076" y="133802"/>
                    <a:pt x="70305" y="133802"/>
                  </a:cubicBezTo>
                  <a:cubicBezTo>
                    <a:pt x="58464" y="133802"/>
                    <a:pt x="47230" y="126541"/>
                    <a:pt x="40854" y="114440"/>
                  </a:cubicBezTo>
                  <a:cubicBezTo>
                    <a:pt x="32353" y="98708"/>
                    <a:pt x="27495" y="77532"/>
                    <a:pt x="27495" y="56052"/>
                  </a:cubicBezTo>
                  <a:cubicBezTo>
                    <a:pt x="27495" y="27312"/>
                    <a:pt x="41765" y="8555"/>
                    <a:pt x="63321" y="8555"/>
                  </a:cubicBez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152001A-4575-6197-9ACE-187AB21B682F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7896456" y="5090263"/>
              <a:ext cx="42202" cy="73514"/>
            </a:xfrm>
            <a:custGeom>
              <a:avLst/>
              <a:gdLst>
                <a:gd name="connsiteX0" fmla="*/ 8372 w 42202"/>
                <a:gd name="connsiteY0" fmla="*/ 73599 h 73514"/>
                <a:gd name="connsiteX1" fmla="*/ 42377 w 42202"/>
                <a:gd name="connsiteY1" fmla="*/ 27010 h 73514"/>
                <a:gd name="connsiteX2" fmla="*/ 18088 w 42202"/>
                <a:gd name="connsiteY2" fmla="*/ 85 h 73514"/>
                <a:gd name="connsiteX3" fmla="*/ 175 w 42202"/>
                <a:gd name="connsiteY3" fmla="*/ 17329 h 73514"/>
                <a:gd name="connsiteX4" fmla="*/ 18088 w 42202"/>
                <a:gd name="connsiteY4" fmla="*/ 32758 h 73514"/>
                <a:gd name="connsiteX5" fmla="*/ 23857 w 42202"/>
                <a:gd name="connsiteY5" fmla="*/ 32153 h 73514"/>
                <a:gd name="connsiteX6" fmla="*/ 26285 w 42202"/>
                <a:gd name="connsiteY6" fmla="*/ 31547 h 73514"/>
                <a:gd name="connsiteX7" fmla="*/ 30536 w 42202"/>
                <a:gd name="connsiteY7" fmla="*/ 35783 h 73514"/>
                <a:gd name="connsiteX8" fmla="*/ 5640 w 42202"/>
                <a:gd name="connsiteY8" fmla="*/ 67851 h 73514"/>
                <a:gd name="connsiteX9" fmla="*/ 8372 w 42202"/>
                <a:gd name="connsiteY9" fmla="*/ 73599 h 7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02" h="73514">
                  <a:moveTo>
                    <a:pt x="8372" y="73599"/>
                  </a:moveTo>
                  <a:cubicBezTo>
                    <a:pt x="28714" y="63615"/>
                    <a:pt x="42377" y="45161"/>
                    <a:pt x="42377" y="27010"/>
                  </a:cubicBezTo>
                  <a:cubicBezTo>
                    <a:pt x="42377" y="11883"/>
                    <a:pt x="31750" y="85"/>
                    <a:pt x="18088" y="85"/>
                  </a:cubicBezTo>
                  <a:cubicBezTo>
                    <a:pt x="7461" y="85"/>
                    <a:pt x="175" y="7043"/>
                    <a:pt x="175" y="17329"/>
                  </a:cubicBezTo>
                  <a:cubicBezTo>
                    <a:pt x="175" y="27010"/>
                    <a:pt x="7158" y="32758"/>
                    <a:pt x="18088" y="32758"/>
                  </a:cubicBezTo>
                  <a:cubicBezTo>
                    <a:pt x="19910" y="32758"/>
                    <a:pt x="22035" y="32455"/>
                    <a:pt x="23857" y="32153"/>
                  </a:cubicBezTo>
                  <a:cubicBezTo>
                    <a:pt x="25982" y="31547"/>
                    <a:pt x="25982" y="31547"/>
                    <a:pt x="26285" y="31547"/>
                  </a:cubicBezTo>
                  <a:cubicBezTo>
                    <a:pt x="28714" y="31547"/>
                    <a:pt x="30536" y="33363"/>
                    <a:pt x="30536" y="35783"/>
                  </a:cubicBezTo>
                  <a:cubicBezTo>
                    <a:pt x="30536" y="45464"/>
                    <a:pt x="22035" y="56657"/>
                    <a:pt x="5640" y="67851"/>
                  </a:cubicBezTo>
                  <a:lnTo>
                    <a:pt x="8372" y="73599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807938E-E06C-1424-F095-D8B213C384A0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8035777" y="4945957"/>
              <a:ext cx="80761" cy="178188"/>
            </a:xfrm>
            <a:custGeom>
              <a:avLst/>
              <a:gdLst>
                <a:gd name="connsiteX0" fmla="*/ 73654 w 80761"/>
                <a:gd name="connsiteY0" fmla="*/ 39111 h 178188"/>
                <a:gd name="connsiteX1" fmla="*/ 42989 w 80761"/>
                <a:gd name="connsiteY1" fmla="*/ 39111 h 178188"/>
                <a:gd name="connsiteX2" fmla="*/ 42989 w 80761"/>
                <a:gd name="connsiteY2" fmla="*/ 4018 h 178188"/>
                <a:gd name="connsiteX3" fmla="*/ 40864 w 80761"/>
                <a:gd name="connsiteY3" fmla="*/ 85 h 178188"/>
                <a:gd name="connsiteX4" fmla="*/ 34792 w 80761"/>
                <a:gd name="connsiteY4" fmla="*/ 8555 h 178188"/>
                <a:gd name="connsiteX5" fmla="*/ 5341 w 80761"/>
                <a:gd name="connsiteY5" fmla="*/ 40926 h 178188"/>
                <a:gd name="connsiteX6" fmla="*/ 180 w 80761"/>
                <a:gd name="connsiteY6" fmla="*/ 46674 h 178188"/>
                <a:gd name="connsiteX7" fmla="*/ 1394 w 80761"/>
                <a:gd name="connsiteY7" fmla="*/ 48792 h 178188"/>
                <a:gd name="connsiteX8" fmla="*/ 17486 w 80761"/>
                <a:gd name="connsiteY8" fmla="*/ 48792 h 178188"/>
                <a:gd name="connsiteX9" fmla="*/ 17486 w 80761"/>
                <a:gd name="connsiteY9" fmla="*/ 139852 h 178188"/>
                <a:gd name="connsiteX10" fmla="*/ 44507 w 80761"/>
                <a:gd name="connsiteY10" fmla="*/ 178273 h 178188"/>
                <a:gd name="connsiteX11" fmla="*/ 80941 w 80761"/>
                <a:gd name="connsiteY11" fmla="*/ 155281 h 178188"/>
                <a:gd name="connsiteX12" fmla="*/ 76994 w 80761"/>
                <a:gd name="connsiteY12" fmla="*/ 151953 h 178188"/>
                <a:gd name="connsiteX13" fmla="*/ 58777 w 80761"/>
                <a:gd name="connsiteY13" fmla="*/ 162542 h 178188"/>
                <a:gd name="connsiteX14" fmla="*/ 42989 w 80761"/>
                <a:gd name="connsiteY14" fmla="*/ 135314 h 178188"/>
                <a:gd name="connsiteX15" fmla="*/ 42989 w 80761"/>
                <a:gd name="connsiteY15" fmla="*/ 48792 h 178188"/>
                <a:gd name="connsiteX16" fmla="*/ 73654 w 80761"/>
                <a:gd name="connsiteY16" fmla="*/ 48792 h 178188"/>
                <a:gd name="connsiteX17" fmla="*/ 73654 w 80761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761" h="178188">
                  <a:moveTo>
                    <a:pt x="73654" y="39111"/>
                  </a:moveTo>
                  <a:lnTo>
                    <a:pt x="42989" y="39111"/>
                  </a:lnTo>
                  <a:lnTo>
                    <a:pt x="42989" y="4018"/>
                  </a:lnTo>
                  <a:cubicBezTo>
                    <a:pt x="42989" y="992"/>
                    <a:pt x="42686" y="85"/>
                    <a:pt x="40864" y="85"/>
                  </a:cubicBezTo>
                  <a:cubicBezTo>
                    <a:pt x="38739" y="2807"/>
                    <a:pt x="36917" y="5530"/>
                    <a:pt x="34792" y="8555"/>
                  </a:cubicBezTo>
                  <a:cubicBezTo>
                    <a:pt x="23254" y="25194"/>
                    <a:pt x="10199" y="39716"/>
                    <a:pt x="5341" y="40926"/>
                  </a:cubicBezTo>
                  <a:cubicBezTo>
                    <a:pt x="2001" y="43044"/>
                    <a:pt x="180" y="45161"/>
                    <a:pt x="180" y="46674"/>
                  </a:cubicBezTo>
                  <a:cubicBezTo>
                    <a:pt x="180" y="47581"/>
                    <a:pt x="483" y="48186"/>
                    <a:pt x="1394" y="48792"/>
                  </a:cubicBezTo>
                  <a:lnTo>
                    <a:pt x="17486" y="48792"/>
                  </a:lnTo>
                  <a:lnTo>
                    <a:pt x="17486" y="139852"/>
                  </a:lnTo>
                  <a:cubicBezTo>
                    <a:pt x="17486" y="165264"/>
                    <a:pt x="26594" y="178273"/>
                    <a:pt x="44507" y="178273"/>
                  </a:cubicBezTo>
                  <a:cubicBezTo>
                    <a:pt x="59384" y="178273"/>
                    <a:pt x="70922" y="171012"/>
                    <a:pt x="80941" y="155281"/>
                  </a:cubicBezTo>
                  <a:lnTo>
                    <a:pt x="76994" y="151953"/>
                  </a:lnTo>
                  <a:cubicBezTo>
                    <a:pt x="70618" y="159516"/>
                    <a:pt x="65457" y="162542"/>
                    <a:pt x="58777" y="162542"/>
                  </a:cubicBezTo>
                  <a:cubicBezTo>
                    <a:pt x="47543" y="162542"/>
                    <a:pt x="42989" y="154373"/>
                    <a:pt x="42989" y="135314"/>
                  </a:cubicBezTo>
                  <a:lnTo>
                    <a:pt x="42989" y="48792"/>
                  </a:lnTo>
                  <a:lnTo>
                    <a:pt x="73654" y="48792"/>
                  </a:lnTo>
                  <a:lnTo>
                    <a:pt x="73654" y="39111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073DC6C-8C0C-CE25-8580-90C8F254F869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8119281" y="4914494"/>
              <a:ext cx="145127" cy="206625"/>
            </a:xfrm>
            <a:custGeom>
              <a:avLst/>
              <a:gdLst>
                <a:gd name="connsiteX0" fmla="*/ 45117 w 145127"/>
                <a:gd name="connsiteY0" fmla="*/ 102944 h 206625"/>
                <a:gd name="connsiteX1" fmla="*/ 78819 w 145127"/>
                <a:gd name="connsiteY1" fmla="*/ 83885 h 206625"/>
                <a:gd name="connsiteX2" fmla="*/ 101590 w 145127"/>
                <a:gd name="connsiteY2" fmla="*/ 115952 h 206625"/>
                <a:gd name="connsiteX3" fmla="*/ 101590 w 145127"/>
                <a:gd name="connsiteY3" fmla="*/ 175853 h 206625"/>
                <a:gd name="connsiteX4" fmla="*/ 80944 w 145127"/>
                <a:gd name="connsiteY4" fmla="*/ 202173 h 206625"/>
                <a:gd name="connsiteX5" fmla="*/ 80944 w 145127"/>
                <a:gd name="connsiteY5" fmla="*/ 206710 h 206625"/>
                <a:gd name="connsiteX6" fmla="*/ 145310 w 145127"/>
                <a:gd name="connsiteY6" fmla="*/ 206710 h 206625"/>
                <a:gd name="connsiteX7" fmla="*/ 145310 w 145127"/>
                <a:gd name="connsiteY7" fmla="*/ 202173 h 206625"/>
                <a:gd name="connsiteX8" fmla="*/ 127093 w 145127"/>
                <a:gd name="connsiteY8" fmla="*/ 175853 h 206625"/>
                <a:gd name="connsiteX9" fmla="*/ 127093 w 145127"/>
                <a:gd name="connsiteY9" fmla="*/ 115650 h 206625"/>
                <a:gd name="connsiteX10" fmla="*/ 89749 w 145127"/>
                <a:gd name="connsiteY10" fmla="*/ 67548 h 206625"/>
                <a:gd name="connsiteX11" fmla="*/ 45117 w 145127"/>
                <a:gd name="connsiteY11" fmla="*/ 92960 h 206625"/>
                <a:gd name="connsiteX12" fmla="*/ 45117 w 145127"/>
                <a:gd name="connsiteY12" fmla="*/ 992 h 206625"/>
                <a:gd name="connsiteX13" fmla="*/ 43599 w 145127"/>
                <a:gd name="connsiteY13" fmla="*/ 85 h 206625"/>
                <a:gd name="connsiteX14" fmla="*/ 8684 w 145127"/>
                <a:gd name="connsiteY14" fmla="*/ 10976 h 206625"/>
                <a:gd name="connsiteX15" fmla="*/ 486 w 145127"/>
                <a:gd name="connsiteY15" fmla="*/ 13396 h 206625"/>
                <a:gd name="connsiteX16" fmla="*/ 486 w 145127"/>
                <a:gd name="connsiteY16" fmla="*/ 18236 h 206625"/>
                <a:gd name="connsiteX17" fmla="*/ 4129 w 145127"/>
                <a:gd name="connsiteY17" fmla="*/ 17934 h 206625"/>
                <a:gd name="connsiteX18" fmla="*/ 19614 w 145127"/>
                <a:gd name="connsiteY18" fmla="*/ 33363 h 206625"/>
                <a:gd name="connsiteX19" fmla="*/ 19614 w 145127"/>
                <a:gd name="connsiteY19" fmla="*/ 175853 h 206625"/>
                <a:gd name="connsiteX20" fmla="*/ 182 w 145127"/>
                <a:gd name="connsiteY20" fmla="*/ 202173 h 206625"/>
                <a:gd name="connsiteX21" fmla="*/ 182 w 145127"/>
                <a:gd name="connsiteY21" fmla="*/ 206710 h 206625"/>
                <a:gd name="connsiteX22" fmla="*/ 65763 w 145127"/>
                <a:gd name="connsiteY22" fmla="*/ 206710 h 206625"/>
                <a:gd name="connsiteX23" fmla="*/ 65763 w 145127"/>
                <a:gd name="connsiteY23" fmla="*/ 202173 h 206625"/>
                <a:gd name="connsiteX24" fmla="*/ 45117 w 145127"/>
                <a:gd name="connsiteY24" fmla="*/ 175853 h 206625"/>
                <a:gd name="connsiteX25" fmla="*/ 45117 w 145127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127" h="206625">
                  <a:moveTo>
                    <a:pt x="45117" y="102944"/>
                  </a:moveTo>
                  <a:cubicBezTo>
                    <a:pt x="57869" y="89028"/>
                    <a:pt x="66978" y="83885"/>
                    <a:pt x="78819" y="83885"/>
                  </a:cubicBezTo>
                  <a:cubicBezTo>
                    <a:pt x="93999" y="83885"/>
                    <a:pt x="101590" y="94776"/>
                    <a:pt x="101590" y="115952"/>
                  </a:cubicBezTo>
                  <a:lnTo>
                    <a:pt x="101590" y="175853"/>
                  </a:lnTo>
                  <a:cubicBezTo>
                    <a:pt x="101590" y="196425"/>
                    <a:pt x="98554" y="200357"/>
                    <a:pt x="80944" y="202173"/>
                  </a:cubicBezTo>
                  <a:lnTo>
                    <a:pt x="80944" y="206710"/>
                  </a:lnTo>
                  <a:lnTo>
                    <a:pt x="145310" y="206710"/>
                  </a:lnTo>
                  <a:lnTo>
                    <a:pt x="145310" y="202173"/>
                  </a:lnTo>
                  <a:cubicBezTo>
                    <a:pt x="128915" y="199147"/>
                    <a:pt x="127093" y="196727"/>
                    <a:pt x="127093" y="175853"/>
                  </a:cubicBezTo>
                  <a:lnTo>
                    <a:pt x="127093" y="115650"/>
                  </a:lnTo>
                  <a:cubicBezTo>
                    <a:pt x="127093" y="83885"/>
                    <a:pt x="114342" y="67548"/>
                    <a:pt x="89749" y="67548"/>
                  </a:cubicBezTo>
                  <a:cubicBezTo>
                    <a:pt x="71835" y="67548"/>
                    <a:pt x="59084" y="74809"/>
                    <a:pt x="45117" y="92960"/>
                  </a:cubicBezTo>
                  <a:lnTo>
                    <a:pt x="45117" y="992"/>
                  </a:lnTo>
                  <a:lnTo>
                    <a:pt x="43599" y="85"/>
                  </a:lnTo>
                  <a:cubicBezTo>
                    <a:pt x="33276" y="3715"/>
                    <a:pt x="25686" y="6135"/>
                    <a:pt x="8684" y="10976"/>
                  </a:cubicBezTo>
                  <a:lnTo>
                    <a:pt x="486" y="13396"/>
                  </a:lnTo>
                  <a:lnTo>
                    <a:pt x="486" y="18236"/>
                  </a:lnTo>
                  <a:cubicBezTo>
                    <a:pt x="1700" y="17934"/>
                    <a:pt x="2611" y="17934"/>
                    <a:pt x="4129" y="17934"/>
                  </a:cubicBezTo>
                  <a:cubicBezTo>
                    <a:pt x="17185" y="17934"/>
                    <a:pt x="19614" y="20354"/>
                    <a:pt x="19614" y="33363"/>
                  </a:cubicBezTo>
                  <a:lnTo>
                    <a:pt x="19614" y="175853"/>
                  </a:lnTo>
                  <a:cubicBezTo>
                    <a:pt x="19614" y="197030"/>
                    <a:pt x="17792" y="199752"/>
                    <a:pt x="182" y="202173"/>
                  </a:cubicBezTo>
                  <a:lnTo>
                    <a:pt x="182" y="206710"/>
                  </a:lnTo>
                  <a:lnTo>
                    <a:pt x="65763" y="206710"/>
                  </a:lnTo>
                  <a:lnTo>
                    <a:pt x="65763" y="202173"/>
                  </a:lnTo>
                  <a:cubicBezTo>
                    <a:pt x="48153" y="200357"/>
                    <a:pt x="45117" y="196727"/>
                    <a:pt x="45117" y="175853"/>
                  </a:cubicBezTo>
                  <a:lnTo>
                    <a:pt x="45117" y="102944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7ABDE1-CB8D-A848-0415-53DD64120434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8276516" y="4981958"/>
              <a:ext cx="121142" cy="142187"/>
            </a:xfrm>
            <a:custGeom>
              <a:avLst/>
              <a:gdLst>
                <a:gd name="connsiteX0" fmla="*/ 116472 w 121142"/>
                <a:gd name="connsiteY0" fmla="*/ 89633 h 142187"/>
                <a:gd name="connsiteX1" fmla="*/ 69412 w 121142"/>
                <a:gd name="connsiteY1" fmla="*/ 121398 h 142187"/>
                <a:gd name="connsiteX2" fmla="*/ 30245 w 121142"/>
                <a:gd name="connsiteY2" fmla="*/ 95381 h 142187"/>
                <a:gd name="connsiteX3" fmla="*/ 22048 w 121142"/>
                <a:gd name="connsiteY3" fmla="*/ 55447 h 142187"/>
                <a:gd name="connsiteX4" fmla="*/ 115561 w 121142"/>
                <a:gd name="connsiteY4" fmla="*/ 55447 h 142187"/>
                <a:gd name="connsiteX5" fmla="*/ 102506 w 121142"/>
                <a:gd name="connsiteY5" fmla="*/ 17329 h 142187"/>
                <a:gd name="connsiteX6" fmla="*/ 63643 w 121142"/>
                <a:gd name="connsiteY6" fmla="*/ 85 h 142187"/>
                <a:gd name="connsiteX7" fmla="*/ 22655 w 121142"/>
                <a:gd name="connsiteY7" fmla="*/ 15816 h 142187"/>
                <a:gd name="connsiteX8" fmla="*/ 187 w 121142"/>
                <a:gd name="connsiteY8" fmla="*/ 74506 h 142187"/>
                <a:gd name="connsiteX9" fmla="*/ 56963 w 121142"/>
                <a:gd name="connsiteY9" fmla="*/ 142272 h 142187"/>
                <a:gd name="connsiteX10" fmla="*/ 121330 w 121142"/>
                <a:gd name="connsiteY10" fmla="*/ 91750 h 142187"/>
                <a:gd name="connsiteX11" fmla="*/ 116472 w 121142"/>
                <a:gd name="connsiteY11" fmla="*/ 89633 h 142187"/>
                <a:gd name="connsiteX12" fmla="*/ 22655 w 121142"/>
                <a:gd name="connsiteY12" fmla="*/ 45766 h 142187"/>
                <a:gd name="connsiteX13" fmla="*/ 54838 w 121142"/>
                <a:gd name="connsiteY13" fmla="*/ 10976 h 142187"/>
                <a:gd name="connsiteX14" fmla="*/ 84592 w 121142"/>
                <a:gd name="connsiteY14" fmla="*/ 45766 h 142187"/>
                <a:gd name="connsiteX15" fmla="*/ 22655 w 12114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142" h="142187">
                  <a:moveTo>
                    <a:pt x="116472" y="89633"/>
                  </a:moveTo>
                  <a:cubicBezTo>
                    <a:pt x="101898" y="112625"/>
                    <a:pt x="88843" y="121398"/>
                    <a:pt x="69412" y="121398"/>
                  </a:cubicBezTo>
                  <a:cubicBezTo>
                    <a:pt x="52105" y="121398"/>
                    <a:pt x="39050" y="112625"/>
                    <a:pt x="30245" y="95381"/>
                  </a:cubicBezTo>
                  <a:cubicBezTo>
                    <a:pt x="24780" y="83885"/>
                    <a:pt x="22655" y="73901"/>
                    <a:pt x="22048" y="55447"/>
                  </a:cubicBezTo>
                  <a:lnTo>
                    <a:pt x="115561" y="55447"/>
                  </a:lnTo>
                  <a:cubicBezTo>
                    <a:pt x="113132" y="35783"/>
                    <a:pt x="110096" y="27010"/>
                    <a:pt x="102506" y="17329"/>
                  </a:cubicBezTo>
                  <a:cubicBezTo>
                    <a:pt x="93397" y="6438"/>
                    <a:pt x="79431" y="85"/>
                    <a:pt x="63643" y="85"/>
                  </a:cubicBezTo>
                  <a:cubicBezTo>
                    <a:pt x="48462" y="85"/>
                    <a:pt x="34192" y="5530"/>
                    <a:pt x="22655" y="15816"/>
                  </a:cubicBezTo>
                  <a:cubicBezTo>
                    <a:pt x="8385" y="28220"/>
                    <a:pt x="187" y="49699"/>
                    <a:pt x="187" y="74506"/>
                  </a:cubicBezTo>
                  <a:cubicBezTo>
                    <a:pt x="187" y="116255"/>
                    <a:pt x="22048" y="142272"/>
                    <a:pt x="56963" y="142272"/>
                  </a:cubicBezTo>
                  <a:cubicBezTo>
                    <a:pt x="85807" y="142272"/>
                    <a:pt x="108578" y="124423"/>
                    <a:pt x="121330" y="91750"/>
                  </a:cubicBezTo>
                  <a:lnTo>
                    <a:pt x="116472" y="89633"/>
                  </a:lnTo>
                  <a:close/>
                  <a:moveTo>
                    <a:pt x="22655" y="45766"/>
                  </a:moveTo>
                  <a:cubicBezTo>
                    <a:pt x="25995" y="22169"/>
                    <a:pt x="36317" y="10976"/>
                    <a:pt x="54838" y="10976"/>
                  </a:cubicBezTo>
                  <a:cubicBezTo>
                    <a:pt x="73359" y="10976"/>
                    <a:pt x="80645" y="19446"/>
                    <a:pt x="84592" y="45766"/>
                  </a:cubicBezTo>
                  <a:lnTo>
                    <a:pt x="22655" y="45766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CFAEEC5-6854-9AC2-82B1-85249B7E5446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8484066" y="4920848"/>
              <a:ext cx="211012" cy="203600"/>
            </a:xfrm>
            <a:custGeom>
              <a:avLst/>
              <a:gdLst>
                <a:gd name="connsiteX0" fmla="*/ 182363 w 211012"/>
                <a:gd name="connsiteY0" fmla="*/ 203685 h 203600"/>
                <a:gd name="connsiteX1" fmla="*/ 182363 w 211012"/>
                <a:gd name="connsiteY1" fmla="*/ 44556 h 203600"/>
                <a:gd name="connsiteX2" fmla="*/ 191168 w 211012"/>
                <a:gd name="connsiteY2" fmla="*/ 11278 h 203600"/>
                <a:gd name="connsiteX3" fmla="*/ 211207 w 211012"/>
                <a:gd name="connsiteY3" fmla="*/ 5833 h 203600"/>
                <a:gd name="connsiteX4" fmla="*/ 211207 w 211012"/>
                <a:gd name="connsiteY4" fmla="*/ 85 h 203600"/>
                <a:gd name="connsiteX5" fmla="*/ 139857 w 211012"/>
                <a:gd name="connsiteY5" fmla="*/ 85 h 203600"/>
                <a:gd name="connsiteX6" fmla="*/ 139857 w 211012"/>
                <a:gd name="connsiteY6" fmla="*/ 5833 h 203600"/>
                <a:gd name="connsiteX7" fmla="*/ 160199 w 211012"/>
                <a:gd name="connsiteY7" fmla="*/ 10673 h 203600"/>
                <a:gd name="connsiteX8" fmla="*/ 169004 w 211012"/>
                <a:gd name="connsiteY8" fmla="*/ 44556 h 203600"/>
                <a:gd name="connsiteX9" fmla="*/ 169004 w 211012"/>
                <a:gd name="connsiteY9" fmla="*/ 146508 h 203600"/>
                <a:gd name="connsiteX10" fmla="*/ 52112 w 211012"/>
                <a:gd name="connsiteY10" fmla="*/ 85 h 203600"/>
                <a:gd name="connsiteX11" fmla="*/ 194 w 211012"/>
                <a:gd name="connsiteY11" fmla="*/ 85 h 203600"/>
                <a:gd name="connsiteX12" fmla="*/ 194 w 211012"/>
                <a:gd name="connsiteY12" fmla="*/ 5833 h 203600"/>
                <a:gd name="connsiteX13" fmla="*/ 29645 w 211012"/>
                <a:gd name="connsiteY13" fmla="*/ 22472 h 203600"/>
                <a:gd name="connsiteX14" fmla="*/ 29645 w 211012"/>
                <a:gd name="connsiteY14" fmla="*/ 155886 h 203600"/>
                <a:gd name="connsiteX15" fmla="*/ 194 w 211012"/>
                <a:gd name="connsiteY15" fmla="*/ 194609 h 203600"/>
                <a:gd name="connsiteX16" fmla="*/ 194 w 211012"/>
                <a:gd name="connsiteY16" fmla="*/ 200357 h 203600"/>
                <a:gd name="connsiteX17" fmla="*/ 71544 w 211012"/>
                <a:gd name="connsiteY17" fmla="*/ 200357 h 203600"/>
                <a:gd name="connsiteX18" fmla="*/ 71544 w 211012"/>
                <a:gd name="connsiteY18" fmla="*/ 194609 h 203600"/>
                <a:gd name="connsiteX19" fmla="*/ 43004 w 211012"/>
                <a:gd name="connsiteY19" fmla="*/ 155886 h 203600"/>
                <a:gd name="connsiteX20" fmla="*/ 43004 w 211012"/>
                <a:gd name="connsiteY20" fmla="*/ 37295 h 203600"/>
                <a:gd name="connsiteX21" fmla="*/ 177202 w 211012"/>
                <a:gd name="connsiteY21" fmla="*/ 203685 h 203600"/>
                <a:gd name="connsiteX22" fmla="*/ 182363 w 211012"/>
                <a:gd name="connsiteY22" fmla="*/ 203685 h 20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1012" h="203600">
                  <a:moveTo>
                    <a:pt x="182363" y="203685"/>
                  </a:moveTo>
                  <a:lnTo>
                    <a:pt x="182363" y="44556"/>
                  </a:lnTo>
                  <a:cubicBezTo>
                    <a:pt x="182363" y="26405"/>
                    <a:pt x="185399" y="15211"/>
                    <a:pt x="191168" y="11278"/>
                  </a:cubicBezTo>
                  <a:cubicBezTo>
                    <a:pt x="195419" y="8253"/>
                    <a:pt x="199669" y="7043"/>
                    <a:pt x="211207" y="5833"/>
                  </a:cubicBezTo>
                  <a:lnTo>
                    <a:pt x="211207" y="85"/>
                  </a:lnTo>
                  <a:lnTo>
                    <a:pt x="139857" y="85"/>
                  </a:lnTo>
                  <a:lnTo>
                    <a:pt x="139857" y="5833"/>
                  </a:lnTo>
                  <a:cubicBezTo>
                    <a:pt x="151394" y="6740"/>
                    <a:pt x="155645" y="7950"/>
                    <a:pt x="160199" y="10673"/>
                  </a:cubicBezTo>
                  <a:cubicBezTo>
                    <a:pt x="166272" y="14909"/>
                    <a:pt x="169004" y="25799"/>
                    <a:pt x="169004" y="44556"/>
                  </a:cubicBezTo>
                  <a:lnTo>
                    <a:pt x="169004" y="146508"/>
                  </a:lnTo>
                  <a:lnTo>
                    <a:pt x="52112" y="85"/>
                  </a:lnTo>
                  <a:lnTo>
                    <a:pt x="194" y="85"/>
                  </a:lnTo>
                  <a:lnTo>
                    <a:pt x="194" y="5833"/>
                  </a:lnTo>
                  <a:cubicBezTo>
                    <a:pt x="13250" y="5833"/>
                    <a:pt x="17500" y="8253"/>
                    <a:pt x="29645" y="22472"/>
                  </a:cubicBezTo>
                  <a:lnTo>
                    <a:pt x="29645" y="155886"/>
                  </a:lnTo>
                  <a:cubicBezTo>
                    <a:pt x="29645" y="187046"/>
                    <a:pt x="25394" y="192794"/>
                    <a:pt x="194" y="194609"/>
                  </a:cubicBezTo>
                  <a:lnTo>
                    <a:pt x="194" y="200357"/>
                  </a:lnTo>
                  <a:lnTo>
                    <a:pt x="71544" y="200357"/>
                  </a:lnTo>
                  <a:lnTo>
                    <a:pt x="71544" y="194609"/>
                  </a:lnTo>
                  <a:cubicBezTo>
                    <a:pt x="48165" y="193399"/>
                    <a:pt x="43004" y="186441"/>
                    <a:pt x="43004" y="155886"/>
                  </a:cubicBezTo>
                  <a:lnTo>
                    <a:pt x="43004" y="37295"/>
                  </a:lnTo>
                  <a:lnTo>
                    <a:pt x="177202" y="203685"/>
                  </a:lnTo>
                  <a:lnTo>
                    <a:pt x="182363" y="203685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0960F1-9075-72C5-BC42-735671B7C4BD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8709259" y="4981958"/>
              <a:ext cx="133894" cy="142187"/>
            </a:xfrm>
            <a:custGeom>
              <a:avLst/>
              <a:gdLst>
                <a:gd name="connsiteX0" fmla="*/ 67300 w 133894"/>
                <a:gd name="connsiteY0" fmla="*/ 85 h 142187"/>
                <a:gd name="connsiteX1" fmla="*/ 201 w 133894"/>
                <a:gd name="connsiteY1" fmla="*/ 70876 h 142187"/>
                <a:gd name="connsiteX2" fmla="*/ 66693 w 133894"/>
                <a:gd name="connsiteY2" fmla="*/ 142272 h 142187"/>
                <a:gd name="connsiteX3" fmla="*/ 134096 w 133894"/>
                <a:gd name="connsiteY3" fmla="*/ 68456 h 142187"/>
                <a:gd name="connsiteX4" fmla="*/ 67300 w 133894"/>
                <a:gd name="connsiteY4" fmla="*/ 85 h 142187"/>
                <a:gd name="connsiteX5" fmla="*/ 63353 w 133894"/>
                <a:gd name="connsiteY5" fmla="*/ 8555 h 142187"/>
                <a:gd name="connsiteX6" fmla="*/ 106770 w 133894"/>
                <a:gd name="connsiteY6" fmla="*/ 79044 h 142187"/>
                <a:gd name="connsiteX7" fmla="*/ 70336 w 133894"/>
                <a:gd name="connsiteY7" fmla="*/ 133802 h 142187"/>
                <a:gd name="connsiteX8" fmla="*/ 40886 w 133894"/>
                <a:gd name="connsiteY8" fmla="*/ 114440 h 142187"/>
                <a:gd name="connsiteX9" fmla="*/ 27527 w 133894"/>
                <a:gd name="connsiteY9" fmla="*/ 56052 h 142187"/>
                <a:gd name="connsiteX10" fmla="*/ 63353 w 13389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894" h="142187">
                  <a:moveTo>
                    <a:pt x="67300" y="85"/>
                  </a:moveTo>
                  <a:cubicBezTo>
                    <a:pt x="27830" y="85"/>
                    <a:pt x="201" y="29127"/>
                    <a:pt x="201" y="70876"/>
                  </a:cubicBezTo>
                  <a:cubicBezTo>
                    <a:pt x="201" y="111717"/>
                    <a:pt x="28438" y="142272"/>
                    <a:pt x="66693" y="142272"/>
                  </a:cubicBezTo>
                  <a:cubicBezTo>
                    <a:pt x="104949" y="142272"/>
                    <a:pt x="134096" y="110204"/>
                    <a:pt x="134096" y="68456"/>
                  </a:cubicBezTo>
                  <a:cubicBezTo>
                    <a:pt x="134096" y="28825"/>
                    <a:pt x="106163" y="85"/>
                    <a:pt x="67300" y="85"/>
                  </a:cubicBezTo>
                  <a:close/>
                  <a:moveTo>
                    <a:pt x="63353" y="8555"/>
                  </a:moveTo>
                  <a:cubicBezTo>
                    <a:pt x="88857" y="8555"/>
                    <a:pt x="106770" y="37598"/>
                    <a:pt x="106770" y="79044"/>
                  </a:cubicBezTo>
                  <a:cubicBezTo>
                    <a:pt x="106770" y="113230"/>
                    <a:pt x="93108" y="133802"/>
                    <a:pt x="70336" y="133802"/>
                  </a:cubicBezTo>
                  <a:cubicBezTo>
                    <a:pt x="58495" y="133802"/>
                    <a:pt x="47262" y="126541"/>
                    <a:pt x="40886" y="114440"/>
                  </a:cubicBezTo>
                  <a:cubicBezTo>
                    <a:pt x="32385" y="98708"/>
                    <a:pt x="27527" y="77532"/>
                    <a:pt x="27527" y="56052"/>
                  </a:cubicBezTo>
                  <a:cubicBezTo>
                    <a:pt x="27527" y="27312"/>
                    <a:pt x="41797" y="8555"/>
                    <a:pt x="63353" y="8555"/>
                  </a:cubicBez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297158-646B-9359-B148-FA763D094EF6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8854349" y="4981958"/>
              <a:ext cx="100192" cy="139162"/>
            </a:xfrm>
            <a:custGeom>
              <a:avLst/>
              <a:gdLst>
                <a:gd name="connsiteX0" fmla="*/ 814 w 100192"/>
                <a:gd name="connsiteY0" fmla="*/ 21262 h 139162"/>
                <a:gd name="connsiteX1" fmla="*/ 11440 w 100192"/>
                <a:gd name="connsiteY1" fmla="*/ 20051 h 139162"/>
                <a:gd name="connsiteX2" fmla="*/ 21763 w 100192"/>
                <a:gd name="connsiteY2" fmla="*/ 38203 h 139162"/>
                <a:gd name="connsiteX3" fmla="*/ 21763 w 100192"/>
                <a:gd name="connsiteY3" fmla="*/ 113835 h 139162"/>
                <a:gd name="connsiteX4" fmla="*/ 206 w 100192"/>
                <a:gd name="connsiteY4" fmla="*/ 134709 h 139162"/>
                <a:gd name="connsiteX5" fmla="*/ 206 w 100192"/>
                <a:gd name="connsiteY5" fmla="*/ 139247 h 139162"/>
                <a:gd name="connsiteX6" fmla="*/ 73074 w 100192"/>
                <a:gd name="connsiteY6" fmla="*/ 139247 h 139162"/>
                <a:gd name="connsiteX7" fmla="*/ 73074 w 100192"/>
                <a:gd name="connsiteY7" fmla="*/ 134709 h 139162"/>
                <a:gd name="connsiteX8" fmla="*/ 47267 w 100192"/>
                <a:gd name="connsiteY8" fmla="*/ 112020 h 139162"/>
                <a:gd name="connsiteX9" fmla="*/ 47267 w 100192"/>
                <a:gd name="connsiteY9" fmla="*/ 43951 h 139162"/>
                <a:gd name="connsiteX10" fmla="*/ 68520 w 100192"/>
                <a:gd name="connsiteY10" fmla="*/ 19144 h 139162"/>
                <a:gd name="connsiteX11" fmla="*/ 76414 w 100192"/>
                <a:gd name="connsiteY11" fmla="*/ 23682 h 139162"/>
                <a:gd name="connsiteX12" fmla="*/ 88558 w 100192"/>
                <a:gd name="connsiteY12" fmla="*/ 29732 h 139162"/>
                <a:gd name="connsiteX13" fmla="*/ 100399 w 100192"/>
                <a:gd name="connsiteY13" fmla="*/ 16119 h 139162"/>
                <a:gd name="connsiteX14" fmla="*/ 83701 w 100192"/>
                <a:gd name="connsiteY14" fmla="*/ 85 h 139162"/>
                <a:gd name="connsiteX15" fmla="*/ 47267 w 100192"/>
                <a:gd name="connsiteY15" fmla="*/ 28522 h 139162"/>
                <a:gd name="connsiteX16" fmla="*/ 47267 w 100192"/>
                <a:gd name="connsiteY16" fmla="*/ 690 h 139162"/>
                <a:gd name="connsiteX17" fmla="*/ 45749 w 100192"/>
                <a:gd name="connsiteY17" fmla="*/ 85 h 139162"/>
                <a:gd name="connsiteX18" fmla="*/ 814 w 100192"/>
                <a:gd name="connsiteY18" fmla="*/ 16421 h 139162"/>
                <a:gd name="connsiteX19" fmla="*/ 814 w 100192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192" h="139162">
                  <a:moveTo>
                    <a:pt x="814" y="21262"/>
                  </a:moveTo>
                  <a:cubicBezTo>
                    <a:pt x="5064" y="20354"/>
                    <a:pt x="7797" y="20051"/>
                    <a:pt x="11440" y="20051"/>
                  </a:cubicBezTo>
                  <a:cubicBezTo>
                    <a:pt x="19031" y="20051"/>
                    <a:pt x="21763" y="24892"/>
                    <a:pt x="21763" y="38203"/>
                  </a:cubicBezTo>
                  <a:lnTo>
                    <a:pt x="21763" y="113835"/>
                  </a:lnTo>
                  <a:cubicBezTo>
                    <a:pt x="21763" y="128961"/>
                    <a:pt x="19638" y="131079"/>
                    <a:pt x="206" y="134709"/>
                  </a:cubicBezTo>
                  <a:lnTo>
                    <a:pt x="206" y="139247"/>
                  </a:lnTo>
                  <a:lnTo>
                    <a:pt x="73074" y="139247"/>
                  </a:lnTo>
                  <a:lnTo>
                    <a:pt x="73074" y="134709"/>
                  </a:lnTo>
                  <a:cubicBezTo>
                    <a:pt x="52428" y="133802"/>
                    <a:pt x="47267" y="129264"/>
                    <a:pt x="47267" y="112020"/>
                  </a:cubicBezTo>
                  <a:lnTo>
                    <a:pt x="47267" y="43951"/>
                  </a:lnTo>
                  <a:cubicBezTo>
                    <a:pt x="47267" y="34270"/>
                    <a:pt x="60322" y="19144"/>
                    <a:pt x="68520" y="19144"/>
                  </a:cubicBezTo>
                  <a:cubicBezTo>
                    <a:pt x="70341" y="19144"/>
                    <a:pt x="73074" y="20656"/>
                    <a:pt x="76414" y="23682"/>
                  </a:cubicBezTo>
                  <a:cubicBezTo>
                    <a:pt x="81272" y="27917"/>
                    <a:pt x="84611" y="29732"/>
                    <a:pt x="88558" y="29732"/>
                  </a:cubicBezTo>
                  <a:cubicBezTo>
                    <a:pt x="95845" y="29732"/>
                    <a:pt x="100399" y="24589"/>
                    <a:pt x="100399" y="16119"/>
                  </a:cubicBezTo>
                  <a:cubicBezTo>
                    <a:pt x="100399" y="6135"/>
                    <a:pt x="94023" y="85"/>
                    <a:pt x="83701" y="85"/>
                  </a:cubicBezTo>
                  <a:cubicBezTo>
                    <a:pt x="70949" y="85"/>
                    <a:pt x="62144" y="7043"/>
                    <a:pt x="47267" y="28522"/>
                  </a:cubicBezTo>
                  <a:lnTo>
                    <a:pt x="47267" y="690"/>
                  </a:lnTo>
                  <a:lnTo>
                    <a:pt x="45749" y="85"/>
                  </a:lnTo>
                  <a:cubicBezTo>
                    <a:pt x="29657" y="6740"/>
                    <a:pt x="18727" y="10673"/>
                    <a:pt x="814" y="16421"/>
                  </a:cubicBezTo>
                  <a:lnTo>
                    <a:pt x="814" y="21262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811C7A0-A13A-FBB3-D2AA-EB0695A72F96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8959170" y="4981958"/>
              <a:ext cx="230443" cy="139162"/>
            </a:xfrm>
            <a:custGeom>
              <a:avLst/>
              <a:gdLst>
                <a:gd name="connsiteX0" fmla="*/ 1121 w 230443"/>
                <a:gd name="connsiteY0" fmla="*/ 18841 h 139162"/>
                <a:gd name="connsiteX1" fmla="*/ 10836 w 230443"/>
                <a:gd name="connsiteY1" fmla="*/ 17631 h 139162"/>
                <a:gd name="connsiteX2" fmla="*/ 21463 w 230443"/>
                <a:gd name="connsiteY2" fmla="*/ 36993 h 139162"/>
                <a:gd name="connsiteX3" fmla="*/ 21463 w 230443"/>
                <a:gd name="connsiteY3" fmla="*/ 113532 h 139162"/>
                <a:gd name="connsiteX4" fmla="*/ 210 w 230443"/>
                <a:gd name="connsiteY4" fmla="*/ 134709 h 139162"/>
                <a:gd name="connsiteX5" fmla="*/ 210 w 230443"/>
                <a:gd name="connsiteY5" fmla="*/ 139247 h 139162"/>
                <a:gd name="connsiteX6" fmla="*/ 67612 w 230443"/>
                <a:gd name="connsiteY6" fmla="*/ 139247 h 139162"/>
                <a:gd name="connsiteX7" fmla="*/ 67612 w 230443"/>
                <a:gd name="connsiteY7" fmla="*/ 134709 h 139162"/>
                <a:gd name="connsiteX8" fmla="*/ 46966 w 230443"/>
                <a:gd name="connsiteY8" fmla="*/ 118978 h 139162"/>
                <a:gd name="connsiteX9" fmla="*/ 46966 w 230443"/>
                <a:gd name="connsiteY9" fmla="*/ 33665 h 139162"/>
                <a:gd name="connsiteX10" fmla="*/ 51521 w 230443"/>
                <a:gd name="connsiteY10" fmla="*/ 27917 h 139162"/>
                <a:gd name="connsiteX11" fmla="*/ 82793 w 230443"/>
                <a:gd name="connsiteY11" fmla="*/ 15816 h 139162"/>
                <a:gd name="connsiteX12" fmla="*/ 102832 w 230443"/>
                <a:gd name="connsiteY12" fmla="*/ 47581 h 139162"/>
                <a:gd name="connsiteX13" fmla="*/ 102832 w 230443"/>
                <a:gd name="connsiteY13" fmla="*/ 113230 h 139162"/>
                <a:gd name="connsiteX14" fmla="*/ 82186 w 230443"/>
                <a:gd name="connsiteY14" fmla="*/ 134709 h 139162"/>
                <a:gd name="connsiteX15" fmla="*/ 82186 w 230443"/>
                <a:gd name="connsiteY15" fmla="*/ 139247 h 139162"/>
                <a:gd name="connsiteX16" fmla="*/ 150196 w 230443"/>
                <a:gd name="connsiteY16" fmla="*/ 139247 h 139162"/>
                <a:gd name="connsiteX17" fmla="*/ 150196 w 230443"/>
                <a:gd name="connsiteY17" fmla="*/ 134709 h 139162"/>
                <a:gd name="connsiteX18" fmla="*/ 128335 w 230443"/>
                <a:gd name="connsiteY18" fmla="*/ 110507 h 139162"/>
                <a:gd name="connsiteX19" fmla="*/ 128335 w 230443"/>
                <a:gd name="connsiteY19" fmla="*/ 34270 h 139162"/>
                <a:gd name="connsiteX20" fmla="*/ 161429 w 230443"/>
                <a:gd name="connsiteY20" fmla="*/ 15816 h 139162"/>
                <a:gd name="connsiteX21" fmla="*/ 184200 w 230443"/>
                <a:gd name="connsiteY21" fmla="*/ 49094 h 139162"/>
                <a:gd name="connsiteX22" fmla="*/ 184200 w 230443"/>
                <a:gd name="connsiteY22" fmla="*/ 112927 h 139162"/>
                <a:gd name="connsiteX23" fmla="*/ 164162 w 230443"/>
                <a:gd name="connsiteY23" fmla="*/ 134709 h 139162"/>
                <a:gd name="connsiteX24" fmla="*/ 164162 w 230443"/>
                <a:gd name="connsiteY24" fmla="*/ 139247 h 139162"/>
                <a:gd name="connsiteX25" fmla="*/ 230653 w 230443"/>
                <a:gd name="connsiteY25" fmla="*/ 139247 h 139162"/>
                <a:gd name="connsiteX26" fmla="*/ 230653 w 230443"/>
                <a:gd name="connsiteY26" fmla="*/ 134709 h 139162"/>
                <a:gd name="connsiteX27" fmla="*/ 222759 w 230443"/>
                <a:gd name="connsiteY27" fmla="*/ 134104 h 139162"/>
                <a:gd name="connsiteX28" fmla="*/ 209704 w 230443"/>
                <a:gd name="connsiteY28" fmla="*/ 116255 h 139162"/>
                <a:gd name="connsiteX29" fmla="*/ 209704 w 230443"/>
                <a:gd name="connsiteY29" fmla="*/ 53934 h 139162"/>
                <a:gd name="connsiteX30" fmla="*/ 174485 w 230443"/>
                <a:gd name="connsiteY30" fmla="*/ 85 h 139162"/>
                <a:gd name="connsiteX31" fmla="*/ 124995 w 230443"/>
                <a:gd name="connsiteY31" fmla="*/ 25497 h 139162"/>
                <a:gd name="connsiteX32" fmla="*/ 92812 w 230443"/>
                <a:gd name="connsiteY32" fmla="*/ 85 h 139162"/>
                <a:gd name="connsiteX33" fmla="*/ 45752 w 230443"/>
                <a:gd name="connsiteY33" fmla="*/ 23379 h 139162"/>
                <a:gd name="connsiteX34" fmla="*/ 45752 w 230443"/>
                <a:gd name="connsiteY34" fmla="*/ 690 h 139162"/>
                <a:gd name="connsiteX35" fmla="*/ 43627 w 230443"/>
                <a:gd name="connsiteY35" fmla="*/ 85 h 139162"/>
                <a:gd name="connsiteX36" fmla="*/ 1121 w 230443"/>
                <a:gd name="connsiteY36" fmla="*/ 13698 h 139162"/>
                <a:gd name="connsiteX37" fmla="*/ 1121 w 230443"/>
                <a:gd name="connsiteY37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0443" h="139162">
                  <a:moveTo>
                    <a:pt x="1121" y="18841"/>
                  </a:moveTo>
                  <a:cubicBezTo>
                    <a:pt x="5068" y="17934"/>
                    <a:pt x="7496" y="17631"/>
                    <a:pt x="10836" y="17631"/>
                  </a:cubicBezTo>
                  <a:cubicBezTo>
                    <a:pt x="18730" y="17631"/>
                    <a:pt x="21463" y="22472"/>
                    <a:pt x="21463" y="36993"/>
                  </a:cubicBezTo>
                  <a:lnTo>
                    <a:pt x="21463" y="113532"/>
                  </a:lnTo>
                  <a:cubicBezTo>
                    <a:pt x="21463" y="129869"/>
                    <a:pt x="17212" y="134407"/>
                    <a:pt x="210" y="134709"/>
                  </a:cubicBezTo>
                  <a:lnTo>
                    <a:pt x="210" y="139247"/>
                  </a:lnTo>
                  <a:lnTo>
                    <a:pt x="67612" y="139247"/>
                  </a:lnTo>
                  <a:lnTo>
                    <a:pt x="67612" y="134709"/>
                  </a:lnTo>
                  <a:cubicBezTo>
                    <a:pt x="51521" y="134104"/>
                    <a:pt x="46966" y="130776"/>
                    <a:pt x="46966" y="118978"/>
                  </a:cubicBezTo>
                  <a:lnTo>
                    <a:pt x="46966" y="33665"/>
                  </a:lnTo>
                  <a:cubicBezTo>
                    <a:pt x="46966" y="33060"/>
                    <a:pt x="49395" y="30035"/>
                    <a:pt x="51521" y="27917"/>
                  </a:cubicBezTo>
                  <a:cubicBezTo>
                    <a:pt x="59111" y="20959"/>
                    <a:pt x="72166" y="15816"/>
                    <a:pt x="82793" y="15816"/>
                  </a:cubicBezTo>
                  <a:cubicBezTo>
                    <a:pt x="96152" y="15816"/>
                    <a:pt x="102832" y="26404"/>
                    <a:pt x="102832" y="47581"/>
                  </a:cubicBezTo>
                  <a:lnTo>
                    <a:pt x="102832" y="113230"/>
                  </a:lnTo>
                  <a:cubicBezTo>
                    <a:pt x="102832" y="130171"/>
                    <a:pt x="99492" y="133499"/>
                    <a:pt x="82186" y="134709"/>
                  </a:cubicBezTo>
                  <a:lnTo>
                    <a:pt x="82186" y="139247"/>
                  </a:lnTo>
                  <a:lnTo>
                    <a:pt x="150196" y="139247"/>
                  </a:lnTo>
                  <a:lnTo>
                    <a:pt x="150196" y="134709"/>
                  </a:lnTo>
                  <a:cubicBezTo>
                    <a:pt x="132889" y="134407"/>
                    <a:pt x="128335" y="129264"/>
                    <a:pt x="128335" y="110507"/>
                  </a:cubicBezTo>
                  <a:lnTo>
                    <a:pt x="128335" y="34270"/>
                  </a:lnTo>
                  <a:cubicBezTo>
                    <a:pt x="137444" y="21262"/>
                    <a:pt x="147463" y="15816"/>
                    <a:pt x="161429" y="15816"/>
                  </a:cubicBezTo>
                  <a:cubicBezTo>
                    <a:pt x="178735" y="15816"/>
                    <a:pt x="184200" y="23984"/>
                    <a:pt x="184200" y="49094"/>
                  </a:cubicBezTo>
                  <a:lnTo>
                    <a:pt x="184200" y="112927"/>
                  </a:lnTo>
                  <a:cubicBezTo>
                    <a:pt x="184200" y="130171"/>
                    <a:pt x="181771" y="132591"/>
                    <a:pt x="164162" y="134709"/>
                  </a:cubicBezTo>
                  <a:lnTo>
                    <a:pt x="164162" y="139247"/>
                  </a:lnTo>
                  <a:lnTo>
                    <a:pt x="230653" y="139247"/>
                  </a:lnTo>
                  <a:lnTo>
                    <a:pt x="230653" y="134709"/>
                  </a:lnTo>
                  <a:lnTo>
                    <a:pt x="222759" y="134104"/>
                  </a:lnTo>
                  <a:cubicBezTo>
                    <a:pt x="213651" y="133499"/>
                    <a:pt x="209704" y="128054"/>
                    <a:pt x="209704" y="116255"/>
                  </a:cubicBezTo>
                  <a:lnTo>
                    <a:pt x="209704" y="53934"/>
                  </a:lnTo>
                  <a:cubicBezTo>
                    <a:pt x="209704" y="18236"/>
                    <a:pt x="197863" y="85"/>
                    <a:pt x="174485" y="85"/>
                  </a:cubicBezTo>
                  <a:cubicBezTo>
                    <a:pt x="156875" y="85"/>
                    <a:pt x="141391" y="7950"/>
                    <a:pt x="124995" y="25497"/>
                  </a:cubicBezTo>
                  <a:cubicBezTo>
                    <a:pt x="119530" y="8253"/>
                    <a:pt x="109207" y="85"/>
                    <a:pt x="92812" y="85"/>
                  </a:cubicBezTo>
                  <a:cubicBezTo>
                    <a:pt x="79453" y="85"/>
                    <a:pt x="70952" y="4320"/>
                    <a:pt x="45752" y="23379"/>
                  </a:cubicBezTo>
                  <a:lnTo>
                    <a:pt x="45752" y="690"/>
                  </a:lnTo>
                  <a:lnTo>
                    <a:pt x="43627" y="85"/>
                  </a:lnTo>
                  <a:cubicBezTo>
                    <a:pt x="28142" y="5833"/>
                    <a:pt x="17819" y="9160"/>
                    <a:pt x="1121" y="13698"/>
                  </a:cubicBezTo>
                  <a:lnTo>
                    <a:pt x="1121" y="18841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2D600D-1EA5-1ACB-9326-1D7970D91FAB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9202642" y="4981958"/>
              <a:ext cx="122964" cy="142187"/>
            </a:xfrm>
            <a:custGeom>
              <a:avLst/>
              <a:gdLst>
                <a:gd name="connsiteX0" fmla="*/ 123182 w 122964"/>
                <a:gd name="connsiteY0" fmla="*/ 119280 h 142187"/>
                <a:gd name="connsiteX1" fmla="*/ 109822 w 122964"/>
                <a:gd name="connsiteY1" fmla="*/ 125028 h 142187"/>
                <a:gd name="connsiteX2" fmla="*/ 100714 w 122964"/>
                <a:gd name="connsiteY2" fmla="*/ 107482 h 142187"/>
                <a:gd name="connsiteX3" fmla="*/ 100714 w 122964"/>
                <a:gd name="connsiteY3" fmla="*/ 48489 h 142187"/>
                <a:gd name="connsiteX4" fmla="*/ 94642 w 122964"/>
                <a:gd name="connsiteY4" fmla="*/ 16724 h 142187"/>
                <a:gd name="connsiteX5" fmla="*/ 56993 w 122964"/>
                <a:gd name="connsiteY5" fmla="*/ 85 h 142187"/>
                <a:gd name="connsiteX6" fmla="*/ 5986 w 122964"/>
                <a:gd name="connsiteY6" fmla="*/ 33968 h 142187"/>
                <a:gd name="connsiteX7" fmla="*/ 19042 w 122964"/>
                <a:gd name="connsiteY7" fmla="*/ 46976 h 142187"/>
                <a:gd name="connsiteX8" fmla="*/ 32704 w 122964"/>
                <a:gd name="connsiteY8" fmla="*/ 34270 h 142187"/>
                <a:gd name="connsiteX9" fmla="*/ 32097 w 122964"/>
                <a:gd name="connsiteY9" fmla="*/ 29430 h 142187"/>
                <a:gd name="connsiteX10" fmla="*/ 31186 w 122964"/>
                <a:gd name="connsiteY10" fmla="*/ 22169 h 142187"/>
                <a:gd name="connsiteX11" fmla="*/ 53046 w 122964"/>
                <a:gd name="connsiteY11" fmla="*/ 7345 h 142187"/>
                <a:gd name="connsiteX12" fmla="*/ 76121 w 122964"/>
                <a:gd name="connsiteY12" fmla="*/ 32455 h 142187"/>
                <a:gd name="connsiteX13" fmla="*/ 76121 w 122964"/>
                <a:gd name="connsiteY13" fmla="*/ 50909 h 142187"/>
                <a:gd name="connsiteX14" fmla="*/ 11148 w 122964"/>
                <a:gd name="connsiteY14" fmla="*/ 83582 h 142187"/>
                <a:gd name="connsiteX15" fmla="*/ 217 w 122964"/>
                <a:gd name="connsiteY15" fmla="*/ 109902 h 142187"/>
                <a:gd name="connsiteX16" fmla="*/ 32097 w 122964"/>
                <a:gd name="connsiteY16" fmla="*/ 142272 h 142187"/>
                <a:gd name="connsiteX17" fmla="*/ 76425 w 122964"/>
                <a:gd name="connsiteY17" fmla="*/ 120188 h 142187"/>
                <a:gd name="connsiteX18" fmla="*/ 95856 w 122964"/>
                <a:gd name="connsiteY18" fmla="*/ 142272 h 142187"/>
                <a:gd name="connsiteX19" fmla="*/ 123182 w 122964"/>
                <a:gd name="connsiteY19" fmla="*/ 127146 h 142187"/>
                <a:gd name="connsiteX20" fmla="*/ 123182 w 122964"/>
                <a:gd name="connsiteY20" fmla="*/ 119280 h 142187"/>
                <a:gd name="connsiteX21" fmla="*/ 76121 w 122964"/>
                <a:gd name="connsiteY21" fmla="*/ 102036 h 142187"/>
                <a:gd name="connsiteX22" fmla="*/ 68227 w 122964"/>
                <a:gd name="connsiteY22" fmla="*/ 117768 h 142187"/>
                <a:gd name="connsiteX23" fmla="*/ 46063 w 122964"/>
                <a:gd name="connsiteY23" fmla="*/ 124726 h 142187"/>
                <a:gd name="connsiteX24" fmla="*/ 26936 w 122964"/>
                <a:gd name="connsiteY24" fmla="*/ 101431 h 142187"/>
                <a:gd name="connsiteX25" fmla="*/ 26936 w 122964"/>
                <a:gd name="connsiteY25" fmla="*/ 100221 h 142187"/>
                <a:gd name="connsiteX26" fmla="*/ 76121 w 122964"/>
                <a:gd name="connsiteY26" fmla="*/ 58170 h 142187"/>
                <a:gd name="connsiteX27" fmla="*/ 76121 w 122964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964" h="142187">
                  <a:moveTo>
                    <a:pt x="123182" y="119280"/>
                  </a:moveTo>
                  <a:cubicBezTo>
                    <a:pt x="118020" y="123516"/>
                    <a:pt x="114377" y="125028"/>
                    <a:pt x="109822" y="125028"/>
                  </a:cubicBezTo>
                  <a:cubicBezTo>
                    <a:pt x="102839" y="125028"/>
                    <a:pt x="100714" y="120793"/>
                    <a:pt x="100714" y="107482"/>
                  </a:cubicBezTo>
                  <a:lnTo>
                    <a:pt x="100714" y="48489"/>
                  </a:lnTo>
                  <a:cubicBezTo>
                    <a:pt x="100714" y="32758"/>
                    <a:pt x="99196" y="23984"/>
                    <a:pt x="94642" y="16724"/>
                  </a:cubicBezTo>
                  <a:cubicBezTo>
                    <a:pt x="87962" y="5833"/>
                    <a:pt x="74907" y="85"/>
                    <a:pt x="56993" y="85"/>
                  </a:cubicBezTo>
                  <a:cubicBezTo>
                    <a:pt x="28454" y="85"/>
                    <a:pt x="5986" y="14908"/>
                    <a:pt x="5986" y="33968"/>
                  </a:cubicBezTo>
                  <a:cubicBezTo>
                    <a:pt x="5986" y="40926"/>
                    <a:pt x="12058" y="46976"/>
                    <a:pt x="19042" y="46976"/>
                  </a:cubicBezTo>
                  <a:cubicBezTo>
                    <a:pt x="26328" y="46976"/>
                    <a:pt x="32704" y="40926"/>
                    <a:pt x="32704" y="34270"/>
                  </a:cubicBezTo>
                  <a:cubicBezTo>
                    <a:pt x="32704" y="33060"/>
                    <a:pt x="32401" y="31547"/>
                    <a:pt x="32097" y="29430"/>
                  </a:cubicBezTo>
                  <a:cubicBezTo>
                    <a:pt x="31490" y="26707"/>
                    <a:pt x="31186" y="24287"/>
                    <a:pt x="31186" y="22169"/>
                  </a:cubicBezTo>
                  <a:cubicBezTo>
                    <a:pt x="31186" y="14001"/>
                    <a:pt x="40902" y="7345"/>
                    <a:pt x="53046" y="7345"/>
                  </a:cubicBezTo>
                  <a:cubicBezTo>
                    <a:pt x="67924" y="7345"/>
                    <a:pt x="76121" y="16119"/>
                    <a:pt x="76121" y="32455"/>
                  </a:cubicBezTo>
                  <a:lnTo>
                    <a:pt x="76121" y="50909"/>
                  </a:lnTo>
                  <a:cubicBezTo>
                    <a:pt x="29364" y="69666"/>
                    <a:pt x="24203" y="72086"/>
                    <a:pt x="11148" y="83582"/>
                  </a:cubicBezTo>
                  <a:cubicBezTo>
                    <a:pt x="4468" y="89633"/>
                    <a:pt x="217" y="99919"/>
                    <a:pt x="217" y="109902"/>
                  </a:cubicBezTo>
                  <a:cubicBezTo>
                    <a:pt x="217" y="128961"/>
                    <a:pt x="13576" y="142272"/>
                    <a:pt x="32097" y="142272"/>
                  </a:cubicBezTo>
                  <a:cubicBezTo>
                    <a:pt x="45456" y="142272"/>
                    <a:pt x="57904" y="135919"/>
                    <a:pt x="76425" y="120188"/>
                  </a:cubicBezTo>
                  <a:cubicBezTo>
                    <a:pt x="77943" y="135919"/>
                    <a:pt x="83408" y="142272"/>
                    <a:pt x="95856" y="142272"/>
                  </a:cubicBezTo>
                  <a:cubicBezTo>
                    <a:pt x="106179" y="142272"/>
                    <a:pt x="112555" y="138642"/>
                    <a:pt x="123182" y="127146"/>
                  </a:cubicBezTo>
                  <a:lnTo>
                    <a:pt x="123182" y="119280"/>
                  </a:lnTo>
                  <a:close/>
                  <a:moveTo>
                    <a:pt x="76121" y="102036"/>
                  </a:moveTo>
                  <a:cubicBezTo>
                    <a:pt x="76121" y="111415"/>
                    <a:pt x="74603" y="114137"/>
                    <a:pt x="68227" y="117768"/>
                  </a:cubicBezTo>
                  <a:cubicBezTo>
                    <a:pt x="60940" y="122003"/>
                    <a:pt x="52439" y="124726"/>
                    <a:pt x="46063" y="124726"/>
                  </a:cubicBezTo>
                  <a:cubicBezTo>
                    <a:pt x="35437" y="124726"/>
                    <a:pt x="26936" y="114440"/>
                    <a:pt x="26936" y="101431"/>
                  </a:cubicBezTo>
                  <a:lnTo>
                    <a:pt x="26936" y="100221"/>
                  </a:lnTo>
                  <a:cubicBezTo>
                    <a:pt x="26936" y="82372"/>
                    <a:pt x="39384" y="71481"/>
                    <a:pt x="76121" y="58170"/>
                  </a:cubicBezTo>
                  <a:lnTo>
                    <a:pt x="76121" y="102036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F69CF49-39AC-D161-3FE2-9FC4FEF4A4CB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9332486" y="4914494"/>
              <a:ext cx="72260" cy="206625"/>
            </a:xfrm>
            <a:custGeom>
              <a:avLst/>
              <a:gdLst>
                <a:gd name="connsiteX0" fmla="*/ 222 w 72260"/>
                <a:gd name="connsiteY0" fmla="*/ 18236 h 206625"/>
                <a:gd name="connsiteX1" fmla="*/ 2044 w 72260"/>
                <a:gd name="connsiteY1" fmla="*/ 18236 h 206625"/>
                <a:gd name="connsiteX2" fmla="*/ 11456 w 72260"/>
                <a:gd name="connsiteY2" fmla="*/ 17631 h 206625"/>
                <a:gd name="connsiteX3" fmla="*/ 24207 w 72260"/>
                <a:gd name="connsiteY3" fmla="*/ 36085 h 206625"/>
                <a:gd name="connsiteX4" fmla="*/ 24207 w 72260"/>
                <a:gd name="connsiteY4" fmla="*/ 180391 h 206625"/>
                <a:gd name="connsiteX5" fmla="*/ 829 w 72260"/>
                <a:gd name="connsiteY5" fmla="*/ 202173 h 206625"/>
                <a:gd name="connsiteX6" fmla="*/ 829 w 72260"/>
                <a:gd name="connsiteY6" fmla="*/ 206710 h 206625"/>
                <a:gd name="connsiteX7" fmla="*/ 72482 w 72260"/>
                <a:gd name="connsiteY7" fmla="*/ 206710 h 206625"/>
                <a:gd name="connsiteX8" fmla="*/ 72482 w 72260"/>
                <a:gd name="connsiteY8" fmla="*/ 202173 h 206625"/>
                <a:gd name="connsiteX9" fmla="*/ 49711 w 72260"/>
                <a:gd name="connsiteY9" fmla="*/ 181298 h 206625"/>
                <a:gd name="connsiteX10" fmla="*/ 49711 w 72260"/>
                <a:gd name="connsiteY10" fmla="*/ 690 h 206625"/>
                <a:gd name="connsiteX11" fmla="*/ 48497 w 72260"/>
                <a:gd name="connsiteY11" fmla="*/ 85 h 206625"/>
                <a:gd name="connsiteX12" fmla="*/ 222 w 72260"/>
                <a:gd name="connsiteY12" fmla="*/ 13396 h 206625"/>
                <a:gd name="connsiteX13" fmla="*/ 222 w 72260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260" h="206625">
                  <a:moveTo>
                    <a:pt x="222" y="18236"/>
                  </a:moveTo>
                  <a:lnTo>
                    <a:pt x="2044" y="18236"/>
                  </a:lnTo>
                  <a:cubicBezTo>
                    <a:pt x="5383" y="17934"/>
                    <a:pt x="9027" y="17631"/>
                    <a:pt x="11456" y="17631"/>
                  </a:cubicBezTo>
                  <a:cubicBezTo>
                    <a:pt x="21171" y="17631"/>
                    <a:pt x="24207" y="21867"/>
                    <a:pt x="24207" y="36085"/>
                  </a:cubicBezTo>
                  <a:lnTo>
                    <a:pt x="24207" y="180391"/>
                  </a:lnTo>
                  <a:cubicBezTo>
                    <a:pt x="24207" y="196727"/>
                    <a:pt x="19957" y="200660"/>
                    <a:pt x="829" y="202173"/>
                  </a:cubicBezTo>
                  <a:lnTo>
                    <a:pt x="829" y="206710"/>
                  </a:lnTo>
                  <a:lnTo>
                    <a:pt x="72482" y="206710"/>
                  </a:lnTo>
                  <a:lnTo>
                    <a:pt x="72482" y="202173"/>
                  </a:lnTo>
                  <a:cubicBezTo>
                    <a:pt x="53354" y="200962"/>
                    <a:pt x="49711" y="197937"/>
                    <a:pt x="49711" y="181298"/>
                  </a:cubicBezTo>
                  <a:lnTo>
                    <a:pt x="49711" y="690"/>
                  </a:lnTo>
                  <a:lnTo>
                    <a:pt x="48497" y="85"/>
                  </a:lnTo>
                  <a:cubicBezTo>
                    <a:pt x="32709" y="5228"/>
                    <a:pt x="21171" y="8253"/>
                    <a:pt x="222" y="13396"/>
                  </a:cubicBezTo>
                  <a:lnTo>
                    <a:pt x="222" y="18236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1895C5-059F-3A08-458E-8E1526958778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9491267" y="4920848"/>
              <a:ext cx="177614" cy="200272"/>
            </a:xfrm>
            <a:custGeom>
              <a:avLst/>
              <a:gdLst>
                <a:gd name="connsiteX0" fmla="*/ 177842 w 177614"/>
                <a:gd name="connsiteY0" fmla="*/ 149230 h 200272"/>
                <a:gd name="connsiteX1" fmla="*/ 169341 w 177614"/>
                <a:gd name="connsiteY1" fmla="*/ 149230 h 200272"/>
                <a:gd name="connsiteX2" fmla="*/ 97688 w 177614"/>
                <a:gd name="connsiteY2" fmla="*/ 189164 h 200272"/>
                <a:gd name="connsiteX3" fmla="*/ 89490 w 177614"/>
                <a:gd name="connsiteY3" fmla="*/ 189164 h 200272"/>
                <a:gd name="connsiteX4" fmla="*/ 59736 w 177614"/>
                <a:gd name="connsiteY4" fmla="*/ 185534 h 200272"/>
                <a:gd name="connsiteX5" fmla="*/ 57610 w 177614"/>
                <a:gd name="connsiteY5" fmla="*/ 176155 h 200272"/>
                <a:gd name="connsiteX6" fmla="*/ 57610 w 177614"/>
                <a:gd name="connsiteY6" fmla="*/ 101431 h 200272"/>
                <a:gd name="connsiteX7" fmla="*/ 104367 w 177614"/>
                <a:gd name="connsiteY7" fmla="*/ 101431 h 200272"/>
                <a:gd name="connsiteX8" fmla="*/ 137765 w 177614"/>
                <a:gd name="connsiteY8" fmla="*/ 130474 h 200272"/>
                <a:gd name="connsiteX9" fmla="*/ 144748 w 177614"/>
                <a:gd name="connsiteY9" fmla="*/ 130474 h 200272"/>
                <a:gd name="connsiteX10" fmla="*/ 144748 w 177614"/>
                <a:gd name="connsiteY10" fmla="*/ 60288 h 200272"/>
                <a:gd name="connsiteX11" fmla="*/ 137765 w 177614"/>
                <a:gd name="connsiteY11" fmla="*/ 60288 h 200272"/>
                <a:gd name="connsiteX12" fmla="*/ 131085 w 177614"/>
                <a:gd name="connsiteY12" fmla="*/ 81464 h 200272"/>
                <a:gd name="connsiteX13" fmla="*/ 104367 w 177614"/>
                <a:gd name="connsiteY13" fmla="*/ 89028 h 200272"/>
                <a:gd name="connsiteX14" fmla="*/ 57610 w 177614"/>
                <a:gd name="connsiteY14" fmla="*/ 89028 h 200272"/>
                <a:gd name="connsiteX15" fmla="*/ 57610 w 177614"/>
                <a:gd name="connsiteY15" fmla="*/ 21867 h 200272"/>
                <a:gd name="connsiteX16" fmla="*/ 67630 w 177614"/>
                <a:gd name="connsiteY16" fmla="*/ 11581 h 200272"/>
                <a:gd name="connsiteX17" fmla="*/ 108618 w 177614"/>
                <a:gd name="connsiteY17" fmla="*/ 11581 h 200272"/>
                <a:gd name="connsiteX18" fmla="*/ 154767 w 177614"/>
                <a:gd name="connsiteY18" fmla="*/ 43346 h 200272"/>
                <a:gd name="connsiteX19" fmla="*/ 162358 w 177614"/>
                <a:gd name="connsiteY19" fmla="*/ 43346 h 200272"/>
                <a:gd name="connsiteX20" fmla="*/ 161447 w 177614"/>
                <a:gd name="connsiteY20" fmla="*/ 85 h 200272"/>
                <a:gd name="connsiteX21" fmla="*/ 227 w 177614"/>
                <a:gd name="connsiteY21" fmla="*/ 85 h 200272"/>
                <a:gd name="connsiteX22" fmla="*/ 227 w 177614"/>
                <a:gd name="connsiteY22" fmla="*/ 5833 h 200272"/>
                <a:gd name="connsiteX23" fmla="*/ 26642 w 177614"/>
                <a:gd name="connsiteY23" fmla="*/ 33060 h 200272"/>
                <a:gd name="connsiteX24" fmla="*/ 26642 w 177614"/>
                <a:gd name="connsiteY24" fmla="*/ 167382 h 200272"/>
                <a:gd name="connsiteX25" fmla="*/ 227 w 177614"/>
                <a:gd name="connsiteY25" fmla="*/ 194609 h 200272"/>
                <a:gd name="connsiteX26" fmla="*/ 227 w 177614"/>
                <a:gd name="connsiteY26" fmla="*/ 200357 h 200272"/>
                <a:gd name="connsiteX27" fmla="*/ 164179 w 177614"/>
                <a:gd name="connsiteY27" fmla="*/ 200357 h 200272"/>
                <a:gd name="connsiteX28" fmla="*/ 177842 w 177614"/>
                <a:gd name="connsiteY28" fmla="*/ 149230 h 20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614" h="200272">
                  <a:moveTo>
                    <a:pt x="177842" y="149230"/>
                  </a:moveTo>
                  <a:lnTo>
                    <a:pt x="169341" y="149230"/>
                  </a:lnTo>
                  <a:cubicBezTo>
                    <a:pt x="154160" y="181903"/>
                    <a:pt x="141105" y="189164"/>
                    <a:pt x="97688" y="189164"/>
                  </a:cubicBezTo>
                  <a:lnTo>
                    <a:pt x="89490" y="189164"/>
                  </a:lnTo>
                  <a:cubicBezTo>
                    <a:pt x="74613" y="189164"/>
                    <a:pt x="61861" y="187651"/>
                    <a:pt x="59736" y="185534"/>
                  </a:cubicBezTo>
                  <a:cubicBezTo>
                    <a:pt x="58218" y="184626"/>
                    <a:pt x="57610" y="181298"/>
                    <a:pt x="57610" y="176155"/>
                  </a:cubicBezTo>
                  <a:lnTo>
                    <a:pt x="57610" y="101431"/>
                  </a:lnTo>
                  <a:lnTo>
                    <a:pt x="104367" y="101431"/>
                  </a:lnTo>
                  <a:cubicBezTo>
                    <a:pt x="129264" y="101431"/>
                    <a:pt x="133818" y="105364"/>
                    <a:pt x="137765" y="130474"/>
                  </a:cubicBezTo>
                  <a:lnTo>
                    <a:pt x="144748" y="130474"/>
                  </a:lnTo>
                  <a:lnTo>
                    <a:pt x="144748" y="60288"/>
                  </a:lnTo>
                  <a:lnTo>
                    <a:pt x="137765" y="60288"/>
                  </a:lnTo>
                  <a:cubicBezTo>
                    <a:pt x="135639" y="72691"/>
                    <a:pt x="134425" y="77229"/>
                    <a:pt x="131085" y="81464"/>
                  </a:cubicBezTo>
                  <a:cubicBezTo>
                    <a:pt x="127138" y="86607"/>
                    <a:pt x="118637" y="89028"/>
                    <a:pt x="104367" y="89028"/>
                  </a:cubicBezTo>
                  <a:lnTo>
                    <a:pt x="57610" y="89028"/>
                  </a:lnTo>
                  <a:lnTo>
                    <a:pt x="57610" y="21867"/>
                  </a:lnTo>
                  <a:cubicBezTo>
                    <a:pt x="57610" y="13396"/>
                    <a:pt x="59432" y="11581"/>
                    <a:pt x="67630" y="11581"/>
                  </a:cubicBezTo>
                  <a:lnTo>
                    <a:pt x="108618" y="11581"/>
                  </a:lnTo>
                  <a:cubicBezTo>
                    <a:pt x="142926" y="11581"/>
                    <a:pt x="149606" y="16119"/>
                    <a:pt x="154767" y="43346"/>
                  </a:cubicBezTo>
                  <a:lnTo>
                    <a:pt x="162358" y="43346"/>
                  </a:lnTo>
                  <a:lnTo>
                    <a:pt x="161447" y="85"/>
                  </a:lnTo>
                  <a:lnTo>
                    <a:pt x="227" y="85"/>
                  </a:lnTo>
                  <a:lnTo>
                    <a:pt x="227" y="5833"/>
                  </a:lnTo>
                  <a:cubicBezTo>
                    <a:pt x="22695" y="7648"/>
                    <a:pt x="26642" y="11883"/>
                    <a:pt x="26642" y="33060"/>
                  </a:cubicBezTo>
                  <a:lnTo>
                    <a:pt x="26642" y="167382"/>
                  </a:lnTo>
                  <a:cubicBezTo>
                    <a:pt x="26642" y="188559"/>
                    <a:pt x="22391" y="193097"/>
                    <a:pt x="227" y="194609"/>
                  </a:cubicBezTo>
                  <a:lnTo>
                    <a:pt x="227" y="200357"/>
                  </a:lnTo>
                  <a:lnTo>
                    <a:pt x="164179" y="200357"/>
                  </a:lnTo>
                  <a:lnTo>
                    <a:pt x="177842" y="149230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2306337-9FDC-6FD3-5F76-DD4476E36FD8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9681115" y="4981655"/>
              <a:ext cx="140877" cy="205113"/>
            </a:xfrm>
            <a:custGeom>
              <a:avLst/>
              <a:gdLst>
                <a:gd name="connsiteX0" fmla="*/ 102248 w 140877"/>
                <a:gd name="connsiteY0" fmla="*/ 10976 h 205113"/>
                <a:gd name="connsiteX1" fmla="*/ 67332 w 140877"/>
                <a:gd name="connsiteY1" fmla="*/ 85 h 205113"/>
                <a:gd name="connsiteX2" fmla="*/ 233 w 140877"/>
                <a:gd name="connsiteY2" fmla="*/ 77532 h 205113"/>
                <a:gd name="connsiteX3" fmla="*/ 48812 w 140877"/>
                <a:gd name="connsiteY3" fmla="*/ 142575 h 205113"/>
                <a:gd name="connsiteX4" fmla="*/ 96479 w 140877"/>
                <a:gd name="connsiteY4" fmla="*/ 120188 h 205113"/>
                <a:gd name="connsiteX5" fmla="*/ 96479 w 140877"/>
                <a:gd name="connsiteY5" fmla="*/ 177063 h 205113"/>
                <a:gd name="connsiteX6" fmla="*/ 69457 w 140877"/>
                <a:gd name="connsiteY6" fmla="*/ 200055 h 205113"/>
                <a:gd name="connsiteX7" fmla="*/ 69457 w 140877"/>
                <a:gd name="connsiteY7" fmla="*/ 205198 h 205113"/>
                <a:gd name="connsiteX8" fmla="*/ 141111 w 140877"/>
                <a:gd name="connsiteY8" fmla="*/ 205198 h 205113"/>
                <a:gd name="connsiteX9" fmla="*/ 141111 w 140877"/>
                <a:gd name="connsiteY9" fmla="*/ 200962 h 205113"/>
                <a:gd name="connsiteX10" fmla="*/ 121983 w 140877"/>
                <a:gd name="connsiteY10" fmla="*/ 182206 h 205113"/>
                <a:gd name="connsiteX11" fmla="*/ 121983 w 140877"/>
                <a:gd name="connsiteY11" fmla="*/ 1295 h 205113"/>
                <a:gd name="connsiteX12" fmla="*/ 118643 w 140877"/>
                <a:gd name="connsiteY12" fmla="*/ 1295 h 205113"/>
                <a:gd name="connsiteX13" fmla="*/ 102248 w 140877"/>
                <a:gd name="connsiteY13" fmla="*/ 10976 h 205113"/>
                <a:gd name="connsiteX14" fmla="*/ 96479 w 140877"/>
                <a:gd name="connsiteY14" fmla="*/ 101129 h 205113"/>
                <a:gd name="connsiteX15" fmla="*/ 92229 w 140877"/>
                <a:gd name="connsiteY15" fmla="*/ 114742 h 205113"/>
                <a:gd name="connsiteX16" fmla="*/ 66118 w 140877"/>
                <a:gd name="connsiteY16" fmla="*/ 124121 h 205113"/>
                <a:gd name="connsiteX17" fmla="*/ 42436 w 140877"/>
                <a:gd name="connsiteY17" fmla="*/ 115045 h 205113"/>
                <a:gd name="connsiteX18" fmla="*/ 26344 w 140877"/>
                <a:gd name="connsiteY18" fmla="*/ 66641 h 205113"/>
                <a:gd name="connsiteX19" fmla="*/ 68243 w 140877"/>
                <a:gd name="connsiteY19" fmla="*/ 8555 h 205113"/>
                <a:gd name="connsiteX20" fmla="*/ 96479 w 140877"/>
                <a:gd name="connsiteY20" fmla="*/ 38808 h 205113"/>
                <a:gd name="connsiteX21" fmla="*/ 96479 w 140877"/>
                <a:gd name="connsiteY21" fmla="*/ 101129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0877" h="205113">
                  <a:moveTo>
                    <a:pt x="102248" y="10976"/>
                  </a:moveTo>
                  <a:cubicBezTo>
                    <a:pt x="88282" y="2807"/>
                    <a:pt x="79173" y="85"/>
                    <a:pt x="67332" y="85"/>
                  </a:cubicBezTo>
                  <a:cubicBezTo>
                    <a:pt x="29380" y="85"/>
                    <a:pt x="233" y="33968"/>
                    <a:pt x="233" y="77532"/>
                  </a:cubicBezTo>
                  <a:cubicBezTo>
                    <a:pt x="233" y="115650"/>
                    <a:pt x="20272" y="142575"/>
                    <a:pt x="48812" y="142575"/>
                  </a:cubicBezTo>
                  <a:cubicBezTo>
                    <a:pt x="66421" y="142575"/>
                    <a:pt x="83120" y="134709"/>
                    <a:pt x="96479" y="120188"/>
                  </a:cubicBezTo>
                  <a:lnTo>
                    <a:pt x="96479" y="177063"/>
                  </a:lnTo>
                  <a:cubicBezTo>
                    <a:pt x="96479" y="194004"/>
                    <a:pt x="91014" y="198542"/>
                    <a:pt x="69457" y="200055"/>
                  </a:cubicBezTo>
                  <a:lnTo>
                    <a:pt x="69457" y="205198"/>
                  </a:lnTo>
                  <a:lnTo>
                    <a:pt x="141111" y="205198"/>
                  </a:lnTo>
                  <a:lnTo>
                    <a:pt x="141111" y="200962"/>
                  </a:lnTo>
                  <a:cubicBezTo>
                    <a:pt x="124412" y="197332"/>
                    <a:pt x="121983" y="194912"/>
                    <a:pt x="121983" y="182206"/>
                  </a:cubicBezTo>
                  <a:lnTo>
                    <a:pt x="121983" y="1295"/>
                  </a:lnTo>
                  <a:lnTo>
                    <a:pt x="118643" y="1295"/>
                  </a:lnTo>
                  <a:lnTo>
                    <a:pt x="102248" y="10976"/>
                  </a:lnTo>
                  <a:close/>
                  <a:moveTo>
                    <a:pt x="96479" y="101129"/>
                  </a:moveTo>
                  <a:cubicBezTo>
                    <a:pt x="96479" y="108389"/>
                    <a:pt x="95265" y="112322"/>
                    <a:pt x="92229" y="114742"/>
                  </a:cubicBezTo>
                  <a:cubicBezTo>
                    <a:pt x="85549" y="120490"/>
                    <a:pt x="75530" y="124121"/>
                    <a:pt x="66118" y="124121"/>
                  </a:cubicBezTo>
                  <a:cubicBezTo>
                    <a:pt x="56706" y="124121"/>
                    <a:pt x="48508" y="121095"/>
                    <a:pt x="42436" y="115045"/>
                  </a:cubicBezTo>
                  <a:cubicBezTo>
                    <a:pt x="32720" y="106272"/>
                    <a:pt x="26344" y="86607"/>
                    <a:pt x="26344" y="66641"/>
                  </a:cubicBezTo>
                  <a:cubicBezTo>
                    <a:pt x="26344" y="30942"/>
                    <a:pt x="42436" y="8555"/>
                    <a:pt x="68243" y="8555"/>
                  </a:cubicBezTo>
                  <a:cubicBezTo>
                    <a:pt x="87067" y="8555"/>
                    <a:pt x="96479" y="18539"/>
                    <a:pt x="96479" y="38808"/>
                  </a:cubicBezTo>
                  <a:lnTo>
                    <a:pt x="96479" y="101129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EC6F09A-C462-0BBF-1D04-EC7253FA87F6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9828937" y="4984983"/>
              <a:ext cx="142699" cy="139162"/>
            </a:xfrm>
            <a:custGeom>
              <a:avLst/>
              <a:gdLst>
                <a:gd name="connsiteX0" fmla="*/ 142937 w 142699"/>
                <a:gd name="connsiteY0" fmla="*/ 121095 h 139162"/>
                <a:gd name="connsiteX1" fmla="*/ 141419 w 142699"/>
                <a:gd name="connsiteY1" fmla="*/ 121095 h 139162"/>
                <a:gd name="connsiteX2" fmla="*/ 124113 w 142699"/>
                <a:gd name="connsiteY2" fmla="*/ 103851 h 139162"/>
                <a:gd name="connsiteX3" fmla="*/ 124113 w 142699"/>
                <a:gd name="connsiteY3" fmla="*/ 85 h 139162"/>
                <a:gd name="connsiteX4" fmla="*/ 76142 w 142699"/>
                <a:gd name="connsiteY4" fmla="*/ 85 h 139162"/>
                <a:gd name="connsiteX5" fmla="*/ 76142 w 142699"/>
                <a:gd name="connsiteY5" fmla="*/ 5228 h 139162"/>
                <a:gd name="connsiteX6" fmla="*/ 98609 w 142699"/>
                <a:gd name="connsiteY6" fmla="*/ 24287 h 139162"/>
                <a:gd name="connsiteX7" fmla="*/ 98609 w 142699"/>
                <a:gd name="connsiteY7" fmla="*/ 95381 h 139162"/>
                <a:gd name="connsiteX8" fmla="*/ 92841 w 142699"/>
                <a:gd name="connsiteY8" fmla="*/ 111415 h 139162"/>
                <a:gd name="connsiteX9" fmla="*/ 66123 w 142699"/>
                <a:gd name="connsiteY9" fmla="*/ 121700 h 139162"/>
                <a:gd name="connsiteX10" fmla="*/ 44566 w 142699"/>
                <a:gd name="connsiteY10" fmla="*/ 98708 h 139162"/>
                <a:gd name="connsiteX11" fmla="*/ 44566 w 142699"/>
                <a:gd name="connsiteY11" fmla="*/ 85 h 139162"/>
                <a:gd name="connsiteX12" fmla="*/ 238 w 142699"/>
                <a:gd name="connsiteY12" fmla="*/ 85 h 139162"/>
                <a:gd name="connsiteX13" fmla="*/ 238 w 142699"/>
                <a:gd name="connsiteY13" fmla="*/ 4320 h 139162"/>
                <a:gd name="connsiteX14" fmla="*/ 19062 w 142699"/>
                <a:gd name="connsiteY14" fmla="*/ 23682 h 139162"/>
                <a:gd name="connsiteX15" fmla="*/ 19062 w 142699"/>
                <a:gd name="connsiteY15" fmla="*/ 99919 h 139162"/>
                <a:gd name="connsiteX16" fmla="*/ 55800 w 142699"/>
                <a:gd name="connsiteY16" fmla="*/ 139247 h 139162"/>
                <a:gd name="connsiteX17" fmla="*/ 87072 w 142699"/>
                <a:gd name="connsiteY17" fmla="*/ 126238 h 139162"/>
                <a:gd name="connsiteX18" fmla="*/ 100128 w 142699"/>
                <a:gd name="connsiteY18" fmla="*/ 113230 h 139162"/>
                <a:gd name="connsiteX19" fmla="*/ 100128 w 142699"/>
                <a:gd name="connsiteY19" fmla="*/ 138339 h 139162"/>
                <a:gd name="connsiteX20" fmla="*/ 101342 w 142699"/>
                <a:gd name="connsiteY20" fmla="*/ 138944 h 139162"/>
                <a:gd name="connsiteX21" fmla="*/ 142937 w 142699"/>
                <a:gd name="connsiteY21" fmla="*/ 125331 h 139162"/>
                <a:gd name="connsiteX22" fmla="*/ 142937 w 142699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699" h="139162">
                  <a:moveTo>
                    <a:pt x="142937" y="121095"/>
                  </a:moveTo>
                  <a:lnTo>
                    <a:pt x="141419" y="121095"/>
                  </a:lnTo>
                  <a:cubicBezTo>
                    <a:pt x="127453" y="121095"/>
                    <a:pt x="124113" y="117768"/>
                    <a:pt x="124113" y="103851"/>
                  </a:cubicBezTo>
                  <a:lnTo>
                    <a:pt x="124113" y="85"/>
                  </a:lnTo>
                  <a:lnTo>
                    <a:pt x="76142" y="85"/>
                  </a:lnTo>
                  <a:lnTo>
                    <a:pt x="76142" y="5228"/>
                  </a:lnTo>
                  <a:cubicBezTo>
                    <a:pt x="94966" y="6135"/>
                    <a:pt x="98609" y="9160"/>
                    <a:pt x="98609" y="24287"/>
                  </a:cubicBezTo>
                  <a:lnTo>
                    <a:pt x="98609" y="95381"/>
                  </a:lnTo>
                  <a:cubicBezTo>
                    <a:pt x="98609" y="103851"/>
                    <a:pt x="97091" y="108087"/>
                    <a:pt x="92841" y="111415"/>
                  </a:cubicBezTo>
                  <a:cubicBezTo>
                    <a:pt x="84643" y="118070"/>
                    <a:pt x="75231" y="121700"/>
                    <a:pt x="66123" y="121700"/>
                  </a:cubicBezTo>
                  <a:cubicBezTo>
                    <a:pt x="54282" y="121700"/>
                    <a:pt x="44566" y="111415"/>
                    <a:pt x="44566" y="98708"/>
                  </a:cubicBezTo>
                  <a:lnTo>
                    <a:pt x="44566" y="85"/>
                  </a:lnTo>
                  <a:lnTo>
                    <a:pt x="238" y="85"/>
                  </a:lnTo>
                  <a:lnTo>
                    <a:pt x="238" y="4320"/>
                  </a:lnTo>
                  <a:cubicBezTo>
                    <a:pt x="14812" y="5228"/>
                    <a:pt x="19062" y="9766"/>
                    <a:pt x="19062" y="23682"/>
                  </a:cubicBezTo>
                  <a:lnTo>
                    <a:pt x="19062" y="99919"/>
                  </a:lnTo>
                  <a:cubicBezTo>
                    <a:pt x="19062" y="123818"/>
                    <a:pt x="33636" y="139247"/>
                    <a:pt x="55800" y="139247"/>
                  </a:cubicBezTo>
                  <a:cubicBezTo>
                    <a:pt x="67033" y="139247"/>
                    <a:pt x="78874" y="134407"/>
                    <a:pt x="87072" y="126238"/>
                  </a:cubicBezTo>
                  <a:lnTo>
                    <a:pt x="100128" y="113230"/>
                  </a:lnTo>
                  <a:lnTo>
                    <a:pt x="100128" y="138339"/>
                  </a:lnTo>
                  <a:lnTo>
                    <a:pt x="101342" y="138944"/>
                  </a:lnTo>
                  <a:cubicBezTo>
                    <a:pt x="116523" y="132894"/>
                    <a:pt x="127453" y="129566"/>
                    <a:pt x="142937" y="125331"/>
                  </a:cubicBezTo>
                  <a:lnTo>
                    <a:pt x="142937" y="121095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CE6D95-64BB-4FCB-1CC7-2C237C6C0A7A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9989815" y="4981958"/>
              <a:ext cx="122964" cy="142187"/>
            </a:xfrm>
            <a:custGeom>
              <a:avLst/>
              <a:gdLst>
                <a:gd name="connsiteX0" fmla="*/ 123207 w 122964"/>
                <a:gd name="connsiteY0" fmla="*/ 119280 h 142187"/>
                <a:gd name="connsiteX1" fmla="*/ 109848 w 122964"/>
                <a:gd name="connsiteY1" fmla="*/ 125028 h 142187"/>
                <a:gd name="connsiteX2" fmla="*/ 100740 w 122964"/>
                <a:gd name="connsiteY2" fmla="*/ 107482 h 142187"/>
                <a:gd name="connsiteX3" fmla="*/ 100740 w 122964"/>
                <a:gd name="connsiteY3" fmla="*/ 48489 h 142187"/>
                <a:gd name="connsiteX4" fmla="*/ 94667 w 122964"/>
                <a:gd name="connsiteY4" fmla="*/ 16724 h 142187"/>
                <a:gd name="connsiteX5" fmla="*/ 57019 w 122964"/>
                <a:gd name="connsiteY5" fmla="*/ 85 h 142187"/>
                <a:gd name="connsiteX6" fmla="*/ 6012 w 122964"/>
                <a:gd name="connsiteY6" fmla="*/ 33968 h 142187"/>
                <a:gd name="connsiteX7" fmla="*/ 19067 w 122964"/>
                <a:gd name="connsiteY7" fmla="*/ 46976 h 142187"/>
                <a:gd name="connsiteX8" fmla="*/ 32730 w 122964"/>
                <a:gd name="connsiteY8" fmla="*/ 34270 h 142187"/>
                <a:gd name="connsiteX9" fmla="*/ 32123 w 122964"/>
                <a:gd name="connsiteY9" fmla="*/ 29430 h 142187"/>
                <a:gd name="connsiteX10" fmla="*/ 31212 w 122964"/>
                <a:gd name="connsiteY10" fmla="*/ 22169 h 142187"/>
                <a:gd name="connsiteX11" fmla="*/ 53072 w 122964"/>
                <a:gd name="connsiteY11" fmla="*/ 7345 h 142187"/>
                <a:gd name="connsiteX12" fmla="*/ 76147 w 122964"/>
                <a:gd name="connsiteY12" fmla="*/ 32455 h 142187"/>
                <a:gd name="connsiteX13" fmla="*/ 76147 w 122964"/>
                <a:gd name="connsiteY13" fmla="*/ 50909 h 142187"/>
                <a:gd name="connsiteX14" fmla="*/ 11173 w 122964"/>
                <a:gd name="connsiteY14" fmla="*/ 83582 h 142187"/>
                <a:gd name="connsiteX15" fmla="*/ 243 w 122964"/>
                <a:gd name="connsiteY15" fmla="*/ 109902 h 142187"/>
                <a:gd name="connsiteX16" fmla="*/ 32123 w 122964"/>
                <a:gd name="connsiteY16" fmla="*/ 142272 h 142187"/>
                <a:gd name="connsiteX17" fmla="*/ 76451 w 122964"/>
                <a:gd name="connsiteY17" fmla="*/ 120188 h 142187"/>
                <a:gd name="connsiteX18" fmla="*/ 95882 w 122964"/>
                <a:gd name="connsiteY18" fmla="*/ 142272 h 142187"/>
                <a:gd name="connsiteX19" fmla="*/ 123207 w 122964"/>
                <a:gd name="connsiteY19" fmla="*/ 127146 h 142187"/>
                <a:gd name="connsiteX20" fmla="*/ 123207 w 122964"/>
                <a:gd name="connsiteY20" fmla="*/ 119280 h 142187"/>
                <a:gd name="connsiteX21" fmla="*/ 76147 w 122964"/>
                <a:gd name="connsiteY21" fmla="*/ 102036 h 142187"/>
                <a:gd name="connsiteX22" fmla="*/ 68253 w 122964"/>
                <a:gd name="connsiteY22" fmla="*/ 117768 h 142187"/>
                <a:gd name="connsiteX23" fmla="*/ 46089 w 122964"/>
                <a:gd name="connsiteY23" fmla="*/ 124726 h 142187"/>
                <a:gd name="connsiteX24" fmla="*/ 26961 w 122964"/>
                <a:gd name="connsiteY24" fmla="*/ 101431 h 142187"/>
                <a:gd name="connsiteX25" fmla="*/ 26961 w 122964"/>
                <a:gd name="connsiteY25" fmla="*/ 100221 h 142187"/>
                <a:gd name="connsiteX26" fmla="*/ 76147 w 122964"/>
                <a:gd name="connsiteY26" fmla="*/ 58170 h 142187"/>
                <a:gd name="connsiteX27" fmla="*/ 76147 w 122964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964" h="142187">
                  <a:moveTo>
                    <a:pt x="123207" y="119280"/>
                  </a:moveTo>
                  <a:cubicBezTo>
                    <a:pt x="118046" y="123516"/>
                    <a:pt x="114402" y="125028"/>
                    <a:pt x="109848" y="125028"/>
                  </a:cubicBezTo>
                  <a:cubicBezTo>
                    <a:pt x="102865" y="125028"/>
                    <a:pt x="100740" y="120793"/>
                    <a:pt x="100740" y="107482"/>
                  </a:cubicBezTo>
                  <a:lnTo>
                    <a:pt x="100740" y="48489"/>
                  </a:lnTo>
                  <a:cubicBezTo>
                    <a:pt x="100740" y="32758"/>
                    <a:pt x="99222" y="23984"/>
                    <a:pt x="94667" y="16724"/>
                  </a:cubicBezTo>
                  <a:cubicBezTo>
                    <a:pt x="87988" y="5833"/>
                    <a:pt x="74932" y="85"/>
                    <a:pt x="57019" y="85"/>
                  </a:cubicBezTo>
                  <a:cubicBezTo>
                    <a:pt x="28479" y="85"/>
                    <a:pt x="6012" y="14908"/>
                    <a:pt x="6012" y="33968"/>
                  </a:cubicBezTo>
                  <a:cubicBezTo>
                    <a:pt x="6012" y="40926"/>
                    <a:pt x="12084" y="46976"/>
                    <a:pt x="19067" y="46976"/>
                  </a:cubicBezTo>
                  <a:cubicBezTo>
                    <a:pt x="26354" y="46976"/>
                    <a:pt x="32730" y="40926"/>
                    <a:pt x="32730" y="34270"/>
                  </a:cubicBezTo>
                  <a:cubicBezTo>
                    <a:pt x="32730" y="33060"/>
                    <a:pt x="32426" y="31547"/>
                    <a:pt x="32123" y="29430"/>
                  </a:cubicBezTo>
                  <a:cubicBezTo>
                    <a:pt x="31516" y="26707"/>
                    <a:pt x="31212" y="24287"/>
                    <a:pt x="31212" y="22169"/>
                  </a:cubicBezTo>
                  <a:cubicBezTo>
                    <a:pt x="31212" y="14001"/>
                    <a:pt x="40928" y="7345"/>
                    <a:pt x="53072" y="7345"/>
                  </a:cubicBezTo>
                  <a:cubicBezTo>
                    <a:pt x="67949" y="7345"/>
                    <a:pt x="76147" y="16119"/>
                    <a:pt x="76147" y="32455"/>
                  </a:cubicBezTo>
                  <a:lnTo>
                    <a:pt x="76147" y="50909"/>
                  </a:lnTo>
                  <a:cubicBezTo>
                    <a:pt x="29390" y="69666"/>
                    <a:pt x="24229" y="72086"/>
                    <a:pt x="11173" y="83582"/>
                  </a:cubicBezTo>
                  <a:cubicBezTo>
                    <a:pt x="4494" y="89633"/>
                    <a:pt x="243" y="99919"/>
                    <a:pt x="243" y="109902"/>
                  </a:cubicBezTo>
                  <a:cubicBezTo>
                    <a:pt x="243" y="128961"/>
                    <a:pt x="13602" y="142272"/>
                    <a:pt x="32123" y="142272"/>
                  </a:cubicBezTo>
                  <a:cubicBezTo>
                    <a:pt x="45482" y="142272"/>
                    <a:pt x="57930" y="135919"/>
                    <a:pt x="76451" y="120188"/>
                  </a:cubicBezTo>
                  <a:cubicBezTo>
                    <a:pt x="77969" y="135919"/>
                    <a:pt x="83434" y="142272"/>
                    <a:pt x="95882" y="142272"/>
                  </a:cubicBezTo>
                  <a:cubicBezTo>
                    <a:pt x="106205" y="142272"/>
                    <a:pt x="112581" y="138642"/>
                    <a:pt x="123207" y="127146"/>
                  </a:cubicBezTo>
                  <a:lnTo>
                    <a:pt x="123207" y="119280"/>
                  </a:lnTo>
                  <a:close/>
                  <a:moveTo>
                    <a:pt x="76147" y="102036"/>
                  </a:moveTo>
                  <a:cubicBezTo>
                    <a:pt x="76147" y="111415"/>
                    <a:pt x="74629" y="114137"/>
                    <a:pt x="68253" y="117768"/>
                  </a:cubicBezTo>
                  <a:cubicBezTo>
                    <a:pt x="60966" y="122003"/>
                    <a:pt x="52465" y="124726"/>
                    <a:pt x="46089" y="124726"/>
                  </a:cubicBezTo>
                  <a:cubicBezTo>
                    <a:pt x="35462" y="124726"/>
                    <a:pt x="26961" y="114440"/>
                    <a:pt x="26961" y="101431"/>
                  </a:cubicBezTo>
                  <a:lnTo>
                    <a:pt x="26961" y="100221"/>
                  </a:lnTo>
                  <a:cubicBezTo>
                    <a:pt x="26961" y="82372"/>
                    <a:pt x="39410" y="71481"/>
                    <a:pt x="76147" y="58170"/>
                  </a:cubicBezTo>
                  <a:lnTo>
                    <a:pt x="76147" y="102036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58AD1-8B66-1118-C7E9-90791F19E554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10117837" y="4945957"/>
              <a:ext cx="80761" cy="178188"/>
            </a:xfrm>
            <a:custGeom>
              <a:avLst/>
              <a:gdLst>
                <a:gd name="connsiteX0" fmla="*/ 73722 w 80761"/>
                <a:gd name="connsiteY0" fmla="*/ 39111 h 178188"/>
                <a:gd name="connsiteX1" fmla="*/ 43057 w 80761"/>
                <a:gd name="connsiteY1" fmla="*/ 39111 h 178188"/>
                <a:gd name="connsiteX2" fmla="*/ 43057 w 80761"/>
                <a:gd name="connsiteY2" fmla="*/ 4018 h 178188"/>
                <a:gd name="connsiteX3" fmla="*/ 40932 w 80761"/>
                <a:gd name="connsiteY3" fmla="*/ 85 h 178188"/>
                <a:gd name="connsiteX4" fmla="*/ 34860 w 80761"/>
                <a:gd name="connsiteY4" fmla="*/ 8555 h 178188"/>
                <a:gd name="connsiteX5" fmla="*/ 5409 w 80761"/>
                <a:gd name="connsiteY5" fmla="*/ 40926 h 178188"/>
                <a:gd name="connsiteX6" fmla="*/ 248 w 80761"/>
                <a:gd name="connsiteY6" fmla="*/ 46674 h 178188"/>
                <a:gd name="connsiteX7" fmla="*/ 1462 w 80761"/>
                <a:gd name="connsiteY7" fmla="*/ 48792 h 178188"/>
                <a:gd name="connsiteX8" fmla="*/ 17554 w 80761"/>
                <a:gd name="connsiteY8" fmla="*/ 48792 h 178188"/>
                <a:gd name="connsiteX9" fmla="*/ 17554 w 80761"/>
                <a:gd name="connsiteY9" fmla="*/ 139852 h 178188"/>
                <a:gd name="connsiteX10" fmla="*/ 44575 w 80761"/>
                <a:gd name="connsiteY10" fmla="*/ 178273 h 178188"/>
                <a:gd name="connsiteX11" fmla="*/ 81009 w 80761"/>
                <a:gd name="connsiteY11" fmla="*/ 155281 h 178188"/>
                <a:gd name="connsiteX12" fmla="*/ 77062 w 80761"/>
                <a:gd name="connsiteY12" fmla="*/ 151953 h 178188"/>
                <a:gd name="connsiteX13" fmla="*/ 58845 w 80761"/>
                <a:gd name="connsiteY13" fmla="*/ 162542 h 178188"/>
                <a:gd name="connsiteX14" fmla="*/ 43057 w 80761"/>
                <a:gd name="connsiteY14" fmla="*/ 135314 h 178188"/>
                <a:gd name="connsiteX15" fmla="*/ 43057 w 80761"/>
                <a:gd name="connsiteY15" fmla="*/ 48792 h 178188"/>
                <a:gd name="connsiteX16" fmla="*/ 73722 w 80761"/>
                <a:gd name="connsiteY16" fmla="*/ 48792 h 178188"/>
                <a:gd name="connsiteX17" fmla="*/ 73722 w 80761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761" h="178188">
                  <a:moveTo>
                    <a:pt x="73722" y="39111"/>
                  </a:moveTo>
                  <a:lnTo>
                    <a:pt x="43057" y="39111"/>
                  </a:lnTo>
                  <a:lnTo>
                    <a:pt x="43057" y="4018"/>
                  </a:lnTo>
                  <a:cubicBezTo>
                    <a:pt x="43057" y="992"/>
                    <a:pt x="42754" y="85"/>
                    <a:pt x="40932" y="85"/>
                  </a:cubicBezTo>
                  <a:cubicBezTo>
                    <a:pt x="38807" y="2807"/>
                    <a:pt x="36985" y="5530"/>
                    <a:pt x="34860" y="8555"/>
                  </a:cubicBezTo>
                  <a:cubicBezTo>
                    <a:pt x="23322" y="25194"/>
                    <a:pt x="10267" y="39716"/>
                    <a:pt x="5409" y="40926"/>
                  </a:cubicBezTo>
                  <a:cubicBezTo>
                    <a:pt x="2069" y="43044"/>
                    <a:pt x="248" y="45161"/>
                    <a:pt x="248" y="46674"/>
                  </a:cubicBezTo>
                  <a:cubicBezTo>
                    <a:pt x="248" y="47581"/>
                    <a:pt x="551" y="48186"/>
                    <a:pt x="1462" y="48792"/>
                  </a:cubicBezTo>
                  <a:lnTo>
                    <a:pt x="17554" y="48792"/>
                  </a:lnTo>
                  <a:lnTo>
                    <a:pt x="17554" y="139852"/>
                  </a:lnTo>
                  <a:cubicBezTo>
                    <a:pt x="17554" y="165264"/>
                    <a:pt x="26662" y="178273"/>
                    <a:pt x="44575" y="178273"/>
                  </a:cubicBezTo>
                  <a:cubicBezTo>
                    <a:pt x="59453" y="178273"/>
                    <a:pt x="70990" y="171012"/>
                    <a:pt x="81009" y="155281"/>
                  </a:cubicBezTo>
                  <a:lnTo>
                    <a:pt x="77062" y="151953"/>
                  </a:lnTo>
                  <a:cubicBezTo>
                    <a:pt x="70686" y="159516"/>
                    <a:pt x="65525" y="162542"/>
                    <a:pt x="58845" y="162542"/>
                  </a:cubicBezTo>
                  <a:cubicBezTo>
                    <a:pt x="47612" y="162542"/>
                    <a:pt x="43057" y="154373"/>
                    <a:pt x="43057" y="135314"/>
                  </a:cubicBezTo>
                  <a:lnTo>
                    <a:pt x="43057" y="48792"/>
                  </a:lnTo>
                  <a:lnTo>
                    <a:pt x="73722" y="48792"/>
                  </a:lnTo>
                  <a:lnTo>
                    <a:pt x="73722" y="39111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3833BBF-F6ED-39B4-4BB1-CBCC7BDA4A1E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10203467" y="4914494"/>
              <a:ext cx="71956" cy="206625"/>
            </a:xfrm>
            <a:custGeom>
              <a:avLst/>
              <a:gdLst>
                <a:gd name="connsiteX0" fmla="*/ 48525 w 71956"/>
                <a:gd name="connsiteY0" fmla="*/ 67548 h 206625"/>
                <a:gd name="connsiteX1" fmla="*/ 1465 w 71956"/>
                <a:gd name="connsiteY1" fmla="*/ 84187 h 206625"/>
                <a:gd name="connsiteX2" fmla="*/ 1465 w 71956"/>
                <a:gd name="connsiteY2" fmla="*/ 88725 h 206625"/>
                <a:gd name="connsiteX3" fmla="*/ 3894 w 71956"/>
                <a:gd name="connsiteY3" fmla="*/ 88423 h 206625"/>
                <a:gd name="connsiteX4" fmla="*/ 14217 w 71956"/>
                <a:gd name="connsiteY4" fmla="*/ 87515 h 206625"/>
                <a:gd name="connsiteX5" fmla="*/ 24236 w 71956"/>
                <a:gd name="connsiteY5" fmla="*/ 105667 h 206625"/>
                <a:gd name="connsiteX6" fmla="*/ 24236 w 71956"/>
                <a:gd name="connsiteY6" fmla="*/ 175853 h 206625"/>
                <a:gd name="connsiteX7" fmla="*/ 250 w 71956"/>
                <a:gd name="connsiteY7" fmla="*/ 202173 h 206625"/>
                <a:gd name="connsiteX8" fmla="*/ 250 w 71956"/>
                <a:gd name="connsiteY8" fmla="*/ 206710 h 206625"/>
                <a:gd name="connsiteX9" fmla="*/ 72207 w 71956"/>
                <a:gd name="connsiteY9" fmla="*/ 206710 h 206625"/>
                <a:gd name="connsiteX10" fmla="*/ 72207 w 71956"/>
                <a:gd name="connsiteY10" fmla="*/ 202173 h 206625"/>
                <a:gd name="connsiteX11" fmla="*/ 49740 w 71956"/>
                <a:gd name="connsiteY11" fmla="*/ 175853 h 206625"/>
                <a:gd name="connsiteX12" fmla="*/ 49740 w 71956"/>
                <a:gd name="connsiteY12" fmla="*/ 68456 h 206625"/>
                <a:gd name="connsiteX13" fmla="*/ 48525 w 71956"/>
                <a:gd name="connsiteY13" fmla="*/ 67548 h 206625"/>
                <a:gd name="connsiteX14" fmla="*/ 34255 w 71956"/>
                <a:gd name="connsiteY14" fmla="*/ 85 h 206625"/>
                <a:gd name="connsiteX15" fmla="*/ 19074 w 71956"/>
                <a:gd name="connsiteY15" fmla="*/ 15514 h 206625"/>
                <a:gd name="connsiteX16" fmla="*/ 34255 w 71956"/>
                <a:gd name="connsiteY16" fmla="*/ 30942 h 206625"/>
                <a:gd name="connsiteX17" fmla="*/ 50043 w 71956"/>
                <a:gd name="connsiteY17" fmla="*/ 15514 h 206625"/>
                <a:gd name="connsiteX18" fmla="*/ 34255 w 71956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956" h="206625">
                  <a:moveTo>
                    <a:pt x="48525" y="67548"/>
                  </a:moveTo>
                  <a:lnTo>
                    <a:pt x="1465" y="84187"/>
                  </a:lnTo>
                  <a:lnTo>
                    <a:pt x="1465" y="88725"/>
                  </a:lnTo>
                  <a:lnTo>
                    <a:pt x="3894" y="88423"/>
                  </a:lnTo>
                  <a:cubicBezTo>
                    <a:pt x="7537" y="87817"/>
                    <a:pt x="11484" y="87515"/>
                    <a:pt x="14217" y="87515"/>
                  </a:cubicBezTo>
                  <a:cubicBezTo>
                    <a:pt x="21503" y="87515"/>
                    <a:pt x="24236" y="92355"/>
                    <a:pt x="24236" y="105667"/>
                  </a:cubicBezTo>
                  <a:lnTo>
                    <a:pt x="24236" y="175853"/>
                  </a:lnTo>
                  <a:cubicBezTo>
                    <a:pt x="24236" y="197635"/>
                    <a:pt x="21200" y="200962"/>
                    <a:pt x="250" y="202173"/>
                  </a:cubicBezTo>
                  <a:lnTo>
                    <a:pt x="250" y="206710"/>
                  </a:lnTo>
                  <a:lnTo>
                    <a:pt x="72207" y="206710"/>
                  </a:lnTo>
                  <a:lnTo>
                    <a:pt x="72207" y="202173"/>
                  </a:lnTo>
                  <a:cubicBezTo>
                    <a:pt x="52169" y="200660"/>
                    <a:pt x="49740" y="197635"/>
                    <a:pt x="49740" y="175853"/>
                  </a:cubicBezTo>
                  <a:lnTo>
                    <a:pt x="49740" y="68456"/>
                  </a:lnTo>
                  <a:lnTo>
                    <a:pt x="48525" y="67548"/>
                  </a:lnTo>
                  <a:close/>
                  <a:moveTo>
                    <a:pt x="34255" y="85"/>
                  </a:moveTo>
                  <a:cubicBezTo>
                    <a:pt x="26058" y="85"/>
                    <a:pt x="19074" y="7043"/>
                    <a:pt x="19074" y="15514"/>
                  </a:cubicBezTo>
                  <a:cubicBezTo>
                    <a:pt x="19074" y="23984"/>
                    <a:pt x="25754" y="30942"/>
                    <a:pt x="34255" y="30942"/>
                  </a:cubicBezTo>
                  <a:cubicBezTo>
                    <a:pt x="43060" y="30942"/>
                    <a:pt x="50043" y="24287"/>
                    <a:pt x="50043" y="15514"/>
                  </a:cubicBezTo>
                  <a:cubicBezTo>
                    <a:pt x="50043" y="7043"/>
                    <a:pt x="43060" y="85"/>
                    <a:pt x="34255" y="85"/>
                  </a:cubicBez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8A74D9F-84A0-95B6-DF0F-7647FF673070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10292132" y="4981958"/>
              <a:ext cx="133894" cy="142187"/>
            </a:xfrm>
            <a:custGeom>
              <a:avLst/>
              <a:gdLst>
                <a:gd name="connsiteX0" fmla="*/ 67352 w 133894"/>
                <a:gd name="connsiteY0" fmla="*/ 85 h 142187"/>
                <a:gd name="connsiteX1" fmla="*/ 253 w 133894"/>
                <a:gd name="connsiteY1" fmla="*/ 70876 h 142187"/>
                <a:gd name="connsiteX2" fmla="*/ 66745 w 133894"/>
                <a:gd name="connsiteY2" fmla="*/ 142272 h 142187"/>
                <a:gd name="connsiteX3" fmla="*/ 134147 w 133894"/>
                <a:gd name="connsiteY3" fmla="*/ 68456 h 142187"/>
                <a:gd name="connsiteX4" fmla="*/ 67352 w 133894"/>
                <a:gd name="connsiteY4" fmla="*/ 85 h 142187"/>
                <a:gd name="connsiteX5" fmla="*/ 63405 w 133894"/>
                <a:gd name="connsiteY5" fmla="*/ 8555 h 142187"/>
                <a:gd name="connsiteX6" fmla="*/ 106822 w 133894"/>
                <a:gd name="connsiteY6" fmla="*/ 79044 h 142187"/>
                <a:gd name="connsiteX7" fmla="*/ 70388 w 133894"/>
                <a:gd name="connsiteY7" fmla="*/ 133802 h 142187"/>
                <a:gd name="connsiteX8" fmla="*/ 40938 w 133894"/>
                <a:gd name="connsiteY8" fmla="*/ 114440 h 142187"/>
                <a:gd name="connsiteX9" fmla="*/ 27578 w 133894"/>
                <a:gd name="connsiteY9" fmla="*/ 56052 h 142187"/>
                <a:gd name="connsiteX10" fmla="*/ 63405 w 13389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894" h="142187">
                  <a:moveTo>
                    <a:pt x="67352" y="85"/>
                  </a:moveTo>
                  <a:cubicBezTo>
                    <a:pt x="27882" y="85"/>
                    <a:pt x="253" y="29127"/>
                    <a:pt x="253" y="70876"/>
                  </a:cubicBezTo>
                  <a:cubicBezTo>
                    <a:pt x="253" y="111717"/>
                    <a:pt x="28489" y="142272"/>
                    <a:pt x="66745" y="142272"/>
                  </a:cubicBezTo>
                  <a:cubicBezTo>
                    <a:pt x="105000" y="142272"/>
                    <a:pt x="134147" y="110204"/>
                    <a:pt x="134147" y="68456"/>
                  </a:cubicBezTo>
                  <a:cubicBezTo>
                    <a:pt x="134147" y="28825"/>
                    <a:pt x="106215" y="85"/>
                    <a:pt x="67352" y="85"/>
                  </a:cubicBezTo>
                  <a:close/>
                  <a:moveTo>
                    <a:pt x="63405" y="8555"/>
                  </a:moveTo>
                  <a:cubicBezTo>
                    <a:pt x="88909" y="8555"/>
                    <a:pt x="106822" y="37598"/>
                    <a:pt x="106822" y="79044"/>
                  </a:cubicBezTo>
                  <a:cubicBezTo>
                    <a:pt x="106822" y="113230"/>
                    <a:pt x="93159" y="133802"/>
                    <a:pt x="70388" y="133802"/>
                  </a:cubicBezTo>
                  <a:cubicBezTo>
                    <a:pt x="58547" y="133802"/>
                    <a:pt x="47313" y="126541"/>
                    <a:pt x="40938" y="114440"/>
                  </a:cubicBezTo>
                  <a:cubicBezTo>
                    <a:pt x="32436" y="98708"/>
                    <a:pt x="27578" y="77532"/>
                    <a:pt x="27578" y="56052"/>
                  </a:cubicBezTo>
                  <a:cubicBezTo>
                    <a:pt x="27578" y="27312"/>
                    <a:pt x="41848" y="8555"/>
                    <a:pt x="63405" y="8555"/>
                  </a:cubicBez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37F5FAE-FB00-F88A-E319-26FA4CC45B80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10440562" y="4981958"/>
              <a:ext cx="142395" cy="139162"/>
            </a:xfrm>
            <a:custGeom>
              <a:avLst/>
              <a:gdLst>
                <a:gd name="connsiteX0" fmla="*/ 258 w 142395"/>
                <a:gd name="connsiteY0" fmla="*/ 18841 h 139162"/>
                <a:gd name="connsiteX1" fmla="*/ 8456 w 142395"/>
                <a:gd name="connsiteY1" fmla="*/ 17631 h 139162"/>
                <a:gd name="connsiteX2" fmla="*/ 19689 w 142395"/>
                <a:gd name="connsiteY2" fmla="*/ 36993 h 139162"/>
                <a:gd name="connsiteX3" fmla="*/ 19689 w 142395"/>
                <a:gd name="connsiteY3" fmla="*/ 112020 h 139162"/>
                <a:gd name="connsiteX4" fmla="*/ 865 w 142395"/>
                <a:gd name="connsiteY4" fmla="*/ 134709 h 139162"/>
                <a:gd name="connsiteX5" fmla="*/ 865 w 142395"/>
                <a:gd name="connsiteY5" fmla="*/ 139247 h 139162"/>
                <a:gd name="connsiteX6" fmla="*/ 65232 w 142395"/>
                <a:gd name="connsiteY6" fmla="*/ 139247 h 139162"/>
                <a:gd name="connsiteX7" fmla="*/ 65232 w 142395"/>
                <a:gd name="connsiteY7" fmla="*/ 134709 h 139162"/>
                <a:gd name="connsiteX8" fmla="*/ 45193 w 142395"/>
                <a:gd name="connsiteY8" fmla="*/ 118978 h 139162"/>
                <a:gd name="connsiteX9" fmla="*/ 45193 w 142395"/>
                <a:gd name="connsiteY9" fmla="*/ 33968 h 139162"/>
                <a:gd name="connsiteX10" fmla="*/ 76465 w 142395"/>
                <a:gd name="connsiteY10" fmla="*/ 16724 h 139162"/>
                <a:gd name="connsiteX11" fmla="*/ 98629 w 142395"/>
                <a:gd name="connsiteY11" fmla="*/ 46069 h 139162"/>
                <a:gd name="connsiteX12" fmla="*/ 98629 w 142395"/>
                <a:gd name="connsiteY12" fmla="*/ 109297 h 139162"/>
                <a:gd name="connsiteX13" fmla="*/ 79502 w 142395"/>
                <a:gd name="connsiteY13" fmla="*/ 134709 h 139162"/>
                <a:gd name="connsiteX14" fmla="*/ 79502 w 142395"/>
                <a:gd name="connsiteY14" fmla="*/ 139247 h 139162"/>
                <a:gd name="connsiteX15" fmla="*/ 142654 w 142395"/>
                <a:gd name="connsiteY15" fmla="*/ 139247 h 139162"/>
                <a:gd name="connsiteX16" fmla="*/ 142654 w 142395"/>
                <a:gd name="connsiteY16" fmla="*/ 134709 h 139162"/>
                <a:gd name="connsiteX17" fmla="*/ 124133 w 142395"/>
                <a:gd name="connsiteY17" fmla="*/ 114742 h 139162"/>
                <a:gd name="connsiteX18" fmla="*/ 124133 w 142395"/>
                <a:gd name="connsiteY18" fmla="*/ 45464 h 139162"/>
                <a:gd name="connsiteX19" fmla="*/ 88306 w 142395"/>
                <a:gd name="connsiteY19" fmla="*/ 85 h 139162"/>
                <a:gd name="connsiteX20" fmla="*/ 44282 w 142395"/>
                <a:gd name="connsiteY20" fmla="*/ 24589 h 139162"/>
                <a:gd name="connsiteX21" fmla="*/ 44282 w 142395"/>
                <a:gd name="connsiteY21" fmla="*/ 690 h 139162"/>
                <a:gd name="connsiteX22" fmla="*/ 42157 w 142395"/>
                <a:gd name="connsiteY22" fmla="*/ 85 h 139162"/>
                <a:gd name="connsiteX23" fmla="*/ 258 w 142395"/>
                <a:gd name="connsiteY23" fmla="*/ 13698 h 139162"/>
                <a:gd name="connsiteX24" fmla="*/ 258 w 142395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395" h="139162">
                  <a:moveTo>
                    <a:pt x="258" y="18841"/>
                  </a:moveTo>
                  <a:cubicBezTo>
                    <a:pt x="2080" y="17934"/>
                    <a:pt x="5116" y="17631"/>
                    <a:pt x="8456" y="17631"/>
                  </a:cubicBezTo>
                  <a:cubicBezTo>
                    <a:pt x="16957" y="17631"/>
                    <a:pt x="19689" y="22169"/>
                    <a:pt x="19689" y="36993"/>
                  </a:cubicBezTo>
                  <a:lnTo>
                    <a:pt x="19689" y="112020"/>
                  </a:lnTo>
                  <a:cubicBezTo>
                    <a:pt x="19689" y="129264"/>
                    <a:pt x="16350" y="133499"/>
                    <a:pt x="865" y="134709"/>
                  </a:cubicBezTo>
                  <a:lnTo>
                    <a:pt x="865" y="139247"/>
                  </a:lnTo>
                  <a:lnTo>
                    <a:pt x="65232" y="139247"/>
                  </a:lnTo>
                  <a:lnTo>
                    <a:pt x="65232" y="134709"/>
                  </a:lnTo>
                  <a:cubicBezTo>
                    <a:pt x="49747" y="133499"/>
                    <a:pt x="45193" y="129869"/>
                    <a:pt x="45193" y="118978"/>
                  </a:cubicBezTo>
                  <a:lnTo>
                    <a:pt x="45193" y="33968"/>
                  </a:lnTo>
                  <a:cubicBezTo>
                    <a:pt x="59767" y="20354"/>
                    <a:pt x="66446" y="16724"/>
                    <a:pt x="76465" y="16724"/>
                  </a:cubicBezTo>
                  <a:cubicBezTo>
                    <a:pt x="91343" y="16724"/>
                    <a:pt x="98629" y="26102"/>
                    <a:pt x="98629" y="46069"/>
                  </a:cubicBezTo>
                  <a:lnTo>
                    <a:pt x="98629" y="109297"/>
                  </a:lnTo>
                  <a:cubicBezTo>
                    <a:pt x="98629" y="128356"/>
                    <a:pt x="94682" y="133499"/>
                    <a:pt x="79502" y="134709"/>
                  </a:cubicBezTo>
                  <a:lnTo>
                    <a:pt x="79502" y="139247"/>
                  </a:lnTo>
                  <a:lnTo>
                    <a:pt x="142654" y="139247"/>
                  </a:lnTo>
                  <a:lnTo>
                    <a:pt x="142654" y="134709"/>
                  </a:lnTo>
                  <a:cubicBezTo>
                    <a:pt x="127776" y="133196"/>
                    <a:pt x="124133" y="129566"/>
                    <a:pt x="124133" y="114742"/>
                  </a:cubicBezTo>
                  <a:lnTo>
                    <a:pt x="124133" y="45464"/>
                  </a:lnTo>
                  <a:cubicBezTo>
                    <a:pt x="124133" y="17026"/>
                    <a:pt x="110774" y="85"/>
                    <a:pt x="88306" y="85"/>
                  </a:cubicBezTo>
                  <a:cubicBezTo>
                    <a:pt x="74340" y="85"/>
                    <a:pt x="64928" y="5228"/>
                    <a:pt x="44282" y="24589"/>
                  </a:cubicBezTo>
                  <a:lnTo>
                    <a:pt x="44282" y="690"/>
                  </a:lnTo>
                  <a:lnTo>
                    <a:pt x="42157" y="85"/>
                  </a:lnTo>
                  <a:cubicBezTo>
                    <a:pt x="27280" y="5530"/>
                    <a:pt x="16957" y="8858"/>
                    <a:pt x="258" y="13698"/>
                  </a:cubicBezTo>
                  <a:lnTo>
                    <a:pt x="258" y="18841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CE57329-986D-6D7A-88ED-B0CF6573903B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10603566" y="4982260"/>
              <a:ext cx="90173" cy="141885"/>
            </a:xfrm>
            <a:custGeom>
              <a:avLst/>
              <a:gdLst>
                <a:gd name="connsiteX0" fmla="*/ 80417 w 90173"/>
                <a:gd name="connsiteY0" fmla="*/ 43951 h 141885"/>
                <a:gd name="connsiteX1" fmla="*/ 79203 w 90173"/>
                <a:gd name="connsiteY1" fmla="*/ 2807 h 141885"/>
                <a:gd name="connsiteX2" fmla="*/ 75863 w 90173"/>
                <a:gd name="connsiteY2" fmla="*/ 2807 h 141885"/>
                <a:gd name="connsiteX3" fmla="*/ 75256 w 90173"/>
                <a:gd name="connsiteY3" fmla="*/ 3412 h 141885"/>
                <a:gd name="connsiteX4" fmla="*/ 71005 w 90173"/>
                <a:gd name="connsiteY4" fmla="*/ 5833 h 141885"/>
                <a:gd name="connsiteX5" fmla="*/ 62808 w 90173"/>
                <a:gd name="connsiteY5" fmla="*/ 3715 h 141885"/>
                <a:gd name="connsiteX6" fmla="*/ 41555 w 90173"/>
                <a:gd name="connsiteY6" fmla="*/ 85 h 141885"/>
                <a:gd name="connsiteX7" fmla="*/ 263 w 90173"/>
                <a:gd name="connsiteY7" fmla="*/ 37295 h 141885"/>
                <a:gd name="connsiteX8" fmla="*/ 35786 w 90173"/>
                <a:gd name="connsiteY8" fmla="*/ 80859 h 141885"/>
                <a:gd name="connsiteX9" fmla="*/ 53396 w 90173"/>
                <a:gd name="connsiteY9" fmla="*/ 90843 h 141885"/>
                <a:gd name="connsiteX10" fmla="*/ 69184 w 90173"/>
                <a:gd name="connsiteY10" fmla="*/ 113532 h 141885"/>
                <a:gd name="connsiteX11" fmla="*/ 43984 w 90173"/>
                <a:gd name="connsiteY11" fmla="*/ 135314 h 141885"/>
                <a:gd name="connsiteX12" fmla="*/ 18480 w 90173"/>
                <a:gd name="connsiteY12" fmla="*/ 124726 h 141885"/>
                <a:gd name="connsiteX13" fmla="*/ 5425 w 90173"/>
                <a:gd name="connsiteY13" fmla="*/ 92960 h 141885"/>
                <a:gd name="connsiteX14" fmla="*/ 567 w 90173"/>
                <a:gd name="connsiteY14" fmla="*/ 92960 h 141885"/>
                <a:gd name="connsiteX15" fmla="*/ 567 w 90173"/>
                <a:gd name="connsiteY15" fmla="*/ 140155 h 141885"/>
                <a:gd name="connsiteX16" fmla="*/ 4514 w 90173"/>
                <a:gd name="connsiteY16" fmla="*/ 140155 h 141885"/>
                <a:gd name="connsiteX17" fmla="*/ 11497 w 90173"/>
                <a:gd name="connsiteY17" fmla="*/ 136524 h 141885"/>
                <a:gd name="connsiteX18" fmla="*/ 25463 w 90173"/>
                <a:gd name="connsiteY18" fmla="*/ 138944 h 141885"/>
                <a:gd name="connsiteX19" fmla="*/ 47627 w 90173"/>
                <a:gd name="connsiteY19" fmla="*/ 141970 h 141885"/>
                <a:gd name="connsiteX20" fmla="*/ 90437 w 90173"/>
                <a:gd name="connsiteY20" fmla="*/ 103246 h 141885"/>
                <a:gd name="connsiteX21" fmla="*/ 64933 w 90173"/>
                <a:gd name="connsiteY21" fmla="*/ 67246 h 141885"/>
                <a:gd name="connsiteX22" fmla="*/ 32143 w 90173"/>
                <a:gd name="connsiteY22" fmla="*/ 47884 h 141885"/>
                <a:gd name="connsiteX23" fmla="*/ 19087 w 90173"/>
                <a:gd name="connsiteY23" fmla="*/ 27312 h 141885"/>
                <a:gd name="connsiteX24" fmla="*/ 42466 w 90173"/>
                <a:gd name="connsiteY24" fmla="*/ 6740 h 141885"/>
                <a:gd name="connsiteX25" fmla="*/ 75863 w 90173"/>
                <a:gd name="connsiteY25" fmla="*/ 43951 h 141885"/>
                <a:gd name="connsiteX26" fmla="*/ 80417 w 90173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173" h="141885">
                  <a:moveTo>
                    <a:pt x="80417" y="43951"/>
                  </a:moveTo>
                  <a:lnTo>
                    <a:pt x="79203" y="2807"/>
                  </a:lnTo>
                  <a:lnTo>
                    <a:pt x="75863" y="2807"/>
                  </a:lnTo>
                  <a:lnTo>
                    <a:pt x="75256" y="3412"/>
                  </a:lnTo>
                  <a:cubicBezTo>
                    <a:pt x="72523" y="5530"/>
                    <a:pt x="72220" y="5833"/>
                    <a:pt x="71005" y="5833"/>
                  </a:cubicBezTo>
                  <a:cubicBezTo>
                    <a:pt x="69184" y="5833"/>
                    <a:pt x="66148" y="5228"/>
                    <a:pt x="62808" y="3715"/>
                  </a:cubicBezTo>
                  <a:cubicBezTo>
                    <a:pt x="56128" y="1295"/>
                    <a:pt x="49449" y="85"/>
                    <a:pt x="41555" y="85"/>
                  </a:cubicBezTo>
                  <a:cubicBezTo>
                    <a:pt x="17569" y="85"/>
                    <a:pt x="263" y="15514"/>
                    <a:pt x="263" y="37295"/>
                  </a:cubicBezTo>
                  <a:cubicBezTo>
                    <a:pt x="263" y="54237"/>
                    <a:pt x="9979" y="66338"/>
                    <a:pt x="35786" y="80859"/>
                  </a:cubicBezTo>
                  <a:lnTo>
                    <a:pt x="53396" y="90843"/>
                  </a:lnTo>
                  <a:cubicBezTo>
                    <a:pt x="64022" y="96893"/>
                    <a:pt x="69184" y="104154"/>
                    <a:pt x="69184" y="113532"/>
                  </a:cubicBezTo>
                  <a:cubicBezTo>
                    <a:pt x="69184" y="126843"/>
                    <a:pt x="59468" y="135314"/>
                    <a:pt x="43984" y="135314"/>
                  </a:cubicBezTo>
                  <a:cubicBezTo>
                    <a:pt x="33661" y="135314"/>
                    <a:pt x="24249" y="131381"/>
                    <a:pt x="18480" y="124726"/>
                  </a:cubicBezTo>
                  <a:cubicBezTo>
                    <a:pt x="12104" y="117163"/>
                    <a:pt x="9372" y="110204"/>
                    <a:pt x="5425" y="92960"/>
                  </a:cubicBezTo>
                  <a:lnTo>
                    <a:pt x="567" y="92960"/>
                  </a:lnTo>
                  <a:lnTo>
                    <a:pt x="567" y="140155"/>
                  </a:lnTo>
                  <a:lnTo>
                    <a:pt x="4514" y="140155"/>
                  </a:lnTo>
                  <a:cubicBezTo>
                    <a:pt x="6639" y="137129"/>
                    <a:pt x="7853" y="136524"/>
                    <a:pt x="11497" y="136524"/>
                  </a:cubicBezTo>
                  <a:cubicBezTo>
                    <a:pt x="14229" y="136524"/>
                    <a:pt x="18480" y="137129"/>
                    <a:pt x="25463" y="138944"/>
                  </a:cubicBezTo>
                  <a:cubicBezTo>
                    <a:pt x="33964" y="140760"/>
                    <a:pt x="42162" y="141970"/>
                    <a:pt x="47627" y="141970"/>
                  </a:cubicBezTo>
                  <a:cubicBezTo>
                    <a:pt x="71005" y="141970"/>
                    <a:pt x="90437" y="124423"/>
                    <a:pt x="90437" y="103246"/>
                  </a:cubicBezTo>
                  <a:cubicBezTo>
                    <a:pt x="90437" y="88120"/>
                    <a:pt x="83150" y="78137"/>
                    <a:pt x="64933" y="67246"/>
                  </a:cubicBezTo>
                  <a:lnTo>
                    <a:pt x="32143" y="47884"/>
                  </a:lnTo>
                  <a:cubicBezTo>
                    <a:pt x="23641" y="43044"/>
                    <a:pt x="19087" y="35480"/>
                    <a:pt x="19087" y="27312"/>
                  </a:cubicBezTo>
                  <a:cubicBezTo>
                    <a:pt x="19087" y="15211"/>
                    <a:pt x="28499" y="6740"/>
                    <a:pt x="42466" y="6740"/>
                  </a:cubicBezTo>
                  <a:cubicBezTo>
                    <a:pt x="59772" y="6740"/>
                    <a:pt x="68880" y="17026"/>
                    <a:pt x="75863" y="43951"/>
                  </a:cubicBezTo>
                  <a:lnTo>
                    <a:pt x="80417" y="43951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69FBD91-9DAE-E74C-736E-C48227FEE29B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10783727" y="4914494"/>
              <a:ext cx="141180" cy="209651"/>
            </a:xfrm>
            <a:custGeom>
              <a:avLst/>
              <a:gdLst>
                <a:gd name="connsiteX0" fmla="*/ 45812 w 141180"/>
                <a:gd name="connsiteY0" fmla="*/ 690 h 209651"/>
                <a:gd name="connsiteX1" fmla="*/ 44294 w 141180"/>
                <a:gd name="connsiteY1" fmla="*/ 85 h 209651"/>
                <a:gd name="connsiteX2" fmla="*/ 9074 w 141180"/>
                <a:gd name="connsiteY2" fmla="*/ 10976 h 209651"/>
                <a:gd name="connsiteX3" fmla="*/ 269 w 141180"/>
                <a:gd name="connsiteY3" fmla="*/ 13396 h 209651"/>
                <a:gd name="connsiteX4" fmla="*/ 269 w 141180"/>
                <a:gd name="connsiteY4" fmla="*/ 18236 h 209651"/>
                <a:gd name="connsiteX5" fmla="*/ 5431 w 141180"/>
                <a:gd name="connsiteY5" fmla="*/ 17934 h 209651"/>
                <a:gd name="connsiteX6" fmla="*/ 20308 w 141180"/>
                <a:gd name="connsiteY6" fmla="*/ 33363 h 209651"/>
                <a:gd name="connsiteX7" fmla="*/ 20308 w 141180"/>
                <a:gd name="connsiteY7" fmla="*/ 190374 h 209651"/>
                <a:gd name="connsiteX8" fmla="*/ 70405 w 141180"/>
                <a:gd name="connsiteY8" fmla="*/ 209736 h 209651"/>
                <a:gd name="connsiteX9" fmla="*/ 141450 w 141180"/>
                <a:gd name="connsiteY9" fmla="*/ 133196 h 209651"/>
                <a:gd name="connsiteX10" fmla="*/ 88014 w 141180"/>
                <a:gd name="connsiteY10" fmla="*/ 67548 h 209651"/>
                <a:gd name="connsiteX11" fmla="*/ 45812 w 141180"/>
                <a:gd name="connsiteY11" fmla="*/ 93263 h 209651"/>
                <a:gd name="connsiteX12" fmla="*/ 45812 w 141180"/>
                <a:gd name="connsiteY12" fmla="*/ 690 h 209651"/>
                <a:gd name="connsiteX13" fmla="*/ 45812 w 141180"/>
                <a:gd name="connsiteY13" fmla="*/ 109297 h 209651"/>
                <a:gd name="connsiteX14" fmla="*/ 75870 w 141180"/>
                <a:gd name="connsiteY14" fmla="*/ 86607 h 209651"/>
                <a:gd name="connsiteX15" fmla="*/ 114732 w 141180"/>
                <a:gd name="connsiteY15" fmla="*/ 147113 h 209651"/>
                <a:gd name="connsiteX16" fmla="*/ 75262 w 141180"/>
                <a:gd name="connsiteY16" fmla="*/ 200055 h 209651"/>
                <a:gd name="connsiteX17" fmla="*/ 45812 w 141180"/>
                <a:gd name="connsiteY17" fmla="*/ 185534 h 209651"/>
                <a:gd name="connsiteX18" fmla="*/ 45812 w 141180"/>
                <a:gd name="connsiteY18" fmla="*/ 109297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1180" h="209651">
                  <a:moveTo>
                    <a:pt x="45812" y="690"/>
                  </a:moveTo>
                  <a:lnTo>
                    <a:pt x="44294" y="85"/>
                  </a:lnTo>
                  <a:cubicBezTo>
                    <a:pt x="31542" y="4623"/>
                    <a:pt x="23344" y="7043"/>
                    <a:pt x="9074" y="10976"/>
                  </a:cubicBezTo>
                  <a:lnTo>
                    <a:pt x="269" y="13396"/>
                  </a:lnTo>
                  <a:lnTo>
                    <a:pt x="269" y="18236"/>
                  </a:lnTo>
                  <a:cubicBezTo>
                    <a:pt x="2091" y="17934"/>
                    <a:pt x="3306" y="17934"/>
                    <a:pt x="5431" y="17934"/>
                  </a:cubicBezTo>
                  <a:cubicBezTo>
                    <a:pt x="17576" y="17934"/>
                    <a:pt x="20308" y="20657"/>
                    <a:pt x="20308" y="33363"/>
                  </a:cubicBezTo>
                  <a:lnTo>
                    <a:pt x="20308" y="190374"/>
                  </a:lnTo>
                  <a:cubicBezTo>
                    <a:pt x="20308" y="199752"/>
                    <a:pt x="46115" y="209736"/>
                    <a:pt x="70405" y="209736"/>
                  </a:cubicBezTo>
                  <a:cubicBezTo>
                    <a:pt x="110482" y="209736"/>
                    <a:pt x="141450" y="176458"/>
                    <a:pt x="141450" y="133196"/>
                  </a:cubicBezTo>
                  <a:cubicBezTo>
                    <a:pt x="141450" y="95986"/>
                    <a:pt x="118376" y="67548"/>
                    <a:pt x="88014" y="67548"/>
                  </a:cubicBezTo>
                  <a:cubicBezTo>
                    <a:pt x="69494" y="67548"/>
                    <a:pt x="51884" y="78439"/>
                    <a:pt x="45812" y="93263"/>
                  </a:cubicBezTo>
                  <a:lnTo>
                    <a:pt x="45812" y="690"/>
                  </a:lnTo>
                  <a:close/>
                  <a:moveTo>
                    <a:pt x="45812" y="109297"/>
                  </a:moveTo>
                  <a:cubicBezTo>
                    <a:pt x="45812" y="97498"/>
                    <a:pt x="60082" y="86607"/>
                    <a:pt x="75870" y="86607"/>
                  </a:cubicBezTo>
                  <a:cubicBezTo>
                    <a:pt x="99552" y="86607"/>
                    <a:pt x="114732" y="110204"/>
                    <a:pt x="114732" y="147113"/>
                  </a:cubicBezTo>
                  <a:cubicBezTo>
                    <a:pt x="114732" y="180693"/>
                    <a:pt x="100159" y="200055"/>
                    <a:pt x="75262" y="200055"/>
                  </a:cubicBezTo>
                  <a:cubicBezTo>
                    <a:pt x="59474" y="200055"/>
                    <a:pt x="45812" y="193097"/>
                    <a:pt x="45812" y="185534"/>
                  </a:cubicBezTo>
                  <a:lnTo>
                    <a:pt x="45812" y="109297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12F3DAA-DB12-7815-2605-D0E8E14C5C35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10942783" y="4981958"/>
              <a:ext cx="121142" cy="142187"/>
            </a:xfrm>
            <a:custGeom>
              <a:avLst/>
              <a:gdLst>
                <a:gd name="connsiteX0" fmla="*/ 116559 w 121142"/>
                <a:gd name="connsiteY0" fmla="*/ 89633 h 142187"/>
                <a:gd name="connsiteX1" fmla="*/ 69499 w 121142"/>
                <a:gd name="connsiteY1" fmla="*/ 121398 h 142187"/>
                <a:gd name="connsiteX2" fmla="*/ 30332 w 121142"/>
                <a:gd name="connsiteY2" fmla="*/ 95381 h 142187"/>
                <a:gd name="connsiteX3" fmla="*/ 22135 w 121142"/>
                <a:gd name="connsiteY3" fmla="*/ 55447 h 142187"/>
                <a:gd name="connsiteX4" fmla="*/ 115648 w 121142"/>
                <a:gd name="connsiteY4" fmla="*/ 55447 h 142187"/>
                <a:gd name="connsiteX5" fmla="*/ 102593 w 121142"/>
                <a:gd name="connsiteY5" fmla="*/ 17329 h 142187"/>
                <a:gd name="connsiteX6" fmla="*/ 63730 w 121142"/>
                <a:gd name="connsiteY6" fmla="*/ 85 h 142187"/>
                <a:gd name="connsiteX7" fmla="*/ 22742 w 121142"/>
                <a:gd name="connsiteY7" fmla="*/ 15816 h 142187"/>
                <a:gd name="connsiteX8" fmla="*/ 274 w 121142"/>
                <a:gd name="connsiteY8" fmla="*/ 74506 h 142187"/>
                <a:gd name="connsiteX9" fmla="*/ 57050 w 121142"/>
                <a:gd name="connsiteY9" fmla="*/ 142272 h 142187"/>
                <a:gd name="connsiteX10" fmla="*/ 121417 w 121142"/>
                <a:gd name="connsiteY10" fmla="*/ 91750 h 142187"/>
                <a:gd name="connsiteX11" fmla="*/ 116559 w 121142"/>
                <a:gd name="connsiteY11" fmla="*/ 89633 h 142187"/>
                <a:gd name="connsiteX12" fmla="*/ 22742 w 121142"/>
                <a:gd name="connsiteY12" fmla="*/ 45766 h 142187"/>
                <a:gd name="connsiteX13" fmla="*/ 54925 w 121142"/>
                <a:gd name="connsiteY13" fmla="*/ 10976 h 142187"/>
                <a:gd name="connsiteX14" fmla="*/ 84679 w 121142"/>
                <a:gd name="connsiteY14" fmla="*/ 45766 h 142187"/>
                <a:gd name="connsiteX15" fmla="*/ 22742 w 12114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142" h="142187">
                  <a:moveTo>
                    <a:pt x="116559" y="89633"/>
                  </a:moveTo>
                  <a:cubicBezTo>
                    <a:pt x="101985" y="112625"/>
                    <a:pt x="88930" y="121398"/>
                    <a:pt x="69499" y="121398"/>
                  </a:cubicBezTo>
                  <a:cubicBezTo>
                    <a:pt x="52193" y="121398"/>
                    <a:pt x="39137" y="112625"/>
                    <a:pt x="30332" y="95381"/>
                  </a:cubicBezTo>
                  <a:cubicBezTo>
                    <a:pt x="24867" y="83885"/>
                    <a:pt x="22742" y="73901"/>
                    <a:pt x="22135" y="55447"/>
                  </a:cubicBezTo>
                  <a:lnTo>
                    <a:pt x="115648" y="55447"/>
                  </a:lnTo>
                  <a:cubicBezTo>
                    <a:pt x="113219" y="35783"/>
                    <a:pt x="110183" y="27010"/>
                    <a:pt x="102593" y="17329"/>
                  </a:cubicBezTo>
                  <a:cubicBezTo>
                    <a:pt x="93484" y="6438"/>
                    <a:pt x="79518" y="85"/>
                    <a:pt x="63730" y="85"/>
                  </a:cubicBezTo>
                  <a:cubicBezTo>
                    <a:pt x="48549" y="85"/>
                    <a:pt x="34279" y="5530"/>
                    <a:pt x="22742" y="15816"/>
                  </a:cubicBezTo>
                  <a:cubicBezTo>
                    <a:pt x="8472" y="28220"/>
                    <a:pt x="274" y="49699"/>
                    <a:pt x="274" y="74506"/>
                  </a:cubicBezTo>
                  <a:cubicBezTo>
                    <a:pt x="274" y="116255"/>
                    <a:pt x="22135" y="142272"/>
                    <a:pt x="57050" y="142272"/>
                  </a:cubicBezTo>
                  <a:cubicBezTo>
                    <a:pt x="85894" y="142272"/>
                    <a:pt x="108665" y="124423"/>
                    <a:pt x="121417" y="91750"/>
                  </a:cubicBezTo>
                  <a:lnTo>
                    <a:pt x="116559" y="89633"/>
                  </a:lnTo>
                  <a:close/>
                  <a:moveTo>
                    <a:pt x="22742" y="45766"/>
                  </a:moveTo>
                  <a:cubicBezTo>
                    <a:pt x="26082" y="22169"/>
                    <a:pt x="36405" y="10976"/>
                    <a:pt x="54925" y="10976"/>
                  </a:cubicBezTo>
                  <a:cubicBezTo>
                    <a:pt x="73446" y="10976"/>
                    <a:pt x="80732" y="19446"/>
                    <a:pt x="84679" y="45766"/>
                  </a:cubicBezTo>
                  <a:lnTo>
                    <a:pt x="22742" y="45766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871E6B0-20B3-9CC7-E486-EE4817768A44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11078092" y="4981958"/>
              <a:ext cx="117499" cy="142187"/>
            </a:xfrm>
            <a:custGeom>
              <a:avLst/>
              <a:gdLst>
                <a:gd name="connsiteX0" fmla="*/ 113527 w 117499"/>
                <a:gd name="connsiteY0" fmla="*/ 92053 h 142187"/>
                <a:gd name="connsiteX1" fmla="*/ 70718 w 117499"/>
                <a:gd name="connsiteY1" fmla="*/ 120490 h 142187"/>
                <a:gd name="connsiteX2" fmla="*/ 23657 w 117499"/>
                <a:gd name="connsiteY2" fmla="*/ 61498 h 142187"/>
                <a:gd name="connsiteX3" fmla="*/ 64949 w 117499"/>
                <a:gd name="connsiteY3" fmla="*/ 8858 h 142187"/>
                <a:gd name="connsiteX4" fmla="*/ 82862 w 117499"/>
                <a:gd name="connsiteY4" fmla="*/ 23379 h 142187"/>
                <a:gd name="connsiteX5" fmla="*/ 84684 w 117499"/>
                <a:gd name="connsiteY5" fmla="*/ 30035 h 142187"/>
                <a:gd name="connsiteX6" fmla="*/ 98954 w 117499"/>
                <a:gd name="connsiteY6" fmla="*/ 43951 h 142187"/>
                <a:gd name="connsiteX7" fmla="*/ 113527 w 117499"/>
                <a:gd name="connsiteY7" fmla="*/ 31245 h 142187"/>
                <a:gd name="connsiteX8" fmla="*/ 66771 w 117499"/>
                <a:gd name="connsiteY8" fmla="*/ 85 h 142187"/>
                <a:gd name="connsiteX9" fmla="*/ 23961 w 117499"/>
                <a:gd name="connsiteY9" fmla="*/ 17026 h 142187"/>
                <a:gd name="connsiteX10" fmla="*/ 279 w 117499"/>
                <a:gd name="connsiteY10" fmla="*/ 74809 h 142187"/>
                <a:gd name="connsiteX11" fmla="*/ 57966 w 117499"/>
                <a:gd name="connsiteY11" fmla="*/ 142272 h 142187"/>
                <a:gd name="connsiteX12" fmla="*/ 94703 w 117499"/>
                <a:gd name="connsiteY12" fmla="*/ 128054 h 142187"/>
                <a:gd name="connsiteX13" fmla="*/ 117778 w 117499"/>
                <a:gd name="connsiteY13" fmla="*/ 94776 h 142187"/>
                <a:gd name="connsiteX14" fmla="*/ 113527 w 117499"/>
                <a:gd name="connsiteY14" fmla="*/ 92053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499" h="142187">
                  <a:moveTo>
                    <a:pt x="113527" y="92053"/>
                  </a:moveTo>
                  <a:cubicBezTo>
                    <a:pt x="98954" y="113230"/>
                    <a:pt x="88024" y="120490"/>
                    <a:pt x="70718" y="120490"/>
                  </a:cubicBezTo>
                  <a:cubicBezTo>
                    <a:pt x="43089" y="120490"/>
                    <a:pt x="23657" y="96288"/>
                    <a:pt x="23657" y="61498"/>
                  </a:cubicBezTo>
                  <a:cubicBezTo>
                    <a:pt x="23657" y="30337"/>
                    <a:pt x="40356" y="8858"/>
                    <a:pt x="64949" y="8858"/>
                  </a:cubicBezTo>
                  <a:cubicBezTo>
                    <a:pt x="75879" y="8858"/>
                    <a:pt x="79826" y="12186"/>
                    <a:pt x="82862" y="23379"/>
                  </a:cubicBezTo>
                  <a:lnTo>
                    <a:pt x="84684" y="30035"/>
                  </a:lnTo>
                  <a:cubicBezTo>
                    <a:pt x="87113" y="38506"/>
                    <a:pt x="92578" y="43951"/>
                    <a:pt x="98954" y="43951"/>
                  </a:cubicBezTo>
                  <a:cubicBezTo>
                    <a:pt x="106848" y="43951"/>
                    <a:pt x="113527" y="38203"/>
                    <a:pt x="113527" y="31245"/>
                  </a:cubicBezTo>
                  <a:cubicBezTo>
                    <a:pt x="113527" y="14303"/>
                    <a:pt x="92274" y="85"/>
                    <a:pt x="66771" y="85"/>
                  </a:cubicBezTo>
                  <a:cubicBezTo>
                    <a:pt x="51893" y="85"/>
                    <a:pt x="36409" y="6135"/>
                    <a:pt x="23961" y="17026"/>
                  </a:cubicBezTo>
                  <a:cubicBezTo>
                    <a:pt x="8780" y="30337"/>
                    <a:pt x="279" y="50909"/>
                    <a:pt x="279" y="74809"/>
                  </a:cubicBezTo>
                  <a:cubicBezTo>
                    <a:pt x="279" y="114137"/>
                    <a:pt x="24264" y="142272"/>
                    <a:pt x="57966" y="142272"/>
                  </a:cubicBezTo>
                  <a:cubicBezTo>
                    <a:pt x="71628" y="142272"/>
                    <a:pt x="83773" y="137432"/>
                    <a:pt x="94703" y="128054"/>
                  </a:cubicBezTo>
                  <a:cubicBezTo>
                    <a:pt x="102901" y="120793"/>
                    <a:pt x="108669" y="112625"/>
                    <a:pt x="117778" y="94776"/>
                  </a:cubicBezTo>
                  <a:lnTo>
                    <a:pt x="113527" y="92053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6D0172-DF7F-924B-7E35-6815B664BE05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1214615" y="4981958"/>
              <a:ext cx="133894" cy="142187"/>
            </a:xfrm>
            <a:custGeom>
              <a:avLst/>
              <a:gdLst>
                <a:gd name="connsiteX0" fmla="*/ 67382 w 133894"/>
                <a:gd name="connsiteY0" fmla="*/ 85 h 142187"/>
                <a:gd name="connsiteX1" fmla="*/ 283 w 133894"/>
                <a:gd name="connsiteY1" fmla="*/ 70876 h 142187"/>
                <a:gd name="connsiteX2" fmla="*/ 66775 w 133894"/>
                <a:gd name="connsiteY2" fmla="*/ 142272 h 142187"/>
                <a:gd name="connsiteX3" fmla="*/ 134178 w 133894"/>
                <a:gd name="connsiteY3" fmla="*/ 68456 h 142187"/>
                <a:gd name="connsiteX4" fmla="*/ 67382 w 133894"/>
                <a:gd name="connsiteY4" fmla="*/ 85 h 142187"/>
                <a:gd name="connsiteX5" fmla="*/ 63435 w 133894"/>
                <a:gd name="connsiteY5" fmla="*/ 8555 h 142187"/>
                <a:gd name="connsiteX6" fmla="*/ 106852 w 133894"/>
                <a:gd name="connsiteY6" fmla="*/ 79044 h 142187"/>
                <a:gd name="connsiteX7" fmla="*/ 70418 w 133894"/>
                <a:gd name="connsiteY7" fmla="*/ 133802 h 142187"/>
                <a:gd name="connsiteX8" fmla="*/ 40968 w 133894"/>
                <a:gd name="connsiteY8" fmla="*/ 114440 h 142187"/>
                <a:gd name="connsiteX9" fmla="*/ 27609 w 133894"/>
                <a:gd name="connsiteY9" fmla="*/ 56052 h 142187"/>
                <a:gd name="connsiteX10" fmla="*/ 63435 w 133894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894" h="142187">
                  <a:moveTo>
                    <a:pt x="67382" y="85"/>
                  </a:moveTo>
                  <a:cubicBezTo>
                    <a:pt x="27912" y="85"/>
                    <a:pt x="283" y="29127"/>
                    <a:pt x="283" y="70876"/>
                  </a:cubicBezTo>
                  <a:cubicBezTo>
                    <a:pt x="283" y="111717"/>
                    <a:pt x="28519" y="142272"/>
                    <a:pt x="66775" y="142272"/>
                  </a:cubicBezTo>
                  <a:cubicBezTo>
                    <a:pt x="105030" y="142272"/>
                    <a:pt x="134178" y="110204"/>
                    <a:pt x="134178" y="68456"/>
                  </a:cubicBezTo>
                  <a:cubicBezTo>
                    <a:pt x="134178" y="28825"/>
                    <a:pt x="106245" y="85"/>
                    <a:pt x="67382" y="85"/>
                  </a:cubicBezTo>
                  <a:close/>
                  <a:moveTo>
                    <a:pt x="63435" y="8555"/>
                  </a:moveTo>
                  <a:cubicBezTo>
                    <a:pt x="88939" y="8555"/>
                    <a:pt x="106852" y="37598"/>
                    <a:pt x="106852" y="79044"/>
                  </a:cubicBezTo>
                  <a:cubicBezTo>
                    <a:pt x="106852" y="113230"/>
                    <a:pt x="93190" y="133802"/>
                    <a:pt x="70418" y="133802"/>
                  </a:cubicBezTo>
                  <a:cubicBezTo>
                    <a:pt x="58577" y="133802"/>
                    <a:pt x="47344" y="126541"/>
                    <a:pt x="40968" y="114440"/>
                  </a:cubicBezTo>
                  <a:cubicBezTo>
                    <a:pt x="32466" y="98708"/>
                    <a:pt x="27609" y="77532"/>
                    <a:pt x="27609" y="56052"/>
                  </a:cubicBezTo>
                  <a:cubicBezTo>
                    <a:pt x="27609" y="27312"/>
                    <a:pt x="41879" y="8555"/>
                    <a:pt x="63435" y="8555"/>
                  </a:cubicBez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8B3B462-DE99-E62B-378E-D856D2725589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1363045" y="4981958"/>
              <a:ext cx="230443" cy="139162"/>
            </a:xfrm>
            <a:custGeom>
              <a:avLst/>
              <a:gdLst>
                <a:gd name="connsiteX0" fmla="*/ 1199 w 230443"/>
                <a:gd name="connsiteY0" fmla="*/ 18841 h 139162"/>
                <a:gd name="connsiteX1" fmla="*/ 10915 w 230443"/>
                <a:gd name="connsiteY1" fmla="*/ 17631 h 139162"/>
                <a:gd name="connsiteX2" fmla="*/ 21541 w 230443"/>
                <a:gd name="connsiteY2" fmla="*/ 36993 h 139162"/>
                <a:gd name="connsiteX3" fmla="*/ 21541 w 230443"/>
                <a:gd name="connsiteY3" fmla="*/ 113532 h 139162"/>
                <a:gd name="connsiteX4" fmla="*/ 288 w 230443"/>
                <a:gd name="connsiteY4" fmla="*/ 134709 h 139162"/>
                <a:gd name="connsiteX5" fmla="*/ 288 w 230443"/>
                <a:gd name="connsiteY5" fmla="*/ 139247 h 139162"/>
                <a:gd name="connsiteX6" fmla="*/ 67691 w 230443"/>
                <a:gd name="connsiteY6" fmla="*/ 139247 h 139162"/>
                <a:gd name="connsiteX7" fmla="*/ 67691 w 230443"/>
                <a:gd name="connsiteY7" fmla="*/ 134709 h 139162"/>
                <a:gd name="connsiteX8" fmla="*/ 47045 w 230443"/>
                <a:gd name="connsiteY8" fmla="*/ 118978 h 139162"/>
                <a:gd name="connsiteX9" fmla="*/ 47045 w 230443"/>
                <a:gd name="connsiteY9" fmla="*/ 33665 h 139162"/>
                <a:gd name="connsiteX10" fmla="*/ 51599 w 230443"/>
                <a:gd name="connsiteY10" fmla="*/ 27917 h 139162"/>
                <a:gd name="connsiteX11" fmla="*/ 82872 w 230443"/>
                <a:gd name="connsiteY11" fmla="*/ 15816 h 139162"/>
                <a:gd name="connsiteX12" fmla="*/ 102910 w 230443"/>
                <a:gd name="connsiteY12" fmla="*/ 47581 h 139162"/>
                <a:gd name="connsiteX13" fmla="*/ 102910 w 230443"/>
                <a:gd name="connsiteY13" fmla="*/ 113230 h 139162"/>
                <a:gd name="connsiteX14" fmla="*/ 82264 w 230443"/>
                <a:gd name="connsiteY14" fmla="*/ 134709 h 139162"/>
                <a:gd name="connsiteX15" fmla="*/ 82264 w 230443"/>
                <a:gd name="connsiteY15" fmla="*/ 139247 h 139162"/>
                <a:gd name="connsiteX16" fmla="*/ 150274 w 230443"/>
                <a:gd name="connsiteY16" fmla="*/ 139247 h 139162"/>
                <a:gd name="connsiteX17" fmla="*/ 150274 w 230443"/>
                <a:gd name="connsiteY17" fmla="*/ 134709 h 139162"/>
                <a:gd name="connsiteX18" fmla="*/ 128414 w 230443"/>
                <a:gd name="connsiteY18" fmla="*/ 110507 h 139162"/>
                <a:gd name="connsiteX19" fmla="*/ 128414 w 230443"/>
                <a:gd name="connsiteY19" fmla="*/ 34270 h 139162"/>
                <a:gd name="connsiteX20" fmla="*/ 161508 w 230443"/>
                <a:gd name="connsiteY20" fmla="*/ 15816 h 139162"/>
                <a:gd name="connsiteX21" fmla="*/ 184279 w 230443"/>
                <a:gd name="connsiteY21" fmla="*/ 49094 h 139162"/>
                <a:gd name="connsiteX22" fmla="*/ 184279 w 230443"/>
                <a:gd name="connsiteY22" fmla="*/ 112927 h 139162"/>
                <a:gd name="connsiteX23" fmla="*/ 164240 w 230443"/>
                <a:gd name="connsiteY23" fmla="*/ 134709 h 139162"/>
                <a:gd name="connsiteX24" fmla="*/ 164240 w 230443"/>
                <a:gd name="connsiteY24" fmla="*/ 139247 h 139162"/>
                <a:gd name="connsiteX25" fmla="*/ 230732 w 230443"/>
                <a:gd name="connsiteY25" fmla="*/ 139247 h 139162"/>
                <a:gd name="connsiteX26" fmla="*/ 230732 w 230443"/>
                <a:gd name="connsiteY26" fmla="*/ 134709 h 139162"/>
                <a:gd name="connsiteX27" fmla="*/ 222838 w 230443"/>
                <a:gd name="connsiteY27" fmla="*/ 134104 h 139162"/>
                <a:gd name="connsiteX28" fmla="*/ 209783 w 230443"/>
                <a:gd name="connsiteY28" fmla="*/ 116255 h 139162"/>
                <a:gd name="connsiteX29" fmla="*/ 209783 w 230443"/>
                <a:gd name="connsiteY29" fmla="*/ 53934 h 139162"/>
                <a:gd name="connsiteX30" fmla="*/ 174563 w 230443"/>
                <a:gd name="connsiteY30" fmla="*/ 85 h 139162"/>
                <a:gd name="connsiteX31" fmla="*/ 125074 w 230443"/>
                <a:gd name="connsiteY31" fmla="*/ 25497 h 139162"/>
                <a:gd name="connsiteX32" fmla="*/ 92891 w 230443"/>
                <a:gd name="connsiteY32" fmla="*/ 85 h 139162"/>
                <a:gd name="connsiteX33" fmla="*/ 45831 w 230443"/>
                <a:gd name="connsiteY33" fmla="*/ 23379 h 139162"/>
                <a:gd name="connsiteX34" fmla="*/ 45831 w 230443"/>
                <a:gd name="connsiteY34" fmla="*/ 690 h 139162"/>
                <a:gd name="connsiteX35" fmla="*/ 43705 w 230443"/>
                <a:gd name="connsiteY35" fmla="*/ 85 h 139162"/>
                <a:gd name="connsiteX36" fmla="*/ 1199 w 230443"/>
                <a:gd name="connsiteY36" fmla="*/ 13698 h 139162"/>
                <a:gd name="connsiteX37" fmla="*/ 1199 w 230443"/>
                <a:gd name="connsiteY37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0443" h="139162">
                  <a:moveTo>
                    <a:pt x="1199" y="18841"/>
                  </a:moveTo>
                  <a:cubicBezTo>
                    <a:pt x="5146" y="17934"/>
                    <a:pt x="7575" y="17631"/>
                    <a:pt x="10915" y="17631"/>
                  </a:cubicBezTo>
                  <a:cubicBezTo>
                    <a:pt x="18809" y="17631"/>
                    <a:pt x="21541" y="22472"/>
                    <a:pt x="21541" y="36993"/>
                  </a:cubicBezTo>
                  <a:lnTo>
                    <a:pt x="21541" y="113532"/>
                  </a:lnTo>
                  <a:cubicBezTo>
                    <a:pt x="21541" y="129869"/>
                    <a:pt x="17291" y="134407"/>
                    <a:pt x="288" y="134709"/>
                  </a:cubicBezTo>
                  <a:lnTo>
                    <a:pt x="288" y="139247"/>
                  </a:lnTo>
                  <a:lnTo>
                    <a:pt x="67691" y="139247"/>
                  </a:lnTo>
                  <a:lnTo>
                    <a:pt x="67691" y="134709"/>
                  </a:lnTo>
                  <a:cubicBezTo>
                    <a:pt x="51599" y="134104"/>
                    <a:pt x="47045" y="130776"/>
                    <a:pt x="47045" y="118978"/>
                  </a:cubicBezTo>
                  <a:lnTo>
                    <a:pt x="47045" y="33665"/>
                  </a:lnTo>
                  <a:cubicBezTo>
                    <a:pt x="47045" y="33060"/>
                    <a:pt x="49474" y="30035"/>
                    <a:pt x="51599" y="27917"/>
                  </a:cubicBezTo>
                  <a:cubicBezTo>
                    <a:pt x="59190" y="20959"/>
                    <a:pt x="72245" y="15816"/>
                    <a:pt x="82872" y="15816"/>
                  </a:cubicBezTo>
                  <a:cubicBezTo>
                    <a:pt x="96231" y="15816"/>
                    <a:pt x="102910" y="26404"/>
                    <a:pt x="102910" y="47581"/>
                  </a:cubicBezTo>
                  <a:lnTo>
                    <a:pt x="102910" y="113230"/>
                  </a:lnTo>
                  <a:cubicBezTo>
                    <a:pt x="102910" y="130171"/>
                    <a:pt x="99570" y="133499"/>
                    <a:pt x="82264" y="134709"/>
                  </a:cubicBezTo>
                  <a:lnTo>
                    <a:pt x="82264" y="139247"/>
                  </a:lnTo>
                  <a:lnTo>
                    <a:pt x="150274" y="139247"/>
                  </a:lnTo>
                  <a:lnTo>
                    <a:pt x="150274" y="134709"/>
                  </a:lnTo>
                  <a:cubicBezTo>
                    <a:pt x="132968" y="134407"/>
                    <a:pt x="128414" y="129264"/>
                    <a:pt x="128414" y="110507"/>
                  </a:cubicBezTo>
                  <a:lnTo>
                    <a:pt x="128414" y="34270"/>
                  </a:lnTo>
                  <a:cubicBezTo>
                    <a:pt x="137522" y="21262"/>
                    <a:pt x="147542" y="15816"/>
                    <a:pt x="161508" y="15816"/>
                  </a:cubicBezTo>
                  <a:cubicBezTo>
                    <a:pt x="178814" y="15816"/>
                    <a:pt x="184279" y="23984"/>
                    <a:pt x="184279" y="49094"/>
                  </a:cubicBezTo>
                  <a:lnTo>
                    <a:pt x="184279" y="112927"/>
                  </a:lnTo>
                  <a:cubicBezTo>
                    <a:pt x="184279" y="130171"/>
                    <a:pt x="181850" y="132591"/>
                    <a:pt x="164240" y="134709"/>
                  </a:cubicBezTo>
                  <a:lnTo>
                    <a:pt x="164240" y="139247"/>
                  </a:lnTo>
                  <a:lnTo>
                    <a:pt x="230732" y="139247"/>
                  </a:lnTo>
                  <a:lnTo>
                    <a:pt x="230732" y="134709"/>
                  </a:lnTo>
                  <a:lnTo>
                    <a:pt x="222838" y="134104"/>
                  </a:lnTo>
                  <a:cubicBezTo>
                    <a:pt x="213730" y="133499"/>
                    <a:pt x="209783" y="128054"/>
                    <a:pt x="209783" y="116255"/>
                  </a:cubicBezTo>
                  <a:lnTo>
                    <a:pt x="209783" y="53934"/>
                  </a:lnTo>
                  <a:cubicBezTo>
                    <a:pt x="209783" y="18236"/>
                    <a:pt x="197942" y="85"/>
                    <a:pt x="174563" y="85"/>
                  </a:cubicBezTo>
                  <a:cubicBezTo>
                    <a:pt x="156954" y="85"/>
                    <a:pt x="141469" y="7950"/>
                    <a:pt x="125074" y="25497"/>
                  </a:cubicBezTo>
                  <a:cubicBezTo>
                    <a:pt x="119609" y="8253"/>
                    <a:pt x="109286" y="85"/>
                    <a:pt x="92891" y="85"/>
                  </a:cubicBezTo>
                  <a:cubicBezTo>
                    <a:pt x="79532" y="85"/>
                    <a:pt x="71031" y="4320"/>
                    <a:pt x="45831" y="23379"/>
                  </a:cubicBezTo>
                  <a:lnTo>
                    <a:pt x="45831" y="690"/>
                  </a:lnTo>
                  <a:lnTo>
                    <a:pt x="43705" y="85"/>
                  </a:lnTo>
                  <a:cubicBezTo>
                    <a:pt x="28221" y="5833"/>
                    <a:pt x="17898" y="9160"/>
                    <a:pt x="1199" y="13698"/>
                  </a:cubicBezTo>
                  <a:lnTo>
                    <a:pt x="1199" y="18841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7CAFBF8-BF07-86F9-0529-253B0E75876B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11602873" y="4981958"/>
              <a:ext cx="121142" cy="142187"/>
            </a:xfrm>
            <a:custGeom>
              <a:avLst/>
              <a:gdLst>
                <a:gd name="connsiteX0" fmla="*/ 116581 w 121142"/>
                <a:gd name="connsiteY0" fmla="*/ 89633 h 142187"/>
                <a:gd name="connsiteX1" fmla="*/ 69520 w 121142"/>
                <a:gd name="connsiteY1" fmla="*/ 121398 h 142187"/>
                <a:gd name="connsiteX2" fmla="*/ 30354 w 121142"/>
                <a:gd name="connsiteY2" fmla="*/ 95381 h 142187"/>
                <a:gd name="connsiteX3" fmla="*/ 22156 w 121142"/>
                <a:gd name="connsiteY3" fmla="*/ 55447 h 142187"/>
                <a:gd name="connsiteX4" fmla="*/ 115670 w 121142"/>
                <a:gd name="connsiteY4" fmla="*/ 55447 h 142187"/>
                <a:gd name="connsiteX5" fmla="*/ 102614 w 121142"/>
                <a:gd name="connsiteY5" fmla="*/ 17329 h 142187"/>
                <a:gd name="connsiteX6" fmla="*/ 63752 w 121142"/>
                <a:gd name="connsiteY6" fmla="*/ 85 h 142187"/>
                <a:gd name="connsiteX7" fmla="*/ 22764 w 121142"/>
                <a:gd name="connsiteY7" fmla="*/ 15816 h 142187"/>
                <a:gd name="connsiteX8" fmla="*/ 296 w 121142"/>
                <a:gd name="connsiteY8" fmla="*/ 74506 h 142187"/>
                <a:gd name="connsiteX9" fmla="*/ 57072 w 121142"/>
                <a:gd name="connsiteY9" fmla="*/ 142272 h 142187"/>
                <a:gd name="connsiteX10" fmla="*/ 121438 w 121142"/>
                <a:gd name="connsiteY10" fmla="*/ 91750 h 142187"/>
                <a:gd name="connsiteX11" fmla="*/ 116581 w 121142"/>
                <a:gd name="connsiteY11" fmla="*/ 89633 h 142187"/>
                <a:gd name="connsiteX12" fmla="*/ 22764 w 121142"/>
                <a:gd name="connsiteY12" fmla="*/ 45766 h 142187"/>
                <a:gd name="connsiteX13" fmla="*/ 54947 w 121142"/>
                <a:gd name="connsiteY13" fmla="*/ 10976 h 142187"/>
                <a:gd name="connsiteX14" fmla="*/ 84701 w 121142"/>
                <a:gd name="connsiteY14" fmla="*/ 45766 h 142187"/>
                <a:gd name="connsiteX15" fmla="*/ 22764 w 12114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142" h="142187">
                  <a:moveTo>
                    <a:pt x="116581" y="89633"/>
                  </a:moveTo>
                  <a:cubicBezTo>
                    <a:pt x="102007" y="112625"/>
                    <a:pt x="88952" y="121398"/>
                    <a:pt x="69520" y="121398"/>
                  </a:cubicBezTo>
                  <a:cubicBezTo>
                    <a:pt x="52214" y="121398"/>
                    <a:pt x="39159" y="112625"/>
                    <a:pt x="30354" y="95381"/>
                  </a:cubicBezTo>
                  <a:cubicBezTo>
                    <a:pt x="24889" y="83885"/>
                    <a:pt x="22764" y="73901"/>
                    <a:pt x="22156" y="55447"/>
                  </a:cubicBezTo>
                  <a:lnTo>
                    <a:pt x="115670" y="55447"/>
                  </a:lnTo>
                  <a:cubicBezTo>
                    <a:pt x="113241" y="35783"/>
                    <a:pt x="110205" y="27010"/>
                    <a:pt x="102614" y="17329"/>
                  </a:cubicBezTo>
                  <a:cubicBezTo>
                    <a:pt x="93506" y="6438"/>
                    <a:pt x="79540" y="85"/>
                    <a:pt x="63752" y="85"/>
                  </a:cubicBezTo>
                  <a:cubicBezTo>
                    <a:pt x="48571" y="85"/>
                    <a:pt x="34301" y="5530"/>
                    <a:pt x="22764" y="15816"/>
                  </a:cubicBezTo>
                  <a:cubicBezTo>
                    <a:pt x="8494" y="28220"/>
                    <a:pt x="296" y="49699"/>
                    <a:pt x="296" y="74506"/>
                  </a:cubicBezTo>
                  <a:cubicBezTo>
                    <a:pt x="296" y="116255"/>
                    <a:pt x="22156" y="142272"/>
                    <a:pt x="57072" y="142272"/>
                  </a:cubicBezTo>
                  <a:cubicBezTo>
                    <a:pt x="85915" y="142272"/>
                    <a:pt x="108687" y="124423"/>
                    <a:pt x="121438" y="91750"/>
                  </a:cubicBezTo>
                  <a:lnTo>
                    <a:pt x="116581" y="89633"/>
                  </a:lnTo>
                  <a:close/>
                  <a:moveTo>
                    <a:pt x="22764" y="45766"/>
                  </a:moveTo>
                  <a:cubicBezTo>
                    <a:pt x="26103" y="22169"/>
                    <a:pt x="36426" y="10976"/>
                    <a:pt x="54947" y="10976"/>
                  </a:cubicBezTo>
                  <a:cubicBezTo>
                    <a:pt x="73467" y="10976"/>
                    <a:pt x="80754" y="19446"/>
                    <a:pt x="84701" y="45766"/>
                  </a:cubicBezTo>
                  <a:lnTo>
                    <a:pt x="22764" y="45766"/>
                  </a:ln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5C1CA8D-17BE-03AB-AC15-8E807438D74B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1755184" y="4982260"/>
              <a:ext cx="33701" cy="142187"/>
            </a:xfrm>
            <a:custGeom>
              <a:avLst/>
              <a:gdLst>
                <a:gd name="connsiteX0" fmla="*/ 16999 w 33701"/>
                <a:gd name="connsiteY0" fmla="*/ 85 h 142187"/>
                <a:gd name="connsiteX1" fmla="*/ 300 w 33701"/>
                <a:gd name="connsiteY1" fmla="*/ 17329 h 142187"/>
                <a:gd name="connsiteX2" fmla="*/ 16696 w 33701"/>
                <a:gd name="connsiteY2" fmla="*/ 33665 h 142187"/>
                <a:gd name="connsiteX3" fmla="*/ 34002 w 33701"/>
                <a:gd name="connsiteY3" fmla="*/ 17329 h 142187"/>
                <a:gd name="connsiteX4" fmla="*/ 16999 w 33701"/>
                <a:gd name="connsiteY4" fmla="*/ 85 h 142187"/>
                <a:gd name="connsiteX5" fmla="*/ 16999 w 33701"/>
                <a:gd name="connsiteY5" fmla="*/ 108692 h 142187"/>
                <a:gd name="connsiteX6" fmla="*/ 300 w 33701"/>
                <a:gd name="connsiteY6" fmla="*/ 125936 h 142187"/>
                <a:gd name="connsiteX7" fmla="*/ 16696 w 33701"/>
                <a:gd name="connsiteY7" fmla="*/ 142272 h 142187"/>
                <a:gd name="connsiteX8" fmla="*/ 34002 w 33701"/>
                <a:gd name="connsiteY8" fmla="*/ 125936 h 142187"/>
                <a:gd name="connsiteX9" fmla="*/ 16999 w 33701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01" h="142187">
                  <a:moveTo>
                    <a:pt x="16999" y="85"/>
                  </a:moveTo>
                  <a:cubicBezTo>
                    <a:pt x="7891" y="85"/>
                    <a:pt x="300" y="7950"/>
                    <a:pt x="300" y="17329"/>
                  </a:cubicBezTo>
                  <a:cubicBezTo>
                    <a:pt x="300" y="26102"/>
                    <a:pt x="7891" y="33665"/>
                    <a:pt x="16696" y="33665"/>
                  </a:cubicBezTo>
                  <a:cubicBezTo>
                    <a:pt x="26108" y="33665"/>
                    <a:pt x="34002" y="26102"/>
                    <a:pt x="34002" y="17329"/>
                  </a:cubicBezTo>
                  <a:cubicBezTo>
                    <a:pt x="34002" y="7950"/>
                    <a:pt x="26108" y="85"/>
                    <a:pt x="16999" y="85"/>
                  </a:cubicBezTo>
                  <a:close/>
                  <a:moveTo>
                    <a:pt x="16999" y="108692"/>
                  </a:moveTo>
                  <a:cubicBezTo>
                    <a:pt x="7891" y="108692"/>
                    <a:pt x="300" y="116558"/>
                    <a:pt x="300" y="125936"/>
                  </a:cubicBezTo>
                  <a:cubicBezTo>
                    <a:pt x="300" y="134709"/>
                    <a:pt x="7891" y="142272"/>
                    <a:pt x="16696" y="142272"/>
                  </a:cubicBezTo>
                  <a:cubicBezTo>
                    <a:pt x="26108" y="142272"/>
                    <a:pt x="34002" y="134709"/>
                    <a:pt x="34002" y="125936"/>
                  </a:cubicBezTo>
                  <a:cubicBezTo>
                    <a:pt x="34002" y="116558"/>
                    <a:pt x="26108" y="108692"/>
                    <a:pt x="16999" y="108692"/>
                  </a:cubicBezTo>
                  <a:close/>
                </a:path>
              </a:pathLst>
            </a:custGeom>
            <a:solidFill>
              <a:srgbClr val="FFFFFF"/>
            </a:solidFill>
            <a:ln w="305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" name="Group 93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n\, t_0 \,\,+\,\, a_1 \, \sum s &amp;= \sum t\\&#10;t_0 \, \sum s \,\,+\,\, a_1 \sum s^2 &amp;= \sum s\,t&#10;\end{align*}&#10;}&#10;\end{document}" title="IguanaTex Shape Display">
            <a:extLst>
              <a:ext uri="{FF2B5EF4-FFF2-40B4-BE49-F238E27FC236}">
                <a16:creationId xmlns:a16="http://schemas.microsoft.com/office/drawing/2014/main" id="{72976E0E-A552-F83D-B19D-FD64018C1E12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668995" y="746553"/>
            <a:ext cx="3056168" cy="897955"/>
            <a:chOff x="10228655" y="3343218"/>
            <a:chExt cx="3056168" cy="897955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CCE91C2-323D-8247-B28B-B2910F60DFD9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0670607" y="3473685"/>
              <a:ext cx="139858" cy="137310"/>
            </a:xfrm>
            <a:custGeom>
              <a:avLst/>
              <a:gdLst>
                <a:gd name="connsiteX0" fmla="*/ 135799 w 139858"/>
                <a:gd name="connsiteY0" fmla="*/ 98948 h 137310"/>
                <a:gd name="connsiteX1" fmla="*/ 129415 w 139858"/>
                <a:gd name="connsiteY1" fmla="*/ 106882 h 137310"/>
                <a:gd name="connsiteX2" fmla="*/ 110868 w 139858"/>
                <a:gd name="connsiteY2" fmla="*/ 123054 h 137310"/>
                <a:gd name="connsiteX3" fmla="*/ 106004 w 139858"/>
                <a:gd name="connsiteY3" fmla="*/ 118172 h 137310"/>
                <a:gd name="connsiteX4" fmla="*/ 110260 w 139858"/>
                <a:gd name="connsiteY4" fmla="*/ 98948 h 137310"/>
                <a:gd name="connsiteX5" fmla="*/ 127590 w 139858"/>
                <a:gd name="connsiteY5" fmla="*/ 36091 h 137310"/>
                <a:gd name="connsiteX6" fmla="*/ 130327 w 139858"/>
                <a:gd name="connsiteY6" fmla="*/ 18698 h 137310"/>
                <a:gd name="connsiteX7" fmla="*/ 110260 w 139858"/>
                <a:gd name="connsiteY7" fmla="*/ 85 h 137310"/>
                <a:gd name="connsiteX8" fmla="*/ 40331 w 139858"/>
                <a:gd name="connsiteY8" fmla="*/ 67214 h 137310"/>
                <a:gd name="connsiteX9" fmla="*/ 60702 w 139858"/>
                <a:gd name="connsiteY9" fmla="*/ 695 h 137310"/>
                <a:gd name="connsiteX10" fmla="*/ 59790 w 139858"/>
                <a:gd name="connsiteY10" fmla="*/ 85 h 137310"/>
                <a:gd name="connsiteX11" fmla="*/ 10535 w 139858"/>
                <a:gd name="connsiteY11" fmla="*/ 9544 h 137310"/>
                <a:gd name="connsiteX12" fmla="*/ 10535 w 139858"/>
                <a:gd name="connsiteY12" fmla="*/ 14426 h 137310"/>
                <a:gd name="connsiteX13" fmla="*/ 29994 w 139858"/>
                <a:gd name="connsiteY13" fmla="*/ 22665 h 137310"/>
                <a:gd name="connsiteX14" fmla="*/ 29386 w 139858"/>
                <a:gd name="connsiteY14" fmla="*/ 27852 h 137310"/>
                <a:gd name="connsiteX15" fmla="*/ 198 w 139858"/>
                <a:gd name="connsiteY15" fmla="*/ 134649 h 137310"/>
                <a:gd name="connsiteX16" fmla="*/ 23001 w 139858"/>
                <a:gd name="connsiteY16" fmla="*/ 134649 h 137310"/>
                <a:gd name="connsiteX17" fmla="*/ 53405 w 139858"/>
                <a:gd name="connsiteY17" fmla="*/ 58976 h 137310"/>
                <a:gd name="connsiteX18" fmla="*/ 98403 w 139858"/>
                <a:gd name="connsiteY18" fmla="*/ 15647 h 137310"/>
                <a:gd name="connsiteX19" fmla="*/ 105700 w 139858"/>
                <a:gd name="connsiteY19" fmla="*/ 24495 h 137310"/>
                <a:gd name="connsiteX20" fmla="*/ 101443 w 139858"/>
                <a:gd name="connsiteY20" fmla="*/ 47686 h 137310"/>
                <a:gd name="connsiteX21" fmla="*/ 88065 w 139858"/>
                <a:gd name="connsiteY21" fmla="*/ 98033 h 137310"/>
                <a:gd name="connsiteX22" fmla="*/ 83201 w 139858"/>
                <a:gd name="connsiteY22" fmla="*/ 120918 h 137310"/>
                <a:gd name="connsiteX23" fmla="*/ 97490 w 139858"/>
                <a:gd name="connsiteY23" fmla="*/ 137395 h 137310"/>
                <a:gd name="connsiteX24" fmla="*/ 140056 w 139858"/>
                <a:gd name="connsiteY24" fmla="*/ 102915 h 137310"/>
                <a:gd name="connsiteX25" fmla="*/ 135799 w 139858"/>
                <a:gd name="connsiteY25" fmla="*/ 98948 h 137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858" h="137310">
                  <a:moveTo>
                    <a:pt x="135799" y="98948"/>
                  </a:moveTo>
                  <a:lnTo>
                    <a:pt x="129415" y="106882"/>
                  </a:lnTo>
                  <a:cubicBezTo>
                    <a:pt x="120597" y="118172"/>
                    <a:pt x="115125" y="123054"/>
                    <a:pt x="110868" y="123054"/>
                  </a:cubicBezTo>
                  <a:cubicBezTo>
                    <a:pt x="108436" y="123054"/>
                    <a:pt x="106004" y="120613"/>
                    <a:pt x="106004" y="118172"/>
                  </a:cubicBezTo>
                  <a:cubicBezTo>
                    <a:pt x="106004" y="116036"/>
                    <a:pt x="106004" y="116036"/>
                    <a:pt x="110260" y="98948"/>
                  </a:cubicBezTo>
                  <a:lnTo>
                    <a:pt x="127590" y="36091"/>
                  </a:lnTo>
                  <a:cubicBezTo>
                    <a:pt x="129111" y="29683"/>
                    <a:pt x="130327" y="22970"/>
                    <a:pt x="130327" y="18698"/>
                  </a:cubicBezTo>
                  <a:cubicBezTo>
                    <a:pt x="130327" y="7713"/>
                    <a:pt x="122118" y="85"/>
                    <a:pt x="110260" y="85"/>
                  </a:cubicBezTo>
                  <a:cubicBezTo>
                    <a:pt x="90802" y="85"/>
                    <a:pt x="71647" y="18393"/>
                    <a:pt x="40331" y="67214"/>
                  </a:cubicBezTo>
                  <a:lnTo>
                    <a:pt x="60702" y="695"/>
                  </a:lnTo>
                  <a:lnTo>
                    <a:pt x="59790" y="85"/>
                  </a:lnTo>
                  <a:cubicBezTo>
                    <a:pt x="43371" y="3441"/>
                    <a:pt x="36987" y="4662"/>
                    <a:pt x="10535" y="9544"/>
                  </a:cubicBezTo>
                  <a:lnTo>
                    <a:pt x="10535" y="14426"/>
                  </a:lnTo>
                  <a:cubicBezTo>
                    <a:pt x="26041" y="14731"/>
                    <a:pt x="29994" y="16562"/>
                    <a:pt x="29994" y="22665"/>
                  </a:cubicBezTo>
                  <a:cubicBezTo>
                    <a:pt x="29994" y="24495"/>
                    <a:pt x="29690" y="26326"/>
                    <a:pt x="29386" y="27852"/>
                  </a:cubicBezTo>
                  <a:lnTo>
                    <a:pt x="198" y="134649"/>
                  </a:lnTo>
                  <a:lnTo>
                    <a:pt x="23001" y="134649"/>
                  </a:lnTo>
                  <a:cubicBezTo>
                    <a:pt x="37291" y="86438"/>
                    <a:pt x="40027" y="79725"/>
                    <a:pt x="53405" y="58976"/>
                  </a:cubicBezTo>
                  <a:cubicBezTo>
                    <a:pt x="71647" y="30903"/>
                    <a:pt x="87153" y="15647"/>
                    <a:pt x="98403" y="15647"/>
                  </a:cubicBezTo>
                  <a:cubicBezTo>
                    <a:pt x="102963" y="15647"/>
                    <a:pt x="105700" y="19003"/>
                    <a:pt x="105700" y="24495"/>
                  </a:cubicBezTo>
                  <a:cubicBezTo>
                    <a:pt x="105700" y="28157"/>
                    <a:pt x="103875" y="38227"/>
                    <a:pt x="101443" y="47686"/>
                  </a:cubicBezTo>
                  <a:lnTo>
                    <a:pt x="88065" y="98033"/>
                  </a:lnTo>
                  <a:cubicBezTo>
                    <a:pt x="84113" y="113595"/>
                    <a:pt x="83201" y="117867"/>
                    <a:pt x="83201" y="120918"/>
                  </a:cubicBezTo>
                  <a:cubicBezTo>
                    <a:pt x="83201" y="132513"/>
                    <a:pt x="87457" y="137395"/>
                    <a:pt x="97490" y="137395"/>
                  </a:cubicBezTo>
                  <a:cubicBezTo>
                    <a:pt x="111172" y="137395"/>
                    <a:pt x="119077" y="130988"/>
                    <a:pt x="140056" y="102915"/>
                  </a:cubicBezTo>
                  <a:lnTo>
                    <a:pt x="135799" y="98948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C8FF8A2-0596-2C2B-9291-82729D3869E5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0856468" y="3441646"/>
              <a:ext cx="78746" cy="169960"/>
            </a:xfrm>
            <a:custGeom>
              <a:avLst/>
              <a:gdLst>
                <a:gd name="connsiteX0" fmla="*/ 78950 w 78746"/>
                <a:gd name="connsiteY0" fmla="*/ 36091 h 169960"/>
                <a:gd name="connsiteX1" fmla="*/ 54627 w 78746"/>
                <a:gd name="connsiteY1" fmla="*/ 36091 h 169960"/>
                <a:gd name="connsiteX2" fmla="*/ 63140 w 78746"/>
                <a:gd name="connsiteY2" fmla="*/ 4662 h 169960"/>
                <a:gd name="connsiteX3" fmla="*/ 63444 w 78746"/>
                <a:gd name="connsiteY3" fmla="*/ 3136 h 169960"/>
                <a:gd name="connsiteX4" fmla="*/ 61012 w 78746"/>
                <a:gd name="connsiteY4" fmla="*/ 85 h 169960"/>
                <a:gd name="connsiteX5" fmla="*/ 56451 w 78746"/>
                <a:gd name="connsiteY5" fmla="*/ 2831 h 169960"/>
                <a:gd name="connsiteX6" fmla="*/ 16014 w 78746"/>
                <a:gd name="connsiteY6" fmla="*/ 36396 h 169960"/>
                <a:gd name="connsiteX7" fmla="*/ 6284 w 78746"/>
                <a:gd name="connsiteY7" fmla="*/ 44024 h 169960"/>
                <a:gd name="connsiteX8" fmla="*/ 6588 w 78746"/>
                <a:gd name="connsiteY8" fmla="*/ 45855 h 169960"/>
                <a:gd name="connsiteX9" fmla="*/ 29087 w 78746"/>
                <a:gd name="connsiteY9" fmla="*/ 45855 h 169960"/>
                <a:gd name="connsiteX10" fmla="*/ 7197 w 78746"/>
                <a:gd name="connsiteY10" fmla="*/ 129767 h 169960"/>
                <a:gd name="connsiteX11" fmla="*/ 5372 w 78746"/>
                <a:gd name="connsiteY11" fmla="*/ 136175 h 169960"/>
                <a:gd name="connsiteX12" fmla="*/ 204 w 78746"/>
                <a:gd name="connsiteY12" fmla="*/ 158450 h 169960"/>
                <a:gd name="connsiteX13" fmla="*/ 14798 w 78746"/>
                <a:gd name="connsiteY13" fmla="*/ 170045 h 169960"/>
                <a:gd name="connsiteX14" fmla="*/ 57971 w 78746"/>
                <a:gd name="connsiteY14" fmla="*/ 133123 h 169960"/>
                <a:gd name="connsiteX15" fmla="*/ 54019 w 78746"/>
                <a:gd name="connsiteY15" fmla="*/ 130988 h 169960"/>
                <a:gd name="connsiteX16" fmla="*/ 29391 w 78746"/>
                <a:gd name="connsiteY16" fmla="*/ 155093 h 169960"/>
                <a:gd name="connsiteX17" fmla="*/ 24831 w 78746"/>
                <a:gd name="connsiteY17" fmla="*/ 148990 h 169960"/>
                <a:gd name="connsiteX18" fmla="*/ 25135 w 78746"/>
                <a:gd name="connsiteY18" fmla="*/ 147465 h 169960"/>
                <a:gd name="connsiteX19" fmla="*/ 51890 w 78746"/>
                <a:gd name="connsiteY19" fmla="*/ 45855 h 169960"/>
                <a:gd name="connsiteX20" fmla="*/ 77430 w 78746"/>
                <a:gd name="connsiteY20" fmla="*/ 45855 h 169960"/>
                <a:gd name="connsiteX21" fmla="*/ 78950 w 78746"/>
                <a:gd name="connsiteY21" fmla="*/ 36091 h 16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746" h="169960">
                  <a:moveTo>
                    <a:pt x="78950" y="36091"/>
                  </a:moveTo>
                  <a:lnTo>
                    <a:pt x="54627" y="36091"/>
                  </a:lnTo>
                  <a:lnTo>
                    <a:pt x="63140" y="4662"/>
                  </a:lnTo>
                  <a:cubicBezTo>
                    <a:pt x="63444" y="4051"/>
                    <a:pt x="63444" y="3441"/>
                    <a:pt x="63444" y="3136"/>
                  </a:cubicBezTo>
                  <a:cubicBezTo>
                    <a:pt x="63444" y="1000"/>
                    <a:pt x="62532" y="85"/>
                    <a:pt x="61012" y="85"/>
                  </a:cubicBezTo>
                  <a:cubicBezTo>
                    <a:pt x="59187" y="85"/>
                    <a:pt x="58275" y="390"/>
                    <a:pt x="56451" y="2831"/>
                  </a:cubicBezTo>
                  <a:cubicBezTo>
                    <a:pt x="44593" y="18393"/>
                    <a:pt x="25743" y="33650"/>
                    <a:pt x="16014" y="36396"/>
                  </a:cubicBezTo>
                  <a:cubicBezTo>
                    <a:pt x="8413" y="38837"/>
                    <a:pt x="6284" y="40668"/>
                    <a:pt x="6284" y="44024"/>
                  </a:cubicBezTo>
                  <a:cubicBezTo>
                    <a:pt x="6284" y="44329"/>
                    <a:pt x="6284" y="44940"/>
                    <a:pt x="6588" y="45855"/>
                  </a:cubicBezTo>
                  <a:lnTo>
                    <a:pt x="29087" y="45855"/>
                  </a:lnTo>
                  <a:lnTo>
                    <a:pt x="7197" y="129767"/>
                  </a:lnTo>
                  <a:cubicBezTo>
                    <a:pt x="6588" y="132513"/>
                    <a:pt x="6284" y="133429"/>
                    <a:pt x="5372" y="136175"/>
                  </a:cubicBezTo>
                  <a:cubicBezTo>
                    <a:pt x="2636" y="145329"/>
                    <a:pt x="204" y="156009"/>
                    <a:pt x="204" y="158450"/>
                  </a:cubicBezTo>
                  <a:cubicBezTo>
                    <a:pt x="204" y="165163"/>
                    <a:pt x="6588" y="170045"/>
                    <a:pt x="14798" y="170045"/>
                  </a:cubicBezTo>
                  <a:cubicBezTo>
                    <a:pt x="28783" y="170045"/>
                    <a:pt x="38817" y="161501"/>
                    <a:pt x="57971" y="133123"/>
                  </a:cubicBezTo>
                  <a:lnTo>
                    <a:pt x="54019" y="130988"/>
                  </a:lnTo>
                  <a:cubicBezTo>
                    <a:pt x="39121" y="150211"/>
                    <a:pt x="34256" y="155093"/>
                    <a:pt x="29391" y="155093"/>
                  </a:cubicBezTo>
                  <a:cubicBezTo>
                    <a:pt x="26655" y="155093"/>
                    <a:pt x="24831" y="152652"/>
                    <a:pt x="24831" y="148990"/>
                  </a:cubicBezTo>
                  <a:cubicBezTo>
                    <a:pt x="24831" y="148685"/>
                    <a:pt x="24831" y="148380"/>
                    <a:pt x="25135" y="147465"/>
                  </a:cubicBezTo>
                  <a:lnTo>
                    <a:pt x="51890" y="45855"/>
                  </a:lnTo>
                  <a:lnTo>
                    <a:pt x="77430" y="45855"/>
                  </a:lnTo>
                  <a:lnTo>
                    <a:pt x="78950" y="36091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7803883-B074-B13F-B384-E2470C391E6A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0935455" y="3501875"/>
              <a:ext cx="101695" cy="155801"/>
            </a:xfrm>
            <a:custGeom>
              <a:avLst/>
              <a:gdLst>
                <a:gd name="connsiteX0" fmla="*/ 51954 w 101695"/>
                <a:gd name="connsiteY0" fmla="*/ 86 h 155801"/>
                <a:gd name="connsiteX1" fmla="*/ 21805 w 101695"/>
                <a:gd name="connsiteY1" fmla="*/ 11828 h 155801"/>
                <a:gd name="connsiteX2" fmla="*/ 206 w 101695"/>
                <a:gd name="connsiteY2" fmla="*/ 76858 h 155801"/>
                <a:gd name="connsiteX3" fmla="*/ 18206 w 101695"/>
                <a:gd name="connsiteY3" fmla="*/ 140534 h 155801"/>
                <a:gd name="connsiteX4" fmla="*/ 51054 w 101695"/>
                <a:gd name="connsiteY4" fmla="*/ 155888 h 155801"/>
                <a:gd name="connsiteX5" fmla="*/ 80303 w 101695"/>
                <a:gd name="connsiteY5" fmla="*/ 144146 h 155801"/>
                <a:gd name="connsiteX6" fmla="*/ 101901 w 101695"/>
                <a:gd name="connsiteY6" fmla="*/ 78213 h 155801"/>
                <a:gd name="connsiteX7" fmla="*/ 51954 w 101695"/>
                <a:gd name="connsiteY7" fmla="*/ 86 h 155801"/>
                <a:gd name="connsiteX8" fmla="*/ 51279 w 101695"/>
                <a:gd name="connsiteY8" fmla="*/ 5957 h 155801"/>
                <a:gd name="connsiteX9" fmla="*/ 80303 w 101695"/>
                <a:gd name="connsiteY9" fmla="*/ 78664 h 155801"/>
                <a:gd name="connsiteX10" fmla="*/ 51054 w 101695"/>
                <a:gd name="connsiteY10" fmla="*/ 150017 h 155801"/>
                <a:gd name="connsiteX11" fmla="*/ 21805 w 101695"/>
                <a:gd name="connsiteY11" fmla="*/ 78890 h 155801"/>
                <a:gd name="connsiteX12" fmla="*/ 51279 w 101695"/>
                <a:gd name="connsiteY12" fmla="*/ 5957 h 15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695" h="155801">
                  <a:moveTo>
                    <a:pt x="51954" y="86"/>
                  </a:moveTo>
                  <a:cubicBezTo>
                    <a:pt x="39580" y="86"/>
                    <a:pt x="30130" y="3925"/>
                    <a:pt x="21805" y="11828"/>
                  </a:cubicBezTo>
                  <a:cubicBezTo>
                    <a:pt x="8756" y="24473"/>
                    <a:pt x="206" y="50440"/>
                    <a:pt x="206" y="76858"/>
                  </a:cubicBezTo>
                  <a:cubicBezTo>
                    <a:pt x="206" y="101470"/>
                    <a:pt x="7631" y="127889"/>
                    <a:pt x="18206" y="140534"/>
                  </a:cubicBezTo>
                  <a:cubicBezTo>
                    <a:pt x="26530" y="150469"/>
                    <a:pt x="38005" y="155888"/>
                    <a:pt x="51054" y="155888"/>
                  </a:cubicBezTo>
                  <a:cubicBezTo>
                    <a:pt x="62528" y="155888"/>
                    <a:pt x="72203" y="152049"/>
                    <a:pt x="80303" y="144146"/>
                  </a:cubicBezTo>
                  <a:cubicBezTo>
                    <a:pt x="93352" y="131727"/>
                    <a:pt x="101901" y="105535"/>
                    <a:pt x="101901" y="78213"/>
                  </a:cubicBezTo>
                  <a:cubicBezTo>
                    <a:pt x="101901" y="31924"/>
                    <a:pt x="81427" y="86"/>
                    <a:pt x="51954" y="86"/>
                  </a:cubicBezTo>
                  <a:close/>
                  <a:moveTo>
                    <a:pt x="51279" y="5957"/>
                  </a:moveTo>
                  <a:cubicBezTo>
                    <a:pt x="70178" y="5957"/>
                    <a:pt x="80303" y="31472"/>
                    <a:pt x="80303" y="78664"/>
                  </a:cubicBezTo>
                  <a:cubicBezTo>
                    <a:pt x="80303" y="125857"/>
                    <a:pt x="70403" y="150017"/>
                    <a:pt x="51054" y="150017"/>
                  </a:cubicBezTo>
                  <a:cubicBezTo>
                    <a:pt x="31705" y="150017"/>
                    <a:pt x="21805" y="125857"/>
                    <a:pt x="21805" y="78890"/>
                  </a:cubicBezTo>
                  <a:cubicBezTo>
                    <a:pt x="21805" y="31021"/>
                    <a:pt x="31930" y="5957"/>
                    <a:pt x="51279" y="5957"/>
                  </a:cubicBez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96E676E-0EB6-44F0-E1A2-3C43D534E263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11185458" y="3430356"/>
              <a:ext cx="202186" cy="203219"/>
            </a:xfrm>
            <a:custGeom>
              <a:avLst/>
              <a:gdLst>
                <a:gd name="connsiteX0" fmla="*/ 107541 w 202186"/>
                <a:gd name="connsiteY0" fmla="*/ 107797 h 203219"/>
                <a:gd name="connsiteX1" fmla="*/ 192368 w 202186"/>
                <a:gd name="connsiteY1" fmla="*/ 107797 h 203219"/>
                <a:gd name="connsiteX2" fmla="*/ 202401 w 202186"/>
                <a:gd name="connsiteY2" fmla="*/ 101694 h 203219"/>
                <a:gd name="connsiteX3" fmla="*/ 192368 w 202186"/>
                <a:gd name="connsiteY3" fmla="*/ 95591 h 203219"/>
                <a:gd name="connsiteX4" fmla="*/ 107541 w 202186"/>
                <a:gd name="connsiteY4" fmla="*/ 95591 h 203219"/>
                <a:gd name="connsiteX5" fmla="*/ 107541 w 202186"/>
                <a:gd name="connsiteY5" fmla="*/ 10153 h 203219"/>
                <a:gd name="connsiteX6" fmla="*/ 101460 w 202186"/>
                <a:gd name="connsiteY6" fmla="*/ 84 h 203219"/>
                <a:gd name="connsiteX7" fmla="*/ 95380 w 202186"/>
                <a:gd name="connsiteY7" fmla="*/ 10153 h 203219"/>
                <a:gd name="connsiteX8" fmla="*/ 95380 w 202186"/>
                <a:gd name="connsiteY8" fmla="*/ 95591 h 203219"/>
                <a:gd name="connsiteX9" fmla="*/ 10249 w 202186"/>
                <a:gd name="connsiteY9" fmla="*/ 95591 h 203219"/>
                <a:gd name="connsiteX10" fmla="*/ 215 w 202186"/>
                <a:gd name="connsiteY10" fmla="*/ 101694 h 203219"/>
                <a:gd name="connsiteX11" fmla="*/ 10249 w 202186"/>
                <a:gd name="connsiteY11" fmla="*/ 107797 h 203219"/>
                <a:gd name="connsiteX12" fmla="*/ 95380 w 202186"/>
                <a:gd name="connsiteY12" fmla="*/ 107797 h 203219"/>
                <a:gd name="connsiteX13" fmla="*/ 95380 w 202186"/>
                <a:gd name="connsiteY13" fmla="*/ 193234 h 203219"/>
                <a:gd name="connsiteX14" fmla="*/ 101460 w 202186"/>
                <a:gd name="connsiteY14" fmla="*/ 203304 h 203219"/>
                <a:gd name="connsiteX15" fmla="*/ 107541 w 202186"/>
                <a:gd name="connsiteY15" fmla="*/ 193234 h 203219"/>
                <a:gd name="connsiteX16" fmla="*/ 107541 w 202186"/>
                <a:gd name="connsiteY16" fmla="*/ 107797 h 203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186" h="203219">
                  <a:moveTo>
                    <a:pt x="107541" y="107797"/>
                  </a:moveTo>
                  <a:lnTo>
                    <a:pt x="192368" y="107797"/>
                  </a:lnTo>
                  <a:cubicBezTo>
                    <a:pt x="196625" y="107797"/>
                    <a:pt x="202401" y="107797"/>
                    <a:pt x="202401" y="101694"/>
                  </a:cubicBezTo>
                  <a:cubicBezTo>
                    <a:pt x="202401" y="95591"/>
                    <a:pt x="196625" y="95591"/>
                    <a:pt x="192368" y="95591"/>
                  </a:cubicBezTo>
                  <a:lnTo>
                    <a:pt x="107541" y="95591"/>
                  </a:lnTo>
                  <a:lnTo>
                    <a:pt x="107541" y="10153"/>
                  </a:lnTo>
                  <a:cubicBezTo>
                    <a:pt x="107541" y="5882"/>
                    <a:pt x="107541" y="84"/>
                    <a:pt x="101460" y="84"/>
                  </a:cubicBezTo>
                  <a:cubicBezTo>
                    <a:pt x="95380" y="84"/>
                    <a:pt x="95380" y="5882"/>
                    <a:pt x="95380" y="10153"/>
                  </a:cubicBezTo>
                  <a:lnTo>
                    <a:pt x="95380" y="95591"/>
                  </a:lnTo>
                  <a:lnTo>
                    <a:pt x="10249" y="95591"/>
                  </a:lnTo>
                  <a:cubicBezTo>
                    <a:pt x="5992" y="95591"/>
                    <a:pt x="215" y="95591"/>
                    <a:pt x="215" y="101694"/>
                  </a:cubicBezTo>
                  <a:cubicBezTo>
                    <a:pt x="215" y="107797"/>
                    <a:pt x="5992" y="107797"/>
                    <a:pt x="10249" y="107797"/>
                  </a:cubicBezTo>
                  <a:lnTo>
                    <a:pt x="95380" y="107797"/>
                  </a:lnTo>
                  <a:lnTo>
                    <a:pt x="95380" y="193234"/>
                  </a:lnTo>
                  <a:cubicBezTo>
                    <a:pt x="95380" y="197506"/>
                    <a:pt x="95380" y="203304"/>
                    <a:pt x="101460" y="203304"/>
                  </a:cubicBezTo>
                  <a:cubicBezTo>
                    <a:pt x="107541" y="203304"/>
                    <a:pt x="107541" y="197506"/>
                    <a:pt x="107541" y="193234"/>
                  </a:cubicBezTo>
                  <a:lnTo>
                    <a:pt x="107541" y="107797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D415888-21CF-1F9C-4C5C-51C45B9E2131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11520923" y="3473685"/>
              <a:ext cx="139554" cy="137920"/>
            </a:xfrm>
            <a:custGeom>
              <a:avLst/>
              <a:gdLst>
                <a:gd name="connsiteX0" fmla="*/ 136131 w 139554"/>
                <a:gd name="connsiteY0" fmla="*/ 101084 h 137920"/>
                <a:gd name="connsiteX1" fmla="*/ 127618 w 139554"/>
                <a:gd name="connsiteY1" fmla="*/ 109628 h 137920"/>
                <a:gd name="connsiteX2" fmla="*/ 111808 w 139554"/>
                <a:gd name="connsiteY2" fmla="*/ 122139 h 137920"/>
                <a:gd name="connsiteX3" fmla="*/ 107551 w 139554"/>
                <a:gd name="connsiteY3" fmla="*/ 118172 h 137920"/>
                <a:gd name="connsiteX4" fmla="*/ 134611 w 139554"/>
                <a:gd name="connsiteY4" fmla="*/ 7408 h 137920"/>
                <a:gd name="connsiteX5" fmla="*/ 136435 w 139554"/>
                <a:gd name="connsiteY5" fmla="*/ 1000 h 137920"/>
                <a:gd name="connsiteX6" fmla="*/ 134307 w 139554"/>
                <a:gd name="connsiteY6" fmla="*/ 85 h 137920"/>
                <a:gd name="connsiteX7" fmla="*/ 115761 w 139554"/>
                <a:gd name="connsiteY7" fmla="*/ 2221 h 137920"/>
                <a:gd name="connsiteX8" fmla="*/ 114848 w 139554"/>
                <a:gd name="connsiteY8" fmla="*/ 3136 h 137920"/>
                <a:gd name="connsiteX9" fmla="*/ 111504 w 139554"/>
                <a:gd name="connsiteY9" fmla="*/ 17782 h 137920"/>
                <a:gd name="connsiteX10" fmla="*/ 87181 w 139554"/>
                <a:gd name="connsiteY10" fmla="*/ 85 h 137920"/>
                <a:gd name="connsiteX11" fmla="*/ 226 w 139554"/>
                <a:gd name="connsiteY11" fmla="*/ 104136 h 137920"/>
                <a:gd name="connsiteX12" fmla="*/ 31238 w 139554"/>
                <a:gd name="connsiteY12" fmla="*/ 138006 h 137920"/>
                <a:gd name="connsiteX13" fmla="*/ 92350 w 139554"/>
                <a:gd name="connsiteY13" fmla="*/ 90099 h 137920"/>
                <a:gd name="connsiteX14" fmla="*/ 85357 w 139554"/>
                <a:gd name="connsiteY14" fmla="*/ 125190 h 137920"/>
                <a:gd name="connsiteX15" fmla="*/ 97518 w 139554"/>
                <a:gd name="connsiteY15" fmla="*/ 137700 h 137920"/>
                <a:gd name="connsiteX16" fmla="*/ 139780 w 139554"/>
                <a:gd name="connsiteY16" fmla="*/ 104136 h 137920"/>
                <a:gd name="connsiteX17" fmla="*/ 136131 w 139554"/>
                <a:gd name="connsiteY17" fmla="*/ 101084 h 137920"/>
                <a:gd name="connsiteX18" fmla="*/ 89005 w 139554"/>
                <a:gd name="connsiteY18" fmla="*/ 6798 h 137920"/>
                <a:gd name="connsiteX19" fmla="*/ 106031 w 139554"/>
                <a:gd name="connsiteY19" fmla="*/ 25411 h 137920"/>
                <a:gd name="connsiteX20" fmla="*/ 69851 w 139554"/>
                <a:gd name="connsiteY20" fmla="*/ 109628 h 137920"/>
                <a:gd name="connsiteX21" fmla="*/ 43399 w 139554"/>
                <a:gd name="connsiteY21" fmla="*/ 123054 h 137920"/>
                <a:gd name="connsiteX22" fmla="*/ 25765 w 139554"/>
                <a:gd name="connsiteY22" fmla="*/ 100169 h 137920"/>
                <a:gd name="connsiteX23" fmla="*/ 50392 w 139554"/>
                <a:gd name="connsiteY23" fmla="*/ 33344 h 137920"/>
                <a:gd name="connsiteX24" fmla="*/ 89005 w 139554"/>
                <a:gd name="connsiteY24" fmla="*/ 6798 h 13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9554" h="137920">
                  <a:moveTo>
                    <a:pt x="136131" y="101084"/>
                  </a:moveTo>
                  <a:cubicBezTo>
                    <a:pt x="131571" y="105661"/>
                    <a:pt x="129746" y="107187"/>
                    <a:pt x="127618" y="109628"/>
                  </a:cubicBezTo>
                  <a:cubicBezTo>
                    <a:pt x="118497" y="119087"/>
                    <a:pt x="114544" y="122139"/>
                    <a:pt x="111808" y="122139"/>
                  </a:cubicBezTo>
                  <a:cubicBezTo>
                    <a:pt x="109376" y="122139"/>
                    <a:pt x="107551" y="120308"/>
                    <a:pt x="107551" y="118172"/>
                  </a:cubicBezTo>
                  <a:cubicBezTo>
                    <a:pt x="107551" y="112069"/>
                    <a:pt x="120321" y="59891"/>
                    <a:pt x="134611" y="7408"/>
                  </a:cubicBezTo>
                  <a:cubicBezTo>
                    <a:pt x="135523" y="4357"/>
                    <a:pt x="135827" y="3746"/>
                    <a:pt x="136435" y="1000"/>
                  </a:cubicBezTo>
                  <a:lnTo>
                    <a:pt x="134307" y="85"/>
                  </a:lnTo>
                  <a:lnTo>
                    <a:pt x="115761" y="2221"/>
                  </a:lnTo>
                  <a:lnTo>
                    <a:pt x="114848" y="3136"/>
                  </a:lnTo>
                  <a:lnTo>
                    <a:pt x="111504" y="17782"/>
                  </a:lnTo>
                  <a:cubicBezTo>
                    <a:pt x="109072" y="6493"/>
                    <a:pt x="100255" y="85"/>
                    <a:pt x="87181" y="85"/>
                  </a:cubicBezTo>
                  <a:cubicBezTo>
                    <a:pt x="47048" y="85"/>
                    <a:pt x="226" y="55924"/>
                    <a:pt x="226" y="104136"/>
                  </a:cubicBezTo>
                  <a:cubicBezTo>
                    <a:pt x="226" y="125495"/>
                    <a:pt x="11779" y="138006"/>
                    <a:pt x="31238" y="138006"/>
                  </a:cubicBezTo>
                  <a:cubicBezTo>
                    <a:pt x="52520" y="138006"/>
                    <a:pt x="65594" y="127936"/>
                    <a:pt x="92350" y="90099"/>
                  </a:cubicBezTo>
                  <a:cubicBezTo>
                    <a:pt x="86269" y="113900"/>
                    <a:pt x="85357" y="117867"/>
                    <a:pt x="85357" y="125190"/>
                  </a:cubicBezTo>
                  <a:cubicBezTo>
                    <a:pt x="85357" y="134039"/>
                    <a:pt x="89005" y="137700"/>
                    <a:pt x="97518" y="137700"/>
                  </a:cubicBezTo>
                  <a:cubicBezTo>
                    <a:pt x="109680" y="137700"/>
                    <a:pt x="117281" y="131903"/>
                    <a:pt x="139780" y="104136"/>
                  </a:cubicBezTo>
                  <a:lnTo>
                    <a:pt x="136131" y="101084"/>
                  </a:lnTo>
                  <a:close/>
                  <a:moveTo>
                    <a:pt x="89005" y="6798"/>
                  </a:moveTo>
                  <a:cubicBezTo>
                    <a:pt x="99342" y="7408"/>
                    <a:pt x="106031" y="14731"/>
                    <a:pt x="106031" y="25411"/>
                  </a:cubicBezTo>
                  <a:cubicBezTo>
                    <a:pt x="106031" y="51042"/>
                    <a:pt x="90829" y="87048"/>
                    <a:pt x="69851" y="109628"/>
                  </a:cubicBezTo>
                  <a:cubicBezTo>
                    <a:pt x="62554" y="117867"/>
                    <a:pt x="52216" y="123054"/>
                    <a:pt x="43399" y="123054"/>
                  </a:cubicBezTo>
                  <a:cubicBezTo>
                    <a:pt x="32758" y="123054"/>
                    <a:pt x="25765" y="114205"/>
                    <a:pt x="25765" y="100169"/>
                  </a:cubicBezTo>
                  <a:cubicBezTo>
                    <a:pt x="25765" y="83692"/>
                    <a:pt x="37318" y="52263"/>
                    <a:pt x="50392" y="33344"/>
                  </a:cubicBezTo>
                  <a:cubicBezTo>
                    <a:pt x="62554" y="15647"/>
                    <a:pt x="76844" y="5882"/>
                    <a:pt x="89005" y="6798"/>
                  </a:cubicBez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2A6431B-C7C4-ECBF-93AB-4A0359516449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11693318" y="3501875"/>
              <a:ext cx="63671" cy="152640"/>
            </a:xfrm>
            <a:custGeom>
              <a:avLst/>
              <a:gdLst>
                <a:gd name="connsiteX0" fmla="*/ 40729 w 63671"/>
                <a:gd name="connsiteY0" fmla="*/ 86 h 152640"/>
                <a:gd name="connsiteX1" fmla="*/ 231 w 63671"/>
                <a:gd name="connsiteY1" fmla="*/ 20634 h 152640"/>
                <a:gd name="connsiteX2" fmla="*/ 231 w 63671"/>
                <a:gd name="connsiteY2" fmla="*/ 23795 h 152640"/>
                <a:gd name="connsiteX3" fmla="*/ 6305 w 63671"/>
                <a:gd name="connsiteY3" fmla="*/ 21311 h 152640"/>
                <a:gd name="connsiteX4" fmla="*/ 16430 w 63671"/>
                <a:gd name="connsiteY4" fmla="*/ 18828 h 152640"/>
                <a:gd name="connsiteX5" fmla="*/ 23179 w 63671"/>
                <a:gd name="connsiteY5" fmla="*/ 29440 h 152640"/>
                <a:gd name="connsiteX6" fmla="*/ 23179 w 63671"/>
                <a:gd name="connsiteY6" fmla="*/ 131727 h 152640"/>
                <a:gd name="connsiteX7" fmla="*/ 17780 w 63671"/>
                <a:gd name="connsiteY7" fmla="*/ 146404 h 152640"/>
                <a:gd name="connsiteX8" fmla="*/ 1805 w 63671"/>
                <a:gd name="connsiteY8" fmla="*/ 149340 h 152640"/>
                <a:gd name="connsiteX9" fmla="*/ 1805 w 63671"/>
                <a:gd name="connsiteY9" fmla="*/ 152727 h 152640"/>
                <a:gd name="connsiteX10" fmla="*/ 63902 w 63671"/>
                <a:gd name="connsiteY10" fmla="*/ 152727 h 152640"/>
                <a:gd name="connsiteX11" fmla="*/ 63902 w 63671"/>
                <a:gd name="connsiteY11" fmla="*/ 149340 h 152640"/>
                <a:gd name="connsiteX12" fmla="*/ 42528 w 63671"/>
                <a:gd name="connsiteY12" fmla="*/ 136018 h 152640"/>
                <a:gd name="connsiteX13" fmla="*/ 42528 w 63671"/>
                <a:gd name="connsiteY13" fmla="*/ 538 h 152640"/>
                <a:gd name="connsiteX14" fmla="*/ 40729 w 63671"/>
                <a:gd name="connsiteY14" fmla="*/ 86 h 15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671" h="152640">
                  <a:moveTo>
                    <a:pt x="40729" y="86"/>
                  </a:moveTo>
                  <a:lnTo>
                    <a:pt x="231" y="20634"/>
                  </a:lnTo>
                  <a:lnTo>
                    <a:pt x="231" y="23795"/>
                  </a:lnTo>
                  <a:cubicBezTo>
                    <a:pt x="2930" y="22666"/>
                    <a:pt x="5405" y="21763"/>
                    <a:pt x="6305" y="21311"/>
                  </a:cubicBezTo>
                  <a:cubicBezTo>
                    <a:pt x="10355" y="19731"/>
                    <a:pt x="14180" y="18828"/>
                    <a:pt x="16430" y="18828"/>
                  </a:cubicBezTo>
                  <a:cubicBezTo>
                    <a:pt x="21155" y="18828"/>
                    <a:pt x="23179" y="22215"/>
                    <a:pt x="23179" y="29440"/>
                  </a:cubicBezTo>
                  <a:lnTo>
                    <a:pt x="23179" y="131727"/>
                  </a:lnTo>
                  <a:cubicBezTo>
                    <a:pt x="23179" y="139179"/>
                    <a:pt x="21380" y="144372"/>
                    <a:pt x="17780" y="146404"/>
                  </a:cubicBezTo>
                  <a:cubicBezTo>
                    <a:pt x="14405" y="148437"/>
                    <a:pt x="11255" y="149114"/>
                    <a:pt x="1805" y="149340"/>
                  </a:cubicBezTo>
                  <a:lnTo>
                    <a:pt x="1805" y="152727"/>
                  </a:lnTo>
                  <a:lnTo>
                    <a:pt x="63902" y="152727"/>
                  </a:lnTo>
                  <a:lnTo>
                    <a:pt x="63902" y="149340"/>
                  </a:lnTo>
                  <a:cubicBezTo>
                    <a:pt x="46128" y="149114"/>
                    <a:pt x="42528" y="146856"/>
                    <a:pt x="42528" y="136018"/>
                  </a:cubicBezTo>
                  <a:lnTo>
                    <a:pt x="42528" y="538"/>
                  </a:lnTo>
                  <a:lnTo>
                    <a:pt x="40729" y="86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94D02B8-E30A-C219-39D1-29BE5DD9FF1D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11870465" y="3343218"/>
              <a:ext cx="298151" cy="384467"/>
            </a:xfrm>
            <a:custGeom>
              <a:avLst/>
              <a:gdLst>
                <a:gd name="connsiteX0" fmla="*/ 71164 w 298151"/>
                <a:gd name="connsiteY0" fmla="*/ 18100 h 384467"/>
                <a:gd name="connsiteX1" fmla="*/ 188498 w 298151"/>
                <a:gd name="connsiteY1" fmla="*/ 18100 h 384467"/>
                <a:gd name="connsiteX2" fmla="*/ 259424 w 298151"/>
                <a:gd name="connsiteY2" fmla="*/ 72585 h 384467"/>
                <a:gd name="connsiteX3" fmla="*/ 270807 w 298151"/>
                <a:gd name="connsiteY3" fmla="*/ 72585 h 384467"/>
                <a:gd name="connsiteX4" fmla="*/ 266429 w 298151"/>
                <a:gd name="connsiteY4" fmla="*/ 85 h 384467"/>
                <a:gd name="connsiteX5" fmla="*/ 4179 w 298151"/>
                <a:gd name="connsiteY5" fmla="*/ 85 h 384467"/>
                <a:gd name="connsiteX6" fmla="*/ 106189 w 298151"/>
                <a:gd name="connsiteY6" fmla="*/ 205281 h 384467"/>
                <a:gd name="connsiteX7" fmla="*/ 238 w 298151"/>
                <a:gd name="connsiteY7" fmla="*/ 384553 h 384467"/>
                <a:gd name="connsiteX8" fmla="*/ 274748 w 298151"/>
                <a:gd name="connsiteY8" fmla="*/ 384553 h 384467"/>
                <a:gd name="connsiteX9" fmla="*/ 298390 w 298151"/>
                <a:gd name="connsiteY9" fmla="*/ 292280 h 384467"/>
                <a:gd name="connsiteX10" fmla="*/ 287007 w 298151"/>
                <a:gd name="connsiteY10" fmla="*/ 292280 h 384467"/>
                <a:gd name="connsiteX11" fmla="*/ 209076 w 298151"/>
                <a:gd name="connsiteY11" fmla="*/ 335341 h 384467"/>
                <a:gd name="connsiteX12" fmla="*/ 65473 w 298151"/>
                <a:gd name="connsiteY12" fmla="*/ 335341 h 384467"/>
                <a:gd name="connsiteX13" fmla="*/ 153473 w 298151"/>
                <a:gd name="connsiteY13" fmla="*/ 180675 h 384467"/>
                <a:gd name="connsiteX14" fmla="*/ 71164 w 298151"/>
                <a:gd name="connsiteY14" fmla="*/ 18100 h 38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8151" h="384467">
                  <a:moveTo>
                    <a:pt x="71164" y="18100"/>
                  </a:moveTo>
                  <a:lnTo>
                    <a:pt x="188498" y="18100"/>
                  </a:lnTo>
                  <a:cubicBezTo>
                    <a:pt x="238847" y="18100"/>
                    <a:pt x="251981" y="28206"/>
                    <a:pt x="259424" y="72585"/>
                  </a:cubicBezTo>
                  <a:lnTo>
                    <a:pt x="270807" y="72585"/>
                  </a:lnTo>
                  <a:lnTo>
                    <a:pt x="266429" y="85"/>
                  </a:lnTo>
                  <a:lnTo>
                    <a:pt x="4179" y="85"/>
                  </a:lnTo>
                  <a:lnTo>
                    <a:pt x="106189" y="205281"/>
                  </a:lnTo>
                  <a:lnTo>
                    <a:pt x="238" y="384553"/>
                  </a:lnTo>
                  <a:lnTo>
                    <a:pt x="274748" y="384553"/>
                  </a:lnTo>
                  <a:lnTo>
                    <a:pt x="298390" y="292280"/>
                  </a:lnTo>
                  <a:lnTo>
                    <a:pt x="287007" y="292280"/>
                  </a:lnTo>
                  <a:cubicBezTo>
                    <a:pt x="272996" y="327871"/>
                    <a:pt x="259862" y="335341"/>
                    <a:pt x="209076" y="335341"/>
                  </a:cubicBezTo>
                  <a:lnTo>
                    <a:pt x="65473" y="335341"/>
                  </a:lnTo>
                  <a:lnTo>
                    <a:pt x="153473" y="180675"/>
                  </a:lnTo>
                  <a:lnTo>
                    <a:pt x="71164" y="18100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891CDC7-96ED-BB09-A37C-EBDEB4E9CF61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2216219" y="3473380"/>
              <a:ext cx="106413" cy="138836"/>
            </a:xfrm>
            <a:custGeom>
              <a:avLst/>
              <a:gdLst>
                <a:gd name="connsiteX0" fmla="*/ 6329 w 106413"/>
                <a:gd name="connsiteY0" fmla="*/ 90405 h 138836"/>
                <a:gd name="connsiteX1" fmla="*/ 248 w 106413"/>
                <a:gd name="connsiteY1" fmla="*/ 138921 h 138836"/>
                <a:gd name="connsiteX2" fmla="*/ 5113 w 106413"/>
                <a:gd name="connsiteY2" fmla="*/ 138921 h 138836"/>
                <a:gd name="connsiteX3" fmla="*/ 12410 w 106413"/>
                <a:gd name="connsiteY3" fmla="*/ 132513 h 138836"/>
                <a:gd name="connsiteX4" fmla="*/ 27308 w 106413"/>
                <a:gd name="connsiteY4" fmla="*/ 135259 h 138836"/>
                <a:gd name="connsiteX5" fmla="*/ 44030 w 106413"/>
                <a:gd name="connsiteY5" fmla="*/ 138311 h 138836"/>
                <a:gd name="connsiteX6" fmla="*/ 87812 w 106413"/>
                <a:gd name="connsiteY6" fmla="*/ 98643 h 138836"/>
                <a:gd name="connsiteX7" fmla="*/ 67137 w 106413"/>
                <a:gd name="connsiteY7" fmla="*/ 55924 h 138836"/>
                <a:gd name="connsiteX8" fmla="*/ 50719 w 106413"/>
                <a:gd name="connsiteY8" fmla="*/ 23885 h 138836"/>
                <a:gd name="connsiteX9" fmla="*/ 67745 w 106413"/>
                <a:gd name="connsiteY9" fmla="*/ 7408 h 138836"/>
                <a:gd name="connsiteX10" fmla="*/ 95717 w 106413"/>
                <a:gd name="connsiteY10" fmla="*/ 42498 h 138836"/>
                <a:gd name="connsiteX11" fmla="*/ 100581 w 106413"/>
                <a:gd name="connsiteY11" fmla="*/ 42498 h 138836"/>
                <a:gd name="connsiteX12" fmla="*/ 106662 w 106413"/>
                <a:gd name="connsiteY12" fmla="*/ 85 h 138836"/>
                <a:gd name="connsiteX13" fmla="*/ 102406 w 106413"/>
                <a:gd name="connsiteY13" fmla="*/ 85 h 138836"/>
                <a:gd name="connsiteX14" fmla="*/ 93284 w 106413"/>
                <a:gd name="connsiteY14" fmla="*/ 5577 h 138836"/>
                <a:gd name="connsiteX15" fmla="*/ 82339 w 106413"/>
                <a:gd name="connsiteY15" fmla="*/ 3441 h 138836"/>
                <a:gd name="connsiteX16" fmla="*/ 65313 w 106413"/>
                <a:gd name="connsiteY16" fmla="*/ 390 h 138836"/>
                <a:gd name="connsiteX17" fmla="*/ 28524 w 106413"/>
                <a:gd name="connsiteY17" fmla="*/ 33955 h 138836"/>
                <a:gd name="connsiteX18" fmla="*/ 47678 w 106413"/>
                <a:gd name="connsiteY18" fmla="*/ 73317 h 138836"/>
                <a:gd name="connsiteX19" fmla="*/ 64705 w 106413"/>
                <a:gd name="connsiteY19" fmla="*/ 108408 h 138836"/>
                <a:gd name="connsiteX20" fmla="*/ 42206 w 106413"/>
                <a:gd name="connsiteY20" fmla="*/ 131903 h 138836"/>
                <a:gd name="connsiteX21" fmla="*/ 11194 w 106413"/>
                <a:gd name="connsiteY21" fmla="*/ 90405 h 138836"/>
                <a:gd name="connsiteX22" fmla="*/ 6329 w 106413"/>
                <a:gd name="connsiteY22" fmla="*/ 90405 h 138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6413" h="138836">
                  <a:moveTo>
                    <a:pt x="6329" y="90405"/>
                  </a:moveTo>
                  <a:lnTo>
                    <a:pt x="248" y="138921"/>
                  </a:lnTo>
                  <a:lnTo>
                    <a:pt x="5113" y="138921"/>
                  </a:lnTo>
                  <a:cubicBezTo>
                    <a:pt x="7545" y="134039"/>
                    <a:pt x="9369" y="132513"/>
                    <a:pt x="12410" y="132513"/>
                  </a:cubicBezTo>
                  <a:cubicBezTo>
                    <a:pt x="15754" y="132513"/>
                    <a:pt x="21227" y="133734"/>
                    <a:pt x="27308" y="135259"/>
                  </a:cubicBezTo>
                  <a:cubicBezTo>
                    <a:pt x="33997" y="137395"/>
                    <a:pt x="39165" y="138311"/>
                    <a:pt x="44030" y="138311"/>
                  </a:cubicBezTo>
                  <a:cubicBezTo>
                    <a:pt x="69569" y="138311"/>
                    <a:pt x="87812" y="121833"/>
                    <a:pt x="87812" y="98643"/>
                  </a:cubicBezTo>
                  <a:cubicBezTo>
                    <a:pt x="87812" y="87048"/>
                    <a:pt x="81427" y="73622"/>
                    <a:pt x="67137" y="55924"/>
                  </a:cubicBezTo>
                  <a:cubicBezTo>
                    <a:pt x="55583" y="41583"/>
                    <a:pt x="50719" y="32124"/>
                    <a:pt x="50719" y="23885"/>
                  </a:cubicBezTo>
                  <a:cubicBezTo>
                    <a:pt x="50719" y="13816"/>
                    <a:pt x="57104" y="7408"/>
                    <a:pt x="67745" y="7408"/>
                  </a:cubicBezTo>
                  <a:cubicBezTo>
                    <a:pt x="83555" y="7408"/>
                    <a:pt x="92676" y="18698"/>
                    <a:pt x="95717" y="42498"/>
                  </a:cubicBezTo>
                  <a:lnTo>
                    <a:pt x="100581" y="42498"/>
                  </a:lnTo>
                  <a:lnTo>
                    <a:pt x="106662" y="85"/>
                  </a:lnTo>
                  <a:lnTo>
                    <a:pt x="102406" y="85"/>
                  </a:lnTo>
                  <a:cubicBezTo>
                    <a:pt x="99973" y="4357"/>
                    <a:pt x="97541" y="5577"/>
                    <a:pt x="93284" y="5577"/>
                  </a:cubicBezTo>
                  <a:cubicBezTo>
                    <a:pt x="91156" y="5577"/>
                    <a:pt x="88116" y="4967"/>
                    <a:pt x="82339" y="3441"/>
                  </a:cubicBezTo>
                  <a:cubicBezTo>
                    <a:pt x="74738" y="1000"/>
                    <a:pt x="70177" y="390"/>
                    <a:pt x="65313" y="390"/>
                  </a:cubicBezTo>
                  <a:cubicBezTo>
                    <a:pt x="43118" y="390"/>
                    <a:pt x="28524" y="13511"/>
                    <a:pt x="28524" y="33955"/>
                  </a:cubicBezTo>
                  <a:cubicBezTo>
                    <a:pt x="28524" y="43719"/>
                    <a:pt x="34909" y="56840"/>
                    <a:pt x="47678" y="73317"/>
                  </a:cubicBezTo>
                  <a:cubicBezTo>
                    <a:pt x="59536" y="88879"/>
                    <a:pt x="64705" y="99559"/>
                    <a:pt x="64705" y="108408"/>
                  </a:cubicBezTo>
                  <a:cubicBezTo>
                    <a:pt x="64705" y="122139"/>
                    <a:pt x="55583" y="131903"/>
                    <a:pt x="42206" y="131903"/>
                  </a:cubicBezTo>
                  <a:cubicBezTo>
                    <a:pt x="25484" y="131903"/>
                    <a:pt x="16058" y="119392"/>
                    <a:pt x="11194" y="90405"/>
                  </a:cubicBezTo>
                  <a:lnTo>
                    <a:pt x="6329" y="90405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BF2BB4-320A-09B1-29CB-199957007051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12414908" y="3496265"/>
              <a:ext cx="202186" cy="71401"/>
            </a:xfrm>
            <a:custGeom>
              <a:avLst/>
              <a:gdLst>
                <a:gd name="connsiteX0" fmla="*/ 192104 w 202186"/>
                <a:gd name="connsiteY0" fmla="*/ 12289 h 71401"/>
                <a:gd name="connsiteX1" fmla="*/ 202442 w 202186"/>
                <a:gd name="connsiteY1" fmla="*/ 6187 h 71401"/>
                <a:gd name="connsiteX2" fmla="*/ 192408 w 202186"/>
                <a:gd name="connsiteY2" fmla="*/ 84 h 71401"/>
                <a:gd name="connsiteX3" fmla="*/ 10289 w 202186"/>
                <a:gd name="connsiteY3" fmla="*/ 84 h 71401"/>
                <a:gd name="connsiteX4" fmla="*/ 255 w 202186"/>
                <a:gd name="connsiteY4" fmla="*/ 6187 h 71401"/>
                <a:gd name="connsiteX5" fmla="*/ 10593 w 202186"/>
                <a:gd name="connsiteY5" fmla="*/ 12289 h 71401"/>
                <a:gd name="connsiteX6" fmla="*/ 192104 w 202186"/>
                <a:gd name="connsiteY6" fmla="*/ 12289 h 71401"/>
                <a:gd name="connsiteX7" fmla="*/ 192408 w 202186"/>
                <a:gd name="connsiteY7" fmla="*/ 71486 h 71401"/>
                <a:gd name="connsiteX8" fmla="*/ 202442 w 202186"/>
                <a:gd name="connsiteY8" fmla="*/ 65383 h 71401"/>
                <a:gd name="connsiteX9" fmla="*/ 192104 w 202186"/>
                <a:gd name="connsiteY9" fmla="*/ 59280 h 71401"/>
                <a:gd name="connsiteX10" fmla="*/ 10593 w 202186"/>
                <a:gd name="connsiteY10" fmla="*/ 59280 h 71401"/>
                <a:gd name="connsiteX11" fmla="*/ 255 w 202186"/>
                <a:gd name="connsiteY11" fmla="*/ 65383 h 71401"/>
                <a:gd name="connsiteX12" fmla="*/ 10289 w 202186"/>
                <a:gd name="connsiteY12" fmla="*/ 71486 h 71401"/>
                <a:gd name="connsiteX13" fmla="*/ 192408 w 202186"/>
                <a:gd name="connsiteY13" fmla="*/ 71486 h 7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186" h="71401">
                  <a:moveTo>
                    <a:pt x="192104" y="12289"/>
                  </a:moveTo>
                  <a:cubicBezTo>
                    <a:pt x="196665" y="12289"/>
                    <a:pt x="202442" y="12289"/>
                    <a:pt x="202442" y="6187"/>
                  </a:cubicBezTo>
                  <a:cubicBezTo>
                    <a:pt x="202442" y="84"/>
                    <a:pt x="196665" y="84"/>
                    <a:pt x="192408" y="84"/>
                  </a:cubicBezTo>
                  <a:lnTo>
                    <a:pt x="10289" y="84"/>
                  </a:lnTo>
                  <a:cubicBezTo>
                    <a:pt x="6032" y="84"/>
                    <a:pt x="255" y="84"/>
                    <a:pt x="255" y="6187"/>
                  </a:cubicBezTo>
                  <a:cubicBezTo>
                    <a:pt x="255" y="12289"/>
                    <a:pt x="6032" y="12289"/>
                    <a:pt x="10593" y="12289"/>
                  </a:cubicBezTo>
                  <a:lnTo>
                    <a:pt x="192104" y="12289"/>
                  </a:lnTo>
                  <a:close/>
                  <a:moveTo>
                    <a:pt x="192408" y="71486"/>
                  </a:moveTo>
                  <a:cubicBezTo>
                    <a:pt x="196665" y="71486"/>
                    <a:pt x="202442" y="71486"/>
                    <a:pt x="202442" y="65383"/>
                  </a:cubicBezTo>
                  <a:cubicBezTo>
                    <a:pt x="202442" y="59280"/>
                    <a:pt x="196665" y="59280"/>
                    <a:pt x="192104" y="59280"/>
                  </a:cubicBezTo>
                  <a:lnTo>
                    <a:pt x="10593" y="59280"/>
                  </a:lnTo>
                  <a:cubicBezTo>
                    <a:pt x="6032" y="59280"/>
                    <a:pt x="255" y="59280"/>
                    <a:pt x="255" y="65383"/>
                  </a:cubicBezTo>
                  <a:cubicBezTo>
                    <a:pt x="255" y="71486"/>
                    <a:pt x="6032" y="71486"/>
                    <a:pt x="10289" y="71486"/>
                  </a:cubicBezTo>
                  <a:lnTo>
                    <a:pt x="192408" y="71486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BEB11BA-019F-FB04-1514-DCEF7926B496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2708948" y="3343218"/>
              <a:ext cx="298151" cy="384467"/>
            </a:xfrm>
            <a:custGeom>
              <a:avLst/>
              <a:gdLst>
                <a:gd name="connsiteX0" fmla="*/ 71192 w 298151"/>
                <a:gd name="connsiteY0" fmla="*/ 18100 h 384467"/>
                <a:gd name="connsiteX1" fmla="*/ 188526 w 298151"/>
                <a:gd name="connsiteY1" fmla="*/ 18100 h 384467"/>
                <a:gd name="connsiteX2" fmla="*/ 259452 w 298151"/>
                <a:gd name="connsiteY2" fmla="*/ 72585 h 384467"/>
                <a:gd name="connsiteX3" fmla="*/ 270835 w 298151"/>
                <a:gd name="connsiteY3" fmla="*/ 72585 h 384467"/>
                <a:gd name="connsiteX4" fmla="*/ 266457 w 298151"/>
                <a:gd name="connsiteY4" fmla="*/ 85 h 384467"/>
                <a:gd name="connsiteX5" fmla="*/ 4206 w 298151"/>
                <a:gd name="connsiteY5" fmla="*/ 85 h 384467"/>
                <a:gd name="connsiteX6" fmla="*/ 106217 w 298151"/>
                <a:gd name="connsiteY6" fmla="*/ 205281 h 384467"/>
                <a:gd name="connsiteX7" fmla="*/ 266 w 298151"/>
                <a:gd name="connsiteY7" fmla="*/ 384553 h 384467"/>
                <a:gd name="connsiteX8" fmla="*/ 274775 w 298151"/>
                <a:gd name="connsiteY8" fmla="*/ 384553 h 384467"/>
                <a:gd name="connsiteX9" fmla="*/ 298417 w 298151"/>
                <a:gd name="connsiteY9" fmla="*/ 292280 h 384467"/>
                <a:gd name="connsiteX10" fmla="*/ 287034 w 298151"/>
                <a:gd name="connsiteY10" fmla="*/ 292280 h 384467"/>
                <a:gd name="connsiteX11" fmla="*/ 209103 w 298151"/>
                <a:gd name="connsiteY11" fmla="*/ 335341 h 384467"/>
                <a:gd name="connsiteX12" fmla="*/ 65500 w 298151"/>
                <a:gd name="connsiteY12" fmla="*/ 335341 h 384467"/>
                <a:gd name="connsiteX13" fmla="*/ 153501 w 298151"/>
                <a:gd name="connsiteY13" fmla="*/ 180675 h 384467"/>
                <a:gd name="connsiteX14" fmla="*/ 71192 w 298151"/>
                <a:gd name="connsiteY14" fmla="*/ 18100 h 38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8151" h="384467">
                  <a:moveTo>
                    <a:pt x="71192" y="18100"/>
                  </a:moveTo>
                  <a:lnTo>
                    <a:pt x="188526" y="18100"/>
                  </a:lnTo>
                  <a:cubicBezTo>
                    <a:pt x="238874" y="18100"/>
                    <a:pt x="252009" y="28206"/>
                    <a:pt x="259452" y="72585"/>
                  </a:cubicBezTo>
                  <a:lnTo>
                    <a:pt x="270835" y="72585"/>
                  </a:lnTo>
                  <a:lnTo>
                    <a:pt x="266457" y="85"/>
                  </a:lnTo>
                  <a:lnTo>
                    <a:pt x="4206" y="85"/>
                  </a:lnTo>
                  <a:lnTo>
                    <a:pt x="106217" y="205281"/>
                  </a:lnTo>
                  <a:lnTo>
                    <a:pt x="266" y="384553"/>
                  </a:lnTo>
                  <a:lnTo>
                    <a:pt x="274775" y="384553"/>
                  </a:lnTo>
                  <a:lnTo>
                    <a:pt x="298417" y="292280"/>
                  </a:lnTo>
                  <a:lnTo>
                    <a:pt x="287034" y="292280"/>
                  </a:lnTo>
                  <a:cubicBezTo>
                    <a:pt x="273024" y="327871"/>
                    <a:pt x="259889" y="335341"/>
                    <a:pt x="209103" y="335341"/>
                  </a:cubicBezTo>
                  <a:lnTo>
                    <a:pt x="65500" y="335341"/>
                  </a:lnTo>
                  <a:lnTo>
                    <a:pt x="153501" y="180675"/>
                  </a:lnTo>
                  <a:lnTo>
                    <a:pt x="71192" y="18100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DF61A87-A8E3-DA3B-5C32-361C36934046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3053457" y="3441646"/>
              <a:ext cx="78746" cy="169960"/>
            </a:xfrm>
            <a:custGeom>
              <a:avLst/>
              <a:gdLst>
                <a:gd name="connsiteX0" fmla="*/ 79022 w 78746"/>
                <a:gd name="connsiteY0" fmla="*/ 36091 h 169960"/>
                <a:gd name="connsiteX1" fmla="*/ 54698 w 78746"/>
                <a:gd name="connsiteY1" fmla="*/ 36091 h 169960"/>
                <a:gd name="connsiteX2" fmla="*/ 63212 w 78746"/>
                <a:gd name="connsiteY2" fmla="*/ 4662 h 169960"/>
                <a:gd name="connsiteX3" fmla="*/ 63516 w 78746"/>
                <a:gd name="connsiteY3" fmla="*/ 3136 h 169960"/>
                <a:gd name="connsiteX4" fmla="*/ 61083 w 78746"/>
                <a:gd name="connsiteY4" fmla="*/ 85 h 169960"/>
                <a:gd name="connsiteX5" fmla="*/ 56523 w 78746"/>
                <a:gd name="connsiteY5" fmla="*/ 2831 h 169960"/>
                <a:gd name="connsiteX6" fmla="*/ 16085 w 78746"/>
                <a:gd name="connsiteY6" fmla="*/ 36396 h 169960"/>
                <a:gd name="connsiteX7" fmla="*/ 6356 w 78746"/>
                <a:gd name="connsiteY7" fmla="*/ 44024 h 169960"/>
                <a:gd name="connsiteX8" fmla="*/ 6660 w 78746"/>
                <a:gd name="connsiteY8" fmla="*/ 45855 h 169960"/>
                <a:gd name="connsiteX9" fmla="*/ 29159 w 78746"/>
                <a:gd name="connsiteY9" fmla="*/ 45855 h 169960"/>
                <a:gd name="connsiteX10" fmla="*/ 7268 w 78746"/>
                <a:gd name="connsiteY10" fmla="*/ 129767 h 169960"/>
                <a:gd name="connsiteX11" fmla="*/ 5444 w 78746"/>
                <a:gd name="connsiteY11" fmla="*/ 136175 h 169960"/>
                <a:gd name="connsiteX12" fmla="*/ 275 w 78746"/>
                <a:gd name="connsiteY12" fmla="*/ 158450 h 169960"/>
                <a:gd name="connsiteX13" fmla="*/ 14869 w 78746"/>
                <a:gd name="connsiteY13" fmla="*/ 170045 h 169960"/>
                <a:gd name="connsiteX14" fmla="*/ 58043 w 78746"/>
                <a:gd name="connsiteY14" fmla="*/ 133123 h 169960"/>
                <a:gd name="connsiteX15" fmla="*/ 54090 w 78746"/>
                <a:gd name="connsiteY15" fmla="*/ 130988 h 169960"/>
                <a:gd name="connsiteX16" fmla="*/ 29463 w 78746"/>
                <a:gd name="connsiteY16" fmla="*/ 155093 h 169960"/>
                <a:gd name="connsiteX17" fmla="*/ 24903 w 78746"/>
                <a:gd name="connsiteY17" fmla="*/ 148990 h 169960"/>
                <a:gd name="connsiteX18" fmla="*/ 25207 w 78746"/>
                <a:gd name="connsiteY18" fmla="*/ 147465 h 169960"/>
                <a:gd name="connsiteX19" fmla="*/ 51962 w 78746"/>
                <a:gd name="connsiteY19" fmla="*/ 45855 h 169960"/>
                <a:gd name="connsiteX20" fmla="*/ 77501 w 78746"/>
                <a:gd name="connsiteY20" fmla="*/ 45855 h 169960"/>
                <a:gd name="connsiteX21" fmla="*/ 79022 w 78746"/>
                <a:gd name="connsiteY21" fmla="*/ 36091 h 16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746" h="169960">
                  <a:moveTo>
                    <a:pt x="79022" y="36091"/>
                  </a:moveTo>
                  <a:lnTo>
                    <a:pt x="54698" y="36091"/>
                  </a:lnTo>
                  <a:lnTo>
                    <a:pt x="63212" y="4662"/>
                  </a:lnTo>
                  <a:cubicBezTo>
                    <a:pt x="63516" y="4051"/>
                    <a:pt x="63516" y="3441"/>
                    <a:pt x="63516" y="3136"/>
                  </a:cubicBezTo>
                  <a:cubicBezTo>
                    <a:pt x="63516" y="1000"/>
                    <a:pt x="62603" y="85"/>
                    <a:pt x="61083" y="85"/>
                  </a:cubicBezTo>
                  <a:cubicBezTo>
                    <a:pt x="59259" y="85"/>
                    <a:pt x="58347" y="390"/>
                    <a:pt x="56523" y="2831"/>
                  </a:cubicBezTo>
                  <a:cubicBezTo>
                    <a:pt x="44665" y="18393"/>
                    <a:pt x="25815" y="33650"/>
                    <a:pt x="16085" y="36396"/>
                  </a:cubicBezTo>
                  <a:cubicBezTo>
                    <a:pt x="8484" y="38837"/>
                    <a:pt x="6356" y="40668"/>
                    <a:pt x="6356" y="44024"/>
                  </a:cubicBezTo>
                  <a:cubicBezTo>
                    <a:pt x="6356" y="44329"/>
                    <a:pt x="6356" y="44940"/>
                    <a:pt x="6660" y="45855"/>
                  </a:cubicBezTo>
                  <a:lnTo>
                    <a:pt x="29159" y="45855"/>
                  </a:lnTo>
                  <a:lnTo>
                    <a:pt x="7268" y="129767"/>
                  </a:lnTo>
                  <a:cubicBezTo>
                    <a:pt x="6660" y="132513"/>
                    <a:pt x="6356" y="133429"/>
                    <a:pt x="5444" y="136175"/>
                  </a:cubicBezTo>
                  <a:cubicBezTo>
                    <a:pt x="2708" y="145329"/>
                    <a:pt x="275" y="156009"/>
                    <a:pt x="275" y="158450"/>
                  </a:cubicBezTo>
                  <a:cubicBezTo>
                    <a:pt x="275" y="165163"/>
                    <a:pt x="6660" y="170045"/>
                    <a:pt x="14869" y="170045"/>
                  </a:cubicBezTo>
                  <a:cubicBezTo>
                    <a:pt x="28855" y="170045"/>
                    <a:pt x="38888" y="161501"/>
                    <a:pt x="58043" y="133123"/>
                  </a:cubicBezTo>
                  <a:lnTo>
                    <a:pt x="54090" y="130988"/>
                  </a:lnTo>
                  <a:cubicBezTo>
                    <a:pt x="39192" y="150211"/>
                    <a:pt x="34328" y="155093"/>
                    <a:pt x="29463" y="155093"/>
                  </a:cubicBezTo>
                  <a:cubicBezTo>
                    <a:pt x="26727" y="155093"/>
                    <a:pt x="24903" y="152652"/>
                    <a:pt x="24903" y="148990"/>
                  </a:cubicBezTo>
                  <a:cubicBezTo>
                    <a:pt x="24903" y="148685"/>
                    <a:pt x="24903" y="148380"/>
                    <a:pt x="25207" y="147465"/>
                  </a:cubicBezTo>
                  <a:lnTo>
                    <a:pt x="51962" y="45855"/>
                  </a:lnTo>
                  <a:lnTo>
                    <a:pt x="77501" y="45855"/>
                  </a:lnTo>
                  <a:lnTo>
                    <a:pt x="79022" y="36091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F04D99D-7345-7A06-9830-FF326BA058B7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0228655" y="3955133"/>
              <a:ext cx="78746" cy="169960"/>
            </a:xfrm>
            <a:custGeom>
              <a:avLst/>
              <a:gdLst>
                <a:gd name="connsiteX0" fmla="*/ 78929 w 78746"/>
                <a:gd name="connsiteY0" fmla="*/ 36107 h 169960"/>
                <a:gd name="connsiteX1" fmla="*/ 54606 w 78746"/>
                <a:gd name="connsiteY1" fmla="*/ 36107 h 169960"/>
                <a:gd name="connsiteX2" fmla="*/ 63119 w 78746"/>
                <a:gd name="connsiteY2" fmla="*/ 4678 h 169960"/>
                <a:gd name="connsiteX3" fmla="*/ 63423 w 78746"/>
                <a:gd name="connsiteY3" fmla="*/ 3153 h 169960"/>
                <a:gd name="connsiteX4" fmla="*/ 60991 w 78746"/>
                <a:gd name="connsiteY4" fmla="*/ 101 h 169960"/>
                <a:gd name="connsiteX5" fmla="*/ 56430 w 78746"/>
                <a:gd name="connsiteY5" fmla="*/ 2848 h 169960"/>
                <a:gd name="connsiteX6" fmla="*/ 15993 w 78746"/>
                <a:gd name="connsiteY6" fmla="*/ 36412 h 169960"/>
                <a:gd name="connsiteX7" fmla="*/ 6264 w 78746"/>
                <a:gd name="connsiteY7" fmla="*/ 44041 h 169960"/>
                <a:gd name="connsiteX8" fmla="*/ 6568 w 78746"/>
                <a:gd name="connsiteY8" fmla="*/ 45872 h 169960"/>
                <a:gd name="connsiteX9" fmla="*/ 29067 w 78746"/>
                <a:gd name="connsiteY9" fmla="*/ 45872 h 169960"/>
                <a:gd name="connsiteX10" fmla="*/ 7176 w 78746"/>
                <a:gd name="connsiteY10" fmla="*/ 129784 h 169960"/>
                <a:gd name="connsiteX11" fmla="*/ 5352 w 78746"/>
                <a:gd name="connsiteY11" fmla="*/ 136192 h 169960"/>
                <a:gd name="connsiteX12" fmla="*/ 183 w 78746"/>
                <a:gd name="connsiteY12" fmla="*/ 158466 h 169960"/>
                <a:gd name="connsiteX13" fmla="*/ 14777 w 78746"/>
                <a:gd name="connsiteY13" fmla="*/ 170061 h 169960"/>
                <a:gd name="connsiteX14" fmla="*/ 57951 w 78746"/>
                <a:gd name="connsiteY14" fmla="*/ 133140 h 169960"/>
                <a:gd name="connsiteX15" fmla="*/ 53998 w 78746"/>
                <a:gd name="connsiteY15" fmla="*/ 131004 h 169960"/>
                <a:gd name="connsiteX16" fmla="*/ 29371 w 78746"/>
                <a:gd name="connsiteY16" fmla="*/ 155110 h 169960"/>
                <a:gd name="connsiteX17" fmla="*/ 24810 w 78746"/>
                <a:gd name="connsiteY17" fmla="*/ 149007 h 169960"/>
                <a:gd name="connsiteX18" fmla="*/ 25114 w 78746"/>
                <a:gd name="connsiteY18" fmla="*/ 147482 h 169960"/>
                <a:gd name="connsiteX19" fmla="*/ 51870 w 78746"/>
                <a:gd name="connsiteY19" fmla="*/ 45872 h 169960"/>
                <a:gd name="connsiteX20" fmla="*/ 77409 w 78746"/>
                <a:gd name="connsiteY20" fmla="*/ 45872 h 169960"/>
                <a:gd name="connsiteX21" fmla="*/ 78929 w 78746"/>
                <a:gd name="connsiteY21" fmla="*/ 36107 h 16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746" h="169960">
                  <a:moveTo>
                    <a:pt x="78929" y="36107"/>
                  </a:moveTo>
                  <a:lnTo>
                    <a:pt x="54606" y="36107"/>
                  </a:lnTo>
                  <a:lnTo>
                    <a:pt x="63119" y="4678"/>
                  </a:lnTo>
                  <a:cubicBezTo>
                    <a:pt x="63423" y="4068"/>
                    <a:pt x="63423" y="3458"/>
                    <a:pt x="63423" y="3153"/>
                  </a:cubicBezTo>
                  <a:cubicBezTo>
                    <a:pt x="63423" y="1017"/>
                    <a:pt x="62511" y="101"/>
                    <a:pt x="60991" y="101"/>
                  </a:cubicBezTo>
                  <a:cubicBezTo>
                    <a:pt x="59167" y="101"/>
                    <a:pt x="58255" y="407"/>
                    <a:pt x="56430" y="2848"/>
                  </a:cubicBezTo>
                  <a:cubicBezTo>
                    <a:pt x="44573" y="18409"/>
                    <a:pt x="25722" y="33666"/>
                    <a:pt x="15993" y="36412"/>
                  </a:cubicBezTo>
                  <a:cubicBezTo>
                    <a:pt x="8392" y="38853"/>
                    <a:pt x="6264" y="40684"/>
                    <a:pt x="6264" y="44041"/>
                  </a:cubicBezTo>
                  <a:cubicBezTo>
                    <a:pt x="6264" y="44346"/>
                    <a:pt x="6264" y="44956"/>
                    <a:pt x="6568" y="45872"/>
                  </a:cubicBezTo>
                  <a:lnTo>
                    <a:pt x="29067" y="45872"/>
                  </a:lnTo>
                  <a:lnTo>
                    <a:pt x="7176" y="129784"/>
                  </a:lnTo>
                  <a:cubicBezTo>
                    <a:pt x="6568" y="132530"/>
                    <a:pt x="6264" y="133445"/>
                    <a:pt x="5352" y="136192"/>
                  </a:cubicBezTo>
                  <a:cubicBezTo>
                    <a:pt x="2615" y="145346"/>
                    <a:pt x="183" y="156025"/>
                    <a:pt x="183" y="158466"/>
                  </a:cubicBezTo>
                  <a:cubicBezTo>
                    <a:pt x="183" y="165179"/>
                    <a:pt x="6568" y="170061"/>
                    <a:pt x="14777" y="170061"/>
                  </a:cubicBezTo>
                  <a:cubicBezTo>
                    <a:pt x="28763" y="170061"/>
                    <a:pt x="38796" y="161518"/>
                    <a:pt x="57951" y="133140"/>
                  </a:cubicBezTo>
                  <a:lnTo>
                    <a:pt x="53998" y="131004"/>
                  </a:lnTo>
                  <a:cubicBezTo>
                    <a:pt x="39100" y="150228"/>
                    <a:pt x="34236" y="155110"/>
                    <a:pt x="29371" y="155110"/>
                  </a:cubicBezTo>
                  <a:cubicBezTo>
                    <a:pt x="26635" y="155110"/>
                    <a:pt x="24810" y="152669"/>
                    <a:pt x="24810" y="149007"/>
                  </a:cubicBezTo>
                  <a:cubicBezTo>
                    <a:pt x="24810" y="148702"/>
                    <a:pt x="24810" y="148397"/>
                    <a:pt x="25114" y="147482"/>
                  </a:cubicBezTo>
                  <a:lnTo>
                    <a:pt x="51870" y="45872"/>
                  </a:lnTo>
                  <a:lnTo>
                    <a:pt x="77409" y="45872"/>
                  </a:lnTo>
                  <a:lnTo>
                    <a:pt x="78929" y="36107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CC12CA1-289C-8CC6-DD07-6D101F7A62DF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0307642" y="4015363"/>
              <a:ext cx="101695" cy="155801"/>
            </a:xfrm>
            <a:custGeom>
              <a:avLst/>
              <a:gdLst>
                <a:gd name="connsiteX0" fmla="*/ 51933 w 101695"/>
                <a:gd name="connsiteY0" fmla="*/ 103 h 155801"/>
                <a:gd name="connsiteX1" fmla="*/ 21785 w 101695"/>
                <a:gd name="connsiteY1" fmla="*/ 11844 h 155801"/>
                <a:gd name="connsiteX2" fmla="*/ 186 w 101695"/>
                <a:gd name="connsiteY2" fmla="*/ 76875 h 155801"/>
                <a:gd name="connsiteX3" fmla="*/ 18185 w 101695"/>
                <a:gd name="connsiteY3" fmla="*/ 140550 h 155801"/>
                <a:gd name="connsiteX4" fmla="*/ 51033 w 101695"/>
                <a:gd name="connsiteY4" fmla="*/ 155905 h 155801"/>
                <a:gd name="connsiteX5" fmla="*/ 80282 w 101695"/>
                <a:gd name="connsiteY5" fmla="*/ 144163 h 155801"/>
                <a:gd name="connsiteX6" fmla="*/ 101881 w 101695"/>
                <a:gd name="connsiteY6" fmla="*/ 78230 h 155801"/>
                <a:gd name="connsiteX7" fmla="*/ 51933 w 101695"/>
                <a:gd name="connsiteY7" fmla="*/ 103 h 155801"/>
                <a:gd name="connsiteX8" fmla="*/ 51258 w 101695"/>
                <a:gd name="connsiteY8" fmla="*/ 5974 h 155801"/>
                <a:gd name="connsiteX9" fmla="*/ 80282 w 101695"/>
                <a:gd name="connsiteY9" fmla="*/ 78681 h 155801"/>
                <a:gd name="connsiteX10" fmla="*/ 51033 w 101695"/>
                <a:gd name="connsiteY10" fmla="*/ 150034 h 155801"/>
                <a:gd name="connsiteX11" fmla="*/ 21785 w 101695"/>
                <a:gd name="connsiteY11" fmla="*/ 78907 h 155801"/>
                <a:gd name="connsiteX12" fmla="*/ 51258 w 101695"/>
                <a:gd name="connsiteY12" fmla="*/ 5974 h 15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695" h="155801">
                  <a:moveTo>
                    <a:pt x="51933" y="103"/>
                  </a:moveTo>
                  <a:cubicBezTo>
                    <a:pt x="39559" y="103"/>
                    <a:pt x="30109" y="3941"/>
                    <a:pt x="21785" y="11844"/>
                  </a:cubicBezTo>
                  <a:cubicBezTo>
                    <a:pt x="8736" y="24489"/>
                    <a:pt x="186" y="50456"/>
                    <a:pt x="186" y="76875"/>
                  </a:cubicBezTo>
                  <a:cubicBezTo>
                    <a:pt x="186" y="101487"/>
                    <a:pt x="7611" y="127905"/>
                    <a:pt x="18185" y="140550"/>
                  </a:cubicBezTo>
                  <a:cubicBezTo>
                    <a:pt x="26510" y="150485"/>
                    <a:pt x="37984" y="155905"/>
                    <a:pt x="51033" y="155905"/>
                  </a:cubicBezTo>
                  <a:cubicBezTo>
                    <a:pt x="62508" y="155905"/>
                    <a:pt x="72182" y="152066"/>
                    <a:pt x="80282" y="144163"/>
                  </a:cubicBezTo>
                  <a:cubicBezTo>
                    <a:pt x="93331" y="131744"/>
                    <a:pt x="101881" y="105551"/>
                    <a:pt x="101881" y="78230"/>
                  </a:cubicBezTo>
                  <a:cubicBezTo>
                    <a:pt x="101881" y="31941"/>
                    <a:pt x="81407" y="103"/>
                    <a:pt x="51933" y="103"/>
                  </a:cubicBezTo>
                  <a:close/>
                  <a:moveTo>
                    <a:pt x="51258" y="5974"/>
                  </a:moveTo>
                  <a:cubicBezTo>
                    <a:pt x="70158" y="5974"/>
                    <a:pt x="80282" y="31489"/>
                    <a:pt x="80282" y="78681"/>
                  </a:cubicBezTo>
                  <a:cubicBezTo>
                    <a:pt x="80282" y="125873"/>
                    <a:pt x="70383" y="150034"/>
                    <a:pt x="51033" y="150034"/>
                  </a:cubicBezTo>
                  <a:cubicBezTo>
                    <a:pt x="31684" y="150034"/>
                    <a:pt x="21785" y="125873"/>
                    <a:pt x="21785" y="78907"/>
                  </a:cubicBezTo>
                  <a:cubicBezTo>
                    <a:pt x="21785" y="31037"/>
                    <a:pt x="31909" y="5974"/>
                    <a:pt x="51258" y="5974"/>
                  </a:cubicBez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BEB05E-5400-3280-C276-70685FA2FADD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10504363" y="3856706"/>
              <a:ext cx="298151" cy="384467"/>
            </a:xfrm>
            <a:custGeom>
              <a:avLst/>
              <a:gdLst>
                <a:gd name="connsiteX0" fmla="*/ 71120 w 298151"/>
                <a:gd name="connsiteY0" fmla="*/ 18117 h 384467"/>
                <a:gd name="connsiteX1" fmla="*/ 188454 w 298151"/>
                <a:gd name="connsiteY1" fmla="*/ 18117 h 384467"/>
                <a:gd name="connsiteX2" fmla="*/ 259380 w 298151"/>
                <a:gd name="connsiteY2" fmla="*/ 72602 h 384467"/>
                <a:gd name="connsiteX3" fmla="*/ 270763 w 298151"/>
                <a:gd name="connsiteY3" fmla="*/ 72602 h 384467"/>
                <a:gd name="connsiteX4" fmla="*/ 266385 w 298151"/>
                <a:gd name="connsiteY4" fmla="*/ 102 h 384467"/>
                <a:gd name="connsiteX5" fmla="*/ 4134 w 298151"/>
                <a:gd name="connsiteY5" fmla="*/ 102 h 384467"/>
                <a:gd name="connsiteX6" fmla="*/ 106145 w 298151"/>
                <a:gd name="connsiteY6" fmla="*/ 205298 h 384467"/>
                <a:gd name="connsiteX7" fmla="*/ 194 w 298151"/>
                <a:gd name="connsiteY7" fmla="*/ 384569 h 384467"/>
                <a:gd name="connsiteX8" fmla="*/ 274703 w 298151"/>
                <a:gd name="connsiteY8" fmla="*/ 384569 h 384467"/>
                <a:gd name="connsiteX9" fmla="*/ 298345 w 298151"/>
                <a:gd name="connsiteY9" fmla="*/ 292297 h 384467"/>
                <a:gd name="connsiteX10" fmla="*/ 286962 w 298151"/>
                <a:gd name="connsiteY10" fmla="*/ 292297 h 384467"/>
                <a:gd name="connsiteX11" fmla="*/ 209031 w 298151"/>
                <a:gd name="connsiteY11" fmla="*/ 335358 h 384467"/>
                <a:gd name="connsiteX12" fmla="*/ 65428 w 298151"/>
                <a:gd name="connsiteY12" fmla="*/ 335358 h 384467"/>
                <a:gd name="connsiteX13" fmla="*/ 153429 w 298151"/>
                <a:gd name="connsiteY13" fmla="*/ 180692 h 384467"/>
                <a:gd name="connsiteX14" fmla="*/ 71120 w 298151"/>
                <a:gd name="connsiteY14" fmla="*/ 18117 h 38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8151" h="384467">
                  <a:moveTo>
                    <a:pt x="71120" y="18117"/>
                  </a:moveTo>
                  <a:lnTo>
                    <a:pt x="188454" y="18117"/>
                  </a:lnTo>
                  <a:cubicBezTo>
                    <a:pt x="238802" y="18117"/>
                    <a:pt x="251937" y="28223"/>
                    <a:pt x="259380" y="72602"/>
                  </a:cubicBezTo>
                  <a:lnTo>
                    <a:pt x="270763" y="72602"/>
                  </a:lnTo>
                  <a:lnTo>
                    <a:pt x="266385" y="102"/>
                  </a:lnTo>
                  <a:lnTo>
                    <a:pt x="4134" y="102"/>
                  </a:lnTo>
                  <a:lnTo>
                    <a:pt x="106145" y="205298"/>
                  </a:lnTo>
                  <a:lnTo>
                    <a:pt x="194" y="384569"/>
                  </a:lnTo>
                  <a:lnTo>
                    <a:pt x="274703" y="384569"/>
                  </a:lnTo>
                  <a:lnTo>
                    <a:pt x="298345" y="292297"/>
                  </a:lnTo>
                  <a:lnTo>
                    <a:pt x="286962" y="292297"/>
                  </a:lnTo>
                  <a:cubicBezTo>
                    <a:pt x="272952" y="327888"/>
                    <a:pt x="259817" y="335358"/>
                    <a:pt x="209031" y="335358"/>
                  </a:cubicBezTo>
                  <a:lnTo>
                    <a:pt x="65428" y="335358"/>
                  </a:lnTo>
                  <a:lnTo>
                    <a:pt x="153429" y="180692"/>
                  </a:lnTo>
                  <a:lnTo>
                    <a:pt x="71120" y="18117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722586E-FB61-824A-83BF-A942850B3AFE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0850117" y="3986867"/>
              <a:ext cx="106413" cy="138836"/>
            </a:xfrm>
            <a:custGeom>
              <a:avLst/>
              <a:gdLst>
                <a:gd name="connsiteX0" fmla="*/ 6284 w 106413"/>
                <a:gd name="connsiteY0" fmla="*/ 90421 h 138836"/>
                <a:gd name="connsiteX1" fmla="*/ 204 w 106413"/>
                <a:gd name="connsiteY1" fmla="*/ 138938 h 138836"/>
                <a:gd name="connsiteX2" fmla="*/ 5068 w 106413"/>
                <a:gd name="connsiteY2" fmla="*/ 138938 h 138836"/>
                <a:gd name="connsiteX3" fmla="*/ 12365 w 106413"/>
                <a:gd name="connsiteY3" fmla="*/ 132530 h 138836"/>
                <a:gd name="connsiteX4" fmla="*/ 27263 w 106413"/>
                <a:gd name="connsiteY4" fmla="*/ 135276 h 138836"/>
                <a:gd name="connsiteX5" fmla="*/ 43985 w 106413"/>
                <a:gd name="connsiteY5" fmla="*/ 138327 h 138836"/>
                <a:gd name="connsiteX6" fmla="*/ 87767 w 106413"/>
                <a:gd name="connsiteY6" fmla="*/ 98660 h 138836"/>
                <a:gd name="connsiteX7" fmla="*/ 67092 w 106413"/>
                <a:gd name="connsiteY7" fmla="*/ 55941 h 138836"/>
                <a:gd name="connsiteX8" fmla="*/ 50674 w 106413"/>
                <a:gd name="connsiteY8" fmla="*/ 23902 h 138836"/>
                <a:gd name="connsiteX9" fmla="*/ 67700 w 106413"/>
                <a:gd name="connsiteY9" fmla="*/ 7425 h 138836"/>
                <a:gd name="connsiteX10" fmla="*/ 95672 w 106413"/>
                <a:gd name="connsiteY10" fmla="*/ 42515 h 138836"/>
                <a:gd name="connsiteX11" fmla="*/ 100537 w 106413"/>
                <a:gd name="connsiteY11" fmla="*/ 42515 h 138836"/>
                <a:gd name="connsiteX12" fmla="*/ 106617 w 106413"/>
                <a:gd name="connsiteY12" fmla="*/ 101 h 138836"/>
                <a:gd name="connsiteX13" fmla="*/ 102361 w 106413"/>
                <a:gd name="connsiteY13" fmla="*/ 101 h 138836"/>
                <a:gd name="connsiteX14" fmla="*/ 93240 w 106413"/>
                <a:gd name="connsiteY14" fmla="*/ 5594 h 138836"/>
                <a:gd name="connsiteX15" fmla="*/ 82294 w 106413"/>
                <a:gd name="connsiteY15" fmla="*/ 3458 h 138836"/>
                <a:gd name="connsiteX16" fmla="*/ 65268 w 106413"/>
                <a:gd name="connsiteY16" fmla="*/ 407 h 138836"/>
                <a:gd name="connsiteX17" fmla="*/ 28479 w 106413"/>
                <a:gd name="connsiteY17" fmla="*/ 33971 h 138836"/>
                <a:gd name="connsiteX18" fmla="*/ 47634 w 106413"/>
                <a:gd name="connsiteY18" fmla="*/ 73334 h 138836"/>
                <a:gd name="connsiteX19" fmla="*/ 64660 w 106413"/>
                <a:gd name="connsiteY19" fmla="*/ 108424 h 138836"/>
                <a:gd name="connsiteX20" fmla="*/ 42161 w 106413"/>
                <a:gd name="connsiteY20" fmla="*/ 131920 h 138836"/>
                <a:gd name="connsiteX21" fmla="*/ 11149 w 106413"/>
                <a:gd name="connsiteY21" fmla="*/ 90421 h 138836"/>
                <a:gd name="connsiteX22" fmla="*/ 6284 w 106413"/>
                <a:gd name="connsiteY22" fmla="*/ 90421 h 138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6413" h="138836">
                  <a:moveTo>
                    <a:pt x="6284" y="90421"/>
                  </a:moveTo>
                  <a:lnTo>
                    <a:pt x="204" y="138938"/>
                  </a:lnTo>
                  <a:lnTo>
                    <a:pt x="5068" y="138938"/>
                  </a:lnTo>
                  <a:cubicBezTo>
                    <a:pt x="7501" y="134056"/>
                    <a:pt x="9325" y="132530"/>
                    <a:pt x="12365" y="132530"/>
                  </a:cubicBezTo>
                  <a:cubicBezTo>
                    <a:pt x="15710" y="132530"/>
                    <a:pt x="21182" y="133750"/>
                    <a:pt x="27263" y="135276"/>
                  </a:cubicBezTo>
                  <a:cubicBezTo>
                    <a:pt x="33952" y="137412"/>
                    <a:pt x="39121" y="138327"/>
                    <a:pt x="43985" y="138327"/>
                  </a:cubicBezTo>
                  <a:cubicBezTo>
                    <a:pt x="69525" y="138327"/>
                    <a:pt x="87767" y="121850"/>
                    <a:pt x="87767" y="98660"/>
                  </a:cubicBezTo>
                  <a:cubicBezTo>
                    <a:pt x="87767" y="87065"/>
                    <a:pt x="81382" y="73639"/>
                    <a:pt x="67092" y="55941"/>
                  </a:cubicBezTo>
                  <a:cubicBezTo>
                    <a:pt x="55539" y="41600"/>
                    <a:pt x="50674" y="32141"/>
                    <a:pt x="50674" y="23902"/>
                  </a:cubicBezTo>
                  <a:cubicBezTo>
                    <a:pt x="50674" y="13832"/>
                    <a:pt x="57059" y="7425"/>
                    <a:pt x="67700" y="7425"/>
                  </a:cubicBezTo>
                  <a:cubicBezTo>
                    <a:pt x="83510" y="7425"/>
                    <a:pt x="92632" y="18715"/>
                    <a:pt x="95672" y="42515"/>
                  </a:cubicBezTo>
                  <a:lnTo>
                    <a:pt x="100537" y="42515"/>
                  </a:lnTo>
                  <a:lnTo>
                    <a:pt x="106617" y="101"/>
                  </a:lnTo>
                  <a:lnTo>
                    <a:pt x="102361" y="101"/>
                  </a:lnTo>
                  <a:cubicBezTo>
                    <a:pt x="99929" y="4373"/>
                    <a:pt x="97496" y="5594"/>
                    <a:pt x="93240" y="5594"/>
                  </a:cubicBezTo>
                  <a:cubicBezTo>
                    <a:pt x="91111" y="5594"/>
                    <a:pt x="88071" y="4984"/>
                    <a:pt x="82294" y="3458"/>
                  </a:cubicBezTo>
                  <a:cubicBezTo>
                    <a:pt x="74693" y="1017"/>
                    <a:pt x="70133" y="407"/>
                    <a:pt x="65268" y="407"/>
                  </a:cubicBezTo>
                  <a:cubicBezTo>
                    <a:pt x="43073" y="407"/>
                    <a:pt x="28479" y="13527"/>
                    <a:pt x="28479" y="33971"/>
                  </a:cubicBezTo>
                  <a:cubicBezTo>
                    <a:pt x="28479" y="43736"/>
                    <a:pt x="34864" y="56856"/>
                    <a:pt x="47634" y="73334"/>
                  </a:cubicBezTo>
                  <a:cubicBezTo>
                    <a:pt x="59491" y="88896"/>
                    <a:pt x="64660" y="99575"/>
                    <a:pt x="64660" y="108424"/>
                  </a:cubicBezTo>
                  <a:cubicBezTo>
                    <a:pt x="64660" y="122155"/>
                    <a:pt x="55539" y="131920"/>
                    <a:pt x="42161" y="131920"/>
                  </a:cubicBezTo>
                  <a:cubicBezTo>
                    <a:pt x="25439" y="131920"/>
                    <a:pt x="16014" y="119409"/>
                    <a:pt x="11149" y="90421"/>
                  </a:cubicBezTo>
                  <a:lnTo>
                    <a:pt x="6284" y="90421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EF8FFE3-ECDF-7E39-1D81-DFEBA70D4F40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1091191" y="3943843"/>
              <a:ext cx="202186" cy="203219"/>
            </a:xfrm>
            <a:custGeom>
              <a:avLst/>
              <a:gdLst>
                <a:gd name="connsiteX0" fmla="*/ 107538 w 202186"/>
                <a:gd name="connsiteY0" fmla="*/ 107813 h 203219"/>
                <a:gd name="connsiteX1" fmla="*/ 192365 w 202186"/>
                <a:gd name="connsiteY1" fmla="*/ 107813 h 203219"/>
                <a:gd name="connsiteX2" fmla="*/ 202398 w 202186"/>
                <a:gd name="connsiteY2" fmla="*/ 101711 h 203219"/>
                <a:gd name="connsiteX3" fmla="*/ 192365 w 202186"/>
                <a:gd name="connsiteY3" fmla="*/ 95608 h 203219"/>
                <a:gd name="connsiteX4" fmla="*/ 107538 w 202186"/>
                <a:gd name="connsiteY4" fmla="*/ 95608 h 203219"/>
                <a:gd name="connsiteX5" fmla="*/ 107538 w 202186"/>
                <a:gd name="connsiteY5" fmla="*/ 10170 h 203219"/>
                <a:gd name="connsiteX6" fmla="*/ 101457 w 202186"/>
                <a:gd name="connsiteY6" fmla="*/ 101 h 203219"/>
                <a:gd name="connsiteX7" fmla="*/ 95376 w 202186"/>
                <a:gd name="connsiteY7" fmla="*/ 10170 h 203219"/>
                <a:gd name="connsiteX8" fmla="*/ 95376 w 202186"/>
                <a:gd name="connsiteY8" fmla="*/ 95608 h 203219"/>
                <a:gd name="connsiteX9" fmla="*/ 10245 w 202186"/>
                <a:gd name="connsiteY9" fmla="*/ 95608 h 203219"/>
                <a:gd name="connsiteX10" fmla="*/ 212 w 202186"/>
                <a:gd name="connsiteY10" fmla="*/ 101711 h 203219"/>
                <a:gd name="connsiteX11" fmla="*/ 10245 w 202186"/>
                <a:gd name="connsiteY11" fmla="*/ 107813 h 203219"/>
                <a:gd name="connsiteX12" fmla="*/ 95376 w 202186"/>
                <a:gd name="connsiteY12" fmla="*/ 107813 h 203219"/>
                <a:gd name="connsiteX13" fmla="*/ 95376 w 202186"/>
                <a:gd name="connsiteY13" fmla="*/ 193251 h 203219"/>
                <a:gd name="connsiteX14" fmla="*/ 101457 w 202186"/>
                <a:gd name="connsiteY14" fmla="*/ 203320 h 203219"/>
                <a:gd name="connsiteX15" fmla="*/ 107538 w 202186"/>
                <a:gd name="connsiteY15" fmla="*/ 193251 h 203219"/>
                <a:gd name="connsiteX16" fmla="*/ 107538 w 202186"/>
                <a:gd name="connsiteY16" fmla="*/ 107813 h 203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186" h="203219">
                  <a:moveTo>
                    <a:pt x="107538" y="107813"/>
                  </a:moveTo>
                  <a:lnTo>
                    <a:pt x="192365" y="107813"/>
                  </a:lnTo>
                  <a:cubicBezTo>
                    <a:pt x="196622" y="107813"/>
                    <a:pt x="202398" y="107813"/>
                    <a:pt x="202398" y="101711"/>
                  </a:cubicBezTo>
                  <a:cubicBezTo>
                    <a:pt x="202398" y="95608"/>
                    <a:pt x="196622" y="95608"/>
                    <a:pt x="192365" y="95608"/>
                  </a:cubicBezTo>
                  <a:lnTo>
                    <a:pt x="107538" y="95608"/>
                  </a:lnTo>
                  <a:lnTo>
                    <a:pt x="107538" y="10170"/>
                  </a:lnTo>
                  <a:cubicBezTo>
                    <a:pt x="107538" y="5898"/>
                    <a:pt x="107538" y="101"/>
                    <a:pt x="101457" y="101"/>
                  </a:cubicBezTo>
                  <a:cubicBezTo>
                    <a:pt x="95376" y="101"/>
                    <a:pt x="95376" y="5898"/>
                    <a:pt x="95376" y="10170"/>
                  </a:cubicBezTo>
                  <a:lnTo>
                    <a:pt x="95376" y="95608"/>
                  </a:lnTo>
                  <a:lnTo>
                    <a:pt x="10245" y="95608"/>
                  </a:lnTo>
                  <a:cubicBezTo>
                    <a:pt x="5989" y="95608"/>
                    <a:pt x="212" y="95608"/>
                    <a:pt x="212" y="101711"/>
                  </a:cubicBezTo>
                  <a:cubicBezTo>
                    <a:pt x="212" y="107813"/>
                    <a:pt x="5989" y="107813"/>
                    <a:pt x="10245" y="107813"/>
                  </a:cubicBezTo>
                  <a:lnTo>
                    <a:pt x="95376" y="107813"/>
                  </a:lnTo>
                  <a:lnTo>
                    <a:pt x="95376" y="193251"/>
                  </a:lnTo>
                  <a:cubicBezTo>
                    <a:pt x="95376" y="197523"/>
                    <a:pt x="95376" y="203320"/>
                    <a:pt x="101457" y="203320"/>
                  </a:cubicBezTo>
                  <a:cubicBezTo>
                    <a:pt x="107538" y="203320"/>
                    <a:pt x="107538" y="197523"/>
                    <a:pt x="107538" y="193251"/>
                  </a:cubicBezTo>
                  <a:lnTo>
                    <a:pt x="107538" y="107813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FA1A097-E7A2-81FA-330A-19795734E975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1426656" y="3987172"/>
              <a:ext cx="139554" cy="137920"/>
            </a:xfrm>
            <a:custGeom>
              <a:avLst/>
              <a:gdLst>
                <a:gd name="connsiteX0" fmla="*/ 136128 w 139554"/>
                <a:gd name="connsiteY0" fmla="*/ 101101 h 137920"/>
                <a:gd name="connsiteX1" fmla="*/ 127615 w 139554"/>
                <a:gd name="connsiteY1" fmla="*/ 109645 h 137920"/>
                <a:gd name="connsiteX2" fmla="*/ 111805 w 139554"/>
                <a:gd name="connsiteY2" fmla="*/ 122155 h 137920"/>
                <a:gd name="connsiteX3" fmla="*/ 107548 w 139554"/>
                <a:gd name="connsiteY3" fmla="*/ 118189 h 137920"/>
                <a:gd name="connsiteX4" fmla="*/ 134608 w 139554"/>
                <a:gd name="connsiteY4" fmla="*/ 7425 h 137920"/>
                <a:gd name="connsiteX5" fmla="*/ 136432 w 139554"/>
                <a:gd name="connsiteY5" fmla="*/ 1017 h 137920"/>
                <a:gd name="connsiteX6" fmla="*/ 134304 w 139554"/>
                <a:gd name="connsiteY6" fmla="*/ 101 h 137920"/>
                <a:gd name="connsiteX7" fmla="*/ 115757 w 139554"/>
                <a:gd name="connsiteY7" fmla="*/ 2237 h 137920"/>
                <a:gd name="connsiteX8" fmla="*/ 114845 w 139554"/>
                <a:gd name="connsiteY8" fmla="*/ 3153 h 137920"/>
                <a:gd name="connsiteX9" fmla="*/ 111501 w 139554"/>
                <a:gd name="connsiteY9" fmla="*/ 17799 h 137920"/>
                <a:gd name="connsiteX10" fmla="*/ 87178 w 139554"/>
                <a:gd name="connsiteY10" fmla="*/ 101 h 137920"/>
                <a:gd name="connsiteX11" fmla="*/ 222 w 139554"/>
                <a:gd name="connsiteY11" fmla="*/ 104152 h 137920"/>
                <a:gd name="connsiteX12" fmla="*/ 31235 w 139554"/>
                <a:gd name="connsiteY12" fmla="*/ 138022 h 137920"/>
                <a:gd name="connsiteX13" fmla="*/ 92346 w 139554"/>
                <a:gd name="connsiteY13" fmla="*/ 90116 h 137920"/>
                <a:gd name="connsiteX14" fmla="*/ 85354 w 139554"/>
                <a:gd name="connsiteY14" fmla="*/ 125207 h 137920"/>
                <a:gd name="connsiteX15" fmla="*/ 97515 w 139554"/>
                <a:gd name="connsiteY15" fmla="*/ 137717 h 137920"/>
                <a:gd name="connsiteX16" fmla="*/ 139777 w 139554"/>
                <a:gd name="connsiteY16" fmla="*/ 104152 h 137920"/>
                <a:gd name="connsiteX17" fmla="*/ 136128 w 139554"/>
                <a:gd name="connsiteY17" fmla="*/ 101101 h 137920"/>
                <a:gd name="connsiteX18" fmla="*/ 89002 w 139554"/>
                <a:gd name="connsiteY18" fmla="*/ 6814 h 137920"/>
                <a:gd name="connsiteX19" fmla="*/ 106028 w 139554"/>
                <a:gd name="connsiteY19" fmla="*/ 25428 h 137920"/>
                <a:gd name="connsiteX20" fmla="*/ 69848 w 139554"/>
                <a:gd name="connsiteY20" fmla="*/ 109645 h 137920"/>
                <a:gd name="connsiteX21" fmla="*/ 43396 w 139554"/>
                <a:gd name="connsiteY21" fmla="*/ 123071 h 137920"/>
                <a:gd name="connsiteX22" fmla="*/ 25762 w 139554"/>
                <a:gd name="connsiteY22" fmla="*/ 100186 h 137920"/>
                <a:gd name="connsiteX23" fmla="*/ 50389 w 139554"/>
                <a:gd name="connsiteY23" fmla="*/ 33361 h 137920"/>
                <a:gd name="connsiteX24" fmla="*/ 89002 w 139554"/>
                <a:gd name="connsiteY24" fmla="*/ 6814 h 13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9554" h="137920">
                  <a:moveTo>
                    <a:pt x="136128" y="101101"/>
                  </a:moveTo>
                  <a:cubicBezTo>
                    <a:pt x="131568" y="105678"/>
                    <a:pt x="129743" y="107204"/>
                    <a:pt x="127615" y="109645"/>
                  </a:cubicBezTo>
                  <a:cubicBezTo>
                    <a:pt x="118494" y="119104"/>
                    <a:pt x="114541" y="122155"/>
                    <a:pt x="111805" y="122155"/>
                  </a:cubicBezTo>
                  <a:cubicBezTo>
                    <a:pt x="109373" y="122155"/>
                    <a:pt x="107548" y="120324"/>
                    <a:pt x="107548" y="118189"/>
                  </a:cubicBezTo>
                  <a:cubicBezTo>
                    <a:pt x="107548" y="112086"/>
                    <a:pt x="120318" y="59908"/>
                    <a:pt x="134608" y="7425"/>
                  </a:cubicBezTo>
                  <a:cubicBezTo>
                    <a:pt x="135520" y="4373"/>
                    <a:pt x="135824" y="3763"/>
                    <a:pt x="136432" y="1017"/>
                  </a:cubicBezTo>
                  <a:lnTo>
                    <a:pt x="134304" y="101"/>
                  </a:lnTo>
                  <a:lnTo>
                    <a:pt x="115757" y="2237"/>
                  </a:lnTo>
                  <a:lnTo>
                    <a:pt x="114845" y="3153"/>
                  </a:lnTo>
                  <a:lnTo>
                    <a:pt x="111501" y="17799"/>
                  </a:lnTo>
                  <a:cubicBezTo>
                    <a:pt x="109069" y="6509"/>
                    <a:pt x="100251" y="101"/>
                    <a:pt x="87178" y="101"/>
                  </a:cubicBezTo>
                  <a:cubicBezTo>
                    <a:pt x="47045" y="101"/>
                    <a:pt x="222" y="55941"/>
                    <a:pt x="222" y="104152"/>
                  </a:cubicBezTo>
                  <a:cubicBezTo>
                    <a:pt x="222" y="125512"/>
                    <a:pt x="11776" y="138022"/>
                    <a:pt x="31235" y="138022"/>
                  </a:cubicBezTo>
                  <a:cubicBezTo>
                    <a:pt x="52517" y="138022"/>
                    <a:pt x="65591" y="127953"/>
                    <a:pt x="92346" y="90116"/>
                  </a:cubicBezTo>
                  <a:cubicBezTo>
                    <a:pt x="86266" y="113917"/>
                    <a:pt x="85354" y="117883"/>
                    <a:pt x="85354" y="125207"/>
                  </a:cubicBezTo>
                  <a:cubicBezTo>
                    <a:pt x="85354" y="134056"/>
                    <a:pt x="89002" y="137717"/>
                    <a:pt x="97515" y="137717"/>
                  </a:cubicBezTo>
                  <a:cubicBezTo>
                    <a:pt x="109677" y="137717"/>
                    <a:pt x="117278" y="131920"/>
                    <a:pt x="139777" y="104152"/>
                  </a:cubicBezTo>
                  <a:lnTo>
                    <a:pt x="136128" y="101101"/>
                  </a:lnTo>
                  <a:close/>
                  <a:moveTo>
                    <a:pt x="89002" y="6814"/>
                  </a:moveTo>
                  <a:cubicBezTo>
                    <a:pt x="99339" y="7425"/>
                    <a:pt x="106028" y="14748"/>
                    <a:pt x="106028" y="25428"/>
                  </a:cubicBezTo>
                  <a:cubicBezTo>
                    <a:pt x="106028" y="51059"/>
                    <a:pt x="90826" y="87065"/>
                    <a:pt x="69848" y="109645"/>
                  </a:cubicBezTo>
                  <a:cubicBezTo>
                    <a:pt x="62551" y="117883"/>
                    <a:pt x="52213" y="123071"/>
                    <a:pt x="43396" y="123071"/>
                  </a:cubicBezTo>
                  <a:cubicBezTo>
                    <a:pt x="32755" y="123071"/>
                    <a:pt x="25762" y="114222"/>
                    <a:pt x="25762" y="100186"/>
                  </a:cubicBezTo>
                  <a:cubicBezTo>
                    <a:pt x="25762" y="83708"/>
                    <a:pt x="37315" y="52279"/>
                    <a:pt x="50389" y="33361"/>
                  </a:cubicBezTo>
                  <a:cubicBezTo>
                    <a:pt x="62551" y="15663"/>
                    <a:pt x="76840" y="5899"/>
                    <a:pt x="89002" y="6814"/>
                  </a:cubicBez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63550FF-DC3A-4AF2-6B03-C7D466F43446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1599051" y="4015363"/>
              <a:ext cx="63671" cy="152640"/>
            </a:xfrm>
            <a:custGeom>
              <a:avLst/>
              <a:gdLst>
                <a:gd name="connsiteX0" fmla="*/ 40725 w 63671"/>
                <a:gd name="connsiteY0" fmla="*/ 103 h 152640"/>
                <a:gd name="connsiteX1" fmla="*/ 227 w 63671"/>
                <a:gd name="connsiteY1" fmla="*/ 20651 h 152640"/>
                <a:gd name="connsiteX2" fmla="*/ 227 w 63671"/>
                <a:gd name="connsiteY2" fmla="*/ 23812 h 152640"/>
                <a:gd name="connsiteX3" fmla="*/ 6302 w 63671"/>
                <a:gd name="connsiteY3" fmla="*/ 21328 h 152640"/>
                <a:gd name="connsiteX4" fmla="*/ 16427 w 63671"/>
                <a:gd name="connsiteY4" fmla="*/ 18844 h 152640"/>
                <a:gd name="connsiteX5" fmla="*/ 23176 w 63671"/>
                <a:gd name="connsiteY5" fmla="*/ 29457 h 152640"/>
                <a:gd name="connsiteX6" fmla="*/ 23176 w 63671"/>
                <a:gd name="connsiteY6" fmla="*/ 131744 h 152640"/>
                <a:gd name="connsiteX7" fmla="*/ 17777 w 63671"/>
                <a:gd name="connsiteY7" fmla="*/ 146421 h 152640"/>
                <a:gd name="connsiteX8" fmla="*/ 1802 w 63671"/>
                <a:gd name="connsiteY8" fmla="*/ 149356 h 152640"/>
                <a:gd name="connsiteX9" fmla="*/ 1802 w 63671"/>
                <a:gd name="connsiteY9" fmla="*/ 152743 h 152640"/>
                <a:gd name="connsiteX10" fmla="*/ 63899 w 63671"/>
                <a:gd name="connsiteY10" fmla="*/ 152743 h 152640"/>
                <a:gd name="connsiteX11" fmla="*/ 63899 w 63671"/>
                <a:gd name="connsiteY11" fmla="*/ 149356 h 152640"/>
                <a:gd name="connsiteX12" fmla="*/ 42525 w 63671"/>
                <a:gd name="connsiteY12" fmla="*/ 136034 h 152640"/>
                <a:gd name="connsiteX13" fmla="*/ 42525 w 63671"/>
                <a:gd name="connsiteY13" fmla="*/ 554 h 152640"/>
                <a:gd name="connsiteX14" fmla="*/ 40725 w 63671"/>
                <a:gd name="connsiteY14" fmla="*/ 103 h 15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671" h="152640">
                  <a:moveTo>
                    <a:pt x="40725" y="103"/>
                  </a:moveTo>
                  <a:lnTo>
                    <a:pt x="227" y="20651"/>
                  </a:lnTo>
                  <a:lnTo>
                    <a:pt x="227" y="23812"/>
                  </a:lnTo>
                  <a:cubicBezTo>
                    <a:pt x="2927" y="22683"/>
                    <a:pt x="5402" y="21780"/>
                    <a:pt x="6302" y="21328"/>
                  </a:cubicBezTo>
                  <a:cubicBezTo>
                    <a:pt x="10352" y="19747"/>
                    <a:pt x="14177" y="18844"/>
                    <a:pt x="16427" y="18844"/>
                  </a:cubicBezTo>
                  <a:cubicBezTo>
                    <a:pt x="21151" y="18844"/>
                    <a:pt x="23176" y="22231"/>
                    <a:pt x="23176" y="29457"/>
                  </a:cubicBezTo>
                  <a:lnTo>
                    <a:pt x="23176" y="131744"/>
                  </a:lnTo>
                  <a:cubicBezTo>
                    <a:pt x="23176" y="139195"/>
                    <a:pt x="21376" y="144389"/>
                    <a:pt x="17777" y="146421"/>
                  </a:cubicBezTo>
                  <a:cubicBezTo>
                    <a:pt x="14402" y="148453"/>
                    <a:pt x="11252" y="149131"/>
                    <a:pt x="1802" y="149356"/>
                  </a:cubicBezTo>
                  <a:lnTo>
                    <a:pt x="1802" y="152743"/>
                  </a:lnTo>
                  <a:lnTo>
                    <a:pt x="63899" y="152743"/>
                  </a:lnTo>
                  <a:lnTo>
                    <a:pt x="63899" y="149356"/>
                  </a:lnTo>
                  <a:cubicBezTo>
                    <a:pt x="46125" y="149131"/>
                    <a:pt x="42525" y="146873"/>
                    <a:pt x="42525" y="136034"/>
                  </a:cubicBezTo>
                  <a:lnTo>
                    <a:pt x="42525" y="554"/>
                  </a:lnTo>
                  <a:lnTo>
                    <a:pt x="40725" y="103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18131919-8059-FA5C-05C4-CFFF135E46A2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1742290" y="3856706"/>
              <a:ext cx="298151" cy="384467"/>
            </a:xfrm>
            <a:custGeom>
              <a:avLst/>
              <a:gdLst>
                <a:gd name="connsiteX0" fmla="*/ 71160 w 298151"/>
                <a:gd name="connsiteY0" fmla="*/ 18117 h 384467"/>
                <a:gd name="connsiteX1" fmla="*/ 188494 w 298151"/>
                <a:gd name="connsiteY1" fmla="*/ 18117 h 384467"/>
                <a:gd name="connsiteX2" fmla="*/ 259420 w 298151"/>
                <a:gd name="connsiteY2" fmla="*/ 72602 h 384467"/>
                <a:gd name="connsiteX3" fmla="*/ 270803 w 298151"/>
                <a:gd name="connsiteY3" fmla="*/ 72602 h 384467"/>
                <a:gd name="connsiteX4" fmla="*/ 266425 w 298151"/>
                <a:gd name="connsiteY4" fmla="*/ 102 h 384467"/>
                <a:gd name="connsiteX5" fmla="*/ 4175 w 298151"/>
                <a:gd name="connsiteY5" fmla="*/ 102 h 384467"/>
                <a:gd name="connsiteX6" fmla="*/ 106185 w 298151"/>
                <a:gd name="connsiteY6" fmla="*/ 205298 h 384467"/>
                <a:gd name="connsiteX7" fmla="*/ 234 w 298151"/>
                <a:gd name="connsiteY7" fmla="*/ 384569 h 384467"/>
                <a:gd name="connsiteX8" fmla="*/ 274744 w 298151"/>
                <a:gd name="connsiteY8" fmla="*/ 384569 h 384467"/>
                <a:gd name="connsiteX9" fmla="*/ 298385 w 298151"/>
                <a:gd name="connsiteY9" fmla="*/ 292297 h 384467"/>
                <a:gd name="connsiteX10" fmla="*/ 287002 w 298151"/>
                <a:gd name="connsiteY10" fmla="*/ 292297 h 384467"/>
                <a:gd name="connsiteX11" fmla="*/ 209071 w 298151"/>
                <a:gd name="connsiteY11" fmla="*/ 335358 h 384467"/>
                <a:gd name="connsiteX12" fmla="*/ 65469 w 298151"/>
                <a:gd name="connsiteY12" fmla="*/ 335358 h 384467"/>
                <a:gd name="connsiteX13" fmla="*/ 153469 w 298151"/>
                <a:gd name="connsiteY13" fmla="*/ 180692 h 384467"/>
                <a:gd name="connsiteX14" fmla="*/ 71160 w 298151"/>
                <a:gd name="connsiteY14" fmla="*/ 18117 h 38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8151" h="384467">
                  <a:moveTo>
                    <a:pt x="71160" y="18117"/>
                  </a:moveTo>
                  <a:lnTo>
                    <a:pt x="188494" y="18117"/>
                  </a:lnTo>
                  <a:cubicBezTo>
                    <a:pt x="238843" y="18117"/>
                    <a:pt x="251977" y="28223"/>
                    <a:pt x="259420" y="72602"/>
                  </a:cubicBezTo>
                  <a:lnTo>
                    <a:pt x="270803" y="72602"/>
                  </a:lnTo>
                  <a:lnTo>
                    <a:pt x="266425" y="102"/>
                  </a:lnTo>
                  <a:lnTo>
                    <a:pt x="4175" y="102"/>
                  </a:lnTo>
                  <a:lnTo>
                    <a:pt x="106185" y="205298"/>
                  </a:lnTo>
                  <a:lnTo>
                    <a:pt x="234" y="384569"/>
                  </a:lnTo>
                  <a:lnTo>
                    <a:pt x="274744" y="384569"/>
                  </a:lnTo>
                  <a:lnTo>
                    <a:pt x="298385" y="292297"/>
                  </a:lnTo>
                  <a:lnTo>
                    <a:pt x="287002" y="292297"/>
                  </a:lnTo>
                  <a:cubicBezTo>
                    <a:pt x="272992" y="327888"/>
                    <a:pt x="259858" y="335358"/>
                    <a:pt x="209071" y="335358"/>
                  </a:cubicBezTo>
                  <a:lnTo>
                    <a:pt x="65469" y="335358"/>
                  </a:lnTo>
                  <a:lnTo>
                    <a:pt x="153469" y="180692"/>
                  </a:lnTo>
                  <a:lnTo>
                    <a:pt x="71160" y="18117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EE16E37-DE06-F865-79AB-EFEEEE384D18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2088044" y="3986867"/>
              <a:ext cx="106413" cy="138836"/>
            </a:xfrm>
            <a:custGeom>
              <a:avLst/>
              <a:gdLst>
                <a:gd name="connsiteX0" fmla="*/ 6325 w 106413"/>
                <a:gd name="connsiteY0" fmla="*/ 90421 h 138836"/>
                <a:gd name="connsiteX1" fmla="*/ 244 w 106413"/>
                <a:gd name="connsiteY1" fmla="*/ 138938 h 138836"/>
                <a:gd name="connsiteX2" fmla="*/ 5109 w 106413"/>
                <a:gd name="connsiteY2" fmla="*/ 138938 h 138836"/>
                <a:gd name="connsiteX3" fmla="*/ 12406 w 106413"/>
                <a:gd name="connsiteY3" fmla="*/ 132530 h 138836"/>
                <a:gd name="connsiteX4" fmla="*/ 27304 w 106413"/>
                <a:gd name="connsiteY4" fmla="*/ 135276 h 138836"/>
                <a:gd name="connsiteX5" fmla="*/ 44026 w 106413"/>
                <a:gd name="connsiteY5" fmla="*/ 138327 h 138836"/>
                <a:gd name="connsiteX6" fmla="*/ 87807 w 106413"/>
                <a:gd name="connsiteY6" fmla="*/ 98660 h 138836"/>
                <a:gd name="connsiteX7" fmla="*/ 67133 w 106413"/>
                <a:gd name="connsiteY7" fmla="*/ 55941 h 138836"/>
                <a:gd name="connsiteX8" fmla="*/ 50715 w 106413"/>
                <a:gd name="connsiteY8" fmla="*/ 23902 h 138836"/>
                <a:gd name="connsiteX9" fmla="*/ 67741 w 106413"/>
                <a:gd name="connsiteY9" fmla="*/ 7425 h 138836"/>
                <a:gd name="connsiteX10" fmla="*/ 95712 w 106413"/>
                <a:gd name="connsiteY10" fmla="*/ 42515 h 138836"/>
                <a:gd name="connsiteX11" fmla="*/ 100577 w 106413"/>
                <a:gd name="connsiteY11" fmla="*/ 42515 h 138836"/>
                <a:gd name="connsiteX12" fmla="*/ 106658 w 106413"/>
                <a:gd name="connsiteY12" fmla="*/ 101 h 138836"/>
                <a:gd name="connsiteX13" fmla="*/ 102401 w 106413"/>
                <a:gd name="connsiteY13" fmla="*/ 101 h 138836"/>
                <a:gd name="connsiteX14" fmla="*/ 93280 w 106413"/>
                <a:gd name="connsiteY14" fmla="*/ 5594 h 138836"/>
                <a:gd name="connsiteX15" fmla="*/ 82335 w 106413"/>
                <a:gd name="connsiteY15" fmla="*/ 3458 h 138836"/>
                <a:gd name="connsiteX16" fmla="*/ 65309 w 106413"/>
                <a:gd name="connsiteY16" fmla="*/ 407 h 138836"/>
                <a:gd name="connsiteX17" fmla="*/ 28520 w 106413"/>
                <a:gd name="connsiteY17" fmla="*/ 33971 h 138836"/>
                <a:gd name="connsiteX18" fmla="*/ 47674 w 106413"/>
                <a:gd name="connsiteY18" fmla="*/ 73334 h 138836"/>
                <a:gd name="connsiteX19" fmla="*/ 64700 w 106413"/>
                <a:gd name="connsiteY19" fmla="*/ 108424 h 138836"/>
                <a:gd name="connsiteX20" fmla="*/ 42202 w 106413"/>
                <a:gd name="connsiteY20" fmla="*/ 131920 h 138836"/>
                <a:gd name="connsiteX21" fmla="*/ 11190 w 106413"/>
                <a:gd name="connsiteY21" fmla="*/ 90421 h 138836"/>
                <a:gd name="connsiteX22" fmla="*/ 6325 w 106413"/>
                <a:gd name="connsiteY22" fmla="*/ 90421 h 138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6413" h="138836">
                  <a:moveTo>
                    <a:pt x="6325" y="90421"/>
                  </a:moveTo>
                  <a:lnTo>
                    <a:pt x="244" y="138938"/>
                  </a:lnTo>
                  <a:lnTo>
                    <a:pt x="5109" y="138938"/>
                  </a:lnTo>
                  <a:cubicBezTo>
                    <a:pt x="7541" y="134056"/>
                    <a:pt x="9365" y="132530"/>
                    <a:pt x="12406" y="132530"/>
                  </a:cubicBezTo>
                  <a:cubicBezTo>
                    <a:pt x="15750" y="132530"/>
                    <a:pt x="21223" y="133750"/>
                    <a:pt x="27304" y="135276"/>
                  </a:cubicBezTo>
                  <a:cubicBezTo>
                    <a:pt x="33992" y="137412"/>
                    <a:pt x="39161" y="138327"/>
                    <a:pt x="44026" y="138327"/>
                  </a:cubicBezTo>
                  <a:cubicBezTo>
                    <a:pt x="69565" y="138327"/>
                    <a:pt x="87807" y="121850"/>
                    <a:pt x="87807" y="98660"/>
                  </a:cubicBezTo>
                  <a:cubicBezTo>
                    <a:pt x="87807" y="87065"/>
                    <a:pt x="81423" y="73639"/>
                    <a:pt x="67133" y="55941"/>
                  </a:cubicBezTo>
                  <a:cubicBezTo>
                    <a:pt x="55579" y="41600"/>
                    <a:pt x="50715" y="32141"/>
                    <a:pt x="50715" y="23902"/>
                  </a:cubicBezTo>
                  <a:cubicBezTo>
                    <a:pt x="50715" y="13832"/>
                    <a:pt x="57099" y="7425"/>
                    <a:pt x="67741" y="7425"/>
                  </a:cubicBezTo>
                  <a:cubicBezTo>
                    <a:pt x="83551" y="7425"/>
                    <a:pt x="92672" y="18715"/>
                    <a:pt x="95712" y="42515"/>
                  </a:cubicBezTo>
                  <a:lnTo>
                    <a:pt x="100577" y="42515"/>
                  </a:lnTo>
                  <a:lnTo>
                    <a:pt x="106658" y="101"/>
                  </a:lnTo>
                  <a:lnTo>
                    <a:pt x="102401" y="101"/>
                  </a:lnTo>
                  <a:cubicBezTo>
                    <a:pt x="99969" y="4373"/>
                    <a:pt x="97537" y="5594"/>
                    <a:pt x="93280" y="5594"/>
                  </a:cubicBezTo>
                  <a:cubicBezTo>
                    <a:pt x="91152" y="5594"/>
                    <a:pt x="88111" y="4984"/>
                    <a:pt x="82335" y="3458"/>
                  </a:cubicBezTo>
                  <a:cubicBezTo>
                    <a:pt x="74734" y="1017"/>
                    <a:pt x="70173" y="407"/>
                    <a:pt x="65309" y="407"/>
                  </a:cubicBezTo>
                  <a:cubicBezTo>
                    <a:pt x="43114" y="407"/>
                    <a:pt x="28520" y="13527"/>
                    <a:pt x="28520" y="33971"/>
                  </a:cubicBezTo>
                  <a:cubicBezTo>
                    <a:pt x="28520" y="43736"/>
                    <a:pt x="34905" y="56856"/>
                    <a:pt x="47674" y="73334"/>
                  </a:cubicBezTo>
                  <a:cubicBezTo>
                    <a:pt x="59532" y="88896"/>
                    <a:pt x="64700" y="99575"/>
                    <a:pt x="64700" y="108424"/>
                  </a:cubicBezTo>
                  <a:cubicBezTo>
                    <a:pt x="64700" y="122155"/>
                    <a:pt x="55579" y="131920"/>
                    <a:pt x="42202" y="131920"/>
                  </a:cubicBezTo>
                  <a:cubicBezTo>
                    <a:pt x="25479" y="131920"/>
                    <a:pt x="16054" y="119409"/>
                    <a:pt x="11190" y="90421"/>
                  </a:cubicBezTo>
                  <a:lnTo>
                    <a:pt x="6325" y="90421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2DE9D2-336F-0A6F-AFDF-87C6646B10CE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2208641" y="3842607"/>
              <a:ext cx="100120" cy="152640"/>
            </a:xfrm>
            <a:custGeom>
              <a:avLst/>
              <a:gdLst>
                <a:gd name="connsiteX0" fmla="*/ 100368 w 100120"/>
                <a:gd name="connsiteY0" fmla="*/ 121803 h 152640"/>
                <a:gd name="connsiteX1" fmla="*/ 97443 w 100120"/>
                <a:gd name="connsiteY1" fmla="*/ 120674 h 152640"/>
                <a:gd name="connsiteX2" fmla="*/ 76069 w 100120"/>
                <a:gd name="connsiteY2" fmla="*/ 135577 h 152640"/>
                <a:gd name="connsiteX3" fmla="*/ 22297 w 100120"/>
                <a:gd name="connsiteY3" fmla="*/ 135577 h 152640"/>
                <a:gd name="connsiteX4" fmla="*/ 60095 w 100120"/>
                <a:gd name="connsiteY4" fmla="*/ 95836 h 152640"/>
                <a:gd name="connsiteX5" fmla="*/ 88894 w 100120"/>
                <a:gd name="connsiteY5" fmla="*/ 40064 h 152640"/>
                <a:gd name="connsiteX6" fmla="*/ 47271 w 100120"/>
                <a:gd name="connsiteY6" fmla="*/ 97 h 152640"/>
                <a:gd name="connsiteX7" fmla="*/ 14872 w 100120"/>
                <a:gd name="connsiteY7" fmla="*/ 14097 h 152640"/>
                <a:gd name="connsiteX8" fmla="*/ 473 w 100120"/>
                <a:gd name="connsiteY8" fmla="*/ 45031 h 152640"/>
                <a:gd name="connsiteX9" fmla="*/ 5198 w 100120"/>
                <a:gd name="connsiteY9" fmla="*/ 46160 h 152640"/>
                <a:gd name="connsiteX10" fmla="*/ 37821 w 100120"/>
                <a:gd name="connsiteY10" fmla="*/ 16806 h 152640"/>
                <a:gd name="connsiteX11" fmla="*/ 69545 w 100120"/>
                <a:gd name="connsiteY11" fmla="*/ 48644 h 152640"/>
                <a:gd name="connsiteX12" fmla="*/ 40296 w 100120"/>
                <a:gd name="connsiteY12" fmla="*/ 107352 h 152640"/>
                <a:gd name="connsiteX13" fmla="*/ 248 w 100120"/>
                <a:gd name="connsiteY13" fmla="*/ 150028 h 152640"/>
                <a:gd name="connsiteX14" fmla="*/ 248 w 100120"/>
                <a:gd name="connsiteY14" fmla="*/ 152738 h 152640"/>
                <a:gd name="connsiteX15" fmla="*/ 87994 w 100120"/>
                <a:gd name="connsiteY15" fmla="*/ 152738 h 152640"/>
                <a:gd name="connsiteX16" fmla="*/ 100368 w 100120"/>
                <a:gd name="connsiteY16" fmla="*/ 121803 h 15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120" h="152640">
                  <a:moveTo>
                    <a:pt x="100368" y="121803"/>
                  </a:moveTo>
                  <a:lnTo>
                    <a:pt x="97443" y="120674"/>
                  </a:lnTo>
                  <a:cubicBezTo>
                    <a:pt x="89119" y="133545"/>
                    <a:pt x="86194" y="135577"/>
                    <a:pt x="76069" y="135577"/>
                  </a:cubicBezTo>
                  <a:lnTo>
                    <a:pt x="22297" y="135577"/>
                  </a:lnTo>
                  <a:lnTo>
                    <a:pt x="60095" y="95836"/>
                  </a:lnTo>
                  <a:cubicBezTo>
                    <a:pt x="80119" y="74837"/>
                    <a:pt x="88894" y="57676"/>
                    <a:pt x="88894" y="40064"/>
                  </a:cubicBezTo>
                  <a:cubicBezTo>
                    <a:pt x="88894" y="17484"/>
                    <a:pt x="70670" y="97"/>
                    <a:pt x="47271" y="97"/>
                  </a:cubicBezTo>
                  <a:cubicBezTo>
                    <a:pt x="34896" y="97"/>
                    <a:pt x="23197" y="5065"/>
                    <a:pt x="14872" y="14097"/>
                  </a:cubicBezTo>
                  <a:cubicBezTo>
                    <a:pt x="7673" y="21774"/>
                    <a:pt x="4298" y="29000"/>
                    <a:pt x="473" y="45031"/>
                  </a:cubicBezTo>
                  <a:lnTo>
                    <a:pt x="5198" y="46160"/>
                  </a:lnTo>
                  <a:cubicBezTo>
                    <a:pt x="14197" y="24032"/>
                    <a:pt x="22297" y="16806"/>
                    <a:pt x="37821" y="16806"/>
                  </a:cubicBezTo>
                  <a:cubicBezTo>
                    <a:pt x="56720" y="16806"/>
                    <a:pt x="69545" y="29677"/>
                    <a:pt x="69545" y="48644"/>
                  </a:cubicBezTo>
                  <a:cubicBezTo>
                    <a:pt x="69545" y="66257"/>
                    <a:pt x="59195" y="87256"/>
                    <a:pt x="40296" y="107352"/>
                  </a:cubicBezTo>
                  <a:lnTo>
                    <a:pt x="248" y="150028"/>
                  </a:lnTo>
                  <a:lnTo>
                    <a:pt x="248" y="152738"/>
                  </a:lnTo>
                  <a:lnTo>
                    <a:pt x="87994" y="152738"/>
                  </a:lnTo>
                  <a:lnTo>
                    <a:pt x="100368" y="121803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DE58BDC-D894-AF89-4B57-E0B64ED36A78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2414908" y="4009752"/>
              <a:ext cx="202186" cy="71401"/>
            </a:xfrm>
            <a:custGeom>
              <a:avLst/>
              <a:gdLst>
                <a:gd name="connsiteX0" fmla="*/ 192104 w 202186"/>
                <a:gd name="connsiteY0" fmla="*/ 12306 h 71401"/>
                <a:gd name="connsiteX1" fmla="*/ 202442 w 202186"/>
                <a:gd name="connsiteY1" fmla="*/ 6203 h 71401"/>
                <a:gd name="connsiteX2" fmla="*/ 192408 w 202186"/>
                <a:gd name="connsiteY2" fmla="*/ 101 h 71401"/>
                <a:gd name="connsiteX3" fmla="*/ 10289 w 202186"/>
                <a:gd name="connsiteY3" fmla="*/ 101 h 71401"/>
                <a:gd name="connsiteX4" fmla="*/ 255 w 202186"/>
                <a:gd name="connsiteY4" fmla="*/ 6203 h 71401"/>
                <a:gd name="connsiteX5" fmla="*/ 10593 w 202186"/>
                <a:gd name="connsiteY5" fmla="*/ 12306 h 71401"/>
                <a:gd name="connsiteX6" fmla="*/ 192104 w 202186"/>
                <a:gd name="connsiteY6" fmla="*/ 12306 h 71401"/>
                <a:gd name="connsiteX7" fmla="*/ 192408 w 202186"/>
                <a:gd name="connsiteY7" fmla="*/ 71502 h 71401"/>
                <a:gd name="connsiteX8" fmla="*/ 202442 w 202186"/>
                <a:gd name="connsiteY8" fmla="*/ 65400 h 71401"/>
                <a:gd name="connsiteX9" fmla="*/ 192104 w 202186"/>
                <a:gd name="connsiteY9" fmla="*/ 59297 h 71401"/>
                <a:gd name="connsiteX10" fmla="*/ 10593 w 202186"/>
                <a:gd name="connsiteY10" fmla="*/ 59297 h 71401"/>
                <a:gd name="connsiteX11" fmla="*/ 255 w 202186"/>
                <a:gd name="connsiteY11" fmla="*/ 65400 h 71401"/>
                <a:gd name="connsiteX12" fmla="*/ 10289 w 202186"/>
                <a:gd name="connsiteY12" fmla="*/ 71502 h 71401"/>
                <a:gd name="connsiteX13" fmla="*/ 192408 w 202186"/>
                <a:gd name="connsiteY13" fmla="*/ 71502 h 7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186" h="71401">
                  <a:moveTo>
                    <a:pt x="192104" y="12306"/>
                  </a:moveTo>
                  <a:cubicBezTo>
                    <a:pt x="196665" y="12306"/>
                    <a:pt x="202442" y="12306"/>
                    <a:pt x="202442" y="6203"/>
                  </a:cubicBezTo>
                  <a:cubicBezTo>
                    <a:pt x="202442" y="101"/>
                    <a:pt x="196665" y="101"/>
                    <a:pt x="192408" y="101"/>
                  </a:cubicBezTo>
                  <a:lnTo>
                    <a:pt x="10289" y="101"/>
                  </a:lnTo>
                  <a:cubicBezTo>
                    <a:pt x="6032" y="101"/>
                    <a:pt x="255" y="101"/>
                    <a:pt x="255" y="6203"/>
                  </a:cubicBezTo>
                  <a:cubicBezTo>
                    <a:pt x="255" y="12306"/>
                    <a:pt x="6032" y="12306"/>
                    <a:pt x="10593" y="12306"/>
                  </a:cubicBezTo>
                  <a:lnTo>
                    <a:pt x="192104" y="12306"/>
                  </a:lnTo>
                  <a:close/>
                  <a:moveTo>
                    <a:pt x="192408" y="71502"/>
                  </a:moveTo>
                  <a:cubicBezTo>
                    <a:pt x="196665" y="71502"/>
                    <a:pt x="202442" y="71502"/>
                    <a:pt x="202442" y="65400"/>
                  </a:cubicBezTo>
                  <a:cubicBezTo>
                    <a:pt x="202442" y="59297"/>
                    <a:pt x="196665" y="59297"/>
                    <a:pt x="192104" y="59297"/>
                  </a:cubicBezTo>
                  <a:lnTo>
                    <a:pt x="10593" y="59297"/>
                  </a:lnTo>
                  <a:cubicBezTo>
                    <a:pt x="6032" y="59297"/>
                    <a:pt x="255" y="59297"/>
                    <a:pt x="255" y="65400"/>
                  </a:cubicBezTo>
                  <a:cubicBezTo>
                    <a:pt x="255" y="71502"/>
                    <a:pt x="6032" y="71502"/>
                    <a:pt x="10289" y="71502"/>
                  </a:cubicBezTo>
                  <a:lnTo>
                    <a:pt x="192408" y="71502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F902FC5-6FA0-E5A3-4A10-5567A6D7B2F2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2708948" y="3856706"/>
              <a:ext cx="298151" cy="384467"/>
            </a:xfrm>
            <a:custGeom>
              <a:avLst/>
              <a:gdLst>
                <a:gd name="connsiteX0" fmla="*/ 71192 w 298151"/>
                <a:gd name="connsiteY0" fmla="*/ 18117 h 384467"/>
                <a:gd name="connsiteX1" fmla="*/ 188526 w 298151"/>
                <a:gd name="connsiteY1" fmla="*/ 18117 h 384467"/>
                <a:gd name="connsiteX2" fmla="*/ 259452 w 298151"/>
                <a:gd name="connsiteY2" fmla="*/ 72602 h 384467"/>
                <a:gd name="connsiteX3" fmla="*/ 270835 w 298151"/>
                <a:gd name="connsiteY3" fmla="*/ 72602 h 384467"/>
                <a:gd name="connsiteX4" fmla="*/ 266457 w 298151"/>
                <a:gd name="connsiteY4" fmla="*/ 102 h 384467"/>
                <a:gd name="connsiteX5" fmla="*/ 4206 w 298151"/>
                <a:gd name="connsiteY5" fmla="*/ 102 h 384467"/>
                <a:gd name="connsiteX6" fmla="*/ 106217 w 298151"/>
                <a:gd name="connsiteY6" fmla="*/ 205298 h 384467"/>
                <a:gd name="connsiteX7" fmla="*/ 266 w 298151"/>
                <a:gd name="connsiteY7" fmla="*/ 384569 h 384467"/>
                <a:gd name="connsiteX8" fmla="*/ 274775 w 298151"/>
                <a:gd name="connsiteY8" fmla="*/ 384569 h 384467"/>
                <a:gd name="connsiteX9" fmla="*/ 298417 w 298151"/>
                <a:gd name="connsiteY9" fmla="*/ 292297 h 384467"/>
                <a:gd name="connsiteX10" fmla="*/ 287034 w 298151"/>
                <a:gd name="connsiteY10" fmla="*/ 292297 h 384467"/>
                <a:gd name="connsiteX11" fmla="*/ 209103 w 298151"/>
                <a:gd name="connsiteY11" fmla="*/ 335358 h 384467"/>
                <a:gd name="connsiteX12" fmla="*/ 65500 w 298151"/>
                <a:gd name="connsiteY12" fmla="*/ 335358 h 384467"/>
                <a:gd name="connsiteX13" fmla="*/ 153501 w 298151"/>
                <a:gd name="connsiteY13" fmla="*/ 180692 h 384467"/>
                <a:gd name="connsiteX14" fmla="*/ 71192 w 298151"/>
                <a:gd name="connsiteY14" fmla="*/ 18117 h 38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8151" h="384467">
                  <a:moveTo>
                    <a:pt x="71192" y="18117"/>
                  </a:moveTo>
                  <a:lnTo>
                    <a:pt x="188526" y="18117"/>
                  </a:lnTo>
                  <a:cubicBezTo>
                    <a:pt x="238874" y="18117"/>
                    <a:pt x="252009" y="28223"/>
                    <a:pt x="259452" y="72602"/>
                  </a:cubicBezTo>
                  <a:lnTo>
                    <a:pt x="270835" y="72602"/>
                  </a:lnTo>
                  <a:lnTo>
                    <a:pt x="266457" y="102"/>
                  </a:lnTo>
                  <a:lnTo>
                    <a:pt x="4206" y="102"/>
                  </a:lnTo>
                  <a:lnTo>
                    <a:pt x="106217" y="205298"/>
                  </a:lnTo>
                  <a:lnTo>
                    <a:pt x="266" y="384569"/>
                  </a:lnTo>
                  <a:lnTo>
                    <a:pt x="274775" y="384569"/>
                  </a:lnTo>
                  <a:lnTo>
                    <a:pt x="298417" y="292297"/>
                  </a:lnTo>
                  <a:lnTo>
                    <a:pt x="287034" y="292297"/>
                  </a:lnTo>
                  <a:cubicBezTo>
                    <a:pt x="273024" y="327888"/>
                    <a:pt x="259889" y="335358"/>
                    <a:pt x="209103" y="335358"/>
                  </a:cubicBezTo>
                  <a:lnTo>
                    <a:pt x="65500" y="335358"/>
                  </a:lnTo>
                  <a:lnTo>
                    <a:pt x="153501" y="180692"/>
                  </a:lnTo>
                  <a:lnTo>
                    <a:pt x="71192" y="18117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8955695-0749-1AFE-69F5-C2E1C409C741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3054702" y="3986867"/>
              <a:ext cx="106413" cy="138836"/>
            </a:xfrm>
            <a:custGeom>
              <a:avLst/>
              <a:gdLst>
                <a:gd name="connsiteX0" fmla="*/ 6356 w 106413"/>
                <a:gd name="connsiteY0" fmla="*/ 90421 h 138836"/>
                <a:gd name="connsiteX1" fmla="*/ 276 w 106413"/>
                <a:gd name="connsiteY1" fmla="*/ 138938 h 138836"/>
                <a:gd name="connsiteX2" fmla="*/ 5140 w 106413"/>
                <a:gd name="connsiteY2" fmla="*/ 138938 h 138836"/>
                <a:gd name="connsiteX3" fmla="*/ 12437 w 106413"/>
                <a:gd name="connsiteY3" fmla="*/ 132530 h 138836"/>
                <a:gd name="connsiteX4" fmla="*/ 27335 w 106413"/>
                <a:gd name="connsiteY4" fmla="*/ 135276 h 138836"/>
                <a:gd name="connsiteX5" fmla="*/ 44057 w 106413"/>
                <a:gd name="connsiteY5" fmla="*/ 138327 h 138836"/>
                <a:gd name="connsiteX6" fmla="*/ 87839 w 106413"/>
                <a:gd name="connsiteY6" fmla="*/ 98660 h 138836"/>
                <a:gd name="connsiteX7" fmla="*/ 67164 w 106413"/>
                <a:gd name="connsiteY7" fmla="*/ 55941 h 138836"/>
                <a:gd name="connsiteX8" fmla="*/ 50746 w 106413"/>
                <a:gd name="connsiteY8" fmla="*/ 23902 h 138836"/>
                <a:gd name="connsiteX9" fmla="*/ 67772 w 106413"/>
                <a:gd name="connsiteY9" fmla="*/ 7425 h 138836"/>
                <a:gd name="connsiteX10" fmla="*/ 95744 w 106413"/>
                <a:gd name="connsiteY10" fmla="*/ 42515 h 138836"/>
                <a:gd name="connsiteX11" fmla="*/ 100609 w 106413"/>
                <a:gd name="connsiteY11" fmla="*/ 42515 h 138836"/>
                <a:gd name="connsiteX12" fmla="*/ 106689 w 106413"/>
                <a:gd name="connsiteY12" fmla="*/ 101 h 138836"/>
                <a:gd name="connsiteX13" fmla="*/ 102433 w 106413"/>
                <a:gd name="connsiteY13" fmla="*/ 101 h 138836"/>
                <a:gd name="connsiteX14" fmla="*/ 93312 w 106413"/>
                <a:gd name="connsiteY14" fmla="*/ 5594 h 138836"/>
                <a:gd name="connsiteX15" fmla="*/ 82366 w 106413"/>
                <a:gd name="connsiteY15" fmla="*/ 3458 h 138836"/>
                <a:gd name="connsiteX16" fmla="*/ 65340 w 106413"/>
                <a:gd name="connsiteY16" fmla="*/ 407 h 138836"/>
                <a:gd name="connsiteX17" fmla="*/ 28551 w 106413"/>
                <a:gd name="connsiteY17" fmla="*/ 33971 h 138836"/>
                <a:gd name="connsiteX18" fmla="*/ 47706 w 106413"/>
                <a:gd name="connsiteY18" fmla="*/ 73334 h 138836"/>
                <a:gd name="connsiteX19" fmla="*/ 64732 w 106413"/>
                <a:gd name="connsiteY19" fmla="*/ 108424 h 138836"/>
                <a:gd name="connsiteX20" fmla="*/ 42233 w 106413"/>
                <a:gd name="connsiteY20" fmla="*/ 131920 h 138836"/>
                <a:gd name="connsiteX21" fmla="*/ 11221 w 106413"/>
                <a:gd name="connsiteY21" fmla="*/ 90421 h 138836"/>
                <a:gd name="connsiteX22" fmla="*/ 6356 w 106413"/>
                <a:gd name="connsiteY22" fmla="*/ 90421 h 138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6413" h="138836">
                  <a:moveTo>
                    <a:pt x="6356" y="90421"/>
                  </a:moveTo>
                  <a:lnTo>
                    <a:pt x="276" y="138938"/>
                  </a:lnTo>
                  <a:lnTo>
                    <a:pt x="5140" y="138938"/>
                  </a:lnTo>
                  <a:cubicBezTo>
                    <a:pt x="7573" y="134056"/>
                    <a:pt x="9397" y="132530"/>
                    <a:pt x="12437" y="132530"/>
                  </a:cubicBezTo>
                  <a:cubicBezTo>
                    <a:pt x="15782" y="132530"/>
                    <a:pt x="21254" y="133750"/>
                    <a:pt x="27335" y="135276"/>
                  </a:cubicBezTo>
                  <a:cubicBezTo>
                    <a:pt x="34024" y="137412"/>
                    <a:pt x="39193" y="138327"/>
                    <a:pt x="44057" y="138327"/>
                  </a:cubicBezTo>
                  <a:cubicBezTo>
                    <a:pt x="69597" y="138327"/>
                    <a:pt x="87839" y="121850"/>
                    <a:pt x="87839" y="98660"/>
                  </a:cubicBezTo>
                  <a:cubicBezTo>
                    <a:pt x="87839" y="87065"/>
                    <a:pt x="81454" y="73639"/>
                    <a:pt x="67164" y="55941"/>
                  </a:cubicBezTo>
                  <a:cubicBezTo>
                    <a:pt x="55611" y="41600"/>
                    <a:pt x="50746" y="32141"/>
                    <a:pt x="50746" y="23902"/>
                  </a:cubicBezTo>
                  <a:cubicBezTo>
                    <a:pt x="50746" y="13832"/>
                    <a:pt x="57131" y="7425"/>
                    <a:pt x="67772" y="7425"/>
                  </a:cubicBezTo>
                  <a:cubicBezTo>
                    <a:pt x="83582" y="7425"/>
                    <a:pt x="92704" y="18715"/>
                    <a:pt x="95744" y="42515"/>
                  </a:cubicBezTo>
                  <a:lnTo>
                    <a:pt x="100609" y="42515"/>
                  </a:lnTo>
                  <a:lnTo>
                    <a:pt x="106689" y="101"/>
                  </a:lnTo>
                  <a:lnTo>
                    <a:pt x="102433" y="101"/>
                  </a:lnTo>
                  <a:cubicBezTo>
                    <a:pt x="100001" y="4373"/>
                    <a:pt x="97568" y="5594"/>
                    <a:pt x="93312" y="5594"/>
                  </a:cubicBezTo>
                  <a:cubicBezTo>
                    <a:pt x="91183" y="5594"/>
                    <a:pt x="88143" y="4984"/>
                    <a:pt x="82366" y="3458"/>
                  </a:cubicBezTo>
                  <a:cubicBezTo>
                    <a:pt x="74765" y="1017"/>
                    <a:pt x="70205" y="407"/>
                    <a:pt x="65340" y="407"/>
                  </a:cubicBezTo>
                  <a:cubicBezTo>
                    <a:pt x="43145" y="407"/>
                    <a:pt x="28551" y="13527"/>
                    <a:pt x="28551" y="33971"/>
                  </a:cubicBezTo>
                  <a:cubicBezTo>
                    <a:pt x="28551" y="43736"/>
                    <a:pt x="34936" y="56856"/>
                    <a:pt x="47706" y="73334"/>
                  </a:cubicBezTo>
                  <a:cubicBezTo>
                    <a:pt x="59563" y="88896"/>
                    <a:pt x="64732" y="99575"/>
                    <a:pt x="64732" y="108424"/>
                  </a:cubicBezTo>
                  <a:cubicBezTo>
                    <a:pt x="64732" y="122155"/>
                    <a:pt x="55611" y="131920"/>
                    <a:pt x="42233" y="131920"/>
                  </a:cubicBezTo>
                  <a:cubicBezTo>
                    <a:pt x="25511" y="131920"/>
                    <a:pt x="16086" y="119409"/>
                    <a:pt x="11221" y="90421"/>
                  </a:cubicBezTo>
                  <a:lnTo>
                    <a:pt x="6356" y="90421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40847E7-CCFC-001D-0BD5-468416849AF4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3206077" y="3955133"/>
              <a:ext cx="78746" cy="169960"/>
            </a:xfrm>
            <a:custGeom>
              <a:avLst/>
              <a:gdLst>
                <a:gd name="connsiteX0" fmla="*/ 79027 w 78746"/>
                <a:gd name="connsiteY0" fmla="*/ 36107 h 169960"/>
                <a:gd name="connsiteX1" fmla="*/ 54703 w 78746"/>
                <a:gd name="connsiteY1" fmla="*/ 36107 h 169960"/>
                <a:gd name="connsiteX2" fmla="*/ 63217 w 78746"/>
                <a:gd name="connsiteY2" fmla="*/ 4678 h 169960"/>
                <a:gd name="connsiteX3" fmla="*/ 63521 w 78746"/>
                <a:gd name="connsiteY3" fmla="*/ 3153 h 169960"/>
                <a:gd name="connsiteX4" fmla="*/ 61088 w 78746"/>
                <a:gd name="connsiteY4" fmla="*/ 101 h 169960"/>
                <a:gd name="connsiteX5" fmla="*/ 56528 w 78746"/>
                <a:gd name="connsiteY5" fmla="*/ 2848 h 169960"/>
                <a:gd name="connsiteX6" fmla="*/ 16090 w 78746"/>
                <a:gd name="connsiteY6" fmla="*/ 36412 h 169960"/>
                <a:gd name="connsiteX7" fmla="*/ 6361 w 78746"/>
                <a:gd name="connsiteY7" fmla="*/ 44041 h 169960"/>
                <a:gd name="connsiteX8" fmla="*/ 6665 w 78746"/>
                <a:gd name="connsiteY8" fmla="*/ 45872 h 169960"/>
                <a:gd name="connsiteX9" fmla="*/ 29164 w 78746"/>
                <a:gd name="connsiteY9" fmla="*/ 45872 h 169960"/>
                <a:gd name="connsiteX10" fmla="*/ 7273 w 78746"/>
                <a:gd name="connsiteY10" fmla="*/ 129784 h 169960"/>
                <a:gd name="connsiteX11" fmla="*/ 5449 w 78746"/>
                <a:gd name="connsiteY11" fmla="*/ 136192 h 169960"/>
                <a:gd name="connsiteX12" fmla="*/ 280 w 78746"/>
                <a:gd name="connsiteY12" fmla="*/ 158466 h 169960"/>
                <a:gd name="connsiteX13" fmla="*/ 14874 w 78746"/>
                <a:gd name="connsiteY13" fmla="*/ 170061 h 169960"/>
                <a:gd name="connsiteX14" fmla="*/ 58048 w 78746"/>
                <a:gd name="connsiteY14" fmla="*/ 133140 h 169960"/>
                <a:gd name="connsiteX15" fmla="*/ 54095 w 78746"/>
                <a:gd name="connsiteY15" fmla="*/ 131004 h 169960"/>
                <a:gd name="connsiteX16" fmla="*/ 29468 w 78746"/>
                <a:gd name="connsiteY16" fmla="*/ 155110 h 169960"/>
                <a:gd name="connsiteX17" fmla="*/ 24908 w 78746"/>
                <a:gd name="connsiteY17" fmla="*/ 149007 h 169960"/>
                <a:gd name="connsiteX18" fmla="*/ 25212 w 78746"/>
                <a:gd name="connsiteY18" fmla="*/ 147482 h 169960"/>
                <a:gd name="connsiteX19" fmla="*/ 51967 w 78746"/>
                <a:gd name="connsiteY19" fmla="*/ 45872 h 169960"/>
                <a:gd name="connsiteX20" fmla="*/ 77506 w 78746"/>
                <a:gd name="connsiteY20" fmla="*/ 45872 h 169960"/>
                <a:gd name="connsiteX21" fmla="*/ 79027 w 78746"/>
                <a:gd name="connsiteY21" fmla="*/ 36107 h 16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746" h="169960">
                  <a:moveTo>
                    <a:pt x="79027" y="36107"/>
                  </a:moveTo>
                  <a:lnTo>
                    <a:pt x="54703" y="36107"/>
                  </a:lnTo>
                  <a:lnTo>
                    <a:pt x="63217" y="4678"/>
                  </a:lnTo>
                  <a:cubicBezTo>
                    <a:pt x="63521" y="4068"/>
                    <a:pt x="63521" y="3458"/>
                    <a:pt x="63521" y="3153"/>
                  </a:cubicBezTo>
                  <a:cubicBezTo>
                    <a:pt x="63521" y="1017"/>
                    <a:pt x="62608" y="101"/>
                    <a:pt x="61088" y="101"/>
                  </a:cubicBezTo>
                  <a:cubicBezTo>
                    <a:pt x="59264" y="101"/>
                    <a:pt x="58352" y="407"/>
                    <a:pt x="56528" y="2848"/>
                  </a:cubicBezTo>
                  <a:cubicBezTo>
                    <a:pt x="44670" y="18409"/>
                    <a:pt x="25820" y="33666"/>
                    <a:pt x="16090" y="36412"/>
                  </a:cubicBezTo>
                  <a:cubicBezTo>
                    <a:pt x="8489" y="38853"/>
                    <a:pt x="6361" y="40684"/>
                    <a:pt x="6361" y="44041"/>
                  </a:cubicBezTo>
                  <a:cubicBezTo>
                    <a:pt x="6361" y="44346"/>
                    <a:pt x="6361" y="44956"/>
                    <a:pt x="6665" y="45872"/>
                  </a:cubicBezTo>
                  <a:lnTo>
                    <a:pt x="29164" y="45872"/>
                  </a:lnTo>
                  <a:lnTo>
                    <a:pt x="7273" y="129784"/>
                  </a:lnTo>
                  <a:cubicBezTo>
                    <a:pt x="6665" y="132530"/>
                    <a:pt x="6361" y="133445"/>
                    <a:pt x="5449" y="136192"/>
                  </a:cubicBezTo>
                  <a:cubicBezTo>
                    <a:pt x="2713" y="145346"/>
                    <a:pt x="280" y="156025"/>
                    <a:pt x="280" y="158466"/>
                  </a:cubicBezTo>
                  <a:cubicBezTo>
                    <a:pt x="280" y="165179"/>
                    <a:pt x="6665" y="170061"/>
                    <a:pt x="14874" y="170061"/>
                  </a:cubicBezTo>
                  <a:cubicBezTo>
                    <a:pt x="28860" y="170061"/>
                    <a:pt x="38893" y="161518"/>
                    <a:pt x="58048" y="133140"/>
                  </a:cubicBezTo>
                  <a:lnTo>
                    <a:pt x="54095" y="131004"/>
                  </a:lnTo>
                  <a:cubicBezTo>
                    <a:pt x="39197" y="150228"/>
                    <a:pt x="34333" y="155110"/>
                    <a:pt x="29468" y="155110"/>
                  </a:cubicBezTo>
                  <a:cubicBezTo>
                    <a:pt x="26732" y="155110"/>
                    <a:pt x="24908" y="152669"/>
                    <a:pt x="24908" y="149007"/>
                  </a:cubicBezTo>
                  <a:cubicBezTo>
                    <a:pt x="24908" y="148702"/>
                    <a:pt x="24908" y="148397"/>
                    <a:pt x="25212" y="147482"/>
                  </a:cubicBezTo>
                  <a:lnTo>
                    <a:pt x="51967" y="45872"/>
                  </a:lnTo>
                  <a:lnTo>
                    <a:pt x="77506" y="45872"/>
                  </a:lnTo>
                  <a:lnTo>
                    <a:pt x="79027" y="36107"/>
                  </a:lnTo>
                  <a:close/>
                </a:path>
              </a:pathLst>
            </a:custGeom>
            <a:solidFill>
              <a:srgbClr val="FFFFFF"/>
            </a:solidFill>
            <a:ln w="304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03" name="Group 20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\quad &#10;\begin{bmatrix}&#10;4 &amp; 4.654 \\ 4.654 &amp; 7.584&#10;\end{bmatrix}\, &#10;\begin{bmatrix}&#10;t_0 \\ a_1&#10;\end{bmatrix} \, \, = \,\,&#10;\begin{bmatrix}&#10;5.38 \\ 10.065&#10;\end{bmatrix}&#10;\end{align*}&#10;}&#10;\end{document}" title="IguanaTex Shape Display">
            <a:extLst>
              <a:ext uri="{FF2B5EF4-FFF2-40B4-BE49-F238E27FC236}">
                <a16:creationId xmlns:a16="http://schemas.microsoft.com/office/drawing/2014/main" id="{E147C5FB-119A-2DEA-DC3C-722DB630673A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302824" y="1914907"/>
            <a:ext cx="5220782" cy="725761"/>
            <a:chOff x="8640576" y="4657168"/>
            <a:chExt cx="5220782" cy="725761"/>
          </a:xfrm>
        </p:grpSpPr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96B30E6-9731-1B67-B00B-3A5E733E3387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8640576" y="4938758"/>
              <a:ext cx="268260" cy="166389"/>
            </a:xfrm>
            <a:custGeom>
              <a:avLst/>
              <a:gdLst>
                <a:gd name="connsiteX0" fmla="*/ 202852 w 268260"/>
                <a:gd name="connsiteY0" fmla="*/ 59988 h 166389"/>
                <a:gd name="connsiteX1" fmla="*/ 240916 w 268260"/>
                <a:gd name="connsiteY1" fmla="*/ 83283 h 166389"/>
                <a:gd name="connsiteX2" fmla="*/ 202852 w 268260"/>
                <a:gd name="connsiteY2" fmla="*/ 106578 h 166389"/>
                <a:gd name="connsiteX3" fmla="*/ 11022 w 268260"/>
                <a:gd name="connsiteY3" fmla="*/ 106578 h 166389"/>
                <a:gd name="connsiteX4" fmla="*/ 146 w 268260"/>
                <a:gd name="connsiteY4" fmla="*/ 112628 h 166389"/>
                <a:gd name="connsiteX5" fmla="*/ 10720 w 268260"/>
                <a:gd name="connsiteY5" fmla="*/ 118679 h 166389"/>
                <a:gd name="connsiteX6" fmla="*/ 189258 w 268260"/>
                <a:gd name="connsiteY6" fmla="*/ 118679 h 166389"/>
                <a:gd name="connsiteX7" fmla="*/ 159048 w 268260"/>
                <a:gd name="connsiteY7" fmla="*/ 163150 h 166389"/>
                <a:gd name="connsiteX8" fmla="*/ 164788 w 268260"/>
                <a:gd name="connsiteY8" fmla="*/ 166478 h 166389"/>
                <a:gd name="connsiteX9" fmla="*/ 170528 w 268260"/>
                <a:gd name="connsiteY9" fmla="*/ 164058 h 166389"/>
                <a:gd name="connsiteX10" fmla="*/ 204967 w 268260"/>
                <a:gd name="connsiteY10" fmla="*/ 118981 h 166389"/>
                <a:gd name="connsiteX11" fmla="*/ 261760 w 268260"/>
                <a:gd name="connsiteY11" fmla="*/ 87821 h 166389"/>
                <a:gd name="connsiteX12" fmla="*/ 267802 w 268260"/>
                <a:gd name="connsiteY12" fmla="*/ 85098 h 166389"/>
                <a:gd name="connsiteX13" fmla="*/ 268406 w 268260"/>
                <a:gd name="connsiteY13" fmla="*/ 83283 h 166389"/>
                <a:gd name="connsiteX14" fmla="*/ 268104 w 268260"/>
                <a:gd name="connsiteY14" fmla="*/ 81468 h 166389"/>
                <a:gd name="connsiteX15" fmla="*/ 267198 w 268260"/>
                <a:gd name="connsiteY15" fmla="*/ 80863 h 166389"/>
                <a:gd name="connsiteX16" fmla="*/ 260552 w 268260"/>
                <a:gd name="connsiteY16" fmla="*/ 78443 h 166389"/>
                <a:gd name="connsiteX17" fmla="*/ 172642 w 268260"/>
                <a:gd name="connsiteY17" fmla="*/ 6441 h 166389"/>
                <a:gd name="connsiteX18" fmla="*/ 164788 w 268260"/>
                <a:gd name="connsiteY18" fmla="*/ 88 h 166389"/>
                <a:gd name="connsiteX19" fmla="*/ 159048 w 268260"/>
                <a:gd name="connsiteY19" fmla="*/ 3416 h 166389"/>
                <a:gd name="connsiteX20" fmla="*/ 189258 w 268260"/>
                <a:gd name="connsiteY20" fmla="*/ 47887 h 166389"/>
                <a:gd name="connsiteX21" fmla="*/ 10720 w 268260"/>
                <a:gd name="connsiteY21" fmla="*/ 47887 h 166389"/>
                <a:gd name="connsiteX22" fmla="*/ 146 w 268260"/>
                <a:gd name="connsiteY22" fmla="*/ 53938 h 166389"/>
                <a:gd name="connsiteX23" fmla="*/ 11022 w 268260"/>
                <a:gd name="connsiteY23" fmla="*/ 59988 h 166389"/>
                <a:gd name="connsiteX24" fmla="*/ 202852 w 268260"/>
                <a:gd name="connsiteY24" fmla="*/ 59988 h 16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8260" h="166389">
                  <a:moveTo>
                    <a:pt x="202852" y="59988"/>
                  </a:moveTo>
                  <a:cubicBezTo>
                    <a:pt x="215540" y="70879"/>
                    <a:pt x="230947" y="78745"/>
                    <a:pt x="240916" y="83283"/>
                  </a:cubicBezTo>
                  <a:cubicBezTo>
                    <a:pt x="230040" y="88123"/>
                    <a:pt x="215238" y="95989"/>
                    <a:pt x="202852" y="106578"/>
                  </a:cubicBezTo>
                  <a:lnTo>
                    <a:pt x="11022" y="106578"/>
                  </a:lnTo>
                  <a:cubicBezTo>
                    <a:pt x="5886" y="106578"/>
                    <a:pt x="146" y="106578"/>
                    <a:pt x="146" y="112628"/>
                  </a:cubicBezTo>
                  <a:cubicBezTo>
                    <a:pt x="146" y="118679"/>
                    <a:pt x="5584" y="118679"/>
                    <a:pt x="10720" y="118679"/>
                  </a:cubicBezTo>
                  <a:lnTo>
                    <a:pt x="189258" y="118679"/>
                  </a:lnTo>
                  <a:cubicBezTo>
                    <a:pt x="174757" y="132595"/>
                    <a:pt x="159048" y="159217"/>
                    <a:pt x="159048" y="163150"/>
                  </a:cubicBezTo>
                  <a:cubicBezTo>
                    <a:pt x="159048" y="166478"/>
                    <a:pt x="162975" y="166478"/>
                    <a:pt x="164788" y="166478"/>
                  </a:cubicBezTo>
                  <a:cubicBezTo>
                    <a:pt x="167205" y="166478"/>
                    <a:pt x="169319" y="166478"/>
                    <a:pt x="170528" y="164058"/>
                  </a:cubicBezTo>
                  <a:cubicBezTo>
                    <a:pt x="176872" y="152562"/>
                    <a:pt x="185330" y="136528"/>
                    <a:pt x="204967" y="118981"/>
                  </a:cubicBezTo>
                  <a:cubicBezTo>
                    <a:pt x="225811" y="100527"/>
                    <a:pt x="246051" y="92359"/>
                    <a:pt x="261760" y="87821"/>
                  </a:cubicBezTo>
                  <a:cubicBezTo>
                    <a:pt x="266896" y="86006"/>
                    <a:pt x="267198" y="85703"/>
                    <a:pt x="267802" y="85098"/>
                  </a:cubicBezTo>
                  <a:cubicBezTo>
                    <a:pt x="268406" y="84796"/>
                    <a:pt x="268406" y="83888"/>
                    <a:pt x="268406" y="83283"/>
                  </a:cubicBezTo>
                  <a:cubicBezTo>
                    <a:pt x="268406" y="82678"/>
                    <a:pt x="268406" y="82073"/>
                    <a:pt x="268104" y="81468"/>
                  </a:cubicBezTo>
                  <a:lnTo>
                    <a:pt x="267198" y="80863"/>
                  </a:lnTo>
                  <a:cubicBezTo>
                    <a:pt x="266594" y="80560"/>
                    <a:pt x="266292" y="80258"/>
                    <a:pt x="260552" y="78443"/>
                  </a:cubicBezTo>
                  <a:cubicBezTo>
                    <a:pt x="219769" y="66342"/>
                    <a:pt x="189560" y="38812"/>
                    <a:pt x="172642" y="6441"/>
                  </a:cubicBezTo>
                  <a:cubicBezTo>
                    <a:pt x="169319" y="391"/>
                    <a:pt x="169017" y="88"/>
                    <a:pt x="164788" y="88"/>
                  </a:cubicBezTo>
                  <a:cubicBezTo>
                    <a:pt x="162975" y="88"/>
                    <a:pt x="159048" y="88"/>
                    <a:pt x="159048" y="3416"/>
                  </a:cubicBezTo>
                  <a:cubicBezTo>
                    <a:pt x="159048" y="7349"/>
                    <a:pt x="174455" y="33669"/>
                    <a:pt x="189258" y="47887"/>
                  </a:cubicBezTo>
                  <a:lnTo>
                    <a:pt x="10720" y="47887"/>
                  </a:lnTo>
                  <a:cubicBezTo>
                    <a:pt x="5584" y="47887"/>
                    <a:pt x="146" y="47887"/>
                    <a:pt x="146" y="53938"/>
                  </a:cubicBezTo>
                  <a:cubicBezTo>
                    <a:pt x="146" y="59988"/>
                    <a:pt x="5886" y="59988"/>
                    <a:pt x="11022" y="59988"/>
                  </a:cubicBezTo>
                  <a:lnTo>
                    <a:pt x="202852" y="59988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B1AE0BE-5A65-C787-AA3C-B2E7E11E5C1E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9676549" y="4657168"/>
              <a:ext cx="79450" cy="725761"/>
            </a:xfrm>
            <a:custGeom>
              <a:avLst/>
              <a:gdLst>
                <a:gd name="connsiteX0" fmla="*/ 178 w 79450"/>
                <a:gd name="connsiteY0" fmla="*/ 725836 h 725761"/>
                <a:gd name="connsiteX1" fmla="*/ 79629 w 79450"/>
                <a:gd name="connsiteY1" fmla="*/ 725836 h 725761"/>
                <a:gd name="connsiteX2" fmla="*/ 79629 w 79450"/>
                <a:gd name="connsiteY2" fmla="*/ 709197 h 725761"/>
                <a:gd name="connsiteX3" fmla="*/ 16794 w 79450"/>
                <a:gd name="connsiteY3" fmla="*/ 709197 h 725761"/>
                <a:gd name="connsiteX4" fmla="*/ 16794 w 79450"/>
                <a:gd name="connsiteY4" fmla="*/ 16713 h 725761"/>
                <a:gd name="connsiteX5" fmla="*/ 79629 w 79450"/>
                <a:gd name="connsiteY5" fmla="*/ 16713 h 725761"/>
                <a:gd name="connsiteX6" fmla="*/ 79629 w 79450"/>
                <a:gd name="connsiteY6" fmla="*/ 74 h 725761"/>
                <a:gd name="connsiteX7" fmla="*/ 178 w 79450"/>
                <a:gd name="connsiteY7" fmla="*/ 74 h 725761"/>
                <a:gd name="connsiteX8" fmla="*/ 178 w 79450"/>
                <a:gd name="connsiteY8" fmla="*/ 725836 h 72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50" h="725761">
                  <a:moveTo>
                    <a:pt x="178" y="725836"/>
                  </a:moveTo>
                  <a:lnTo>
                    <a:pt x="79629" y="725836"/>
                  </a:lnTo>
                  <a:lnTo>
                    <a:pt x="79629" y="709197"/>
                  </a:lnTo>
                  <a:lnTo>
                    <a:pt x="16794" y="709197"/>
                  </a:lnTo>
                  <a:lnTo>
                    <a:pt x="16794" y="16713"/>
                  </a:lnTo>
                  <a:lnTo>
                    <a:pt x="79629" y="16713"/>
                  </a:lnTo>
                  <a:lnTo>
                    <a:pt x="79629" y="74"/>
                  </a:lnTo>
                  <a:lnTo>
                    <a:pt x="178" y="74"/>
                  </a:lnTo>
                  <a:lnTo>
                    <a:pt x="178" y="725836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CA27CE3-CEE1-E951-0959-CF285D4CA033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0033865" y="4707842"/>
              <a:ext cx="138963" cy="204508"/>
            </a:xfrm>
            <a:custGeom>
              <a:avLst/>
              <a:gdLst>
                <a:gd name="connsiteX0" fmla="*/ 139156 w 138963"/>
                <a:gd name="connsiteY0" fmla="*/ 134707 h 204508"/>
                <a:gd name="connsiteX1" fmla="*/ 108342 w 138963"/>
                <a:gd name="connsiteY1" fmla="*/ 134707 h 204508"/>
                <a:gd name="connsiteX2" fmla="*/ 108342 w 138963"/>
                <a:gd name="connsiteY2" fmla="*/ 82 h 204508"/>
                <a:gd name="connsiteX3" fmla="*/ 95050 w 138963"/>
                <a:gd name="connsiteY3" fmla="*/ 82 h 204508"/>
                <a:gd name="connsiteX4" fmla="*/ 193 w 138963"/>
                <a:gd name="connsiteY4" fmla="*/ 134707 h 204508"/>
                <a:gd name="connsiteX5" fmla="*/ 193 w 138963"/>
                <a:gd name="connsiteY5" fmla="*/ 154068 h 204508"/>
                <a:gd name="connsiteX6" fmla="*/ 85081 w 138963"/>
                <a:gd name="connsiteY6" fmla="*/ 154068 h 204508"/>
                <a:gd name="connsiteX7" fmla="*/ 85081 w 138963"/>
                <a:gd name="connsiteY7" fmla="*/ 204590 h 204508"/>
                <a:gd name="connsiteX8" fmla="*/ 108342 w 138963"/>
                <a:gd name="connsiteY8" fmla="*/ 204590 h 204508"/>
                <a:gd name="connsiteX9" fmla="*/ 108342 w 138963"/>
                <a:gd name="connsiteY9" fmla="*/ 154068 h 204508"/>
                <a:gd name="connsiteX10" fmla="*/ 139156 w 138963"/>
                <a:gd name="connsiteY10" fmla="*/ 154068 h 204508"/>
                <a:gd name="connsiteX11" fmla="*/ 139156 w 138963"/>
                <a:gd name="connsiteY11" fmla="*/ 134707 h 204508"/>
                <a:gd name="connsiteX12" fmla="*/ 84779 w 138963"/>
                <a:gd name="connsiteY12" fmla="*/ 134707 h 204508"/>
                <a:gd name="connsiteX13" fmla="*/ 12276 w 138963"/>
                <a:gd name="connsiteY13" fmla="*/ 134707 h 204508"/>
                <a:gd name="connsiteX14" fmla="*/ 84779 w 138963"/>
                <a:gd name="connsiteY14" fmla="*/ 30940 h 204508"/>
                <a:gd name="connsiteX15" fmla="*/ 84779 w 138963"/>
                <a:gd name="connsiteY15" fmla="*/ 13470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3" h="204508">
                  <a:moveTo>
                    <a:pt x="139156" y="134707"/>
                  </a:moveTo>
                  <a:lnTo>
                    <a:pt x="108342" y="134707"/>
                  </a:lnTo>
                  <a:lnTo>
                    <a:pt x="108342" y="82"/>
                  </a:lnTo>
                  <a:lnTo>
                    <a:pt x="95050" y="82"/>
                  </a:lnTo>
                  <a:lnTo>
                    <a:pt x="193" y="134707"/>
                  </a:lnTo>
                  <a:lnTo>
                    <a:pt x="193" y="154068"/>
                  </a:lnTo>
                  <a:lnTo>
                    <a:pt x="85081" y="154068"/>
                  </a:lnTo>
                  <a:lnTo>
                    <a:pt x="85081" y="204590"/>
                  </a:lnTo>
                  <a:lnTo>
                    <a:pt x="108342" y="204590"/>
                  </a:lnTo>
                  <a:lnTo>
                    <a:pt x="108342" y="154068"/>
                  </a:lnTo>
                  <a:lnTo>
                    <a:pt x="139156" y="154068"/>
                  </a:lnTo>
                  <a:lnTo>
                    <a:pt x="139156" y="134707"/>
                  </a:lnTo>
                  <a:close/>
                  <a:moveTo>
                    <a:pt x="84779" y="134707"/>
                  </a:moveTo>
                  <a:lnTo>
                    <a:pt x="12276" y="134707"/>
                  </a:lnTo>
                  <a:lnTo>
                    <a:pt x="84779" y="30940"/>
                  </a:lnTo>
                  <a:lnTo>
                    <a:pt x="84779" y="13470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E5773EAA-21F6-06FD-127E-979826E33B67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0758122" y="4707842"/>
              <a:ext cx="138963" cy="204508"/>
            </a:xfrm>
            <a:custGeom>
              <a:avLst/>
              <a:gdLst>
                <a:gd name="connsiteX0" fmla="*/ 139180 w 138963"/>
                <a:gd name="connsiteY0" fmla="*/ 134707 h 204508"/>
                <a:gd name="connsiteX1" fmla="*/ 108366 w 138963"/>
                <a:gd name="connsiteY1" fmla="*/ 134707 h 204508"/>
                <a:gd name="connsiteX2" fmla="*/ 108366 w 138963"/>
                <a:gd name="connsiteY2" fmla="*/ 82 h 204508"/>
                <a:gd name="connsiteX3" fmla="*/ 95074 w 138963"/>
                <a:gd name="connsiteY3" fmla="*/ 82 h 204508"/>
                <a:gd name="connsiteX4" fmla="*/ 216 w 138963"/>
                <a:gd name="connsiteY4" fmla="*/ 134707 h 204508"/>
                <a:gd name="connsiteX5" fmla="*/ 216 w 138963"/>
                <a:gd name="connsiteY5" fmla="*/ 154068 h 204508"/>
                <a:gd name="connsiteX6" fmla="*/ 85105 w 138963"/>
                <a:gd name="connsiteY6" fmla="*/ 154068 h 204508"/>
                <a:gd name="connsiteX7" fmla="*/ 85105 w 138963"/>
                <a:gd name="connsiteY7" fmla="*/ 204590 h 204508"/>
                <a:gd name="connsiteX8" fmla="*/ 108366 w 138963"/>
                <a:gd name="connsiteY8" fmla="*/ 204590 h 204508"/>
                <a:gd name="connsiteX9" fmla="*/ 108366 w 138963"/>
                <a:gd name="connsiteY9" fmla="*/ 154068 h 204508"/>
                <a:gd name="connsiteX10" fmla="*/ 139180 w 138963"/>
                <a:gd name="connsiteY10" fmla="*/ 154068 h 204508"/>
                <a:gd name="connsiteX11" fmla="*/ 139180 w 138963"/>
                <a:gd name="connsiteY11" fmla="*/ 134707 h 204508"/>
                <a:gd name="connsiteX12" fmla="*/ 84803 w 138963"/>
                <a:gd name="connsiteY12" fmla="*/ 134707 h 204508"/>
                <a:gd name="connsiteX13" fmla="*/ 12300 w 138963"/>
                <a:gd name="connsiteY13" fmla="*/ 134707 h 204508"/>
                <a:gd name="connsiteX14" fmla="*/ 84803 w 138963"/>
                <a:gd name="connsiteY14" fmla="*/ 30940 h 204508"/>
                <a:gd name="connsiteX15" fmla="*/ 84803 w 138963"/>
                <a:gd name="connsiteY15" fmla="*/ 13470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3" h="204508">
                  <a:moveTo>
                    <a:pt x="139180" y="134707"/>
                  </a:moveTo>
                  <a:lnTo>
                    <a:pt x="108366" y="134707"/>
                  </a:lnTo>
                  <a:lnTo>
                    <a:pt x="108366" y="82"/>
                  </a:lnTo>
                  <a:lnTo>
                    <a:pt x="95074" y="82"/>
                  </a:lnTo>
                  <a:lnTo>
                    <a:pt x="216" y="134707"/>
                  </a:lnTo>
                  <a:lnTo>
                    <a:pt x="216" y="154068"/>
                  </a:lnTo>
                  <a:lnTo>
                    <a:pt x="85105" y="154068"/>
                  </a:lnTo>
                  <a:lnTo>
                    <a:pt x="85105" y="204590"/>
                  </a:lnTo>
                  <a:lnTo>
                    <a:pt x="108366" y="204590"/>
                  </a:lnTo>
                  <a:lnTo>
                    <a:pt x="108366" y="154068"/>
                  </a:lnTo>
                  <a:lnTo>
                    <a:pt x="139180" y="154068"/>
                  </a:lnTo>
                  <a:lnTo>
                    <a:pt x="139180" y="134707"/>
                  </a:lnTo>
                  <a:close/>
                  <a:moveTo>
                    <a:pt x="84803" y="134707"/>
                  </a:moveTo>
                  <a:lnTo>
                    <a:pt x="12300" y="134707"/>
                  </a:lnTo>
                  <a:lnTo>
                    <a:pt x="84803" y="30940"/>
                  </a:lnTo>
                  <a:lnTo>
                    <a:pt x="84803" y="13470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9C4F70F-3F51-4011-D203-E712A0B13F52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0932091" y="4880282"/>
              <a:ext cx="32022" cy="32067"/>
            </a:xfrm>
            <a:custGeom>
              <a:avLst/>
              <a:gdLst>
                <a:gd name="connsiteX0" fmla="*/ 32243 w 32022"/>
                <a:gd name="connsiteY0" fmla="*/ 16116 h 32067"/>
                <a:gd name="connsiteX1" fmla="*/ 16232 w 32022"/>
                <a:gd name="connsiteY1" fmla="*/ 82 h 32067"/>
                <a:gd name="connsiteX2" fmla="*/ 221 w 32022"/>
                <a:gd name="connsiteY2" fmla="*/ 16116 h 32067"/>
                <a:gd name="connsiteX3" fmla="*/ 16232 w 32022"/>
                <a:gd name="connsiteY3" fmla="*/ 32150 h 32067"/>
                <a:gd name="connsiteX4" fmla="*/ 32243 w 32022"/>
                <a:gd name="connsiteY4" fmla="*/ 16116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2" h="32067">
                  <a:moveTo>
                    <a:pt x="32243" y="16116"/>
                  </a:moveTo>
                  <a:cubicBezTo>
                    <a:pt x="32243" y="7343"/>
                    <a:pt x="24993" y="82"/>
                    <a:pt x="16232" y="82"/>
                  </a:cubicBezTo>
                  <a:cubicBezTo>
                    <a:pt x="7472" y="82"/>
                    <a:pt x="221" y="7343"/>
                    <a:pt x="221" y="16116"/>
                  </a:cubicBezTo>
                  <a:cubicBezTo>
                    <a:pt x="221" y="24889"/>
                    <a:pt x="7472" y="32150"/>
                    <a:pt x="16232" y="32150"/>
                  </a:cubicBezTo>
                  <a:cubicBezTo>
                    <a:pt x="24993" y="32150"/>
                    <a:pt x="32243" y="24889"/>
                    <a:pt x="32243" y="16116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46597D5-C4DB-6200-21C4-C0CAD833FB84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1000373" y="4705422"/>
              <a:ext cx="131109" cy="211163"/>
            </a:xfrm>
            <a:custGeom>
              <a:avLst/>
              <a:gdLst>
                <a:gd name="connsiteX0" fmla="*/ 124687 w 131109"/>
                <a:gd name="connsiteY0" fmla="*/ 82 h 211163"/>
                <a:gd name="connsiteX1" fmla="*/ 50674 w 131109"/>
                <a:gd name="connsiteY1" fmla="*/ 24284 h 211163"/>
                <a:gd name="connsiteX2" fmla="*/ 224 w 131109"/>
                <a:gd name="connsiteY2" fmla="*/ 122605 h 211163"/>
                <a:gd name="connsiteX3" fmla="*/ 21371 w 131109"/>
                <a:gd name="connsiteY3" fmla="*/ 190674 h 211163"/>
                <a:gd name="connsiteX4" fmla="*/ 67893 w 131109"/>
                <a:gd name="connsiteY4" fmla="*/ 211246 h 211163"/>
                <a:gd name="connsiteX5" fmla="*/ 131333 w 131109"/>
                <a:gd name="connsiteY5" fmla="*/ 140757 h 211163"/>
                <a:gd name="connsiteX6" fmla="*/ 74539 w 131109"/>
                <a:gd name="connsiteY6" fmla="*/ 77529 h 211163"/>
                <a:gd name="connsiteX7" fmla="*/ 35871 w 131109"/>
                <a:gd name="connsiteY7" fmla="*/ 91143 h 211163"/>
                <a:gd name="connsiteX8" fmla="*/ 125291 w 131109"/>
                <a:gd name="connsiteY8" fmla="*/ 4923 h 211163"/>
                <a:gd name="connsiteX9" fmla="*/ 124687 w 131109"/>
                <a:gd name="connsiteY9" fmla="*/ 82 h 211163"/>
                <a:gd name="connsiteX10" fmla="*/ 63060 w 131109"/>
                <a:gd name="connsiteY10" fmla="*/ 91445 h 211163"/>
                <a:gd name="connsiteX11" fmla="*/ 104145 w 131109"/>
                <a:gd name="connsiteY11" fmla="*/ 151043 h 211163"/>
                <a:gd name="connsiteX12" fmla="*/ 71216 w 131109"/>
                <a:gd name="connsiteY12" fmla="*/ 202775 h 211163"/>
                <a:gd name="connsiteX13" fmla="*/ 28319 w 131109"/>
                <a:gd name="connsiteY13" fmla="*/ 127446 h 211163"/>
                <a:gd name="connsiteX14" fmla="*/ 36778 w 131109"/>
                <a:gd name="connsiteY14" fmla="*/ 99008 h 211163"/>
                <a:gd name="connsiteX15" fmla="*/ 63060 w 131109"/>
                <a:gd name="connsiteY15" fmla="*/ 91445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09" h="211163">
                  <a:moveTo>
                    <a:pt x="124687" y="82"/>
                  </a:moveTo>
                  <a:cubicBezTo>
                    <a:pt x="90248" y="3107"/>
                    <a:pt x="72727" y="8855"/>
                    <a:pt x="50674" y="24284"/>
                  </a:cubicBezTo>
                  <a:cubicBezTo>
                    <a:pt x="18048" y="47579"/>
                    <a:pt x="224" y="82067"/>
                    <a:pt x="224" y="122605"/>
                  </a:cubicBezTo>
                  <a:cubicBezTo>
                    <a:pt x="224" y="148925"/>
                    <a:pt x="8381" y="175548"/>
                    <a:pt x="21371" y="190674"/>
                  </a:cubicBezTo>
                  <a:cubicBezTo>
                    <a:pt x="32850" y="203985"/>
                    <a:pt x="49163" y="211246"/>
                    <a:pt x="67893" y="211246"/>
                  </a:cubicBezTo>
                  <a:cubicBezTo>
                    <a:pt x="105353" y="211246"/>
                    <a:pt x="131333" y="182506"/>
                    <a:pt x="131333" y="140757"/>
                  </a:cubicBezTo>
                  <a:cubicBezTo>
                    <a:pt x="131333" y="102034"/>
                    <a:pt x="109280" y="77529"/>
                    <a:pt x="74539" y="77529"/>
                  </a:cubicBezTo>
                  <a:cubicBezTo>
                    <a:pt x="61247" y="77529"/>
                    <a:pt x="54903" y="79647"/>
                    <a:pt x="35871" y="91143"/>
                  </a:cubicBezTo>
                  <a:cubicBezTo>
                    <a:pt x="44028" y="45461"/>
                    <a:pt x="77862" y="12788"/>
                    <a:pt x="125291" y="4923"/>
                  </a:cubicBezTo>
                  <a:lnTo>
                    <a:pt x="124687" y="82"/>
                  </a:lnTo>
                  <a:close/>
                  <a:moveTo>
                    <a:pt x="63060" y="91445"/>
                  </a:moveTo>
                  <a:cubicBezTo>
                    <a:pt x="89040" y="91445"/>
                    <a:pt x="104145" y="113227"/>
                    <a:pt x="104145" y="151043"/>
                  </a:cubicBezTo>
                  <a:cubicBezTo>
                    <a:pt x="104145" y="184321"/>
                    <a:pt x="92363" y="202775"/>
                    <a:pt x="71216" y="202775"/>
                  </a:cubicBezTo>
                  <a:cubicBezTo>
                    <a:pt x="44632" y="202775"/>
                    <a:pt x="28319" y="174338"/>
                    <a:pt x="28319" y="127446"/>
                  </a:cubicBezTo>
                  <a:cubicBezTo>
                    <a:pt x="28319" y="112017"/>
                    <a:pt x="30736" y="103546"/>
                    <a:pt x="36778" y="99008"/>
                  </a:cubicBezTo>
                  <a:cubicBezTo>
                    <a:pt x="43122" y="94168"/>
                    <a:pt x="52486" y="91445"/>
                    <a:pt x="63060" y="91445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6FB7DF1-09F9-0259-66CB-CFA8577ECF3E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1151382" y="4704212"/>
              <a:ext cx="122650" cy="212373"/>
            </a:xfrm>
            <a:custGeom>
              <a:avLst/>
              <a:gdLst>
                <a:gd name="connsiteX0" fmla="*/ 45241 w 122650"/>
                <a:gd name="connsiteY0" fmla="*/ 31847 h 212373"/>
                <a:gd name="connsiteX1" fmla="*/ 104452 w 122650"/>
                <a:gd name="connsiteY1" fmla="*/ 31847 h 212373"/>
                <a:gd name="connsiteX2" fmla="*/ 111400 w 122650"/>
                <a:gd name="connsiteY2" fmla="*/ 29125 h 212373"/>
                <a:gd name="connsiteX3" fmla="*/ 122880 w 122650"/>
                <a:gd name="connsiteY3" fmla="*/ 2200 h 212373"/>
                <a:gd name="connsiteX4" fmla="*/ 120161 w 122650"/>
                <a:gd name="connsiteY4" fmla="*/ 82 h 212373"/>
                <a:gd name="connsiteX5" fmla="*/ 106264 w 122650"/>
                <a:gd name="connsiteY5" fmla="*/ 7948 h 212373"/>
                <a:gd name="connsiteX6" fmla="*/ 43127 w 122650"/>
                <a:gd name="connsiteY6" fmla="*/ 7948 h 212373"/>
                <a:gd name="connsiteX7" fmla="*/ 10198 w 122650"/>
                <a:gd name="connsiteY7" fmla="*/ 79647 h 212373"/>
                <a:gd name="connsiteX8" fmla="*/ 9896 w 122650"/>
                <a:gd name="connsiteY8" fmla="*/ 81159 h 212373"/>
                <a:gd name="connsiteX9" fmla="*/ 13521 w 122650"/>
                <a:gd name="connsiteY9" fmla="*/ 83579 h 212373"/>
                <a:gd name="connsiteX10" fmla="*/ 47658 w 122650"/>
                <a:gd name="connsiteY10" fmla="*/ 89630 h 212373"/>
                <a:gd name="connsiteX11" fmla="*/ 98410 w 122650"/>
                <a:gd name="connsiteY11" fmla="*/ 149530 h 212373"/>
                <a:gd name="connsiteX12" fmla="*/ 56419 w 122650"/>
                <a:gd name="connsiteY12" fmla="*/ 201262 h 212373"/>
                <a:gd name="connsiteX13" fmla="*/ 36178 w 122650"/>
                <a:gd name="connsiteY13" fmla="*/ 192489 h 212373"/>
                <a:gd name="connsiteX14" fmla="*/ 13219 w 122650"/>
                <a:gd name="connsiteY14" fmla="*/ 182506 h 212373"/>
                <a:gd name="connsiteX15" fmla="*/ 229 w 122650"/>
                <a:gd name="connsiteY15" fmla="*/ 193699 h 212373"/>
                <a:gd name="connsiteX16" fmla="*/ 37085 w 122650"/>
                <a:gd name="connsiteY16" fmla="*/ 212456 h 212373"/>
                <a:gd name="connsiteX17" fmla="*/ 99316 w 122650"/>
                <a:gd name="connsiteY17" fmla="*/ 188859 h 212373"/>
                <a:gd name="connsiteX18" fmla="*/ 119556 w 122650"/>
                <a:gd name="connsiteY18" fmla="*/ 135009 h 212373"/>
                <a:gd name="connsiteX19" fmla="*/ 98712 w 122650"/>
                <a:gd name="connsiteY19" fmla="*/ 84185 h 212373"/>
                <a:gd name="connsiteX20" fmla="*/ 32553 w 122650"/>
                <a:gd name="connsiteY20" fmla="*/ 57562 h 212373"/>
                <a:gd name="connsiteX21" fmla="*/ 45241 w 122650"/>
                <a:gd name="connsiteY21" fmla="*/ 31847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50" h="212373">
                  <a:moveTo>
                    <a:pt x="45241" y="31847"/>
                  </a:moveTo>
                  <a:lnTo>
                    <a:pt x="104452" y="31847"/>
                  </a:lnTo>
                  <a:cubicBezTo>
                    <a:pt x="109285" y="31847"/>
                    <a:pt x="110494" y="31242"/>
                    <a:pt x="111400" y="29125"/>
                  </a:cubicBezTo>
                  <a:lnTo>
                    <a:pt x="122880" y="2200"/>
                  </a:lnTo>
                  <a:lnTo>
                    <a:pt x="120161" y="82"/>
                  </a:lnTo>
                  <a:cubicBezTo>
                    <a:pt x="115629" y="6435"/>
                    <a:pt x="112608" y="7948"/>
                    <a:pt x="106264" y="7948"/>
                  </a:cubicBezTo>
                  <a:lnTo>
                    <a:pt x="43127" y="7948"/>
                  </a:lnTo>
                  <a:lnTo>
                    <a:pt x="10198" y="79647"/>
                  </a:lnTo>
                  <a:cubicBezTo>
                    <a:pt x="9896" y="80252"/>
                    <a:pt x="9896" y="80554"/>
                    <a:pt x="9896" y="81159"/>
                  </a:cubicBezTo>
                  <a:cubicBezTo>
                    <a:pt x="9896" y="82672"/>
                    <a:pt x="11104" y="83579"/>
                    <a:pt x="13521" y="83579"/>
                  </a:cubicBezTo>
                  <a:cubicBezTo>
                    <a:pt x="23188" y="83579"/>
                    <a:pt x="35272" y="85697"/>
                    <a:pt x="47658" y="89630"/>
                  </a:cubicBezTo>
                  <a:cubicBezTo>
                    <a:pt x="82399" y="100824"/>
                    <a:pt x="98410" y="119580"/>
                    <a:pt x="98410" y="149530"/>
                  </a:cubicBezTo>
                  <a:cubicBezTo>
                    <a:pt x="98410" y="178573"/>
                    <a:pt x="79982" y="201262"/>
                    <a:pt x="56419" y="201262"/>
                  </a:cubicBezTo>
                  <a:cubicBezTo>
                    <a:pt x="50377" y="201262"/>
                    <a:pt x="45241" y="199145"/>
                    <a:pt x="36178" y="192489"/>
                  </a:cubicBezTo>
                  <a:cubicBezTo>
                    <a:pt x="26511" y="185531"/>
                    <a:pt x="19563" y="182506"/>
                    <a:pt x="13219" y="182506"/>
                  </a:cubicBezTo>
                  <a:cubicBezTo>
                    <a:pt x="4458" y="182506"/>
                    <a:pt x="229" y="186136"/>
                    <a:pt x="229" y="193699"/>
                  </a:cubicBezTo>
                  <a:cubicBezTo>
                    <a:pt x="229" y="205195"/>
                    <a:pt x="14428" y="212456"/>
                    <a:pt x="37085" y="212456"/>
                  </a:cubicBezTo>
                  <a:cubicBezTo>
                    <a:pt x="62461" y="212456"/>
                    <a:pt x="84211" y="204288"/>
                    <a:pt x="99316" y="188859"/>
                  </a:cubicBezTo>
                  <a:cubicBezTo>
                    <a:pt x="113212" y="175245"/>
                    <a:pt x="119556" y="158001"/>
                    <a:pt x="119556" y="135009"/>
                  </a:cubicBezTo>
                  <a:cubicBezTo>
                    <a:pt x="119556" y="113227"/>
                    <a:pt x="113817" y="99311"/>
                    <a:pt x="98712" y="84185"/>
                  </a:cubicBezTo>
                  <a:cubicBezTo>
                    <a:pt x="85420" y="70873"/>
                    <a:pt x="68200" y="63915"/>
                    <a:pt x="32553" y="57562"/>
                  </a:cubicBezTo>
                  <a:lnTo>
                    <a:pt x="45241" y="3184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A946DF1-C17F-A408-6E8B-DDB77B3445F9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1296954" y="4707842"/>
              <a:ext cx="138963" cy="204508"/>
            </a:xfrm>
            <a:custGeom>
              <a:avLst/>
              <a:gdLst>
                <a:gd name="connsiteX0" fmla="*/ 139198 w 138963"/>
                <a:gd name="connsiteY0" fmla="*/ 134707 h 204508"/>
                <a:gd name="connsiteX1" fmla="*/ 108384 w 138963"/>
                <a:gd name="connsiteY1" fmla="*/ 134707 h 204508"/>
                <a:gd name="connsiteX2" fmla="*/ 108384 w 138963"/>
                <a:gd name="connsiteY2" fmla="*/ 82 h 204508"/>
                <a:gd name="connsiteX3" fmla="*/ 95092 w 138963"/>
                <a:gd name="connsiteY3" fmla="*/ 82 h 204508"/>
                <a:gd name="connsiteX4" fmla="*/ 234 w 138963"/>
                <a:gd name="connsiteY4" fmla="*/ 134707 h 204508"/>
                <a:gd name="connsiteX5" fmla="*/ 234 w 138963"/>
                <a:gd name="connsiteY5" fmla="*/ 154068 h 204508"/>
                <a:gd name="connsiteX6" fmla="*/ 85123 w 138963"/>
                <a:gd name="connsiteY6" fmla="*/ 154068 h 204508"/>
                <a:gd name="connsiteX7" fmla="*/ 85123 w 138963"/>
                <a:gd name="connsiteY7" fmla="*/ 204590 h 204508"/>
                <a:gd name="connsiteX8" fmla="*/ 108384 w 138963"/>
                <a:gd name="connsiteY8" fmla="*/ 204590 h 204508"/>
                <a:gd name="connsiteX9" fmla="*/ 108384 w 138963"/>
                <a:gd name="connsiteY9" fmla="*/ 154068 h 204508"/>
                <a:gd name="connsiteX10" fmla="*/ 139198 w 138963"/>
                <a:gd name="connsiteY10" fmla="*/ 154068 h 204508"/>
                <a:gd name="connsiteX11" fmla="*/ 139198 w 138963"/>
                <a:gd name="connsiteY11" fmla="*/ 134707 h 204508"/>
                <a:gd name="connsiteX12" fmla="*/ 84821 w 138963"/>
                <a:gd name="connsiteY12" fmla="*/ 134707 h 204508"/>
                <a:gd name="connsiteX13" fmla="*/ 12318 w 138963"/>
                <a:gd name="connsiteY13" fmla="*/ 134707 h 204508"/>
                <a:gd name="connsiteX14" fmla="*/ 84821 w 138963"/>
                <a:gd name="connsiteY14" fmla="*/ 30940 h 204508"/>
                <a:gd name="connsiteX15" fmla="*/ 84821 w 138963"/>
                <a:gd name="connsiteY15" fmla="*/ 13470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3" h="204508">
                  <a:moveTo>
                    <a:pt x="139198" y="134707"/>
                  </a:moveTo>
                  <a:lnTo>
                    <a:pt x="108384" y="134707"/>
                  </a:lnTo>
                  <a:lnTo>
                    <a:pt x="108384" y="82"/>
                  </a:lnTo>
                  <a:lnTo>
                    <a:pt x="95092" y="82"/>
                  </a:lnTo>
                  <a:lnTo>
                    <a:pt x="234" y="134707"/>
                  </a:lnTo>
                  <a:lnTo>
                    <a:pt x="234" y="154068"/>
                  </a:lnTo>
                  <a:lnTo>
                    <a:pt x="85123" y="154068"/>
                  </a:lnTo>
                  <a:lnTo>
                    <a:pt x="85123" y="204590"/>
                  </a:lnTo>
                  <a:lnTo>
                    <a:pt x="108384" y="204590"/>
                  </a:lnTo>
                  <a:lnTo>
                    <a:pt x="108384" y="154068"/>
                  </a:lnTo>
                  <a:lnTo>
                    <a:pt x="139198" y="154068"/>
                  </a:lnTo>
                  <a:lnTo>
                    <a:pt x="139198" y="134707"/>
                  </a:lnTo>
                  <a:close/>
                  <a:moveTo>
                    <a:pt x="84821" y="134707"/>
                  </a:moveTo>
                  <a:lnTo>
                    <a:pt x="12318" y="134707"/>
                  </a:lnTo>
                  <a:lnTo>
                    <a:pt x="84821" y="30940"/>
                  </a:lnTo>
                  <a:lnTo>
                    <a:pt x="84821" y="13470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1A93B380-1DB0-5DAB-46C1-D813A7A2924A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9764449" y="5072236"/>
              <a:ext cx="138963" cy="204508"/>
            </a:xfrm>
            <a:custGeom>
              <a:avLst/>
              <a:gdLst>
                <a:gd name="connsiteX0" fmla="*/ 139147 w 138963"/>
                <a:gd name="connsiteY0" fmla="*/ 134718 h 204508"/>
                <a:gd name="connsiteX1" fmla="*/ 108334 w 138963"/>
                <a:gd name="connsiteY1" fmla="*/ 134718 h 204508"/>
                <a:gd name="connsiteX2" fmla="*/ 108334 w 138963"/>
                <a:gd name="connsiteY2" fmla="*/ 94 h 204508"/>
                <a:gd name="connsiteX3" fmla="*/ 95041 w 138963"/>
                <a:gd name="connsiteY3" fmla="*/ 94 h 204508"/>
                <a:gd name="connsiteX4" fmla="*/ 184 w 138963"/>
                <a:gd name="connsiteY4" fmla="*/ 134718 h 204508"/>
                <a:gd name="connsiteX5" fmla="*/ 184 w 138963"/>
                <a:gd name="connsiteY5" fmla="*/ 154080 h 204508"/>
                <a:gd name="connsiteX6" fmla="*/ 85072 w 138963"/>
                <a:gd name="connsiteY6" fmla="*/ 154080 h 204508"/>
                <a:gd name="connsiteX7" fmla="*/ 85072 w 138963"/>
                <a:gd name="connsiteY7" fmla="*/ 204602 h 204508"/>
                <a:gd name="connsiteX8" fmla="*/ 108334 w 138963"/>
                <a:gd name="connsiteY8" fmla="*/ 204602 h 204508"/>
                <a:gd name="connsiteX9" fmla="*/ 108334 w 138963"/>
                <a:gd name="connsiteY9" fmla="*/ 154080 h 204508"/>
                <a:gd name="connsiteX10" fmla="*/ 139147 w 138963"/>
                <a:gd name="connsiteY10" fmla="*/ 154080 h 204508"/>
                <a:gd name="connsiteX11" fmla="*/ 139147 w 138963"/>
                <a:gd name="connsiteY11" fmla="*/ 134718 h 204508"/>
                <a:gd name="connsiteX12" fmla="*/ 84770 w 138963"/>
                <a:gd name="connsiteY12" fmla="*/ 134718 h 204508"/>
                <a:gd name="connsiteX13" fmla="*/ 12267 w 138963"/>
                <a:gd name="connsiteY13" fmla="*/ 134718 h 204508"/>
                <a:gd name="connsiteX14" fmla="*/ 84770 w 138963"/>
                <a:gd name="connsiteY14" fmla="*/ 30952 h 204508"/>
                <a:gd name="connsiteX15" fmla="*/ 84770 w 138963"/>
                <a:gd name="connsiteY15" fmla="*/ 134718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3" h="204508">
                  <a:moveTo>
                    <a:pt x="139147" y="134718"/>
                  </a:moveTo>
                  <a:lnTo>
                    <a:pt x="108334" y="134718"/>
                  </a:lnTo>
                  <a:lnTo>
                    <a:pt x="108334" y="94"/>
                  </a:lnTo>
                  <a:lnTo>
                    <a:pt x="95041" y="94"/>
                  </a:lnTo>
                  <a:lnTo>
                    <a:pt x="184" y="134718"/>
                  </a:lnTo>
                  <a:lnTo>
                    <a:pt x="184" y="154080"/>
                  </a:lnTo>
                  <a:lnTo>
                    <a:pt x="85072" y="154080"/>
                  </a:lnTo>
                  <a:lnTo>
                    <a:pt x="85072" y="204602"/>
                  </a:lnTo>
                  <a:lnTo>
                    <a:pt x="108334" y="204602"/>
                  </a:lnTo>
                  <a:lnTo>
                    <a:pt x="108334" y="154080"/>
                  </a:lnTo>
                  <a:lnTo>
                    <a:pt x="139147" y="154080"/>
                  </a:lnTo>
                  <a:lnTo>
                    <a:pt x="139147" y="134718"/>
                  </a:lnTo>
                  <a:close/>
                  <a:moveTo>
                    <a:pt x="84770" y="134718"/>
                  </a:moveTo>
                  <a:lnTo>
                    <a:pt x="12267" y="134718"/>
                  </a:lnTo>
                  <a:lnTo>
                    <a:pt x="84770" y="30952"/>
                  </a:lnTo>
                  <a:lnTo>
                    <a:pt x="84770" y="134718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DDC7F14-0A26-7FAE-6636-084981E00B7F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9938417" y="5244676"/>
              <a:ext cx="32022" cy="32067"/>
            </a:xfrm>
            <a:custGeom>
              <a:avLst/>
              <a:gdLst>
                <a:gd name="connsiteX0" fmla="*/ 32211 w 32022"/>
                <a:gd name="connsiteY0" fmla="*/ 16128 h 32067"/>
                <a:gd name="connsiteX1" fmla="*/ 16200 w 32022"/>
                <a:gd name="connsiteY1" fmla="*/ 94 h 32067"/>
                <a:gd name="connsiteX2" fmla="*/ 189 w 32022"/>
                <a:gd name="connsiteY2" fmla="*/ 16128 h 32067"/>
                <a:gd name="connsiteX3" fmla="*/ 16200 w 32022"/>
                <a:gd name="connsiteY3" fmla="*/ 32162 h 32067"/>
                <a:gd name="connsiteX4" fmla="*/ 32211 w 32022"/>
                <a:gd name="connsiteY4" fmla="*/ 16128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2" h="32067">
                  <a:moveTo>
                    <a:pt x="32211" y="16128"/>
                  </a:moveTo>
                  <a:cubicBezTo>
                    <a:pt x="32211" y="7355"/>
                    <a:pt x="24960" y="94"/>
                    <a:pt x="16200" y="94"/>
                  </a:cubicBezTo>
                  <a:cubicBezTo>
                    <a:pt x="7439" y="94"/>
                    <a:pt x="189" y="7355"/>
                    <a:pt x="189" y="16128"/>
                  </a:cubicBezTo>
                  <a:cubicBezTo>
                    <a:pt x="189" y="24901"/>
                    <a:pt x="7439" y="32162"/>
                    <a:pt x="16200" y="32162"/>
                  </a:cubicBezTo>
                  <a:cubicBezTo>
                    <a:pt x="24960" y="32162"/>
                    <a:pt x="32211" y="24901"/>
                    <a:pt x="32211" y="16128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8D90166-E01F-1EA9-F718-FF52C712236C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0006699" y="5069815"/>
              <a:ext cx="131109" cy="211163"/>
            </a:xfrm>
            <a:custGeom>
              <a:avLst/>
              <a:gdLst>
                <a:gd name="connsiteX0" fmla="*/ 124654 w 131109"/>
                <a:gd name="connsiteY0" fmla="*/ 94 h 211163"/>
                <a:gd name="connsiteX1" fmla="*/ 50641 w 131109"/>
                <a:gd name="connsiteY1" fmla="*/ 24296 h 211163"/>
                <a:gd name="connsiteX2" fmla="*/ 191 w 131109"/>
                <a:gd name="connsiteY2" fmla="*/ 122617 h 211163"/>
                <a:gd name="connsiteX3" fmla="*/ 21338 w 131109"/>
                <a:gd name="connsiteY3" fmla="*/ 190686 h 211163"/>
                <a:gd name="connsiteX4" fmla="*/ 67861 w 131109"/>
                <a:gd name="connsiteY4" fmla="*/ 211258 h 211163"/>
                <a:gd name="connsiteX5" fmla="*/ 131301 w 131109"/>
                <a:gd name="connsiteY5" fmla="*/ 140769 h 211163"/>
                <a:gd name="connsiteX6" fmla="*/ 74507 w 131109"/>
                <a:gd name="connsiteY6" fmla="*/ 77541 h 211163"/>
                <a:gd name="connsiteX7" fmla="*/ 35839 w 131109"/>
                <a:gd name="connsiteY7" fmla="*/ 91155 h 211163"/>
                <a:gd name="connsiteX8" fmla="*/ 125259 w 131109"/>
                <a:gd name="connsiteY8" fmla="*/ 4934 h 211163"/>
                <a:gd name="connsiteX9" fmla="*/ 124654 w 131109"/>
                <a:gd name="connsiteY9" fmla="*/ 94 h 211163"/>
                <a:gd name="connsiteX10" fmla="*/ 63027 w 131109"/>
                <a:gd name="connsiteY10" fmla="*/ 91457 h 211163"/>
                <a:gd name="connsiteX11" fmla="*/ 104112 w 131109"/>
                <a:gd name="connsiteY11" fmla="*/ 151055 h 211163"/>
                <a:gd name="connsiteX12" fmla="*/ 71184 w 131109"/>
                <a:gd name="connsiteY12" fmla="*/ 202787 h 211163"/>
                <a:gd name="connsiteX13" fmla="*/ 28286 w 131109"/>
                <a:gd name="connsiteY13" fmla="*/ 127458 h 211163"/>
                <a:gd name="connsiteX14" fmla="*/ 36745 w 131109"/>
                <a:gd name="connsiteY14" fmla="*/ 99020 h 211163"/>
                <a:gd name="connsiteX15" fmla="*/ 63027 w 131109"/>
                <a:gd name="connsiteY15" fmla="*/ 91457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09" h="211163">
                  <a:moveTo>
                    <a:pt x="124654" y="94"/>
                  </a:moveTo>
                  <a:cubicBezTo>
                    <a:pt x="90216" y="3119"/>
                    <a:pt x="72694" y="8867"/>
                    <a:pt x="50641" y="24296"/>
                  </a:cubicBezTo>
                  <a:cubicBezTo>
                    <a:pt x="18015" y="47591"/>
                    <a:pt x="191" y="82079"/>
                    <a:pt x="191" y="122617"/>
                  </a:cubicBezTo>
                  <a:cubicBezTo>
                    <a:pt x="191" y="148937"/>
                    <a:pt x="8348" y="175560"/>
                    <a:pt x="21338" y="190686"/>
                  </a:cubicBezTo>
                  <a:cubicBezTo>
                    <a:pt x="32818" y="203997"/>
                    <a:pt x="49131" y="211258"/>
                    <a:pt x="67861" y="211258"/>
                  </a:cubicBezTo>
                  <a:cubicBezTo>
                    <a:pt x="105320" y="211258"/>
                    <a:pt x="131301" y="182518"/>
                    <a:pt x="131301" y="140769"/>
                  </a:cubicBezTo>
                  <a:cubicBezTo>
                    <a:pt x="131301" y="102046"/>
                    <a:pt x="109248" y="77541"/>
                    <a:pt x="74507" y="77541"/>
                  </a:cubicBezTo>
                  <a:cubicBezTo>
                    <a:pt x="61215" y="77541"/>
                    <a:pt x="54871" y="79659"/>
                    <a:pt x="35839" y="91155"/>
                  </a:cubicBezTo>
                  <a:cubicBezTo>
                    <a:pt x="43995" y="45473"/>
                    <a:pt x="77830" y="12800"/>
                    <a:pt x="125259" y="4934"/>
                  </a:cubicBezTo>
                  <a:lnTo>
                    <a:pt x="124654" y="94"/>
                  </a:lnTo>
                  <a:close/>
                  <a:moveTo>
                    <a:pt x="63027" y="91457"/>
                  </a:moveTo>
                  <a:cubicBezTo>
                    <a:pt x="89007" y="91457"/>
                    <a:pt x="104112" y="113239"/>
                    <a:pt x="104112" y="151055"/>
                  </a:cubicBezTo>
                  <a:cubicBezTo>
                    <a:pt x="104112" y="184333"/>
                    <a:pt x="92330" y="202787"/>
                    <a:pt x="71184" y="202787"/>
                  </a:cubicBezTo>
                  <a:cubicBezTo>
                    <a:pt x="44599" y="202787"/>
                    <a:pt x="28286" y="174350"/>
                    <a:pt x="28286" y="127458"/>
                  </a:cubicBezTo>
                  <a:cubicBezTo>
                    <a:pt x="28286" y="112029"/>
                    <a:pt x="30703" y="103558"/>
                    <a:pt x="36745" y="99020"/>
                  </a:cubicBezTo>
                  <a:cubicBezTo>
                    <a:pt x="43089" y="94180"/>
                    <a:pt x="52454" y="91457"/>
                    <a:pt x="63027" y="91457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4565BBB1-C7DA-EEB5-1C4F-AF64C2C95221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0157709" y="5068605"/>
              <a:ext cx="122650" cy="212373"/>
            </a:xfrm>
            <a:custGeom>
              <a:avLst/>
              <a:gdLst>
                <a:gd name="connsiteX0" fmla="*/ 45209 w 122650"/>
                <a:gd name="connsiteY0" fmla="*/ 31859 h 212373"/>
                <a:gd name="connsiteX1" fmla="*/ 104419 w 122650"/>
                <a:gd name="connsiteY1" fmla="*/ 31859 h 212373"/>
                <a:gd name="connsiteX2" fmla="*/ 111367 w 122650"/>
                <a:gd name="connsiteY2" fmla="*/ 29137 h 212373"/>
                <a:gd name="connsiteX3" fmla="*/ 122847 w 122650"/>
                <a:gd name="connsiteY3" fmla="*/ 2212 h 212373"/>
                <a:gd name="connsiteX4" fmla="*/ 120128 w 122650"/>
                <a:gd name="connsiteY4" fmla="*/ 94 h 212373"/>
                <a:gd name="connsiteX5" fmla="*/ 106232 w 122650"/>
                <a:gd name="connsiteY5" fmla="*/ 7960 h 212373"/>
                <a:gd name="connsiteX6" fmla="*/ 43094 w 122650"/>
                <a:gd name="connsiteY6" fmla="*/ 7960 h 212373"/>
                <a:gd name="connsiteX7" fmla="*/ 10166 w 122650"/>
                <a:gd name="connsiteY7" fmla="*/ 79659 h 212373"/>
                <a:gd name="connsiteX8" fmla="*/ 9863 w 122650"/>
                <a:gd name="connsiteY8" fmla="*/ 81171 h 212373"/>
                <a:gd name="connsiteX9" fmla="*/ 13489 w 122650"/>
                <a:gd name="connsiteY9" fmla="*/ 83591 h 212373"/>
                <a:gd name="connsiteX10" fmla="*/ 47625 w 122650"/>
                <a:gd name="connsiteY10" fmla="*/ 89642 h 212373"/>
                <a:gd name="connsiteX11" fmla="*/ 98377 w 122650"/>
                <a:gd name="connsiteY11" fmla="*/ 149542 h 212373"/>
                <a:gd name="connsiteX12" fmla="*/ 56386 w 122650"/>
                <a:gd name="connsiteY12" fmla="*/ 201274 h 212373"/>
                <a:gd name="connsiteX13" fmla="*/ 36146 w 122650"/>
                <a:gd name="connsiteY13" fmla="*/ 192501 h 212373"/>
                <a:gd name="connsiteX14" fmla="*/ 13186 w 122650"/>
                <a:gd name="connsiteY14" fmla="*/ 182518 h 212373"/>
                <a:gd name="connsiteX15" fmla="*/ 196 w 122650"/>
                <a:gd name="connsiteY15" fmla="*/ 193711 h 212373"/>
                <a:gd name="connsiteX16" fmla="*/ 37052 w 122650"/>
                <a:gd name="connsiteY16" fmla="*/ 212468 h 212373"/>
                <a:gd name="connsiteX17" fmla="*/ 99283 w 122650"/>
                <a:gd name="connsiteY17" fmla="*/ 188871 h 212373"/>
                <a:gd name="connsiteX18" fmla="*/ 119524 w 122650"/>
                <a:gd name="connsiteY18" fmla="*/ 135021 h 212373"/>
                <a:gd name="connsiteX19" fmla="*/ 98679 w 122650"/>
                <a:gd name="connsiteY19" fmla="*/ 84197 h 212373"/>
                <a:gd name="connsiteX20" fmla="*/ 32521 w 122650"/>
                <a:gd name="connsiteY20" fmla="*/ 57574 h 212373"/>
                <a:gd name="connsiteX21" fmla="*/ 45209 w 122650"/>
                <a:gd name="connsiteY21" fmla="*/ 31859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50" h="212373">
                  <a:moveTo>
                    <a:pt x="45209" y="31859"/>
                  </a:moveTo>
                  <a:lnTo>
                    <a:pt x="104419" y="31859"/>
                  </a:lnTo>
                  <a:cubicBezTo>
                    <a:pt x="109253" y="31859"/>
                    <a:pt x="110461" y="31254"/>
                    <a:pt x="111367" y="29137"/>
                  </a:cubicBezTo>
                  <a:lnTo>
                    <a:pt x="122847" y="2212"/>
                  </a:lnTo>
                  <a:lnTo>
                    <a:pt x="120128" y="94"/>
                  </a:lnTo>
                  <a:cubicBezTo>
                    <a:pt x="115597" y="6447"/>
                    <a:pt x="112576" y="7960"/>
                    <a:pt x="106232" y="7960"/>
                  </a:cubicBezTo>
                  <a:lnTo>
                    <a:pt x="43094" y="7960"/>
                  </a:lnTo>
                  <a:lnTo>
                    <a:pt x="10166" y="79659"/>
                  </a:lnTo>
                  <a:cubicBezTo>
                    <a:pt x="9863" y="80264"/>
                    <a:pt x="9863" y="80566"/>
                    <a:pt x="9863" y="81171"/>
                  </a:cubicBezTo>
                  <a:cubicBezTo>
                    <a:pt x="9863" y="82684"/>
                    <a:pt x="11072" y="83591"/>
                    <a:pt x="13489" y="83591"/>
                  </a:cubicBezTo>
                  <a:cubicBezTo>
                    <a:pt x="23156" y="83591"/>
                    <a:pt x="35239" y="85709"/>
                    <a:pt x="47625" y="89642"/>
                  </a:cubicBezTo>
                  <a:cubicBezTo>
                    <a:pt x="82366" y="100835"/>
                    <a:pt x="98377" y="119592"/>
                    <a:pt x="98377" y="149542"/>
                  </a:cubicBezTo>
                  <a:cubicBezTo>
                    <a:pt x="98377" y="178585"/>
                    <a:pt x="79949" y="201274"/>
                    <a:pt x="56386" y="201274"/>
                  </a:cubicBezTo>
                  <a:cubicBezTo>
                    <a:pt x="50344" y="201274"/>
                    <a:pt x="45209" y="199157"/>
                    <a:pt x="36146" y="192501"/>
                  </a:cubicBezTo>
                  <a:cubicBezTo>
                    <a:pt x="26479" y="185543"/>
                    <a:pt x="19530" y="182518"/>
                    <a:pt x="13186" y="182518"/>
                  </a:cubicBezTo>
                  <a:cubicBezTo>
                    <a:pt x="4426" y="182518"/>
                    <a:pt x="196" y="186148"/>
                    <a:pt x="196" y="193711"/>
                  </a:cubicBezTo>
                  <a:cubicBezTo>
                    <a:pt x="196" y="205207"/>
                    <a:pt x="14395" y="212468"/>
                    <a:pt x="37052" y="212468"/>
                  </a:cubicBezTo>
                  <a:cubicBezTo>
                    <a:pt x="62428" y="212468"/>
                    <a:pt x="84179" y="204300"/>
                    <a:pt x="99283" y="188871"/>
                  </a:cubicBezTo>
                  <a:cubicBezTo>
                    <a:pt x="113180" y="175257"/>
                    <a:pt x="119524" y="158013"/>
                    <a:pt x="119524" y="135021"/>
                  </a:cubicBezTo>
                  <a:cubicBezTo>
                    <a:pt x="119524" y="113239"/>
                    <a:pt x="113784" y="99323"/>
                    <a:pt x="98679" y="84197"/>
                  </a:cubicBezTo>
                  <a:cubicBezTo>
                    <a:pt x="85387" y="70885"/>
                    <a:pt x="68168" y="63927"/>
                    <a:pt x="32521" y="57574"/>
                  </a:cubicBezTo>
                  <a:lnTo>
                    <a:pt x="45209" y="31859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02EC3F7-8857-C3BD-27A8-BDF1C65CCCEE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0303281" y="5072236"/>
              <a:ext cx="138963" cy="204508"/>
            </a:xfrm>
            <a:custGeom>
              <a:avLst/>
              <a:gdLst>
                <a:gd name="connsiteX0" fmla="*/ 139165 w 138963"/>
                <a:gd name="connsiteY0" fmla="*/ 134718 h 204508"/>
                <a:gd name="connsiteX1" fmla="*/ 108351 w 138963"/>
                <a:gd name="connsiteY1" fmla="*/ 134718 h 204508"/>
                <a:gd name="connsiteX2" fmla="*/ 108351 w 138963"/>
                <a:gd name="connsiteY2" fmla="*/ 94 h 204508"/>
                <a:gd name="connsiteX3" fmla="*/ 95059 w 138963"/>
                <a:gd name="connsiteY3" fmla="*/ 94 h 204508"/>
                <a:gd name="connsiteX4" fmla="*/ 201 w 138963"/>
                <a:gd name="connsiteY4" fmla="*/ 134718 h 204508"/>
                <a:gd name="connsiteX5" fmla="*/ 201 w 138963"/>
                <a:gd name="connsiteY5" fmla="*/ 154080 h 204508"/>
                <a:gd name="connsiteX6" fmla="*/ 85090 w 138963"/>
                <a:gd name="connsiteY6" fmla="*/ 154080 h 204508"/>
                <a:gd name="connsiteX7" fmla="*/ 85090 w 138963"/>
                <a:gd name="connsiteY7" fmla="*/ 204602 h 204508"/>
                <a:gd name="connsiteX8" fmla="*/ 108351 w 138963"/>
                <a:gd name="connsiteY8" fmla="*/ 204602 h 204508"/>
                <a:gd name="connsiteX9" fmla="*/ 108351 w 138963"/>
                <a:gd name="connsiteY9" fmla="*/ 154080 h 204508"/>
                <a:gd name="connsiteX10" fmla="*/ 139165 w 138963"/>
                <a:gd name="connsiteY10" fmla="*/ 154080 h 204508"/>
                <a:gd name="connsiteX11" fmla="*/ 139165 w 138963"/>
                <a:gd name="connsiteY11" fmla="*/ 134718 h 204508"/>
                <a:gd name="connsiteX12" fmla="*/ 84788 w 138963"/>
                <a:gd name="connsiteY12" fmla="*/ 134718 h 204508"/>
                <a:gd name="connsiteX13" fmla="*/ 12285 w 138963"/>
                <a:gd name="connsiteY13" fmla="*/ 134718 h 204508"/>
                <a:gd name="connsiteX14" fmla="*/ 84788 w 138963"/>
                <a:gd name="connsiteY14" fmla="*/ 30952 h 204508"/>
                <a:gd name="connsiteX15" fmla="*/ 84788 w 138963"/>
                <a:gd name="connsiteY15" fmla="*/ 134718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3" h="204508">
                  <a:moveTo>
                    <a:pt x="139165" y="134718"/>
                  </a:moveTo>
                  <a:lnTo>
                    <a:pt x="108351" y="134718"/>
                  </a:lnTo>
                  <a:lnTo>
                    <a:pt x="108351" y="94"/>
                  </a:lnTo>
                  <a:lnTo>
                    <a:pt x="95059" y="94"/>
                  </a:lnTo>
                  <a:lnTo>
                    <a:pt x="201" y="134718"/>
                  </a:lnTo>
                  <a:lnTo>
                    <a:pt x="201" y="154080"/>
                  </a:lnTo>
                  <a:lnTo>
                    <a:pt x="85090" y="154080"/>
                  </a:lnTo>
                  <a:lnTo>
                    <a:pt x="85090" y="204602"/>
                  </a:lnTo>
                  <a:lnTo>
                    <a:pt x="108351" y="204602"/>
                  </a:lnTo>
                  <a:lnTo>
                    <a:pt x="108351" y="154080"/>
                  </a:lnTo>
                  <a:lnTo>
                    <a:pt x="139165" y="154080"/>
                  </a:lnTo>
                  <a:lnTo>
                    <a:pt x="139165" y="134718"/>
                  </a:lnTo>
                  <a:close/>
                  <a:moveTo>
                    <a:pt x="84788" y="134718"/>
                  </a:moveTo>
                  <a:lnTo>
                    <a:pt x="12285" y="134718"/>
                  </a:lnTo>
                  <a:lnTo>
                    <a:pt x="84788" y="30952"/>
                  </a:lnTo>
                  <a:lnTo>
                    <a:pt x="84788" y="134718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8DC6BD0-634B-6959-1F6B-E975066CDBD1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0760539" y="5076471"/>
              <a:ext cx="129598" cy="202692"/>
            </a:xfrm>
            <a:custGeom>
              <a:avLst/>
              <a:gdLst>
                <a:gd name="connsiteX0" fmla="*/ 129815 w 129598"/>
                <a:gd name="connsiteY0" fmla="*/ 94 h 202692"/>
                <a:gd name="connsiteX1" fmla="*/ 18040 w 129598"/>
                <a:gd name="connsiteY1" fmla="*/ 94 h 202692"/>
                <a:gd name="connsiteX2" fmla="*/ 216 w 129598"/>
                <a:gd name="connsiteY2" fmla="*/ 44566 h 202692"/>
                <a:gd name="connsiteX3" fmla="*/ 5352 w 129598"/>
                <a:gd name="connsiteY3" fmla="*/ 46986 h 202692"/>
                <a:gd name="connsiteX4" fmla="*/ 40395 w 129598"/>
                <a:gd name="connsiteY4" fmla="*/ 22481 h 202692"/>
                <a:gd name="connsiteX5" fmla="*/ 105949 w 129598"/>
                <a:gd name="connsiteY5" fmla="*/ 22481 h 202692"/>
                <a:gd name="connsiteX6" fmla="*/ 46135 w 129598"/>
                <a:gd name="connsiteY6" fmla="*/ 202787 h 202692"/>
                <a:gd name="connsiteX7" fmla="*/ 65771 w 129598"/>
                <a:gd name="connsiteY7" fmla="*/ 202787 h 202692"/>
                <a:gd name="connsiteX8" fmla="*/ 129815 w 129598"/>
                <a:gd name="connsiteY8" fmla="*/ 4934 h 202692"/>
                <a:gd name="connsiteX9" fmla="*/ 129815 w 129598"/>
                <a:gd name="connsiteY9" fmla="*/ 94 h 20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598" h="202692">
                  <a:moveTo>
                    <a:pt x="129815" y="94"/>
                  </a:moveTo>
                  <a:lnTo>
                    <a:pt x="18040" y="94"/>
                  </a:lnTo>
                  <a:lnTo>
                    <a:pt x="216" y="44566"/>
                  </a:lnTo>
                  <a:lnTo>
                    <a:pt x="5352" y="46986"/>
                  </a:lnTo>
                  <a:cubicBezTo>
                    <a:pt x="18342" y="26414"/>
                    <a:pt x="23780" y="22481"/>
                    <a:pt x="40395" y="22481"/>
                  </a:cubicBezTo>
                  <a:lnTo>
                    <a:pt x="105949" y="22481"/>
                  </a:lnTo>
                  <a:lnTo>
                    <a:pt x="46135" y="202787"/>
                  </a:lnTo>
                  <a:lnTo>
                    <a:pt x="65771" y="202787"/>
                  </a:lnTo>
                  <a:lnTo>
                    <a:pt x="129815" y="4934"/>
                  </a:lnTo>
                  <a:lnTo>
                    <a:pt x="129815" y="94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5187427-F8D5-513B-1F7B-7C94868B753C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0932091" y="5244676"/>
              <a:ext cx="32022" cy="32067"/>
            </a:xfrm>
            <a:custGeom>
              <a:avLst/>
              <a:gdLst>
                <a:gd name="connsiteX0" fmla="*/ 32243 w 32022"/>
                <a:gd name="connsiteY0" fmla="*/ 16128 h 32067"/>
                <a:gd name="connsiteX1" fmla="*/ 16232 w 32022"/>
                <a:gd name="connsiteY1" fmla="*/ 94 h 32067"/>
                <a:gd name="connsiteX2" fmla="*/ 221 w 32022"/>
                <a:gd name="connsiteY2" fmla="*/ 16128 h 32067"/>
                <a:gd name="connsiteX3" fmla="*/ 16232 w 32022"/>
                <a:gd name="connsiteY3" fmla="*/ 32162 h 32067"/>
                <a:gd name="connsiteX4" fmla="*/ 32243 w 32022"/>
                <a:gd name="connsiteY4" fmla="*/ 16128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2" h="32067">
                  <a:moveTo>
                    <a:pt x="32243" y="16128"/>
                  </a:moveTo>
                  <a:cubicBezTo>
                    <a:pt x="32243" y="7355"/>
                    <a:pt x="24993" y="94"/>
                    <a:pt x="16232" y="94"/>
                  </a:cubicBezTo>
                  <a:cubicBezTo>
                    <a:pt x="7472" y="94"/>
                    <a:pt x="221" y="7355"/>
                    <a:pt x="221" y="16128"/>
                  </a:cubicBezTo>
                  <a:cubicBezTo>
                    <a:pt x="221" y="24901"/>
                    <a:pt x="7472" y="32162"/>
                    <a:pt x="16232" y="32162"/>
                  </a:cubicBezTo>
                  <a:cubicBezTo>
                    <a:pt x="24993" y="32162"/>
                    <a:pt x="32243" y="24901"/>
                    <a:pt x="32243" y="16128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309D5EE2-A721-7E20-76C1-136B013560C3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0999769" y="5068605"/>
              <a:ext cx="122650" cy="212373"/>
            </a:xfrm>
            <a:custGeom>
              <a:avLst/>
              <a:gdLst>
                <a:gd name="connsiteX0" fmla="*/ 45236 w 122650"/>
                <a:gd name="connsiteY0" fmla="*/ 31859 h 212373"/>
                <a:gd name="connsiteX1" fmla="*/ 104447 w 122650"/>
                <a:gd name="connsiteY1" fmla="*/ 31859 h 212373"/>
                <a:gd name="connsiteX2" fmla="*/ 111395 w 122650"/>
                <a:gd name="connsiteY2" fmla="*/ 29137 h 212373"/>
                <a:gd name="connsiteX3" fmla="*/ 122875 w 122650"/>
                <a:gd name="connsiteY3" fmla="*/ 2212 h 212373"/>
                <a:gd name="connsiteX4" fmla="*/ 120156 w 122650"/>
                <a:gd name="connsiteY4" fmla="*/ 94 h 212373"/>
                <a:gd name="connsiteX5" fmla="*/ 106259 w 122650"/>
                <a:gd name="connsiteY5" fmla="*/ 7960 h 212373"/>
                <a:gd name="connsiteX6" fmla="*/ 43122 w 122650"/>
                <a:gd name="connsiteY6" fmla="*/ 7960 h 212373"/>
                <a:gd name="connsiteX7" fmla="*/ 10193 w 122650"/>
                <a:gd name="connsiteY7" fmla="*/ 79659 h 212373"/>
                <a:gd name="connsiteX8" fmla="*/ 9891 w 122650"/>
                <a:gd name="connsiteY8" fmla="*/ 81171 h 212373"/>
                <a:gd name="connsiteX9" fmla="*/ 13516 w 122650"/>
                <a:gd name="connsiteY9" fmla="*/ 83591 h 212373"/>
                <a:gd name="connsiteX10" fmla="*/ 47653 w 122650"/>
                <a:gd name="connsiteY10" fmla="*/ 89642 h 212373"/>
                <a:gd name="connsiteX11" fmla="*/ 98405 w 122650"/>
                <a:gd name="connsiteY11" fmla="*/ 149542 h 212373"/>
                <a:gd name="connsiteX12" fmla="*/ 56414 w 122650"/>
                <a:gd name="connsiteY12" fmla="*/ 201274 h 212373"/>
                <a:gd name="connsiteX13" fmla="*/ 36173 w 122650"/>
                <a:gd name="connsiteY13" fmla="*/ 192501 h 212373"/>
                <a:gd name="connsiteX14" fmla="*/ 13214 w 122650"/>
                <a:gd name="connsiteY14" fmla="*/ 182518 h 212373"/>
                <a:gd name="connsiteX15" fmla="*/ 224 w 122650"/>
                <a:gd name="connsiteY15" fmla="*/ 193711 h 212373"/>
                <a:gd name="connsiteX16" fmla="*/ 37080 w 122650"/>
                <a:gd name="connsiteY16" fmla="*/ 212468 h 212373"/>
                <a:gd name="connsiteX17" fmla="*/ 99311 w 122650"/>
                <a:gd name="connsiteY17" fmla="*/ 188871 h 212373"/>
                <a:gd name="connsiteX18" fmla="*/ 119551 w 122650"/>
                <a:gd name="connsiteY18" fmla="*/ 135021 h 212373"/>
                <a:gd name="connsiteX19" fmla="*/ 98707 w 122650"/>
                <a:gd name="connsiteY19" fmla="*/ 84197 h 212373"/>
                <a:gd name="connsiteX20" fmla="*/ 32548 w 122650"/>
                <a:gd name="connsiteY20" fmla="*/ 57574 h 212373"/>
                <a:gd name="connsiteX21" fmla="*/ 45236 w 122650"/>
                <a:gd name="connsiteY21" fmla="*/ 31859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50" h="212373">
                  <a:moveTo>
                    <a:pt x="45236" y="31859"/>
                  </a:moveTo>
                  <a:lnTo>
                    <a:pt x="104447" y="31859"/>
                  </a:lnTo>
                  <a:cubicBezTo>
                    <a:pt x="109280" y="31859"/>
                    <a:pt x="110489" y="31254"/>
                    <a:pt x="111395" y="29137"/>
                  </a:cubicBezTo>
                  <a:lnTo>
                    <a:pt x="122875" y="2212"/>
                  </a:lnTo>
                  <a:lnTo>
                    <a:pt x="120156" y="94"/>
                  </a:lnTo>
                  <a:cubicBezTo>
                    <a:pt x="115624" y="6447"/>
                    <a:pt x="112603" y="7960"/>
                    <a:pt x="106259" y="7960"/>
                  </a:cubicBezTo>
                  <a:lnTo>
                    <a:pt x="43122" y="7960"/>
                  </a:lnTo>
                  <a:lnTo>
                    <a:pt x="10193" y="79659"/>
                  </a:lnTo>
                  <a:cubicBezTo>
                    <a:pt x="9891" y="80264"/>
                    <a:pt x="9891" y="80566"/>
                    <a:pt x="9891" y="81171"/>
                  </a:cubicBezTo>
                  <a:cubicBezTo>
                    <a:pt x="9891" y="82684"/>
                    <a:pt x="11100" y="83591"/>
                    <a:pt x="13516" y="83591"/>
                  </a:cubicBezTo>
                  <a:cubicBezTo>
                    <a:pt x="23183" y="83591"/>
                    <a:pt x="35267" y="85709"/>
                    <a:pt x="47653" y="89642"/>
                  </a:cubicBezTo>
                  <a:cubicBezTo>
                    <a:pt x="82394" y="100835"/>
                    <a:pt x="98405" y="119592"/>
                    <a:pt x="98405" y="149542"/>
                  </a:cubicBezTo>
                  <a:cubicBezTo>
                    <a:pt x="98405" y="178585"/>
                    <a:pt x="79977" y="201274"/>
                    <a:pt x="56414" y="201274"/>
                  </a:cubicBezTo>
                  <a:cubicBezTo>
                    <a:pt x="50372" y="201274"/>
                    <a:pt x="45236" y="199157"/>
                    <a:pt x="36173" y="192501"/>
                  </a:cubicBezTo>
                  <a:cubicBezTo>
                    <a:pt x="26506" y="185543"/>
                    <a:pt x="19558" y="182518"/>
                    <a:pt x="13214" y="182518"/>
                  </a:cubicBezTo>
                  <a:cubicBezTo>
                    <a:pt x="4453" y="182518"/>
                    <a:pt x="224" y="186148"/>
                    <a:pt x="224" y="193711"/>
                  </a:cubicBezTo>
                  <a:cubicBezTo>
                    <a:pt x="224" y="205207"/>
                    <a:pt x="14423" y="212468"/>
                    <a:pt x="37080" y="212468"/>
                  </a:cubicBezTo>
                  <a:cubicBezTo>
                    <a:pt x="62456" y="212468"/>
                    <a:pt x="84206" y="204300"/>
                    <a:pt x="99311" y="188871"/>
                  </a:cubicBezTo>
                  <a:cubicBezTo>
                    <a:pt x="113207" y="175257"/>
                    <a:pt x="119551" y="158013"/>
                    <a:pt x="119551" y="135021"/>
                  </a:cubicBezTo>
                  <a:cubicBezTo>
                    <a:pt x="119551" y="113239"/>
                    <a:pt x="113812" y="99323"/>
                    <a:pt x="98707" y="84197"/>
                  </a:cubicBezTo>
                  <a:cubicBezTo>
                    <a:pt x="85415" y="70885"/>
                    <a:pt x="68195" y="63927"/>
                    <a:pt x="32548" y="57574"/>
                  </a:cubicBezTo>
                  <a:lnTo>
                    <a:pt x="45236" y="31859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4D8C559-657A-6165-66BA-56AD306FD255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1158633" y="5072236"/>
              <a:ext cx="117514" cy="208743"/>
            </a:xfrm>
            <a:custGeom>
              <a:avLst/>
              <a:gdLst>
                <a:gd name="connsiteX0" fmla="*/ 70919 w 117514"/>
                <a:gd name="connsiteY0" fmla="*/ 92365 h 208743"/>
                <a:gd name="connsiteX1" fmla="*/ 111400 w 117514"/>
                <a:gd name="connsiteY1" fmla="*/ 43053 h 208743"/>
                <a:gd name="connsiteX2" fmla="*/ 59440 w 117514"/>
                <a:gd name="connsiteY2" fmla="*/ 94 h 208743"/>
                <a:gd name="connsiteX3" fmla="*/ 2042 w 117514"/>
                <a:gd name="connsiteY3" fmla="*/ 47893 h 208743"/>
                <a:gd name="connsiteX4" fmla="*/ 39501 w 117514"/>
                <a:gd name="connsiteY4" fmla="*/ 104163 h 208743"/>
                <a:gd name="connsiteX5" fmla="*/ 229 w 117514"/>
                <a:gd name="connsiteY5" fmla="*/ 158921 h 208743"/>
                <a:gd name="connsiteX6" fmla="*/ 58231 w 117514"/>
                <a:gd name="connsiteY6" fmla="*/ 208838 h 208743"/>
                <a:gd name="connsiteX7" fmla="*/ 117744 w 117514"/>
                <a:gd name="connsiteY7" fmla="*/ 157711 h 208743"/>
                <a:gd name="connsiteX8" fmla="*/ 70919 w 117514"/>
                <a:gd name="connsiteY8" fmla="*/ 92365 h 208743"/>
                <a:gd name="connsiteX9" fmla="*/ 65481 w 117514"/>
                <a:gd name="connsiteY9" fmla="*/ 123525 h 208743"/>
                <a:gd name="connsiteX10" fmla="*/ 94785 w 117514"/>
                <a:gd name="connsiteY10" fmla="*/ 167089 h 208743"/>
                <a:gd name="connsiteX11" fmla="*/ 61554 w 117514"/>
                <a:gd name="connsiteY11" fmla="*/ 200367 h 208743"/>
                <a:gd name="connsiteX12" fmla="*/ 23188 w 117514"/>
                <a:gd name="connsiteY12" fmla="*/ 156500 h 208743"/>
                <a:gd name="connsiteX13" fmla="*/ 47356 w 117514"/>
                <a:gd name="connsiteY13" fmla="*/ 110214 h 208743"/>
                <a:gd name="connsiteX14" fmla="*/ 65481 w 117514"/>
                <a:gd name="connsiteY14" fmla="*/ 123525 h 208743"/>
                <a:gd name="connsiteX15" fmla="*/ 62158 w 117514"/>
                <a:gd name="connsiteY15" fmla="*/ 86919 h 208743"/>
                <a:gd name="connsiteX16" fmla="*/ 24397 w 117514"/>
                <a:gd name="connsiteY16" fmla="*/ 38515 h 208743"/>
                <a:gd name="connsiteX17" fmla="*/ 57023 w 117514"/>
                <a:gd name="connsiteY17" fmla="*/ 8565 h 208743"/>
                <a:gd name="connsiteX18" fmla="*/ 90555 w 117514"/>
                <a:gd name="connsiteY18" fmla="*/ 42750 h 208743"/>
                <a:gd name="connsiteX19" fmla="*/ 64877 w 117514"/>
                <a:gd name="connsiteY19" fmla="*/ 85104 h 208743"/>
                <a:gd name="connsiteX20" fmla="*/ 62158 w 117514"/>
                <a:gd name="connsiteY20" fmla="*/ 86919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514" h="208743">
                  <a:moveTo>
                    <a:pt x="70919" y="92365"/>
                  </a:moveTo>
                  <a:cubicBezTo>
                    <a:pt x="100827" y="76331"/>
                    <a:pt x="111400" y="63625"/>
                    <a:pt x="111400" y="43053"/>
                  </a:cubicBezTo>
                  <a:cubicBezTo>
                    <a:pt x="111400" y="18246"/>
                    <a:pt x="89649" y="94"/>
                    <a:pt x="59440" y="94"/>
                  </a:cubicBezTo>
                  <a:cubicBezTo>
                    <a:pt x="26511" y="94"/>
                    <a:pt x="2042" y="20363"/>
                    <a:pt x="2042" y="47893"/>
                  </a:cubicBezTo>
                  <a:cubicBezTo>
                    <a:pt x="2042" y="67558"/>
                    <a:pt x="7781" y="76331"/>
                    <a:pt x="39501" y="104163"/>
                  </a:cubicBezTo>
                  <a:cubicBezTo>
                    <a:pt x="6875" y="128970"/>
                    <a:pt x="229" y="138349"/>
                    <a:pt x="229" y="158921"/>
                  </a:cubicBezTo>
                  <a:cubicBezTo>
                    <a:pt x="229" y="188266"/>
                    <a:pt x="24095" y="208838"/>
                    <a:pt x="58231" y="208838"/>
                  </a:cubicBezTo>
                  <a:cubicBezTo>
                    <a:pt x="94483" y="208838"/>
                    <a:pt x="117744" y="188871"/>
                    <a:pt x="117744" y="157711"/>
                  </a:cubicBezTo>
                  <a:cubicBezTo>
                    <a:pt x="117744" y="134416"/>
                    <a:pt x="107473" y="119592"/>
                    <a:pt x="70919" y="92365"/>
                  </a:cubicBezTo>
                  <a:close/>
                  <a:moveTo>
                    <a:pt x="65481" y="123525"/>
                  </a:moveTo>
                  <a:cubicBezTo>
                    <a:pt x="87534" y="139256"/>
                    <a:pt x="94785" y="150147"/>
                    <a:pt x="94785" y="167089"/>
                  </a:cubicBezTo>
                  <a:cubicBezTo>
                    <a:pt x="94785" y="186753"/>
                    <a:pt x="81190" y="200367"/>
                    <a:pt x="61554" y="200367"/>
                  </a:cubicBezTo>
                  <a:cubicBezTo>
                    <a:pt x="38595" y="200367"/>
                    <a:pt x="23188" y="182820"/>
                    <a:pt x="23188" y="156500"/>
                  </a:cubicBezTo>
                  <a:cubicBezTo>
                    <a:pt x="23188" y="137139"/>
                    <a:pt x="29834" y="124433"/>
                    <a:pt x="47356" y="110214"/>
                  </a:cubicBezTo>
                  <a:lnTo>
                    <a:pt x="65481" y="123525"/>
                  </a:lnTo>
                  <a:close/>
                  <a:moveTo>
                    <a:pt x="62158" y="86919"/>
                  </a:moveTo>
                  <a:cubicBezTo>
                    <a:pt x="35272" y="69373"/>
                    <a:pt x="24397" y="55456"/>
                    <a:pt x="24397" y="38515"/>
                  </a:cubicBezTo>
                  <a:cubicBezTo>
                    <a:pt x="24397" y="20968"/>
                    <a:pt x="37991" y="8565"/>
                    <a:pt x="57023" y="8565"/>
                  </a:cubicBezTo>
                  <a:cubicBezTo>
                    <a:pt x="77565" y="8565"/>
                    <a:pt x="90555" y="21876"/>
                    <a:pt x="90555" y="42750"/>
                  </a:cubicBezTo>
                  <a:cubicBezTo>
                    <a:pt x="90555" y="59994"/>
                    <a:pt x="82097" y="73608"/>
                    <a:pt x="64877" y="85104"/>
                  </a:cubicBezTo>
                  <a:cubicBezTo>
                    <a:pt x="63367" y="86012"/>
                    <a:pt x="63367" y="86012"/>
                    <a:pt x="62158" y="86919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CD07E86-5DDA-6434-08A8-15D5E5F0DDB5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1296954" y="5072236"/>
              <a:ext cx="138963" cy="204508"/>
            </a:xfrm>
            <a:custGeom>
              <a:avLst/>
              <a:gdLst>
                <a:gd name="connsiteX0" fmla="*/ 139198 w 138963"/>
                <a:gd name="connsiteY0" fmla="*/ 134718 h 204508"/>
                <a:gd name="connsiteX1" fmla="*/ 108384 w 138963"/>
                <a:gd name="connsiteY1" fmla="*/ 134718 h 204508"/>
                <a:gd name="connsiteX2" fmla="*/ 108384 w 138963"/>
                <a:gd name="connsiteY2" fmla="*/ 94 h 204508"/>
                <a:gd name="connsiteX3" fmla="*/ 95092 w 138963"/>
                <a:gd name="connsiteY3" fmla="*/ 94 h 204508"/>
                <a:gd name="connsiteX4" fmla="*/ 234 w 138963"/>
                <a:gd name="connsiteY4" fmla="*/ 134718 h 204508"/>
                <a:gd name="connsiteX5" fmla="*/ 234 w 138963"/>
                <a:gd name="connsiteY5" fmla="*/ 154080 h 204508"/>
                <a:gd name="connsiteX6" fmla="*/ 85123 w 138963"/>
                <a:gd name="connsiteY6" fmla="*/ 154080 h 204508"/>
                <a:gd name="connsiteX7" fmla="*/ 85123 w 138963"/>
                <a:gd name="connsiteY7" fmla="*/ 204602 h 204508"/>
                <a:gd name="connsiteX8" fmla="*/ 108384 w 138963"/>
                <a:gd name="connsiteY8" fmla="*/ 204602 h 204508"/>
                <a:gd name="connsiteX9" fmla="*/ 108384 w 138963"/>
                <a:gd name="connsiteY9" fmla="*/ 154080 h 204508"/>
                <a:gd name="connsiteX10" fmla="*/ 139198 w 138963"/>
                <a:gd name="connsiteY10" fmla="*/ 154080 h 204508"/>
                <a:gd name="connsiteX11" fmla="*/ 139198 w 138963"/>
                <a:gd name="connsiteY11" fmla="*/ 134718 h 204508"/>
                <a:gd name="connsiteX12" fmla="*/ 84821 w 138963"/>
                <a:gd name="connsiteY12" fmla="*/ 134718 h 204508"/>
                <a:gd name="connsiteX13" fmla="*/ 12318 w 138963"/>
                <a:gd name="connsiteY13" fmla="*/ 134718 h 204508"/>
                <a:gd name="connsiteX14" fmla="*/ 84821 w 138963"/>
                <a:gd name="connsiteY14" fmla="*/ 30952 h 204508"/>
                <a:gd name="connsiteX15" fmla="*/ 84821 w 138963"/>
                <a:gd name="connsiteY15" fmla="*/ 134718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63" h="204508">
                  <a:moveTo>
                    <a:pt x="139198" y="134718"/>
                  </a:moveTo>
                  <a:lnTo>
                    <a:pt x="108384" y="134718"/>
                  </a:lnTo>
                  <a:lnTo>
                    <a:pt x="108384" y="94"/>
                  </a:lnTo>
                  <a:lnTo>
                    <a:pt x="95092" y="94"/>
                  </a:lnTo>
                  <a:lnTo>
                    <a:pt x="234" y="134718"/>
                  </a:lnTo>
                  <a:lnTo>
                    <a:pt x="234" y="154080"/>
                  </a:lnTo>
                  <a:lnTo>
                    <a:pt x="85123" y="154080"/>
                  </a:lnTo>
                  <a:lnTo>
                    <a:pt x="85123" y="204602"/>
                  </a:lnTo>
                  <a:lnTo>
                    <a:pt x="108384" y="204602"/>
                  </a:lnTo>
                  <a:lnTo>
                    <a:pt x="108384" y="154080"/>
                  </a:lnTo>
                  <a:lnTo>
                    <a:pt x="139198" y="154080"/>
                  </a:lnTo>
                  <a:lnTo>
                    <a:pt x="139198" y="134718"/>
                  </a:lnTo>
                  <a:close/>
                  <a:moveTo>
                    <a:pt x="84821" y="134718"/>
                  </a:moveTo>
                  <a:lnTo>
                    <a:pt x="12318" y="134718"/>
                  </a:lnTo>
                  <a:lnTo>
                    <a:pt x="84821" y="30952"/>
                  </a:lnTo>
                  <a:lnTo>
                    <a:pt x="84821" y="134718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86A8F9C-7D62-759D-37C9-119B72DDDAFD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11449172" y="4657168"/>
              <a:ext cx="79450" cy="725761"/>
            </a:xfrm>
            <a:custGeom>
              <a:avLst/>
              <a:gdLst>
                <a:gd name="connsiteX0" fmla="*/ 63075 w 79450"/>
                <a:gd name="connsiteY0" fmla="*/ 709197 h 725761"/>
                <a:gd name="connsiteX1" fmla="*/ 239 w 79450"/>
                <a:gd name="connsiteY1" fmla="*/ 709197 h 725761"/>
                <a:gd name="connsiteX2" fmla="*/ 239 w 79450"/>
                <a:gd name="connsiteY2" fmla="*/ 725836 h 725761"/>
                <a:gd name="connsiteX3" fmla="*/ 79690 w 79450"/>
                <a:gd name="connsiteY3" fmla="*/ 725836 h 725761"/>
                <a:gd name="connsiteX4" fmla="*/ 79690 w 79450"/>
                <a:gd name="connsiteY4" fmla="*/ 74 h 725761"/>
                <a:gd name="connsiteX5" fmla="*/ 239 w 79450"/>
                <a:gd name="connsiteY5" fmla="*/ 74 h 725761"/>
                <a:gd name="connsiteX6" fmla="*/ 239 w 79450"/>
                <a:gd name="connsiteY6" fmla="*/ 16713 h 725761"/>
                <a:gd name="connsiteX7" fmla="*/ 63075 w 79450"/>
                <a:gd name="connsiteY7" fmla="*/ 16713 h 725761"/>
                <a:gd name="connsiteX8" fmla="*/ 63075 w 79450"/>
                <a:gd name="connsiteY8" fmla="*/ 709197 h 72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50" h="725761">
                  <a:moveTo>
                    <a:pt x="63075" y="709197"/>
                  </a:moveTo>
                  <a:lnTo>
                    <a:pt x="239" y="709197"/>
                  </a:lnTo>
                  <a:lnTo>
                    <a:pt x="239" y="725836"/>
                  </a:lnTo>
                  <a:lnTo>
                    <a:pt x="79690" y="725836"/>
                  </a:lnTo>
                  <a:lnTo>
                    <a:pt x="79690" y="74"/>
                  </a:lnTo>
                  <a:lnTo>
                    <a:pt x="239" y="74"/>
                  </a:lnTo>
                  <a:lnTo>
                    <a:pt x="239" y="16713"/>
                  </a:lnTo>
                  <a:lnTo>
                    <a:pt x="63075" y="16713"/>
                  </a:lnTo>
                  <a:lnTo>
                    <a:pt x="63075" y="70919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1F5E6A3-469E-FB21-0139-48144B1065C6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11747647" y="4657168"/>
              <a:ext cx="79450" cy="725761"/>
            </a:xfrm>
            <a:custGeom>
              <a:avLst/>
              <a:gdLst>
                <a:gd name="connsiteX0" fmla="*/ 246 w 79450"/>
                <a:gd name="connsiteY0" fmla="*/ 725836 h 725761"/>
                <a:gd name="connsiteX1" fmla="*/ 79697 w 79450"/>
                <a:gd name="connsiteY1" fmla="*/ 725836 h 725761"/>
                <a:gd name="connsiteX2" fmla="*/ 79697 w 79450"/>
                <a:gd name="connsiteY2" fmla="*/ 709197 h 725761"/>
                <a:gd name="connsiteX3" fmla="*/ 16862 w 79450"/>
                <a:gd name="connsiteY3" fmla="*/ 709197 h 725761"/>
                <a:gd name="connsiteX4" fmla="*/ 16862 w 79450"/>
                <a:gd name="connsiteY4" fmla="*/ 16713 h 725761"/>
                <a:gd name="connsiteX5" fmla="*/ 79697 w 79450"/>
                <a:gd name="connsiteY5" fmla="*/ 16713 h 725761"/>
                <a:gd name="connsiteX6" fmla="*/ 79697 w 79450"/>
                <a:gd name="connsiteY6" fmla="*/ 74 h 725761"/>
                <a:gd name="connsiteX7" fmla="*/ 246 w 79450"/>
                <a:gd name="connsiteY7" fmla="*/ 74 h 725761"/>
                <a:gd name="connsiteX8" fmla="*/ 246 w 79450"/>
                <a:gd name="connsiteY8" fmla="*/ 725836 h 72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50" h="725761">
                  <a:moveTo>
                    <a:pt x="246" y="725836"/>
                  </a:moveTo>
                  <a:lnTo>
                    <a:pt x="79697" y="725836"/>
                  </a:lnTo>
                  <a:lnTo>
                    <a:pt x="79697" y="709197"/>
                  </a:lnTo>
                  <a:lnTo>
                    <a:pt x="16862" y="709197"/>
                  </a:lnTo>
                  <a:lnTo>
                    <a:pt x="16862" y="16713"/>
                  </a:lnTo>
                  <a:lnTo>
                    <a:pt x="79697" y="16713"/>
                  </a:lnTo>
                  <a:lnTo>
                    <a:pt x="79697" y="74"/>
                  </a:lnTo>
                  <a:lnTo>
                    <a:pt x="246" y="74"/>
                  </a:lnTo>
                  <a:lnTo>
                    <a:pt x="246" y="725836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76382B1-5153-3513-832D-39EF363CCB66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1872968" y="4747171"/>
              <a:ext cx="78242" cy="168507"/>
            </a:xfrm>
            <a:custGeom>
              <a:avLst/>
              <a:gdLst>
                <a:gd name="connsiteX0" fmla="*/ 78495 w 78242"/>
                <a:gd name="connsiteY0" fmla="*/ 35780 h 168507"/>
                <a:gd name="connsiteX1" fmla="*/ 54328 w 78242"/>
                <a:gd name="connsiteY1" fmla="*/ 35780 h 168507"/>
                <a:gd name="connsiteX2" fmla="*/ 62786 w 78242"/>
                <a:gd name="connsiteY2" fmla="*/ 4620 h 168507"/>
                <a:gd name="connsiteX3" fmla="*/ 63088 w 78242"/>
                <a:gd name="connsiteY3" fmla="*/ 3107 h 168507"/>
                <a:gd name="connsiteX4" fmla="*/ 60672 w 78242"/>
                <a:gd name="connsiteY4" fmla="*/ 82 h 168507"/>
                <a:gd name="connsiteX5" fmla="*/ 56140 w 78242"/>
                <a:gd name="connsiteY5" fmla="*/ 2805 h 168507"/>
                <a:gd name="connsiteX6" fmla="*/ 15962 w 78242"/>
                <a:gd name="connsiteY6" fmla="*/ 36083 h 168507"/>
                <a:gd name="connsiteX7" fmla="*/ 6295 w 78242"/>
                <a:gd name="connsiteY7" fmla="*/ 43646 h 168507"/>
                <a:gd name="connsiteX8" fmla="*/ 6597 w 78242"/>
                <a:gd name="connsiteY8" fmla="*/ 45461 h 168507"/>
                <a:gd name="connsiteX9" fmla="*/ 28952 w 78242"/>
                <a:gd name="connsiteY9" fmla="*/ 45461 h 168507"/>
                <a:gd name="connsiteX10" fmla="*/ 7201 w 78242"/>
                <a:gd name="connsiteY10" fmla="*/ 128656 h 168507"/>
                <a:gd name="connsiteX11" fmla="*/ 5388 w 78242"/>
                <a:gd name="connsiteY11" fmla="*/ 135009 h 168507"/>
                <a:gd name="connsiteX12" fmla="*/ 253 w 78242"/>
                <a:gd name="connsiteY12" fmla="*/ 157094 h 168507"/>
                <a:gd name="connsiteX13" fmla="*/ 14753 w 78242"/>
                <a:gd name="connsiteY13" fmla="*/ 168590 h 168507"/>
                <a:gd name="connsiteX14" fmla="*/ 57651 w 78242"/>
                <a:gd name="connsiteY14" fmla="*/ 131984 h 168507"/>
                <a:gd name="connsiteX15" fmla="*/ 53723 w 78242"/>
                <a:gd name="connsiteY15" fmla="*/ 129866 h 168507"/>
                <a:gd name="connsiteX16" fmla="*/ 29254 w 78242"/>
                <a:gd name="connsiteY16" fmla="*/ 153766 h 168507"/>
                <a:gd name="connsiteX17" fmla="*/ 24722 w 78242"/>
                <a:gd name="connsiteY17" fmla="*/ 147715 h 168507"/>
                <a:gd name="connsiteX18" fmla="*/ 25024 w 78242"/>
                <a:gd name="connsiteY18" fmla="*/ 146203 h 168507"/>
                <a:gd name="connsiteX19" fmla="*/ 51609 w 78242"/>
                <a:gd name="connsiteY19" fmla="*/ 45461 h 168507"/>
                <a:gd name="connsiteX20" fmla="*/ 76985 w 78242"/>
                <a:gd name="connsiteY20" fmla="*/ 45461 h 168507"/>
                <a:gd name="connsiteX21" fmla="*/ 78495 w 78242"/>
                <a:gd name="connsiteY21" fmla="*/ 35780 h 16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242" h="168507">
                  <a:moveTo>
                    <a:pt x="78495" y="35780"/>
                  </a:moveTo>
                  <a:lnTo>
                    <a:pt x="54328" y="35780"/>
                  </a:lnTo>
                  <a:lnTo>
                    <a:pt x="62786" y="4620"/>
                  </a:lnTo>
                  <a:cubicBezTo>
                    <a:pt x="63088" y="4015"/>
                    <a:pt x="63088" y="3410"/>
                    <a:pt x="63088" y="3107"/>
                  </a:cubicBezTo>
                  <a:cubicBezTo>
                    <a:pt x="63088" y="990"/>
                    <a:pt x="62182" y="82"/>
                    <a:pt x="60672" y="82"/>
                  </a:cubicBezTo>
                  <a:cubicBezTo>
                    <a:pt x="58859" y="82"/>
                    <a:pt x="57953" y="385"/>
                    <a:pt x="56140" y="2805"/>
                  </a:cubicBezTo>
                  <a:cubicBezTo>
                    <a:pt x="44359" y="18234"/>
                    <a:pt x="25629" y="33360"/>
                    <a:pt x="15962" y="36083"/>
                  </a:cubicBezTo>
                  <a:cubicBezTo>
                    <a:pt x="8409" y="38503"/>
                    <a:pt x="6295" y="40318"/>
                    <a:pt x="6295" y="43646"/>
                  </a:cubicBezTo>
                  <a:cubicBezTo>
                    <a:pt x="6295" y="43948"/>
                    <a:pt x="6295" y="44554"/>
                    <a:pt x="6597" y="45461"/>
                  </a:cubicBezTo>
                  <a:lnTo>
                    <a:pt x="28952" y="45461"/>
                  </a:lnTo>
                  <a:lnTo>
                    <a:pt x="7201" y="128656"/>
                  </a:lnTo>
                  <a:cubicBezTo>
                    <a:pt x="6597" y="131379"/>
                    <a:pt x="6295" y="132286"/>
                    <a:pt x="5388" y="135009"/>
                  </a:cubicBezTo>
                  <a:cubicBezTo>
                    <a:pt x="2669" y="144085"/>
                    <a:pt x="253" y="154673"/>
                    <a:pt x="253" y="157094"/>
                  </a:cubicBezTo>
                  <a:cubicBezTo>
                    <a:pt x="253" y="163749"/>
                    <a:pt x="6597" y="168590"/>
                    <a:pt x="14753" y="168590"/>
                  </a:cubicBezTo>
                  <a:cubicBezTo>
                    <a:pt x="28650" y="168590"/>
                    <a:pt x="38619" y="160119"/>
                    <a:pt x="57651" y="131984"/>
                  </a:cubicBezTo>
                  <a:lnTo>
                    <a:pt x="53723" y="129866"/>
                  </a:lnTo>
                  <a:cubicBezTo>
                    <a:pt x="38921" y="148925"/>
                    <a:pt x="34087" y="153766"/>
                    <a:pt x="29254" y="153766"/>
                  </a:cubicBezTo>
                  <a:cubicBezTo>
                    <a:pt x="26535" y="153766"/>
                    <a:pt x="24722" y="151346"/>
                    <a:pt x="24722" y="147715"/>
                  </a:cubicBezTo>
                  <a:cubicBezTo>
                    <a:pt x="24722" y="147413"/>
                    <a:pt x="24722" y="147110"/>
                    <a:pt x="25024" y="146203"/>
                  </a:cubicBezTo>
                  <a:lnTo>
                    <a:pt x="51609" y="45461"/>
                  </a:lnTo>
                  <a:lnTo>
                    <a:pt x="76985" y="45461"/>
                  </a:lnTo>
                  <a:lnTo>
                    <a:pt x="78495" y="35780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DAD61EC-7DD1-33BB-B047-B3308B086047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1951450" y="4806886"/>
              <a:ext cx="101044" cy="154469"/>
            </a:xfrm>
            <a:custGeom>
              <a:avLst/>
              <a:gdLst>
                <a:gd name="connsiteX0" fmla="*/ 51671 w 101044"/>
                <a:gd name="connsiteY0" fmla="*/ 84 h 154469"/>
                <a:gd name="connsiteX1" fmla="*/ 21716 w 101044"/>
                <a:gd name="connsiteY1" fmla="*/ 11726 h 154469"/>
                <a:gd name="connsiteX2" fmla="*/ 255 w 101044"/>
                <a:gd name="connsiteY2" fmla="*/ 76200 h 154469"/>
                <a:gd name="connsiteX3" fmla="*/ 18139 w 101044"/>
                <a:gd name="connsiteY3" fmla="*/ 139331 h 154469"/>
                <a:gd name="connsiteX4" fmla="*/ 50777 w 101044"/>
                <a:gd name="connsiteY4" fmla="*/ 154554 h 154469"/>
                <a:gd name="connsiteX5" fmla="*/ 79839 w 101044"/>
                <a:gd name="connsiteY5" fmla="*/ 142913 h 154469"/>
                <a:gd name="connsiteX6" fmla="*/ 101299 w 101044"/>
                <a:gd name="connsiteY6" fmla="*/ 77543 h 154469"/>
                <a:gd name="connsiteX7" fmla="*/ 51671 w 101044"/>
                <a:gd name="connsiteY7" fmla="*/ 84 h 154469"/>
                <a:gd name="connsiteX8" fmla="*/ 51001 w 101044"/>
                <a:gd name="connsiteY8" fmla="*/ 5905 h 154469"/>
                <a:gd name="connsiteX9" fmla="*/ 79839 w 101044"/>
                <a:gd name="connsiteY9" fmla="*/ 77991 h 154469"/>
                <a:gd name="connsiteX10" fmla="*/ 50777 w 101044"/>
                <a:gd name="connsiteY10" fmla="*/ 148734 h 154469"/>
                <a:gd name="connsiteX11" fmla="*/ 21716 w 101044"/>
                <a:gd name="connsiteY11" fmla="*/ 78215 h 154469"/>
                <a:gd name="connsiteX12" fmla="*/ 51001 w 101044"/>
                <a:gd name="connsiteY12" fmla="*/ 5905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044" h="154469">
                  <a:moveTo>
                    <a:pt x="51671" y="84"/>
                  </a:moveTo>
                  <a:cubicBezTo>
                    <a:pt x="39376" y="84"/>
                    <a:pt x="29987" y="3890"/>
                    <a:pt x="21716" y="11726"/>
                  </a:cubicBezTo>
                  <a:cubicBezTo>
                    <a:pt x="8750" y="24262"/>
                    <a:pt x="255" y="50007"/>
                    <a:pt x="255" y="76200"/>
                  </a:cubicBezTo>
                  <a:cubicBezTo>
                    <a:pt x="255" y="100602"/>
                    <a:pt x="7632" y="126795"/>
                    <a:pt x="18139" y="139331"/>
                  </a:cubicBezTo>
                  <a:cubicBezTo>
                    <a:pt x="26410" y="149182"/>
                    <a:pt x="37811" y="154554"/>
                    <a:pt x="50777" y="154554"/>
                  </a:cubicBezTo>
                  <a:cubicBezTo>
                    <a:pt x="62178" y="154554"/>
                    <a:pt x="71791" y="150749"/>
                    <a:pt x="79839" y="142913"/>
                  </a:cubicBezTo>
                  <a:cubicBezTo>
                    <a:pt x="92804" y="130600"/>
                    <a:pt x="101299" y="104632"/>
                    <a:pt x="101299" y="77543"/>
                  </a:cubicBezTo>
                  <a:cubicBezTo>
                    <a:pt x="101299" y="31650"/>
                    <a:pt x="80956" y="84"/>
                    <a:pt x="51671" y="84"/>
                  </a:cubicBezTo>
                  <a:close/>
                  <a:moveTo>
                    <a:pt x="51001" y="5905"/>
                  </a:moveTo>
                  <a:cubicBezTo>
                    <a:pt x="69779" y="5905"/>
                    <a:pt x="79839" y="31202"/>
                    <a:pt x="79839" y="77991"/>
                  </a:cubicBezTo>
                  <a:cubicBezTo>
                    <a:pt x="79839" y="124780"/>
                    <a:pt x="70002" y="148734"/>
                    <a:pt x="50777" y="148734"/>
                  </a:cubicBezTo>
                  <a:cubicBezTo>
                    <a:pt x="31552" y="148734"/>
                    <a:pt x="21716" y="124780"/>
                    <a:pt x="21716" y="78215"/>
                  </a:cubicBezTo>
                  <a:cubicBezTo>
                    <a:pt x="21716" y="30755"/>
                    <a:pt x="31775" y="5905"/>
                    <a:pt x="51001" y="5905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E5CC77D-6FE0-75F9-0FE6-FB5F81289C0D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1837056" y="5143329"/>
              <a:ext cx="138661" cy="136742"/>
            </a:xfrm>
            <a:custGeom>
              <a:avLst/>
              <a:gdLst>
                <a:gd name="connsiteX0" fmla="*/ 135288 w 138661"/>
                <a:gd name="connsiteY0" fmla="*/ 100230 h 136742"/>
                <a:gd name="connsiteX1" fmla="*/ 126829 w 138661"/>
                <a:gd name="connsiteY1" fmla="*/ 108701 h 136742"/>
                <a:gd name="connsiteX2" fmla="*/ 111120 w 138661"/>
                <a:gd name="connsiteY2" fmla="*/ 121105 h 136742"/>
                <a:gd name="connsiteX3" fmla="*/ 106891 w 138661"/>
                <a:gd name="connsiteY3" fmla="*/ 117172 h 136742"/>
                <a:gd name="connsiteX4" fmla="*/ 133778 w 138661"/>
                <a:gd name="connsiteY4" fmla="*/ 7355 h 136742"/>
                <a:gd name="connsiteX5" fmla="*/ 135590 w 138661"/>
                <a:gd name="connsiteY5" fmla="*/ 1002 h 136742"/>
                <a:gd name="connsiteX6" fmla="*/ 133475 w 138661"/>
                <a:gd name="connsiteY6" fmla="*/ 94 h 136742"/>
                <a:gd name="connsiteX7" fmla="*/ 115048 w 138661"/>
                <a:gd name="connsiteY7" fmla="*/ 2212 h 136742"/>
                <a:gd name="connsiteX8" fmla="*/ 114141 w 138661"/>
                <a:gd name="connsiteY8" fmla="*/ 3119 h 136742"/>
                <a:gd name="connsiteX9" fmla="*/ 110818 w 138661"/>
                <a:gd name="connsiteY9" fmla="*/ 17641 h 136742"/>
                <a:gd name="connsiteX10" fmla="*/ 86651 w 138661"/>
                <a:gd name="connsiteY10" fmla="*/ 94 h 136742"/>
                <a:gd name="connsiteX11" fmla="*/ 252 w 138661"/>
                <a:gd name="connsiteY11" fmla="*/ 103256 h 136742"/>
                <a:gd name="connsiteX12" fmla="*/ 31065 w 138661"/>
                <a:gd name="connsiteY12" fmla="*/ 136836 h 136742"/>
                <a:gd name="connsiteX13" fmla="*/ 91786 w 138661"/>
                <a:gd name="connsiteY13" fmla="*/ 89339 h 136742"/>
                <a:gd name="connsiteX14" fmla="*/ 84838 w 138661"/>
                <a:gd name="connsiteY14" fmla="*/ 124130 h 136742"/>
                <a:gd name="connsiteX15" fmla="*/ 96922 w 138661"/>
                <a:gd name="connsiteY15" fmla="*/ 136534 h 136742"/>
                <a:gd name="connsiteX16" fmla="*/ 138913 w 138661"/>
                <a:gd name="connsiteY16" fmla="*/ 103256 h 136742"/>
                <a:gd name="connsiteX17" fmla="*/ 135288 w 138661"/>
                <a:gd name="connsiteY17" fmla="*/ 100230 h 136742"/>
                <a:gd name="connsiteX18" fmla="*/ 88463 w 138661"/>
                <a:gd name="connsiteY18" fmla="*/ 6750 h 136742"/>
                <a:gd name="connsiteX19" fmla="*/ 105381 w 138661"/>
                <a:gd name="connsiteY19" fmla="*/ 25204 h 136742"/>
                <a:gd name="connsiteX20" fmla="*/ 69431 w 138661"/>
                <a:gd name="connsiteY20" fmla="*/ 108701 h 136742"/>
                <a:gd name="connsiteX21" fmla="*/ 43149 w 138661"/>
                <a:gd name="connsiteY21" fmla="*/ 122012 h 136742"/>
                <a:gd name="connsiteX22" fmla="*/ 25628 w 138661"/>
                <a:gd name="connsiteY22" fmla="*/ 99323 h 136742"/>
                <a:gd name="connsiteX23" fmla="*/ 50097 w 138661"/>
                <a:gd name="connsiteY23" fmla="*/ 33069 h 136742"/>
                <a:gd name="connsiteX24" fmla="*/ 88463 w 138661"/>
                <a:gd name="connsiteY24" fmla="*/ 675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661" h="136742">
                  <a:moveTo>
                    <a:pt x="135288" y="100230"/>
                  </a:moveTo>
                  <a:cubicBezTo>
                    <a:pt x="130757" y="104768"/>
                    <a:pt x="128944" y="106281"/>
                    <a:pt x="126829" y="108701"/>
                  </a:cubicBezTo>
                  <a:cubicBezTo>
                    <a:pt x="117767" y="118080"/>
                    <a:pt x="113839" y="121105"/>
                    <a:pt x="111120" y="121105"/>
                  </a:cubicBezTo>
                  <a:cubicBezTo>
                    <a:pt x="108704" y="121105"/>
                    <a:pt x="106891" y="119290"/>
                    <a:pt x="106891" y="117172"/>
                  </a:cubicBezTo>
                  <a:cubicBezTo>
                    <a:pt x="106891" y="111121"/>
                    <a:pt x="119579" y="59389"/>
                    <a:pt x="133778" y="7355"/>
                  </a:cubicBezTo>
                  <a:cubicBezTo>
                    <a:pt x="134684" y="4329"/>
                    <a:pt x="134986" y="3724"/>
                    <a:pt x="135590" y="1002"/>
                  </a:cubicBezTo>
                  <a:lnTo>
                    <a:pt x="133475" y="94"/>
                  </a:lnTo>
                  <a:lnTo>
                    <a:pt x="115048" y="2212"/>
                  </a:lnTo>
                  <a:lnTo>
                    <a:pt x="114141" y="3119"/>
                  </a:lnTo>
                  <a:lnTo>
                    <a:pt x="110818" y="17641"/>
                  </a:lnTo>
                  <a:cubicBezTo>
                    <a:pt x="108402" y="6447"/>
                    <a:pt x="99641" y="94"/>
                    <a:pt x="86651" y="94"/>
                  </a:cubicBezTo>
                  <a:cubicBezTo>
                    <a:pt x="46774" y="94"/>
                    <a:pt x="252" y="55456"/>
                    <a:pt x="252" y="103256"/>
                  </a:cubicBezTo>
                  <a:cubicBezTo>
                    <a:pt x="252" y="124433"/>
                    <a:pt x="11731" y="136836"/>
                    <a:pt x="31065" y="136836"/>
                  </a:cubicBezTo>
                  <a:cubicBezTo>
                    <a:pt x="52212" y="136836"/>
                    <a:pt x="65202" y="126853"/>
                    <a:pt x="91786" y="89339"/>
                  </a:cubicBezTo>
                  <a:cubicBezTo>
                    <a:pt x="85745" y="112937"/>
                    <a:pt x="84838" y="116869"/>
                    <a:pt x="84838" y="124130"/>
                  </a:cubicBezTo>
                  <a:cubicBezTo>
                    <a:pt x="84838" y="132903"/>
                    <a:pt x="88463" y="136534"/>
                    <a:pt x="96922" y="136534"/>
                  </a:cubicBezTo>
                  <a:cubicBezTo>
                    <a:pt x="109006" y="136534"/>
                    <a:pt x="116558" y="130786"/>
                    <a:pt x="138913" y="103256"/>
                  </a:cubicBezTo>
                  <a:lnTo>
                    <a:pt x="135288" y="100230"/>
                  </a:lnTo>
                  <a:close/>
                  <a:moveTo>
                    <a:pt x="88463" y="6750"/>
                  </a:moveTo>
                  <a:cubicBezTo>
                    <a:pt x="98735" y="7355"/>
                    <a:pt x="105381" y="14615"/>
                    <a:pt x="105381" y="25204"/>
                  </a:cubicBezTo>
                  <a:cubicBezTo>
                    <a:pt x="105381" y="50616"/>
                    <a:pt x="90276" y="86314"/>
                    <a:pt x="69431" y="108701"/>
                  </a:cubicBezTo>
                  <a:cubicBezTo>
                    <a:pt x="62181" y="116869"/>
                    <a:pt x="51910" y="122012"/>
                    <a:pt x="43149" y="122012"/>
                  </a:cubicBezTo>
                  <a:cubicBezTo>
                    <a:pt x="32576" y="122012"/>
                    <a:pt x="25628" y="113239"/>
                    <a:pt x="25628" y="99323"/>
                  </a:cubicBezTo>
                  <a:cubicBezTo>
                    <a:pt x="25628" y="82986"/>
                    <a:pt x="37107" y="51826"/>
                    <a:pt x="50097" y="33069"/>
                  </a:cubicBezTo>
                  <a:cubicBezTo>
                    <a:pt x="62181" y="15523"/>
                    <a:pt x="76380" y="5842"/>
                    <a:pt x="88463" y="6750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0206622-0F92-B1AB-DC26-EB7D28653D00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2008348" y="5171279"/>
              <a:ext cx="63264" cy="151335"/>
            </a:xfrm>
            <a:custGeom>
              <a:avLst/>
              <a:gdLst>
                <a:gd name="connsiteX0" fmla="*/ 40495 w 63264"/>
                <a:gd name="connsiteY0" fmla="*/ 96 h 151335"/>
                <a:gd name="connsiteX1" fmla="*/ 256 w 63264"/>
                <a:gd name="connsiteY1" fmla="*/ 20469 h 151335"/>
                <a:gd name="connsiteX2" fmla="*/ 256 w 63264"/>
                <a:gd name="connsiteY2" fmla="*/ 23603 h 151335"/>
                <a:gd name="connsiteX3" fmla="*/ 6292 w 63264"/>
                <a:gd name="connsiteY3" fmla="*/ 21140 h 151335"/>
                <a:gd name="connsiteX4" fmla="*/ 16352 w 63264"/>
                <a:gd name="connsiteY4" fmla="*/ 18678 h 151335"/>
                <a:gd name="connsiteX5" fmla="*/ 23058 w 63264"/>
                <a:gd name="connsiteY5" fmla="*/ 29199 h 151335"/>
                <a:gd name="connsiteX6" fmla="*/ 23058 w 63264"/>
                <a:gd name="connsiteY6" fmla="*/ 130612 h 151335"/>
                <a:gd name="connsiteX7" fmla="*/ 17693 w 63264"/>
                <a:gd name="connsiteY7" fmla="*/ 145164 h 151335"/>
                <a:gd name="connsiteX8" fmla="*/ 1821 w 63264"/>
                <a:gd name="connsiteY8" fmla="*/ 148074 h 151335"/>
                <a:gd name="connsiteX9" fmla="*/ 1821 w 63264"/>
                <a:gd name="connsiteY9" fmla="*/ 151432 h 151335"/>
                <a:gd name="connsiteX10" fmla="*/ 63521 w 63264"/>
                <a:gd name="connsiteY10" fmla="*/ 151432 h 151335"/>
                <a:gd name="connsiteX11" fmla="*/ 63521 w 63264"/>
                <a:gd name="connsiteY11" fmla="*/ 148074 h 151335"/>
                <a:gd name="connsiteX12" fmla="*/ 42283 w 63264"/>
                <a:gd name="connsiteY12" fmla="*/ 134866 h 151335"/>
                <a:gd name="connsiteX13" fmla="*/ 42283 w 63264"/>
                <a:gd name="connsiteY13" fmla="*/ 544 h 151335"/>
                <a:gd name="connsiteX14" fmla="*/ 40495 w 63264"/>
                <a:gd name="connsiteY14" fmla="*/ 96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64" h="151335">
                  <a:moveTo>
                    <a:pt x="40495" y="96"/>
                  </a:moveTo>
                  <a:lnTo>
                    <a:pt x="256" y="20469"/>
                  </a:lnTo>
                  <a:lnTo>
                    <a:pt x="256" y="23603"/>
                  </a:lnTo>
                  <a:cubicBezTo>
                    <a:pt x="2939" y="22483"/>
                    <a:pt x="5398" y="21588"/>
                    <a:pt x="6292" y="21140"/>
                  </a:cubicBezTo>
                  <a:cubicBezTo>
                    <a:pt x="10316" y="19573"/>
                    <a:pt x="14116" y="18678"/>
                    <a:pt x="16352" y="18678"/>
                  </a:cubicBezTo>
                  <a:cubicBezTo>
                    <a:pt x="21046" y="18678"/>
                    <a:pt x="23058" y="22036"/>
                    <a:pt x="23058" y="29199"/>
                  </a:cubicBezTo>
                  <a:lnTo>
                    <a:pt x="23058" y="130612"/>
                  </a:lnTo>
                  <a:cubicBezTo>
                    <a:pt x="23058" y="138000"/>
                    <a:pt x="21270" y="143149"/>
                    <a:pt x="17693" y="145164"/>
                  </a:cubicBezTo>
                  <a:cubicBezTo>
                    <a:pt x="14340" y="147179"/>
                    <a:pt x="11210" y="147850"/>
                    <a:pt x="1821" y="148074"/>
                  </a:cubicBezTo>
                  <a:lnTo>
                    <a:pt x="1821" y="151432"/>
                  </a:lnTo>
                  <a:lnTo>
                    <a:pt x="63521" y="151432"/>
                  </a:lnTo>
                  <a:lnTo>
                    <a:pt x="63521" y="148074"/>
                  </a:lnTo>
                  <a:cubicBezTo>
                    <a:pt x="45860" y="147850"/>
                    <a:pt x="42283" y="145612"/>
                    <a:pt x="42283" y="134866"/>
                  </a:cubicBezTo>
                  <a:lnTo>
                    <a:pt x="42283" y="544"/>
                  </a:lnTo>
                  <a:lnTo>
                    <a:pt x="40495" y="96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F032ABF-543A-B213-27C8-6266301B8C78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2115119" y="4657168"/>
              <a:ext cx="79450" cy="725761"/>
            </a:xfrm>
            <a:custGeom>
              <a:avLst/>
              <a:gdLst>
                <a:gd name="connsiteX0" fmla="*/ 63097 w 79450"/>
                <a:gd name="connsiteY0" fmla="*/ 709197 h 725761"/>
                <a:gd name="connsiteX1" fmla="*/ 261 w 79450"/>
                <a:gd name="connsiteY1" fmla="*/ 709197 h 725761"/>
                <a:gd name="connsiteX2" fmla="*/ 261 w 79450"/>
                <a:gd name="connsiteY2" fmla="*/ 725836 h 725761"/>
                <a:gd name="connsiteX3" fmla="*/ 79712 w 79450"/>
                <a:gd name="connsiteY3" fmla="*/ 725836 h 725761"/>
                <a:gd name="connsiteX4" fmla="*/ 79712 w 79450"/>
                <a:gd name="connsiteY4" fmla="*/ 74 h 725761"/>
                <a:gd name="connsiteX5" fmla="*/ 261 w 79450"/>
                <a:gd name="connsiteY5" fmla="*/ 74 h 725761"/>
                <a:gd name="connsiteX6" fmla="*/ 261 w 79450"/>
                <a:gd name="connsiteY6" fmla="*/ 16713 h 725761"/>
                <a:gd name="connsiteX7" fmla="*/ 63097 w 79450"/>
                <a:gd name="connsiteY7" fmla="*/ 16713 h 725761"/>
                <a:gd name="connsiteX8" fmla="*/ 63097 w 79450"/>
                <a:gd name="connsiteY8" fmla="*/ 709197 h 72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50" h="725761">
                  <a:moveTo>
                    <a:pt x="63097" y="709197"/>
                  </a:moveTo>
                  <a:lnTo>
                    <a:pt x="261" y="709197"/>
                  </a:lnTo>
                  <a:lnTo>
                    <a:pt x="261" y="725836"/>
                  </a:lnTo>
                  <a:lnTo>
                    <a:pt x="79712" y="725836"/>
                  </a:lnTo>
                  <a:lnTo>
                    <a:pt x="79712" y="74"/>
                  </a:lnTo>
                  <a:lnTo>
                    <a:pt x="261" y="74"/>
                  </a:lnTo>
                  <a:lnTo>
                    <a:pt x="261" y="16713"/>
                  </a:lnTo>
                  <a:lnTo>
                    <a:pt x="63097" y="16713"/>
                  </a:lnTo>
                  <a:lnTo>
                    <a:pt x="63097" y="70919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DAE6C108-E7DF-49C0-8D36-B5965C942751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2422370" y="4986557"/>
              <a:ext cx="200892" cy="70791"/>
            </a:xfrm>
            <a:custGeom>
              <a:avLst/>
              <a:gdLst>
                <a:gd name="connsiteX0" fmla="*/ 190893 w 200892"/>
                <a:gd name="connsiteY0" fmla="*/ 12189 h 70791"/>
                <a:gd name="connsiteX1" fmla="*/ 201164 w 200892"/>
                <a:gd name="connsiteY1" fmla="*/ 6138 h 70791"/>
                <a:gd name="connsiteX2" fmla="*/ 191195 w 200892"/>
                <a:gd name="connsiteY2" fmla="*/ 88 h 70791"/>
                <a:gd name="connsiteX3" fmla="*/ 10241 w 200892"/>
                <a:gd name="connsiteY3" fmla="*/ 88 h 70791"/>
                <a:gd name="connsiteX4" fmla="*/ 272 w 200892"/>
                <a:gd name="connsiteY4" fmla="*/ 6138 h 70791"/>
                <a:gd name="connsiteX5" fmla="*/ 10543 w 200892"/>
                <a:gd name="connsiteY5" fmla="*/ 12189 h 70791"/>
                <a:gd name="connsiteX6" fmla="*/ 190893 w 200892"/>
                <a:gd name="connsiteY6" fmla="*/ 12189 h 70791"/>
                <a:gd name="connsiteX7" fmla="*/ 191195 w 200892"/>
                <a:gd name="connsiteY7" fmla="*/ 70879 h 70791"/>
                <a:gd name="connsiteX8" fmla="*/ 201164 w 200892"/>
                <a:gd name="connsiteY8" fmla="*/ 64828 h 70791"/>
                <a:gd name="connsiteX9" fmla="*/ 190893 w 200892"/>
                <a:gd name="connsiteY9" fmla="*/ 58778 h 70791"/>
                <a:gd name="connsiteX10" fmla="*/ 10543 w 200892"/>
                <a:gd name="connsiteY10" fmla="*/ 58778 h 70791"/>
                <a:gd name="connsiteX11" fmla="*/ 272 w 200892"/>
                <a:gd name="connsiteY11" fmla="*/ 64828 h 70791"/>
                <a:gd name="connsiteX12" fmla="*/ 10241 w 200892"/>
                <a:gd name="connsiteY12" fmla="*/ 70879 h 70791"/>
                <a:gd name="connsiteX13" fmla="*/ 191195 w 200892"/>
                <a:gd name="connsiteY13" fmla="*/ 7087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892" h="70791">
                  <a:moveTo>
                    <a:pt x="190893" y="12189"/>
                  </a:moveTo>
                  <a:cubicBezTo>
                    <a:pt x="195425" y="12189"/>
                    <a:pt x="201164" y="12189"/>
                    <a:pt x="201164" y="6138"/>
                  </a:cubicBezTo>
                  <a:cubicBezTo>
                    <a:pt x="201164" y="88"/>
                    <a:pt x="195425" y="88"/>
                    <a:pt x="191195" y="88"/>
                  </a:cubicBezTo>
                  <a:lnTo>
                    <a:pt x="10241" y="88"/>
                  </a:lnTo>
                  <a:cubicBezTo>
                    <a:pt x="6011" y="88"/>
                    <a:pt x="272" y="88"/>
                    <a:pt x="272" y="6138"/>
                  </a:cubicBezTo>
                  <a:cubicBezTo>
                    <a:pt x="272" y="12189"/>
                    <a:pt x="6011" y="12189"/>
                    <a:pt x="10543" y="12189"/>
                  </a:cubicBezTo>
                  <a:lnTo>
                    <a:pt x="190893" y="12189"/>
                  </a:lnTo>
                  <a:close/>
                  <a:moveTo>
                    <a:pt x="191195" y="70879"/>
                  </a:moveTo>
                  <a:cubicBezTo>
                    <a:pt x="195425" y="70879"/>
                    <a:pt x="201164" y="70879"/>
                    <a:pt x="201164" y="64828"/>
                  </a:cubicBezTo>
                  <a:cubicBezTo>
                    <a:pt x="201164" y="58778"/>
                    <a:pt x="195425" y="58778"/>
                    <a:pt x="190893" y="58778"/>
                  </a:cubicBezTo>
                  <a:lnTo>
                    <a:pt x="10543" y="58778"/>
                  </a:lnTo>
                  <a:cubicBezTo>
                    <a:pt x="6011" y="58778"/>
                    <a:pt x="272" y="58778"/>
                    <a:pt x="272" y="64828"/>
                  </a:cubicBezTo>
                  <a:cubicBezTo>
                    <a:pt x="272" y="70879"/>
                    <a:pt x="6011" y="70879"/>
                    <a:pt x="10241" y="70879"/>
                  </a:cubicBezTo>
                  <a:lnTo>
                    <a:pt x="191195" y="70879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D6B70AE-2691-44F3-FC4B-D7F787211C30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2851345" y="4657168"/>
              <a:ext cx="79450" cy="725761"/>
            </a:xfrm>
            <a:custGeom>
              <a:avLst/>
              <a:gdLst>
                <a:gd name="connsiteX0" fmla="*/ 283 w 79450"/>
                <a:gd name="connsiteY0" fmla="*/ 725836 h 725761"/>
                <a:gd name="connsiteX1" fmla="*/ 79734 w 79450"/>
                <a:gd name="connsiteY1" fmla="*/ 725836 h 725761"/>
                <a:gd name="connsiteX2" fmla="*/ 79734 w 79450"/>
                <a:gd name="connsiteY2" fmla="*/ 709197 h 725761"/>
                <a:gd name="connsiteX3" fmla="*/ 16898 w 79450"/>
                <a:gd name="connsiteY3" fmla="*/ 709197 h 725761"/>
                <a:gd name="connsiteX4" fmla="*/ 16898 w 79450"/>
                <a:gd name="connsiteY4" fmla="*/ 16713 h 725761"/>
                <a:gd name="connsiteX5" fmla="*/ 79734 w 79450"/>
                <a:gd name="connsiteY5" fmla="*/ 16713 h 725761"/>
                <a:gd name="connsiteX6" fmla="*/ 79734 w 79450"/>
                <a:gd name="connsiteY6" fmla="*/ 74 h 725761"/>
                <a:gd name="connsiteX7" fmla="*/ 283 w 79450"/>
                <a:gd name="connsiteY7" fmla="*/ 74 h 725761"/>
                <a:gd name="connsiteX8" fmla="*/ 283 w 79450"/>
                <a:gd name="connsiteY8" fmla="*/ 725836 h 72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50" h="725761">
                  <a:moveTo>
                    <a:pt x="283" y="725836"/>
                  </a:moveTo>
                  <a:lnTo>
                    <a:pt x="79734" y="725836"/>
                  </a:lnTo>
                  <a:lnTo>
                    <a:pt x="79734" y="709197"/>
                  </a:lnTo>
                  <a:lnTo>
                    <a:pt x="16898" y="709197"/>
                  </a:lnTo>
                  <a:lnTo>
                    <a:pt x="16898" y="16713"/>
                  </a:lnTo>
                  <a:lnTo>
                    <a:pt x="79734" y="16713"/>
                  </a:lnTo>
                  <a:lnTo>
                    <a:pt x="79734" y="74"/>
                  </a:lnTo>
                  <a:lnTo>
                    <a:pt x="283" y="74"/>
                  </a:lnTo>
                  <a:lnTo>
                    <a:pt x="283" y="725836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45B12E6-2393-7512-6EEE-4788BFB3CD6E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13096900" y="4704212"/>
              <a:ext cx="122650" cy="212373"/>
            </a:xfrm>
            <a:custGeom>
              <a:avLst/>
              <a:gdLst>
                <a:gd name="connsiteX0" fmla="*/ 45305 w 122650"/>
                <a:gd name="connsiteY0" fmla="*/ 31847 h 212373"/>
                <a:gd name="connsiteX1" fmla="*/ 104516 w 122650"/>
                <a:gd name="connsiteY1" fmla="*/ 31847 h 212373"/>
                <a:gd name="connsiteX2" fmla="*/ 111464 w 122650"/>
                <a:gd name="connsiteY2" fmla="*/ 29125 h 212373"/>
                <a:gd name="connsiteX3" fmla="*/ 122943 w 122650"/>
                <a:gd name="connsiteY3" fmla="*/ 2200 h 212373"/>
                <a:gd name="connsiteX4" fmla="*/ 120225 w 122650"/>
                <a:gd name="connsiteY4" fmla="*/ 82 h 212373"/>
                <a:gd name="connsiteX5" fmla="*/ 106328 w 122650"/>
                <a:gd name="connsiteY5" fmla="*/ 7948 h 212373"/>
                <a:gd name="connsiteX6" fmla="*/ 43190 w 122650"/>
                <a:gd name="connsiteY6" fmla="*/ 7948 h 212373"/>
                <a:gd name="connsiteX7" fmla="*/ 10262 w 122650"/>
                <a:gd name="connsiteY7" fmla="*/ 79647 h 212373"/>
                <a:gd name="connsiteX8" fmla="*/ 9960 w 122650"/>
                <a:gd name="connsiteY8" fmla="*/ 81159 h 212373"/>
                <a:gd name="connsiteX9" fmla="*/ 13585 w 122650"/>
                <a:gd name="connsiteY9" fmla="*/ 83579 h 212373"/>
                <a:gd name="connsiteX10" fmla="*/ 47722 w 122650"/>
                <a:gd name="connsiteY10" fmla="*/ 89630 h 212373"/>
                <a:gd name="connsiteX11" fmla="*/ 98474 w 122650"/>
                <a:gd name="connsiteY11" fmla="*/ 149530 h 212373"/>
                <a:gd name="connsiteX12" fmla="*/ 56483 w 122650"/>
                <a:gd name="connsiteY12" fmla="*/ 201262 h 212373"/>
                <a:gd name="connsiteX13" fmla="*/ 36242 w 122650"/>
                <a:gd name="connsiteY13" fmla="*/ 192489 h 212373"/>
                <a:gd name="connsiteX14" fmla="*/ 13283 w 122650"/>
                <a:gd name="connsiteY14" fmla="*/ 182506 h 212373"/>
                <a:gd name="connsiteX15" fmla="*/ 293 w 122650"/>
                <a:gd name="connsiteY15" fmla="*/ 193699 h 212373"/>
                <a:gd name="connsiteX16" fmla="*/ 37149 w 122650"/>
                <a:gd name="connsiteY16" fmla="*/ 212456 h 212373"/>
                <a:gd name="connsiteX17" fmla="*/ 99380 w 122650"/>
                <a:gd name="connsiteY17" fmla="*/ 188859 h 212373"/>
                <a:gd name="connsiteX18" fmla="*/ 119620 w 122650"/>
                <a:gd name="connsiteY18" fmla="*/ 135009 h 212373"/>
                <a:gd name="connsiteX19" fmla="*/ 98776 w 122650"/>
                <a:gd name="connsiteY19" fmla="*/ 84185 h 212373"/>
                <a:gd name="connsiteX20" fmla="*/ 32617 w 122650"/>
                <a:gd name="connsiteY20" fmla="*/ 57562 h 212373"/>
                <a:gd name="connsiteX21" fmla="*/ 45305 w 122650"/>
                <a:gd name="connsiteY21" fmla="*/ 31847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50" h="212373">
                  <a:moveTo>
                    <a:pt x="45305" y="31847"/>
                  </a:moveTo>
                  <a:lnTo>
                    <a:pt x="104516" y="31847"/>
                  </a:lnTo>
                  <a:cubicBezTo>
                    <a:pt x="109349" y="31847"/>
                    <a:pt x="110558" y="31242"/>
                    <a:pt x="111464" y="29125"/>
                  </a:cubicBezTo>
                  <a:lnTo>
                    <a:pt x="122943" y="2200"/>
                  </a:lnTo>
                  <a:lnTo>
                    <a:pt x="120225" y="82"/>
                  </a:lnTo>
                  <a:cubicBezTo>
                    <a:pt x="115693" y="6435"/>
                    <a:pt x="112672" y="7948"/>
                    <a:pt x="106328" y="7948"/>
                  </a:cubicBezTo>
                  <a:lnTo>
                    <a:pt x="43190" y="7948"/>
                  </a:lnTo>
                  <a:lnTo>
                    <a:pt x="10262" y="79647"/>
                  </a:lnTo>
                  <a:cubicBezTo>
                    <a:pt x="9960" y="80252"/>
                    <a:pt x="9960" y="80554"/>
                    <a:pt x="9960" y="81159"/>
                  </a:cubicBezTo>
                  <a:cubicBezTo>
                    <a:pt x="9960" y="82672"/>
                    <a:pt x="11168" y="83579"/>
                    <a:pt x="13585" y="83579"/>
                  </a:cubicBezTo>
                  <a:cubicBezTo>
                    <a:pt x="23252" y="83579"/>
                    <a:pt x="35336" y="85697"/>
                    <a:pt x="47722" y="89630"/>
                  </a:cubicBezTo>
                  <a:cubicBezTo>
                    <a:pt x="82463" y="100824"/>
                    <a:pt x="98474" y="119580"/>
                    <a:pt x="98474" y="149530"/>
                  </a:cubicBezTo>
                  <a:cubicBezTo>
                    <a:pt x="98474" y="178573"/>
                    <a:pt x="80046" y="201262"/>
                    <a:pt x="56483" y="201262"/>
                  </a:cubicBezTo>
                  <a:cubicBezTo>
                    <a:pt x="50441" y="201262"/>
                    <a:pt x="45305" y="199145"/>
                    <a:pt x="36242" y="192489"/>
                  </a:cubicBezTo>
                  <a:cubicBezTo>
                    <a:pt x="26575" y="185531"/>
                    <a:pt x="19627" y="182506"/>
                    <a:pt x="13283" y="182506"/>
                  </a:cubicBezTo>
                  <a:cubicBezTo>
                    <a:pt x="4522" y="182506"/>
                    <a:pt x="293" y="186136"/>
                    <a:pt x="293" y="193699"/>
                  </a:cubicBezTo>
                  <a:cubicBezTo>
                    <a:pt x="293" y="205195"/>
                    <a:pt x="14491" y="212456"/>
                    <a:pt x="37149" y="212456"/>
                  </a:cubicBezTo>
                  <a:cubicBezTo>
                    <a:pt x="62525" y="212456"/>
                    <a:pt x="84275" y="204288"/>
                    <a:pt x="99380" y="188859"/>
                  </a:cubicBezTo>
                  <a:cubicBezTo>
                    <a:pt x="113276" y="175245"/>
                    <a:pt x="119620" y="158001"/>
                    <a:pt x="119620" y="135009"/>
                  </a:cubicBezTo>
                  <a:cubicBezTo>
                    <a:pt x="119620" y="113227"/>
                    <a:pt x="113881" y="99311"/>
                    <a:pt x="98776" y="84185"/>
                  </a:cubicBezTo>
                  <a:cubicBezTo>
                    <a:pt x="85484" y="70873"/>
                    <a:pt x="68264" y="63915"/>
                    <a:pt x="32617" y="57562"/>
                  </a:cubicBezTo>
                  <a:lnTo>
                    <a:pt x="45305" y="3184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80D8367-AC36-2634-5626-5202B23CD1BA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13264827" y="4880282"/>
              <a:ext cx="32022" cy="32067"/>
            </a:xfrm>
            <a:custGeom>
              <a:avLst/>
              <a:gdLst>
                <a:gd name="connsiteX0" fmla="*/ 32320 w 32022"/>
                <a:gd name="connsiteY0" fmla="*/ 16116 h 32067"/>
                <a:gd name="connsiteX1" fmla="*/ 16309 w 32022"/>
                <a:gd name="connsiteY1" fmla="*/ 82 h 32067"/>
                <a:gd name="connsiteX2" fmla="*/ 298 w 32022"/>
                <a:gd name="connsiteY2" fmla="*/ 16116 h 32067"/>
                <a:gd name="connsiteX3" fmla="*/ 16309 w 32022"/>
                <a:gd name="connsiteY3" fmla="*/ 32150 h 32067"/>
                <a:gd name="connsiteX4" fmla="*/ 32320 w 32022"/>
                <a:gd name="connsiteY4" fmla="*/ 16116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2" h="32067">
                  <a:moveTo>
                    <a:pt x="32320" y="16116"/>
                  </a:moveTo>
                  <a:cubicBezTo>
                    <a:pt x="32320" y="7343"/>
                    <a:pt x="25070" y="82"/>
                    <a:pt x="16309" y="82"/>
                  </a:cubicBezTo>
                  <a:cubicBezTo>
                    <a:pt x="7548" y="82"/>
                    <a:pt x="298" y="7343"/>
                    <a:pt x="298" y="16116"/>
                  </a:cubicBezTo>
                  <a:cubicBezTo>
                    <a:pt x="298" y="24889"/>
                    <a:pt x="7548" y="32150"/>
                    <a:pt x="16309" y="32150"/>
                  </a:cubicBezTo>
                  <a:cubicBezTo>
                    <a:pt x="25070" y="32150"/>
                    <a:pt x="32320" y="24889"/>
                    <a:pt x="32320" y="16116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17891B1-2E1F-7E7A-C47B-126C8F05E7D1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13335828" y="4707842"/>
              <a:ext cx="117514" cy="208743"/>
            </a:xfrm>
            <a:custGeom>
              <a:avLst/>
              <a:gdLst>
                <a:gd name="connsiteX0" fmla="*/ 33531 w 117514"/>
                <a:gd name="connsiteY0" fmla="*/ 104756 h 208743"/>
                <a:gd name="connsiteX1" fmla="*/ 65553 w 117514"/>
                <a:gd name="connsiteY1" fmla="*/ 108084 h 208743"/>
                <a:gd name="connsiteX2" fmla="*/ 96065 w 117514"/>
                <a:gd name="connsiteY2" fmla="*/ 152858 h 208743"/>
                <a:gd name="connsiteX3" fmla="*/ 56490 w 117514"/>
                <a:gd name="connsiteY3" fmla="*/ 197935 h 208743"/>
                <a:gd name="connsiteX4" fmla="*/ 31114 w 117514"/>
                <a:gd name="connsiteY4" fmla="*/ 188556 h 208743"/>
                <a:gd name="connsiteX5" fmla="*/ 11780 w 117514"/>
                <a:gd name="connsiteY5" fmla="*/ 180993 h 208743"/>
                <a:gd name="connsiteX6" fmla="*/ 301 w 117514"/>
                <a:gd name="connsiteY6" fmla="*/ 191582 h 208743"/>
                <a:gd name="connsiteX7" fmla="*/ 34437 w 117514"/>
                <a:gd name="connsiteY7" fmla="*/ 208826 h 208743"/>
                <a:gd name="connsiteX8" fmla="*/ 95763 w 117514"/>
                <a:gd name="connsiteY8" fmla="*/ 188556 h 208743"/>
                <a:gd name="connsiteX9" fmla="*/ 117816 w 117514"/>
                <a:gd name="connsiteY9" fmla="*/ 138337 h 208743"/>
                <a:gd name="connsiteX10" fmla="*/ 104221 w 117514"/>
                <a:gd name="connsiteY10" fmla="*/ 99311 h 208743"/>
                <a:gd name="connsiteX11" fmla="*/ 79147 w 117514"/>
                <a:gd name="connsiteY11" fmla="*/ 83277 h 208743"/>
                <a:gd name="connsiteX12" fmla="*/ 107544 w 117514"/>
                <a:gd name="connsiteY12" fmla="*/ 41528 h 208743"/>
                <a:gd name="connsiteX13" fmla="*/ 60418 w 117514"/>
                <a:gd name="connsiteY13" fmla="*/ 82 h 208743"/>
                <a:gd name="connsiteX14" fmla="*/ 21145 w 117514"/>
                <a:gd name="connsiteY14" fmla="*/ 14906 h 208743"/>
                <a:gd name="connsiteX15" fmla="*/ 905 w 117514"/>
                <a:gd name="connsiteY15" fmla="*/ 49091 h 208743"/>
                <a:gd name="connsiteX16" fmla="*/ 5436 w 117514"/>
                <a:gd name="connsiteY16" fmla="*/ 50302 h 208743"/>
                <a:gd name="connsiteX17" fmla="*/ 50448 w 117514"/>
                <a:gd name="connsiteY17" fmla="*/ 18234 h 208743"/>
                <a:gd name="connsiteX18" fmla="*/ 83679 w 117514"/>
                <a:gd name="connsiteY18" fmla="*/ 50604 h 208743"/>
                <a:gd name="connsiteX19" fmla="*/ 71595 w 117514"/>
                <a:gd name="connsiteY19" fmla="*/ 79949 h 208743"/>
                <a:gd name="connsiteX20" fmla="*/ 33531 w 117514"/>
                <a:gd name="connsiteY20" fmla="*/ 100824 h 208743"/>
                <a:gd name="connsiteX21" fmla="*/ 33531 w 117514"/>
                <a:gd name="connsiteY21" fmla="*/ 104756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14" h="208743">
                  <a:moveTo>
                    <a:pt x="33531" y="104756"/>
                  </a:moveTo>
                  <a:cubicBezTo>
                    <a:pt x="51355" y="104756"/>
                    <a:pt x="58303" y="105361"/>
                    <a:pt x="65553" y="108084"/>
                  </a:cubicBezTo>
                  <a:cubicBezTo>
                    <a:pt x="84283" y="114740"/>
                    <a:pt x="96065" y="131984"/>
                    <a:pt x="96065" y="152858"/>
                  </a:cubicBezTo>
                  <a:cubicBezTo>
                    <a:pt x="96065" y="178270"/>
                    <a:pt x="78845" y="197935"/>
                    <a:pt x="56490" y="197935"/>
                  </a:cubicBezTo>
                  <a:cubicBezTo>
                    <a:pt x="48334" y="197935"/>
                    <a:pt x="42292" y="195817"/>
                    <a:pt x="31114" y="188556"/>
                  </a:cubicBezTo>
                  <a:cubicBezTo>
                    <a:pt x="22052" y="183111"/>
                    <a:pt x="16916" y="180993"/>
                    <a:pt x="11780" y="180993"/>
                  </a:cubicBezTo>
                  <a:cubicBezTo>
                    <a:pt x="4832" y="180993"/>
                    <a:pt x="301" y="185229"/>
                    <a:pt x="301" y="191582"/>
                  </a:cubicBezTo>
                  <a:cubicBezTo>
                    <a:pt x="301" y="202170"/>
                    <a:pt x="13291" y="208826"/>
                    <a:pt x="34437" y="208826"/>
                  </a:cubicBezTo>
                  <a:cubicBezTo>
                    <a:pt x="57699" y="208826"/>
                    <a:pt x="81564" y="200960"/>
                    <a:pt x="95763" y="188556"/>
                  </a:cubicBezTo>
                  <a:cubicBezTo>
                    <a:pt x="109961" y="176153"/>
                    <a:pt x="117816" y="158606"/>
                    <a:pt x="117816" y="138337"/>
                  </a:cubicBezTo>
                  <a:cubicBezTo>
                    <a:pt x="117816" y="122908"/>
                    <a:pt x="112982" y="108689"/>
                    <a:pt x="104221" y="99311"/>
                  </a:cubicBezTo>
                  <a:cubicBezTo>
                    <a:pt x="98179" y="92655"/>
                    <a:pt x="92440" y="89025"/>
                    <a:pt x="79147" y="83277"/>
                  </a:cubicBezTo>
                  <a:cubicBezTo>
                    <a:pt x="99992" y="69058"/>
                    <a:pt x="107544" y="57865"/>
                    <a:pt x="107544" y="41528"/>
                  </a:cubicBezTo>
                  <a:cubicBezTo>
                    <a:pt x="107544" y="17024"/>
                    <a:pt x="88210" y="82"/>
                    <a:pt x="60418" y="82"/>
                  </a:cubicBezTo>
                  <a:cubicBezTo>
                    <a:pt x="45313" y="82"/>
                    <a:pt x="32021" y="5225"/>
                    <a:pt x="21145" y="14906"/>
                  </a:cubicBezTo>
                  <a:cubicBezTo>
                    <a:pt x="12082" y="23074"/>
                    <a:pt x="7551" y="30940"/>
                    <a:pt x="905" y="49091"/>
                  </a:cubicBezTo>
                  <a:lnTo>
                    <a:pt x="5436" y="50302"/>
                  </a:lnTo>
                  <a:cubicBezTo>
                    <a:pt x="17822" y="28217"/>
                    <a:pt x="31416" y="18234"/>
                    <a:pt x="50448" y="18234"/>
                  </a:cubicBezTo>
                  <a:cubicBezTo>
                    <a:pt x="70085" y="18234"/>
                    <a:pt x="83679" y="31545"/>
                    <a:pt x="83679" y="50604"/>
                  </a:cubicBezTo>
                  <a:cubicBezTo>
                    <a:pt x="83679" y="61495"/>
                    <a:pt x="79147" y="72386"/>
                    <a:pt x="71595" y="79949"/>
                  </a:cubicBezTo>
                  <a:cubicBezTo>
                    <a:pt x="62532" y="89025"/>
                    <a:pt x="54074" y="93563"/>
                    <a:pt x="33531" y="100824"/>
                  </a:cubicBezTo>
                  <a:lnTo>
                    <a:pt x="33531" y="104756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06DE07-2333-6DA4-7B55-70DF220A7F73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13491369" y="4707842"/>
              <a:ext cx="117514" cy="208743"/>
            </a:xfrm>
            <a:custGeom>
              <a:avLst/>
              <a:gdLst>
                <a:gd name="connsiteX0" fmla="*/ 70996 w 117514"/>
                <a:gd name="connsiteY0" fmla="*/ 92353 h 208743"/>
                <a:gd name="connsiteX1" fmla="*/ 111477 w 117514"/>
                <a:gd name="connsiteY1" fmla="*/ 43041 h 208743"/>
                <a:gd name="connsiteX2" fmla="*/ 59516 w 117514"/>
                <a:gd name="connsiteY2" fmla="*/ 82 h 208743"/>
                <a:gd name="connsiteX3" fmla="*/ 2118 w 117514"/>
                <a:gd name="connsiteY3" fmla="*/ 47881 h 208743"/>
                <a:gd name="connsiteX4" fmla="*/ 39578 w 117514"/>
                <a:gd name="connsiteY4" fmla="*/ 104151 h 208743"/>
                <a:gd name="connsiteX5" fmla="*/ 306 w 117514"/>
                <a:gd name="connsiteY5" fmla="*/ 158909 h 208743"/>
                <a:gd name="connsiteX6" fmla="*/ 58308 w 117514"/>
                <a:gd name="connsiteY6" fmla="*/ 208826 h 208743"/>
                <a:gd name="connsiteX7" fmla="*/ 117821 w 117514"/>
                <a:gd name="connsiteY7" fmla="*/ 157699 h 208743"/>
                <a:gd name="connsiteX8" fmla="*/ 70996 w 117514"/>
                <a:gd name="connsiteY8" fmla="*/ 92353 h 208743"/>
                <a:gd name="connsiteX9" fmla="*/ 65558 w 117514"/>
                <a:gd name="connsiteY9" fmla="*/ 123513 h 208743"/>
                <a:gd name="connsiteX10" fmla="*/ 94861 w 117514"/>
                <a:gd name="connsiteY10" fmla="*/ 167077 h 208743"/>
                <a:gd name="connsiteX11" fmla="*/ 61631 w 117514"/>
                <a:gd name="connsiteY11" fmla="*/ 200355 h 208743"/>
                <a:gd name="connsiteX12" fmla="*/ 23265 w 117514"/>
                <a:gd name="connsiteY12" fmla="*/ 156488 h 208743"/>
                <a:gd name="connsiteX13" fmla="*/ 47432 w 117514"/>
                <a:gd name="connsiteY13" fmla="*/ 110202 h 208743"/>
                <a:gd name="connsiteX14" fmla="*/ 65558 w 117514"/>
                <a:gd name="connsiteY14" fmla="*/ 123513 h 208743"/>
                <a:gd name="connsiteX15" fmla="*/ 62235 w 117514"/>
                <a:gd name="connsiteY15" fmla="*/ 86907 h 208743"/>
                <a:gd name="connsiteX16" fmla="*/ 24473 w 117514"/>
                <a:gd name="connsiteY16" fmla="*/ 38503 h 208743"/>
                <a:gd name="connsiteX17" fmla="*/ 57099 w 117514"/>
                <a:gd name="connsiteY17" fmla="*/ 8553 h 208743"/>
                <a:gd name="connsiteX18" fmla="*/ 90632 w 117514"/>
                <a:gd name="connsiteY18" fmla="*/ 42738 h 208743"/>
                <a:gd name="connsiteX19" fmla="*/ 64954 w 117514"/>
                <a:gd name="connsiteY19" fmla="*/ 85092 h 208743"/>
                <a:gd name="connsiteX20" fmla="*/ 62235 w 117514"/>
                <a:gd name="connsiteY20" fmla="*/ 86907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514" h="208743">
                  <a:moveTo>
                    <a:pt x="70996" y="92353"/>
                  </a:moveTo>
                  <a:cubicBezTo>
                    <a:pt x="100903" y="76319"/>
                    <a:pt x="111477" y="63613"/>
                    <a:pt x="111477" y="43041"/>
                  </a:cubicBezTo>
                  <a:cubicBezTo>
                    <a:pt x="111477" y="18234"/>
                    <a:pt x="89726" y="82"/>
                    <a:pt x="59516" y="82"/>
                  </a:cubicBezTo>
                  <a:cubicBezTo>
                    <a:pt x="26588" y="82"/>
                    <a:pt x="2118" y="20351"/>
                    <a:pt x="2118" y="47881"/>
                  </a:cubicBezTo>
                  <a:cubicBezTo>
                    <a:pt x="2118" y="67546"/>
                    <a:pt x="7858" y="76319"/>
                    <a:pt x="39578" y="104151"/>
                  </a:cubicBezTo>
                  <a:cubicBezTo>
                    <a:pt x="6952" y="128959"/>
                    <a:pt x="306" y="138337"/>
                    <a:pt x="306" y="158909"/>
                  </a:cubicBezTo>
                  <a:cubicBezTo>
                    <a:pt x="306" y="188254"/>
                    <a:pt x="24171" y="208826"/>
                    <a:pt x="58308" y="208826"/>
                  </a:cubicBezTo>
                  <a:cubicBezTo>
                    <a:pt x="94559" y="208826"/>
                    <a:pt x="117821" y="188859"/>
                    <a:pt x="117821" y="157699"/>
                  </a:cubicBezTo>
                  <a:cubicBezTo>
                    <a:pt x="117821" y="134404"/>
                    <a:pt x="107549" y="119580"/>
                    <a:pt x="70996" y="92353"/>
                  </a:cubicBezTo>
                  <a:close/>
                  <a:moveTo>
                    <a:pt x="65558" y="123513"/>
                  </a:moveTo>
                  <a:cubicBezTo>
                    <a:pt x="87611" y="139244"/>
                    <a:pt x="94861" y="150135"/>
                    <a:pt x="94861" y="167077"/>
                  </a:cubicBezTo>
                  <a:cubicBezTo>
                    <a:pt x="94861" y="186741"/>
                    <a:pt x="81267" y="200355"/>
                    <a:pt x="61631" y="200355"/>
                  </a:cubicBezTo>
                  <a:cubicBezTo>
                    <a:pt x="38672" y="200355"/>
                    <a:pt x="23265" y="182808"/>
                    <a:pt x="23265" y="156488"/>
                  </a:cubicBezTo>
                  <a:cubicBezTo>
                    <a:pt x="23265" y="137127"/>
                    <a:pt x="29911" y="124421"/>
                    <a:pt x="47432" y="110202"/>
                  </a:cubicBezTo>
                  <a:lnTo>
                    <a:pt x="65558" y="123513"/>
                  </a:lnTo>
                  <a:close/>
                  <a:moveTo>
                    <a:pt x="62235" y="86907"/>
                  </a:moveTo>
                  <a:cubicBezTo>
                    <a:pt x="35349" y="69361"/>
                    <a:pt x="24473" y="55445"/>
                    <a:pt x="24473" y="38503"/>
                  </a:cubicBezTo>
                  <a:cubicBezTo>
                    <a:pt x="24473" y="20956"/>
                    <a:pt x="38068" y="8553"/>
                    <a:pt x="57099" y="8553"/>
                  </a:cubicBezTo>
                  <a:cubicBezTo>
                    <a:pt x="77642" y="8553"/>
                    <a:pt x="90632" y="21864"/>
                    <a:pt x="90632" y="42738"/>
                  </a:cubicBezTo>
                  <a:cubicBezTo>
                    <a:pt x="90632" y="59982"/>
                    <a:pt x="82173" y="73596"/>
                    <a:pt x="64954" y="85092"/>
                  </a:cubicBezTo>
                  <a:cubicBezTo>
                    <a:pt x="63443" y="86000"/>
                    <a:pt x="63443" y="86000"/>
                    <a:pt x="62235" y="86907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5128F7A-4045-40B2-AB04-08C0192F774A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12969152" y="5072236"/>
              <a:ext cx="85492" cy="204508"/>
            </a:xfrm>
            <a:custGeom>
              <a:avLst/>
              <a:gdLst>
                <a:gd name="connsiteX0" fmla="*/ 54665 w 85492"/>
                <a:gd name="connsiteY0" fmla="*/ 94 h 204508"/>
                <a:gd name="connsiteX1" fmla="*/ 288 w 85492"/>
                <a:gd name="connsiteY1" fmla="*/ 27624 h 204508"/>
                <a:gd name="connsiteX2" fmla="*/ 288 w 85492"/>
                <a:gd name="connsiteY2" fmla="*/ 31859 h 204508"/>
                <a:gd name="connsiteX3" fmla="*/ 8445 w 85492"/>
                <a:gd name="connsiteY3" fmla="*/ 28532 h 204508"/>
                <a:gd name="connsiteX4" fmla="*/ 22039 w 85492"/>
                <a:gd name="connsiteY4" fmla="*/ 25204 h 204508"/>
                <a:gd name="connsiteX5" fmla="*/ 31102 w 85492"/>
                <a:gd name="connsiteY5" fmla="*/ 39423 h 204508"/>
                <a:gd name="connsiteX6" fmla="*/ 31102 w 85492"/>
                <a:gd name="connsiteY6" fmla="*/ 176467 h 204508"/>
                <a:gd name="connsiteX7" fmla="*/ 23851 w 85492"/>
                <a:gd name="connsiteY7" fmla="*/ 196131 h 204508"/>
                <a:gd name="connsiteX8" fmla="*/ 2403 w 85492"/>
                <a:gd name="connsiteY8" fmla="*/ 200064 h 204508"/>
                <a:gd name="connsiteX9" fmla="*/ 2403 w 85492"/>
                <a:gd name="connsiteY9" fmla="*/ 204602 h 204508"/>
                <a:gd name="connsiteX10" fmla="*/ 85781 w 85492"/>
                <a:gd name="connsiteY10" fmla="*/ 204602 h 204508"/>
                <a:gd name="connsiteX11" fmla="*/ 85781 w 85492"/>
                <a:gd name="connsiteY11" fmla="*/ 200064 h 204508"/>
                <a:gd name="connsiteX12" fmla="*/ 57082 w 85492"/>
                <a:gd name="connsiteY12" fmla="*/ 182215 h 204508"/>
                <a:gd name="connsiteX13" fmla="*/ 57082 w 85492"/>
                <a:gd name="connsiteY13" fmla="*/ 699 h 204508"/>
                <a:gd name="connsiteX14" fmla="*/ 54665 w 85492"/>
                <a:gd name="connsiteY14" fmla="*/ 94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92" h="204508">
                  <a:moveTo>
                    <a:pt x="54665" y="94"/>
                  </a:moveTo>
                  <a:lnTo>
                    <a:pt x="288" y="27624"/>
                  </a:lnTo>
                  <a:lnTo>
                    <a:pt x="288" y="31859"/>
                  </a:lnTo>
                  <a:cubicBezTo>
                    <a:pt x="3913" y="30347"/>
                    <a:pt x="7236" y="29137"/>
                    <a:pt x="8445" y="28532"/>
                  </a:cubicBezTo>
                  <a:cubicBezTo>
                    <a:pt x="13882" y="26414"/>
                    <a:pt x="19018" y="25204"/>
                    <a:pt x="22039" y="25204"/>
                  </a:cubicBezTo>
                  <a:cubicBezTo>
                    <a:pt x="28383" y="25204"/>
                    <a:pt x="31102" y="29742"/>
                    <a:pt x="31102" y="39423"/>
                  </a:cubicBezTo>
                  <a:lnTo>
                    <a:pt x="31102" y="176467"/>
                  </a:lnTo>
                  <a:cubicBezTo>
                    <a:pt x="31102" y="186451"/>
                    <a:pt x="28685" y="193409"/>
                    <a:pt x="23851" y="196131"/>
                  </a:cubicBezTo>
                  <a:cubicBezTo>
                    <a:pt x="19320" y="198854"/>
                    <a:pt x="15091" y="199762"/>
                    <a:pt x="2403" y="200064"/>
                  </a:cubicBezTo>
                  <a:lnTo>
                    <a:pt x="2403" y="204602"/>
                  </a:lnTo>
                  <a:lnTo>
                    <a:pt x="85781" y="204602"/>
                  </a:lnTo>
                  <a:lnTo>
                    <a:pt x="85781" y="200064"/>
                  </a:lnTo>
                  <a:cubicBezTo>
                    <a:pt x="61915" y="199762"/>
                    <a:pt x="57082" y="196736"/>
                    <a:pt x="57082" y="182215"/>
                  </a:cubicBezTo>
                  <a:lnTo>
                    <a:pt x="57082" y="699"/>
                  </a:lnTo>
                  <a:lnTo>
                    <a:pt x="54665" y="94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186C3DF9-E2A4-07D5-3201-55342A6B97A7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3094483" y="5072236"/>
              <a:ext cx="136546" cy="208743"/>
            </a:xfrm>
            <a:custGeom>
              <a:avLst/>
              <a:gdLst>
                <a:gd name="connsiteX0" fmla="*/ 69775 w 136546"/>
                <a:gd name="connsiteY0" fmla="*/ 94 h 208743"/>
                <a:gd name="connsiteX1" fmla="*/ 29294 w 136546"/>
                <a:gd name="connsiteY1" fmla="*/ 15825 h 208743"/>
                <a:gd name="connsiteX2" fmla="*/ 293 w 136546"/>
                <a:gd name="connsiteY2" fmla="*/ 102953 h 208743"/>
                <a:gd name="connsiteX3" fmla="*/ 24461 w 136546"/>
                <a:gd name="connsiteY3" fmla="*/ 188266 h 208743"/>
                <a:gd name="connsiteX4" fmla="*/ 68566 w 136546"/>
                <a:gd name="connsiteY4" fmla="*/ 208838 h 208743"/>
                <a:gd name="connsiteX5" fmla="*/ 107839 w 136546"/>
                <a:gd name="connsiteY5" fmla="*/ 193106 h 208743"/>
                <a:gd name="connsiteX6" fmla="*/ 136840 w 136546"/>
                <a:gd name="connsiteY6" fmla="*/ 104768 h 208743"/>
                <a:gd name="connsiteX7" fmla="*/ 69775 w 136546"/>
                <a:gd name="connsiteY7" fmla="*/ 94 h 208743"/>
                <a:gd name="connsiteX8" fmla="*/ 68868 w 136546"/>
                <a:gd name="connsiteY8" fmla="*/ 7960 h 208743"/>
                <a:gd name="connsiteX9" fmla="*/ 107839 w 136546"/>
                <a:gd name="connsiteY9" fmla="*/ 105373 h 208743"/>
                <a:gd name="connsiteX10" fmla="*/ 68566 w 136546"/>
                <a:gd name="connsiteY10" fmla="*/ 200972 h 208743"/>
                <a:gd name="connsiteX11" fmla="*/ 29294 w 136546"/>
                <a:gd name="connsiteY11" fmla="*/ 105676 h 208743"/>
                <a:gd name="connsiteX12" fmla="*/ 68868 w 136546"/>
                <a:gd name="connsiteY12" fmla="*/ 7960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46" h="208743">
                  <a:moveTo>
                    <a:pt x="69775" y="94"/>
                  </a:moveTo>
                  <a:cubicBezTo>
                    <a:pt x="53160" y="94"/>
                    <a:pt x="40472" y="5237"/>
                    <a:pt x="29294" y="15825"/>
                  </a:cubicBezTo>
                  <a:cubicBezTo>
                    <a:pt x="11773" y="32767"/>
                    <a:pt x="293" y="67558"/>
                    <a:pt x="293" y="102953"/>
                  </a:cubicBezTo>
                  <a:cubicBezTo>
                    <a:pt x="293" y="135929"/>
                    <a:pt x="10262" y="171324"/>
                    <a:pt x="24461" y="188266"/>
                  </a:cubicBezTo>
                  <a:cubicBezTo>
                    <a:pt x="35638" y="201577"/>
                    <a:pt x="51045" y="208838"/>
                    <a:pt x="68566" y="208838"/>
                  </a:cubicBezTo>
                  <a:cubicBezTo>
                    <a:pt x="83973" y="208838"/>
                    <a:pt x="96963" y="203695"/>
                    <a:pt x="107839" y="193106"/>
                  </a:cubicBezTo>
                  <a:cubicBezTo>
                    <a:pt x="125360" y="176467"/>
                    <a:pt x="136840" y="141374"/>
                    <a:pt x="136840" y="104768"/>
                  </a:cubicBezTo>
                  <a:cubicBezTo>
                    <a:pt x="136840" y="42750"/>
                    <a:pt x="109349" y="94"/>
                    <a:pt x="69775" y="94"/>
                  </a:cubicBezTo>
                  <a:close/>
                  <a:moveTo>
                    <a:pt x="68868" y="7960"/>
                  </a:moveTo>
                  <a:cubicBezTo>
                    <a:pt x="94244" y="7960"/>
                    <a:pt x="107839" y="42145"/>
                    <a:pt x="107839" y="105373"/>
                  </a:cubicBezTo>
                  <a:cubicBezTo>
                    <a:pt x="107839" y="168601"/>
                    <a:pt x="94547" y="200972"/>
                    <a:pt x="68566" y="200972"/>
                  </a:cubicBezTo>
                  <a:cubicBezTo>
                    <a:pt x="42586" y="200972"/>
                    <a:pt x="29294" y="168601"/>
                    <a:pt x="29294" y="105676"/>
                  </a:cubicBezTo>
                  <a:cubicBezTo>
                    <a:pt x="29294" y="41540"/>
                    <a:pt x="42888" y="7960"/>
                    <a:pt x="68868" y="7960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3C5E12FB-DF5E-A18D-8272-1B1EFC60B514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3264827" y="5244676"/>
              <a:ext cx="32022" cy="32067"/>
            </a:xfrm>
            <a:custGeom>
              <a:avLst/>
              <a:gdLst>
                <a:gd name="connsiteX0" fmla="*/ 32320 w 32022"/>
                <a:gd name="connsiteY0" fmla="*/ 16128 h 32067"/>
                <a:gd name="connsiteX1" fmla="*/ 16309 w 32022"/>
                <a:gd name="connsiteY1" fmla="*/ 94 h 32067"/>
                <a:gd name="connsiteX2" fmla="*/ 298 w 32022"/>
                <a:gd name="connsiteY2" fmla="*/ 16128 h 32067"/>
                <a:gd name="connsiteX3" fmla="*/ 16309 w 32022"/>
                <a:gd name="connsiteY3" fmla="*/ 32162 h 32067"/>
                <a:gd name="connsiteX4" fmla="*/ 32320 w 32022"/>
                <a:gd name="connsiteY4" fmla="*/ 16128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2" h="32067">
                  <a:moveTo>
                    <a:pt x="32320" y="16128"/>
                  </a:moveTo>
                  <a:cubicBezTo>
                    <a:pt x="32320" y="7355"/>
                    <a:pt x="25070" y="94"/>
                    <a:pt x="16309" y="94"/>
                  </a:cubicBezTo>
                  <a:cubicBezTo>
                    <a:pt x="7548" y="94"/>
                    <a:pt x="298" y="7355"/>
                    <a:pt x="298" y="16128"/>
                  </a:cubicBezTo>
                  <a:cubicBezTo>
                    <a:pt x="298" y="24901"/>
                    <a:pt x="7548" y="32162"/>
                    <a:pt x="16309" y="32162"/>
                  </a:cubicBezTo>
                  <a:cubicBezTo>
                    <a:pt x="25070" y="32162"/>
                    <a:pt x="32320" y="24901"/>
                    <a:pt x="32320" y="16128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6AE6CFDF-702B-BDE8-1D9D-90E9EACF8B6E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3330088" y="5072236"/>
              <a:ext cx="136546" cy="208743"/>
            </a:xfrm>
            <a:custGeom>
              <a:avLst/>
              <a:gdLst>
                <a:gd name="connsiteX0" fmla="*/ 69783 w 136546"/>
                <a:gd name="connsiteY0" fmla="*/ 94 h 208743"/>
                <a:gd name="connsiteX1" fmla="*/ 29302 w 136546"/>
                <a:gd name="connsiteY1" fmla="*/ 15825 h 208743"/>
                <a:gd name="connsiteX2" fmla="*/ 301 w 136546"/>
                <a:gd name="connsiteY2" fmla="*/ 102953 h 208743"/>
                <a:gd name="connsiteX3" fmla="*/ 24468 w 136546"/>
                <a:gd name="connsiteY3" fmla="*/ 188266 h 208743"/>
                <a:gd name="connsiteX4" fmla="*/ 68574 w 136546"/>
                <a:gd name="connsiteY4" fmla="*/ 208838 h 208743"/>
                <a:gd name="connsiteX5" fmla="*/ 107846 w 136546"/>
                <a:gd name="connsiteY5" fmla="*/ 193106 h 208743"/>
                <a:gd name="connsiteX6" fmla="*/ 136848 w 136546"/>
                <a:gd name="connsiteY6" fmla="*/ 104768 h 208743"/>
                <a:gd name="connsiteX7" fmla="*/ 69783 w 136546"/>
                <a:gd name="connsiteY7" fmla="*/ 94 h 208743"/>
                <a:gd name="connsiteX8" fmla="*/ 68876 w 136546"/>
                <a:gd name="connsiteY8" fmla="*/ 7960 h 208743"/>
                <a:gd name="connsiteX9" fmla="*/ 107846 w 136546"/>
                <a:gd name="connsiteY9" fmla="*/ 105373 h 208743"/>
                <a:gd name="connsiteX10" fmla="*/ 68574 w 136546"/>
                <a:gd name="connsiteY10" fmla="*/ 200972 h 208743"/>
                <a:gd name="connsiteX11" fmla="*/ 29302 w 136546"/>
                <a:gd name="connsiteY11" fmla="*/ 105676 h 208743"/>
                <a:gd name="connsiteX12" fmla="*/ 68876 w 136546"/>
                <a:gd name="connsiteY12" fmla="*/ 7960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46" h="208743">
                  <a:moveTo>
                    <a:pt x="69783" y="94"/>
                  </a:moveTo>
                  <a:cubicBezTo>
                    <a:pt x="53167" y="94"/>
                    <a:pt x="40479" y="5237"/>
                    <a:pt x="29302" y="15825"/>
                  </a:cubicBezTo>
                  <a:cubicBezTo>
                    <a:pt x="11780" y="32767"/>
                    <a:pt x="301" y="67558"/>
                    <a:pt x="301" y="102953"/>
                  </a:cubicBezTo>
                  <a:cubicBezTo>
                    <a:pt x="301" y="135929"/>
                    <a:pt x="10270" y="171324"/>
                    <a:pt x="24468" y="188266"/>
                  </a:cubicBezTo>
                  <a:cubicBezTo>
                    <a:pt x="35646" y="201577"/>
                    <a:pt x="51053" y="208838"/>
                    <a:pt x="68574" y="208838"/>
                  </a:cubicBezTo>
                  <a:cubicBezTo>
                    <a:pt x="83981" y="208838"/>
                    <a:pt x="96971" y="203695"/>
                    <a:pt x="107846" y="193106"/>
                  </a:cubicBezTo>
                  <a:cubicBezTo>
                    <a:pt x="125368" y="176467"/>
                    <a:pt x="136848" y="141374"/>
                    <a:pt x="136848" y="104768"/>
                  </a:cubicBezTo>
                  <a:cubicBezTo>
                    <a:pt x="136848" y="42750"/>
                    <a:pt x="109357" y="94"/>
                    <a:pt x="69783" y="94"/>
                  </a:cubicBezTo>
                  <a:close/>
                  <a:moveTo>
                    <a:pt x="68876" y="7960"/>
                  </a:moveTo>
                  <a:cubicBezTo>
                    <a:pt x="94252" y="7960"/>
                    <a:pt x="107846" y="42145"/>
                    <a:pt x="107846" y="105373"/>
                  </a:cubicBezTo>
                  <a:cubicBezTo>
                    <a:pt x="107846" y="168601"/>
                    <a:pt x="94554" y="200972"/>
                    <a:pt x="68574" y="200972"/>
                  </a:cubicBezTo>
                  <a:cubicBezTo>
                    <a:pt x="42594" y="200972"/>
                    <a:pt x="29302" y="168601"/>
                    <a:pt x="29302" y="105676"/>
                  </a:cubicBezTo>
                  <a:cubicBezTo>
                    <a:pt x="29302" y="41540"/>
                    <a:pt x="42896" y="7960"/>
                    <a:pt x="68876" y="7960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D0DEA71-40E8-487B-CD7F-8CAA3FCF3B12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3484723" y="5069815"/>
              <a:ext cx="131109" cy="211163"/>
            </a:xfrm>
            <a:custGeom>
              <a:avLst/>
              <a:gdLst>
                <a:gd name="connsiteX0" fmla="*/ 124769 w 131109"/>
                <a:gd name="connsiteY0" fmla="*/ 94 h 211163"/>
                <a:gd name="connsiteX1" fmla="*/ 50756 w 131109"/>
                <a:gd name="connsiteY1" fmla="*/ 24296 h 211163"/>
                <a:gd name="connsiteX2" fmla="*/ 306 w 131109"/>
                <a:gd name="connsiteY2" fmla="*/ 122617 h 211163"/>
                <a:gd name="connsiteX3" fmla="*/ 21452 w 131109"/>
                <a:gd name="connsiteY3" fmla="*/ 190686 h 211163"/>
                <a:gd name="connsiteX4" fmla="*/ 67975 w 131109"/>
                <a:gd name="connsiteY4" fmla="*/ 211258 h 211163"/>
                <a:gd name="connsiteX5" fmla="*/ 131415 w 131109"/>
                <a:gd name="connsiteY5" fmla="*/ 140769 h 211163"/>
                <a:gd name="connsiteX6" fmla="*/ 74621 w 131109"/>
                <a:gd name="connsiteY6" fmla="*/ 77541 h 211163"/>
                <a:gd name="connsiteX7" fmla="*/ 35953 w 131109"/>
                <a:gd name="connsiteY7" fmla="*/ 91155 h 211163"/>
                <a:gd name="connsiteX8" fmla="*/ 125373 w 131109"/>
                <a:gd name="connsiteY8" fmla="*/ 4934 h 211163"/>
                <a:gd name="connsiteX9" fmla="*/ 124769 w 131109"/>
                <a:gd name="connsiteY9" fmla="*/ 94 h 211163"/>
                <a:gd name="connsiteX10" fmla="*/ 63141 w 131109"/>
                <a:gd name="connsiteY10" fmla="*/ 91457 h 211163"/>
                <a:gd name="connsiteX11" fmla="*/ 104226 w 131109"/>
                <a:gd name="connsiteY11" fmla="*/ 151055 h 211163"/>
                <a:gd name="connsiteX12" fmla="*/ 71298 w 131109"/>
                <a:gd name="connsiteY12" fmla="*/ 202787 h 211163"/>
                <a:gd name="connsiteX13" fmla="*/ 28401 w 131109"/>
                <a:gd name="connsiteY13" fmla="*/ 127458 h 211163"/>
                <a:gd name="connsiteX14" fmla="*/ 36859 w 131109"/>
                <a:gd name="connsiteY14" fmla="*/ 99020 h 211163"/>
                <a:gd name="connsiteX15" fmla="*/ 63141 w 131109"/>
                <a:gd name="connsiteY15" fmla="*/ 91457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09" h="211163">
                  <a:moveTo>
                    <a:pt x="124769" y="94"/>
                  </a:moveTo>
                  <a:cubicBezTo>
                    <a:pt x="90330" y="3119"/>
                    <a:pt x="72808" y="8867"/>
                    <a:pt x="50756" y="24296"/>
                  </a:cubicBezTo>
                  <a:cubicBezTo>
                    <a:pt x="18129" y="47591"/>
                    <a:pt x="306" y="82079"/>
                    <a:pt x="306" y="122617"/>
                  </a:cubicBezTo>
                  <a:cubicBezTo>
                    <a:pt x="306" y="148937"/>
                    <a:pt x="8462" y="175560"/>
                    <a:pt x="21452" y="190686"/>
                  </a:cubicBezTo>
                  <a:cubicBezTo>
                    <a:pt x="32932" y="203997"/>
                    <a:pt x="49245" y="211258"/>
                    <a:pt x="67975" y="211258"/>
                  </a:cubicBezTo>
                  <a:cubicBezTo>
                    <a:pt x="105435" y="211258"/>
                    <a:pt x="131415" y="182518"/>
                    <a:pt x="131415" y="140769"/>
                  </a:cubicBezTo>
                  <a:cubicBezTo>
                    <a:pt x="131415" y="102046"/>
                    <a:pt x="109362" y="77541"/>
                    <a:pt x="74621" y="77541"/>
                  </a:cubicBezTo>
                  <a:cubicBezTo>
                    <a:pt x="61329" y="77541"/>
                    <a:pt x="54985" y="79659"/>
                    <a:pt x="35953" y="91155"/>
                  </a:cubicBezTo>
                  <a:cubicBezTo>
                    <a:pt x="44109" y="45473"/>
                    <a:pt x="77944" y="12800"/>
                    <a:pt x="125373" y="4934"/>
                  </a:cubicBezTo>
                  <a:lnTo>
                    <a:pt x="124769" y="94"/>
                  </a:lnTo>
                  <a:close/>
                  <a:moveTo>
                    <a:pt x="63141" y="91457"/>
                  </a:moveTo>
                  <a:cubicBezTo>
                    <a:pt x="89122" y="91457"/>
                    <a:pt x="104226" y="113239"/>
                    <a:pt x="104226" y="151055"/>
                  </a:cubicBezTo>
                  <a:cubicBezTo>
                    <a:pt x="104226" y="184333"/>
                    <a:pt x="92445" y="202787"/>
                    <a:pt x="71298" y="202787"/>
                  </a:cubicBezTo>
                  <a:cubicBezTo>
                    <a:pt x="44714" y="202787"/>
                    <a:pt x="28401" y="174350"/>
                    <a:pt x="28401" y="127458"/>
                  </a:cubicBezTo>
                  <a:cubicBezTo>
                    <a:pt x="28401" y="112029"/>
                    <a:pt x="30817" y="103558"/>
                    <a:pt x="36859" y="99020"/>
                  </a:cubicBezTo>
                  <a:cubicBezTo>
                    <a:pt x="43203" y="94180"/>
                    <a:pt x="52568" y="91457"/>
                    <a:pt x="63141" y="91457"/>
                  </a:cubicBez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1ED31157-6D67-C04E-FD26-16171B74925F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3635732" y="5068605"/>
              <a:ext cx="122650" cy="212373"/>
            </a:xfrm>
            <a:custGeom>
              <a:avLst/>
              <a:gdLst>
                <a:gd name="connsiteX0" fmla="*/ 45323 w 122650"/>
                <a:gd name="connsiteY0" fmla="*/ 31859 h 212373"/>
                <a:gd name="connsiteX1" fmla="*/ 104533 w 122650"/>
                <a:gd name="connsiteY1" fmla="*/ 31859 h 212373"/>
                <a:gd name="connsiteX2" fmla="*/ 111482 w 122650"/>
                <a:gd name="connsiteY2" fmla="*/ 29137 h 212373"/>
                <a:gd name="connsiteX3" fmla="*/ 122961 w 122650"/>
                <a:gd name="connsiteY3" fmla="*/ 2212 h 212373"/>
                <a:gd name="connsiteX4" fmla="*/ 120242 w 122650"/>
                <a:gd name="connsiteY4" fmla="*/ 94 h 212373"/>
                <a:gd name="connsiteX5" fmla="*/ 106346 w 122650"/>
                <a:gd name="connsiteY5" fmla="*/ 7960 h 212373"/>
                <a:gd name="connsiteX6" fmla="*/ 43208 w 122650"/>
                <a:gd name="connsiteY6" fmla="*/ 7960 h 212373"/>
                <a:gd name="connsiteX7" fmla="*/ 10280 w 122650"/>
                <a:gd name="connsiteY7" fmla="*/ 79659 h 212373"/>
                <a:gd name="connsiteX8" fmla="*/ 9978 w 122650"/>
                <a:gd name="connsiteY8" fmla="*/ 81171 h 212373"/>
                <a:gd name="connsiteX9" fmla="*/ 13603 w 122650"/>
                <a:gd name="connsiteY9" fmla="*/ 83591 h 212373"/>
                <a:gd name="connsiteX10" fmla="*/ 47740 w 122650"/>
                <a:gd name="connsiteY10" fmla="*/ 89642 h 212373"/>
                <a:gd name="connsiteX11" fmla="*/ 98491 w 122650"/>
                <a:gd name="connsiteY11" fmla="*/ 149542 h 212373"/>
                <a:gd name="connsiteX12" fmla="*/ 56500 w 122650"/>
                <a:gd name="connsiteY12" fmla="*/ 201274 h 212373"/>
                <a:gd name="connsiteX13" fmla="*/ 36260 w 122650"/>
                <a:gd name="connsiteY13" fmla="*/ 192501 h 212373"/>
                <a:gd name="connsiteX14" fmla="*/ 13301 w 122650"/>
                <a:gd name="connsiteY14" fmla="*/ 182518 h 212373"/>
                <a:gd name="connsiteX15" fmla="*/ 311 w 122650"/>
                <a:gd name="connsiteY15" fmla="*/ 193711 h 212373"/>
                <a:gd name="connsiteX16" fmla="*/ 37166 w 122650"/>
                <a:gd name="connsiteY16" fmla="*/ 212468 h 212373"/>
                <a:gd name="connsiteX17" fmla="*/ 99398 w 122650"/>
                <a:gd name="connsiteY17" fmla="*/ 188871 h 212373"/>
                <a:gd name="connsiteX18" fmla="*/ 119638 w 122650"/>
                <a:gd name="connsiteY18" fmla="*/ 135021 h 212373"/>
                <a:gd name="connsiteX19" fmla="*/ 98794 w 122650"/>
                <a:gd name="connsiteY19" fmla="*/ 84197 h 212373"/>
                <a:gd name="connsiteX20" fmla="*/ 32635 w 122650"/>
                <a:gd name="connsiteY20" fmla="*/ 57574 h 212373"/>
                <a:gd name="connsiteX21" fmla="*/ 45323 w 122650"/>
                <a:gd name="connsiteY21" fmla="*/ 31859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50" h="212373">
                  <a:moveTo>
                    <a:pt x="45323" y="31859"/>
                  </a:moveTo>
                  <a:lnTo>
                    <a:pt x="104533" y="31859"/>
                  </a:lnTo>
                  <a:cubicBezTo>
                    <a:pt x="109367" y="31859"/>
                    <a:pt x="110575" y="31254"/>
                    <a:pt x="111482" y="29137"/>
                  </a:cubicBezTo>
                  <a:lnTo>
                    <a:pt x="122961" y="2212"/>
                  </a:lnTo>
                  <a:lnTo>
                    <a:pt x="120242" y="94"/>
                  </a:lnTo>
                  <a:cubicBezTo>
                    <a:pt x="115711" y="6447"/>
                    <a:pt x="112690" y="7960"/>
                    <a:pt x="106346" y="7960"/>
                  </a:cubicBezTo>
                  <a:lnTo>
                    <a:pt x="43208" y="7960"/>
                  </a:lnTo>
                  <a:lnTo>
                    <a:pt x="10280" y="79659"/>
                  </a:lnTo>
                  <a:cubicBezTo>
                    <a:pt x="9978" y="80264"/>
                    <a:pt x="9978" y="80566"/>
                    <a:pt x="9978" y="81171"/>
                  </a:cubicBezTo>
                  <a:cubicBezTo>
                    <a:pt x="9978" y="82684"/>
                    <a:pt x="11186" y="83591"/>
                    <a:pt x="13603" y="83591"/>
                  </a:cubicBezTo>
                  <a:cubicBezTo>
                    <a:pt x="23270" y="83591"/>
                    <a:pt x="35354" y="85709"/>
                    <a:pt x="47740" y="89642"/>
                  </a:cubicBezTo>
                  <a:cubicBezTo>
                    <a:pt x="82480" y="100835"/>
                    <a:pt x="98491" y="119592"/>
                    <a:pt x="98491" y="149542"/>
                  </a:cubicBezTo>
                  <a:cubicBezTo>
                    <a:pt x="98491" y="178585"/>
                    <a:pt x="80064" y="201274"/>
                    <a:pt x="56500" y="201274"/>
                  </a:cubicBezTo>
                  <a:cubicBezTo>
                    <a:pt x="50458" y="201274"/>
                    <a:pt x="45323" y="199157"/>
                    <a:pt x="36260" y="192501"/>
                  </a:cubicBezTo>
                  <a:cubicBezTo>
                    <a:pt x="26593" y="185543"/>
                    <a:pt x="19645" y="182518"/>
                    <a:pt x="13301" y="182518"/>
                  </a:cubicBezTo>
                  <a:cubicBezTo>
                    <a:pt x="4540" y="182518"/>
                    <a:pt x="311" y="186148"/>
                    <a:pt x="311" y="193711"/>
                  </a:cubicBezTo>
                  <a:cubicBezTo>
                    <a:pt x="311" y="205207"/>
                    <a:pt x="14509" y="212468"/>
                    <a:pt x="37166" y="212468"/>
                  </a:cubicBezTo>
                  <a:cubicBezTo>
                    <a:pt x="62542" y="212468"/>
                    <a:pt x="84293" y="204300"/>
                    <a:pt x="99398" y="188871"/>
                  </a:cubicBezTo>
                  <a:cubicBezTo>
                    <a:pt x="113294" y="175257"/>
                    <a:pt x="119638" y="158013"/>
                    <a:pt x="119638" y="135021"/>
                  </a:cubicBezTo>
                  <a:cubicBezTo>
                    <a:pt x="119638" y="113239"/>
                    <a:pt x="113898" y="99323"/>
                    <a:pt x="98794" y="84197"/>
                  </a:cubicBezTo>
                  <a:cubicBezTo>
                    <a:pt x="85501" y="70885"/>
                    <a:pt x="68282" y="63927"/>
                    <a:pt x="32635" y="57574"/>
                  </a:cubicBezTo>
                  <a:lnTo>
                    <a:pt x="45323" y="31859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22D45A06-0926-5BC1-820C-1E156D05C54B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3781908" y="4657168"/>
              <a:ext cx="79450" cy="725761"/>
            </a:xfrm>
            <a:custGeom>
              <a:avLst/>
              <a:gdLst>
                <a:gd name="connsiteX0" fmla="*/ 63151 w 79450"/>
                <a:gd name="connsiteY0" fmla="*/ 709197 h 725761"/>
                <a:gd name="connsiteX1" fmla="*/ 316 w 79450"/>
                <a:gd name="connsiteY1" fmla="*/ 709197 h 725761"/>
                <a:gd name="connsiteX2" fmla="*/ 316 w 79450"/>
                <a:gd name="connsiteY2" fmla="*/ 725836 h 725761"/>
                <a:gd name="connsiteX3" fmla="*/ 79767 w 79450"/>
                <a:gd name="connsiteY3" fmla="*/ 725836 h 725761"/>
                <a:gd name="connsiteX4" fmla="*/ 79767 w 79450"/>
                <a:gd name="connsiteY4" fmla="*/ 74 h 725761"/>
                <a:gd name="connsiteX5" fmla="*/ 316 w 79450"/>
                <a:gd name="connsiteY5" fmla="*/ 74 h 725761"/>
                <a:gd name="connsiteX6" fmla="*/ 316 w 79450"/>
                <a:gd name="connsiteY6" fmla="*/ 16713 h 725761"/>
                <a:gd name="connsiteX7" fmla="*/ 63151 w 79450"/>
                <a:gd name="connsiteY7" fmla="*/ 16713 h 725761"/>
                <a:gd name="connsiteX8" fmla="*/ 63151 w 79450"/>
                <a:gd name="connsiteY8" fmla="*/ 709197 h 72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450" h="725761">
                  <a:moveTo>
                    <a:pt x="63151" y="709197"/>
                  </a:moveTo>
                  <a:lnTo>
                    <a:pt x="316" y="709197"/>
                  </a:lnTo>
                  <a:lnTo>
                    <a:pt x="316" y="725836"/>
                  </a:lnTo>
                  <a:lnTo>
                    <a:pt x="79767" y="725836"/>
                  </a:lnTo>
                  <a:lnTo>
                    <a:pt x="79767" y="74"/>
                  </a:lnTo>
                  <a:lnTo>
                    <a:pt x="316" y="74"/>
                  </a:lnTo>
                  <a:lnTo>
                    <a:pt x="316" y="16713"/>
                  </a:lnTo>
                  <a:lnTo>
                    <a:pt x="63151" y="16713"/>
                  </a:lnTo>
                  <a:lnTo>
                    <a:pt x="63151" y="709197"/>
                  </a:lnTo>
                  <a:close/>
                </a:path>
              </a:pathLst>
            </a:custGeom>
            <a:solidFill>
              <a:srgbClr val="FFFFFF"/>
            </a:solidFill>
            <a:ln w="305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90" name="Group 28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lve, we get:}\,\, t_0 = -0.696, \,\, a_0 = \exp{t_0} = 0.498, \,\, a_1 = 1.754&#10;\end{align*}&#10;}&#10;\end{document}" title="IguanaTex Shape Display">
            <a:extLst>
              <a:ext uri="{FF2B5EF4-FFF2-40B4-BE49-F238E27FC236}">
                <a16:creationId xmlns:a16="http://schemas.microsoft.com/office/drawing/2014/main" id="{5833BE7C-8384-9247-E620-6BE953A21DCB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290618" y="2924463"/>
            <a:ext cx="7377453" cy="274089"/>
            <a:chOff x="5981321" y="4912982"/>
            <a:chExt cx="7377453" cy="274089"/>
          </a:xfrm>
        </p:grpSpPr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DAC59941-569C-A5D6-907D-903B0EDB4413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5981321" y="4916612"/>
              <a:ext cx="135974" cy="208743"/>
            </a:xfrm>
            <a:custGeom>
              <a:avLst/>
              <a:gdLst>
                <a:gd name="connsiteX0" fmla="*/ 122762 w 135974"/>
                <a:gd name="connsiteY0" fmla="*/ 85 h 208743"/>
                <a:gd name="connsiteX1" fmla="*/ 116403 w 135974"/>
                <a:gd name="connsiteY1" fmla="*/ 85 h 208743"/>
                <a:gd name="connsiteX2" fmla="*/ 106712 w 135974"/>
                <a:gd name="connsiteY2" fmla="*/ 10371 h 208743"/>
                <a:gd name="connsiteX3" fmla="*/ 93387 w 135974"/>
                <a:gd name="connsiteY3" fmla="*/ 6740 h 208743"/>
                <a:gd name="connsiteX4" fmla="*/ 61286 w 135974"/>
                <a:gd name="connsiteY4" fmla="*/ 85 h 208743"/>
                <a:gd name="connsiteX5" fmla="*/ 24945 w 135974"/>
                <a:gd name="connsiteY5" fmla="*/ 14001 h 208743"/>
                <a:gd name="connsiteX6" fmla="*/ 8895 w 135974"/>
                <a:gd name="connsiteY6" fmla="*/ 51817 h 208743"/>
                <a:gd name="connsiteX7" fmla="*/ 56138 w 135974"/>
                <a:gd name="connsiteY7" fmla="*/ 110810 h 208743"/>
                <a:gd name="connsiteX8" fmla="*/ 101261 w 135974"/>
                <a:gd name="connsiteY8" fmla="*/ 146205 h 208743"/>
                <a:gd name="connsiteX9" fmla="*/ 105500 w 135974"/>
                <a:gd name="connsiteY9" fmla="*/ 163752 h 208743"/>
                <a:gd name="connsiteX10" fmla="*/ 68251 w 135974"/>
                <a:gd name="connsiteY10" fmla="*/ 197937 h 208743"/>
                <a:gd name="connsiteX11" fmla="*/ 7078 w 135974"/>
                <a:gd name="connsiteY11" fmla="*/ 144390 h 208743"/>
                <a:gd name="connsiteX12" fmla="*/ 112 w 135974"/>
                <a:gd name="connsiteY12" fmla="*/ 144390 h 208743"/>
                <a:gd name="connsiteX13" fmla="*/ 9198 w 135974"/>
                <a:gd name="connsiteY13" fmla="*/ 208526 h 208743"/>
                <a:gd name="connsiteX14" fmla="*/ 15860 w 135974"/>
                <a:gd name="connsiteY14" fmla="*/ 208526 h 208743"/>
                <a:gd name="connsiteX15" fmla="*/ 24340 w 135974"/>
                <a:gd name="connsiteY15" fmla="*/ 198542 h 208743"/>
                <a:gd name="connsiteX16" fmla="*/ 38573 w 135974"/>
                <a:gd name="connsiteY16" fmla="*/ 201870 h 208743"/>
                <a:gd name="connsiteX17" fmla="*/ 74308 w 135974"/>
                <a:gd name="connsiteY17" fmla="*/ 208828 h 208743"/>
                <a:gd name="connsiteX18" fmla="*/ 136087 w 135974"/>
                <a:gd name="connsiteY18" fmla="*/ 153768 h 208743"/>
                <a:gd name="connsiteX19" fmla="*/ 79456 w 135974"/>
                <a:gd name="connsiteY19" fmla="*/ 87817 h 208743"/>
                <a:gd name="connsiteX20" fmla="*/ 34939 w 135974"/>
                <a:gd name="connsiteY20" fmla="*/ 40623 h 208743"/>
                <a:gd name="connsiteX21" fmla="*/ 66434 w 135974"/>
                <a:gd name="connsiteY21" fmla="*/ 12488 h 208743"/>
                <a:gd name="connsiteX22" fmla="*/ 103381 w 135974"/>
                <a:gd name="connsiteY22" fmla="*/ 29127 h 208743"/>
                <a:gd name="connsiteX23" fmla="*/ 121854 w 135974"/>
                <a:gd name="connsiteY23" fmla="*/ 64523 h 208743"/>
                <a:gd name="connsiteX24" fmla="*/ 129425 w 135974"/>
                <a:gd name="connsiteY24" fmla="*/ 64523 h 208743"/>
                <a:gd name="connsiteX25" fmla="*/ 122762 w 135974"/>
                <a:gd name="connsiteY25" fmla="*/ 8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974" h="208743">
                  <a:moveTo>
                    <a:pt x="122762" y="85"/>
                  </a:moveTo>
                  <a:lnTo>
                    <a:pt x="116403" y="85"/>
                  </a:lnTo>
                  <a:cubicBezTo>
                    <a:pt x="115191" y="7043"/>
                    <a:pt x="111860" y="10371"/>
                    <a:pt x="106712" y="10371"/>
                  </a:cubicBezTo>
                  <a:cubicBezTo>
                    <a:pt x="103683" y="10371"/>
                    <a:pt x="98535" y="9161"/>
                    <a:pt x="93387" y="6740"/>
                  </a:cubicBezTo>
                  <a:cubicBezTo>
                    <a:pt x="82182" y="2505"/>
                    <a:pt x="70977" y="85"/>
                    <a:pt x="61286" y="85"/>
                  </a:cubicBezTo>
                  <a:cubicBezTo>
                    <a:pt x="48264" y="85"/>
                    <a:pt x="34939" y="5228"/>
                    <a:pt x="24945" y="14001"/>
                  </a:cubicBezTo>
                  <a:cubicBezTo>
                    <a:pt x="14346" y="23379"/>
                    <a:pt x="8895" y="36085"/>
                    <a:pt x="8895" y="51817"/>
                  </a:cubicBezTo>
                  <a:cubicBezTo>
                    <a:pt x="8895" y="76019"/>
                    <a:pt x="22220" y="92960"/>
                    <a:pt x="56138" y="110810"/>
                  </a:cubicBezTo>
                  <a:cubicBezTo>
                    <a:pt x="77942" y="122306"/>
                    <a:pt x="93690" y="134709"/>
                    <a:pt x="101261" y="146205"/>
                  </a:cubicBezTo>
                  <a:cubicBezTo>
                    <a:pt x="103986" y="150138"/>
                    <a:pt x="105500" y="156491"/>
                    <a:pt x="105500" y="163752"/>
                  </a:cubicBezTo>
                  <a:cubicBezTo>
                    <a:pt x="105500" y="184021"/>
                    <a:pt x="90358" y="197937"/>
                    <a:pt x="68251" y="197937"/>
                  </a:cubicBezTo>
                  <a:cubicBezTo>
                    <a:pt x="41299" y="197937"/>
                    <a:pt x="22220" y="181298"/>
                    <a:pt x="7078" y="144390"/>
                  </a:cubicBezTo>
                  <a:lnTo>
                    <a:pt x="112" y="144390"/>
                  </a:lnTo>
                  <a:lnTo>
                    <a:pt x="9198" y="208526"/>
                  </a:lnTo>
                  <a:lnTo>
                    <a:pt x="15860" y="208526"/>
                  </a:lnTo>
                  <a:cubicBezTo>
                    <a:pt x="16163" y="202778"/>
                    <a:pt x="19797" y="198542"/>
                    <a:pt x="24340" y="198542"/>
                  </a:cubicBezTo>
                  <a:cubicBezTo>
                    <a:pt x="27671" y="198542"/>
                    <a:pt x="32819" y="199752"/>
                    <a:pt x="38573" y="201870"/>
                  </a:cubicBezTo>
                  <a:cubicBezTo>
                    <a:pt x="50081" y="206408"/>
                    <a:pt x="62194" y="208828"/>
                    <a:pt x="74308" y="208828"/>
                  </a:cubicBezTo>
                  <a:cubicBezTo>
                    <a:pt x="109135" y="208828"/>
                    <a:pt x="136087" y="184929"/>
                    <a:pt x="136087" y="153768"/>
                  </a:cubicBezTo>
                  <a:cubicBezTo>
                    <a:pt x="136087" y="128961"/>
                    <a:pt x="119431" y="109297"/>
                    <a:pt x="79456" y="87817"/>
                  </a:cubicBezTo>
                  <a:cubicBezTo>
                    <a:pt x="47658" y="70271"/>
                    <a:pt x="34939" y="56960"/>
                    <a:pt x="34939" y="40623"/>
                  </a:cubicBezTo>
                  <a:cubicBezTo>
                    <a:pt x="34939" y="23984"/>
                    <a:pt x="47658" y="12488"/>
                    <a:pt x="66434" y="12488"/>
                  </a:cubicBezTo>
                  <a:cubicBezTo>
                    <a:pt x="80062" y="12488"/>
                    <a:pt x="92781" y="18236"/>
                    <a:pt x="103381" y="29127"/>
                  </a:cubicBezTo>
                  <a:cubicBezTo>
                    <a:pt x="112769" y="38808"/>
                    <a:pt x="117008" y="46674"/>
                    <a:pt x="121854" y="64523"/>
                  </a:cubicBezTo>
                  <a:lnTo>
                    <a:pt x="129425" y="64523"/>
                  </a:lnTo>
                  <a:lnTo>
                    <a:pt x="122762" y="85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BEB89FF-4980-9316-4D93-21AE5A5766E5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6146393" y="4981958"/>
              <a:ext cx="133552" cy="142187"/>
            </a:xfrm>
            <a:custGeom>
              <a:avLst/>
              <a:gdLst>
                <a:gd name="connsiteX0" fmla="*/ 67045 w 133552"/>
                <a:gd name="connsiteY0" fmla="*/ 85 h 142187"/>
                <a:gd name="connsiteX1" fmla="*/ 118 w 133552"/>
                <a:gd name="connsiteY1" fmla="*/ 70876 h 142187"/>
                <a:gd name="connsiteX2" fmla="*/ 66440 w 133552"/>
                <a:gd name="connsiteY2" fmla="*/ 142272 h 142187"/>
                <a:gd name="connsiteX3" fmla="*/ 133670 w 133552"/>
                <a:gd name="connsiteY3" fmla="*/ 68456 h 142187"/>
                <a:gd name="connsiteX4" fmla="*/ 67045 w 133552"/>
                <a:gd name="connsiteY4" fmla="*/ 85 h 142187"/>
                <a:gd name="connsiteX5" fmla="*/ 63108 w 133552"/>
                <a:gd name="connsiteY5" fmla="*/ 8555 h 142187"/>
                <a:gd name="connsiteX6" fmla="*/ 106415 w 133552"/>
                <a:gd name="connsiteY6" fmla="*/ 79044 h 142187"/>
                <a:gd name="connsiteX7" fmla="*/ 70074 w 133552"/>
                <a:gd name="connsiteY7" fmla="*/ 133802 h 142187"/>
                <a:gd name="connsiteX8" fmla="*/ 40698 w 133552"/>
                <a:gd name="connsiteY8" fmla="*/ 114440 h 142187"/>
                <a:gd name="connsiteX9" fmla="*/ 27373 w 133552"/>
                <a:gd name="connsiteY9" fmla="*/ 56052 h 142187"/>
                <a:gd name="connsiteX10" fmla="*/ 63108 w 133552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52" h="142187">
                  <a:moveTo>
                    <a:pt x="67045" y="85"/>
                  </a:moveTo>
                  <a:cubicBezTo>
                    <a:pt x="27676" y="85"/>
                    <a:pt x="118" y="29127"/>
                    <a:pt x="118" y="70876"/>
                  </a:cubicBezTo>
                  <a:cubicBezTo>
                    <a:pt x="118" y="111717"/>
                    <a:pt x="28282" y="142272"/>
                    <a:pt x="66440" y="142272"/>
                  </a:cubicBezTo>
                  <a:cubicBezTo>
                    <a:pt x="104597" y="142272"/>
                    <a:pt x="133670" y="110204"/>
                    <a:pt x="133670" y="68456"/>
                  </a:cubicBezTo>
                  <a:cubicBezTo>
                    <a:pt x="133670" y="28825"/>
                    <a:pt x="105809" y="85"/>
                    <a:pt x="67045" y="85"/>
                  </a:cubicBezTo>
                  <a:close/>
                  <a:moveTo>
                    <a:pt x="63108" y="8555"/>
                  </a:moveTo>
                  <a:cubicBezTo>
                    <a:pt x="88547" y="8555"/>
                    <a:pt x="106415" y="37598"/>
                    <a:pt x="106415" y="79044"/>
                  </a:cubicBezTo>
                  <a:cubicBezTo>
                    <a:pt x="106415" y="113230"/>
                    <a:pt x="92787" y="133802"/>
                    <a:pt x="70074" y="133802"/>
                  </a:cubicBezTo>
                  <a:cubicBezTo>
                    <a:pt x="58263" y="133802"/>
                    <a:pt x="47058" y="126541"/>
                    <a:pt x="40698" y="114440"/>
                  </a:cubicBezTo>
                  <a:cubicBezTo>
                    <a:pt x="32219" y="98708"/>
                    <a:pt x="27373" y="77532"/>
                    <a:pt x="27373" y="56052"/>
                  </a:cubicBezTo>
                  <a:cubicBezTo>
                    <a:pt x="27373" y="27312"/>
                    <a:pt x="41607" y="8555"/>
                    <a:pt x="63108" y="8555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632DF316-6814-004A-1FF9-1627C80C3911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6295352" y="4914494"/>
              <a:ext cx="72075" cy="206625"/>
            </a:xfrm>
            <a:custGeom>
              <a:avLst/>
              <a:gdLst>
                <a:gd name="connsiteX0" fmla="*/ 123 w 72075"/>
                <a:gd name="connsiteY0" fmla="*/ 18236 h 206625"/>
                <a:gd name="connsiteX1" fmla="*/ 1940 w 72075"/>
                <a:gd name="connsiteY1" fmla="*/ 18236 h 206625"/>
                <a:gd name="connsiteX2" fmla="*/ 11328 w 72075"/>
                <a:gd name="connsiteY2" fmla="*/ 17631 h 206625"/>
                <a:gd name="connsiteX3" fmla="*/ 24047 w 72075"/>
                <a:gd name="connsiteY3" fmla="*/ 36085 h 206625"/>
                <a:gd name="connsiteX4" fmla="*/ 24047 w 72075"/>
                <a:gd name="connsiteY4" fmla="*/ 180391 h 206625"/>
                <a:gd name="connsiteX5" fmla="*/ 729 w 72075"/>
                <a:gd name="connsiteY5" fmla="*/ 202173 h 206625"/>
                <a:gd name="connsiteX6" fmla="*/ 729 w 72075"/>
                <a:gd name="connsiteY6" fmla="*/ 206710 h 206625"/>
                <a:gd name="connsiteX7" fmla="*/ 72199 w 72075"/>
                <a:gd name="connsiteY7" fmla="*/ 206710 h 206625"/>
                <a:gd name="connsiteX8" fmla="*/ 72199 w 72075"/>
                <a:gd name="connsiteY8" fmla="*/ 202173 h 206625"/>
                <a:gd name="connsiteX9" fmla="*/ 49486 w 72075"/>
                <a:gd name="connsiteY9" fmla="*/ 181298 h 206625"/>
                <a:gd name="connsiteX10" fmla="*/ 49486 w 72075"/>
                <a:gd name="connsiteY10" fmla="*/ 690 h 206625"/>
                <a:gd name="connsiteX11" fmla="*/ 48274 w 72075"/>
                <a:gd name="connsiteY11" fmla="*/ 85 h 206625"/>
                <a:gd name="connsiteX12" fmla="*/ 123 w 72075"/>
                <a:gd name="connsiteY12" fmla="*/ 13396 h 206625"/>
                <a:gd name="connsiteX13" fmla="*/ 123 w 72075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75" h="206625">
                  <a:moveTo>
                    <a:pt x="123" y="18236"/>
                  </a:moveTo>
                  <a:lnTo>
                    <a:pt x="1940" y="18236"/>
                  </a:lnTo>
                  <a:cubicBezTo>
                    <a:pt x="5271" y="17934"/>
                    <a:pt x="8905" y="17631"/>
                    <a:pt x="11328" y="17631"/>
                  </a:cubicBezTo>
                  <a:cubicBezTo>
                    <a:pt x="21019" y="17631"/>
                    <a:pt x="24047" y="21867"/>
                    <a:pt x="24047" y="36085"/>
                  </a:cubicBezTo>
                  <a:lnTo>
                    <a:pt x="24047" y="180391"/>
                  </a:lnTo>
                  <a:cubicBezTo>
                    <a:pt x="24047" y="196727"/>
                    <a:pt x="19807" y="200660"/>
                    <a:pt x="729" y="202173"/>
                  </a:cubicBezTo>
                  <a:lnTo>
                    <a:pt x="729" y="206710"/>
                  </a:lnTo>
                  <a:lnTo>
                    <a:pt x="72199" y="206710"/>
                  </a:lnTo>
                  <a:lnTo>
                    <a:pt x="72199" y="202173"/>
                  </a:lnTo>
                  <a:cubicBezTo>
                    <a:pt x="53120" y="200962"/>
                    <a:pt x="49486" y="197937"/>
                    <a:pt x="49486" y="181298"/>
                  </a:cubicBezTo>
                  <a:lnTo>
                    <a:pt x="49486" y="690"/>
                  </a:lnTo>
                  <a:lnTo>
                    <a:pt x="48274" y="85"/>
                  </a:lnTo>
                  <a:cubicBezTo>
                    <a:pt x="32527" y="5228"/>
                    <a:pt x="21019" y="8253"/>
                    <a:pt x="123" y="13396"/>
                  </a:cubicBezTo>
                  <a:lnTo>
                    <a:pt x="123" y="1823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016A8621-3DF8-7914-88FD-4F35369C0D44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6379854" y="4984983"/>
              <a:ext cx="138700" cy="140372"/>
            </a:xfrm>
            <a:custGeom>
              <a:avLst/>
              <a:gdLst>
                <a:gd name="connsiteX0" fmla="*/ 138826 w 138700"/>
                <a:gd name="connsiteY0" fmla="*/ 85 h 140372"/>
                <a:gd name="connsiteX1" fmla="*/ 96731 w 138700"/>
                <a:gd name="connsiteY1" fmla="*/ 85 h 140372"/>
                <a:gd name="connsiteX2" fmla="*/ 96731 w 138700"/>
                <a:gd name="connsiteY2" fmla="*/ 4623 h 140372"/>
                <a:gd name="connsiteX3" fmla="*/ 110965 w 138700"/>
                <a:gd name="connsiteY3" fmla="*/ 14303 h 140372"/>
                <a:gd name="connsiteX4" fmla="*/ 109148 w 138700"/>
                <a:gd name="connsiteY4" fmla="*/ 23379 h 140372"/>
                <a:gd name="connsiteX5" fmla="*/ 79167 w 138700"/>
                <a:gd name="connsiteY5" fmla="*/ 101734 h 140372"/>
                <a:gd name="connsiteX6" fmla="*/ 48277 w 138700"/>
                <a:gd name="connsiteY6" fmla="*/ 24287 h 140372"/>
                <a:gd name="connsiteX7" fmla="*/ 45552 w 138700"/>
                <a:gd name="connsiteY7" fmla="*/ 13093 h 140372"/>
                <a:gd name="connsiteX8" fmla="*/ 59482 w 138700"/>
                <a:gd name="connsiteY8" fmla="*/ 4623 h 140372"/>
                <a:gd name="connsiteX9" fmla="*/ 59482 w 138700"/>
                <a:gd name="connsiteY9" fmla="*/ 85 h 140372"/>
                <a:gd name="connsiteX10" fmla="*/ 126 w 138700"/>
                <a:gd name="connsiteY10" fmla="*/ 85 h 140372"/>
                <a:gd name="connsiteX11" fmla="*/ 126 w 138700"/>
                <a:gd name="connsiteY11" fmla="*/ 4623 h 140372"/>
                <a:gd name="connsiteX12" fmla="*/ 27684 w 138700"/>
                <a:gd name="connsiteY12" fmla="*/ 39413 h 140372"/>
                <a:gd name="connsiteX13" fmla="*/ 64025 w 138700"/>
                <a:gd name="connsiteY13" fmla="*/ 126238 h 140372"/>
                <a:gd name="connsiteX14" fmla="*/ 66447 w 138700"/>
                <a:gd name="connsiteY14" fmla="*/ 132591 h 140372"/>
                <a:gd name="connsiteX15" fmla="*/ 71899 w 138700"/>
                <a:gd name="connsiteY15" fmla="*/ 140457 h 140372"/>
                <a:gd name="connsiteX16" fmla="*/ 80378 w 138700"/>
                <a:gd name="connsiteY16" fmla="*/ 125331 h 140372"/>
                <a:gd name="connsiteX17" fmla="*/ 119142 w 138700"/>
                <a:gd name="connsiteY17" fmla="*/ 28220 h 140372"/>
                <a:gd name="connsiteX18" fmla="*/ 138826 w 138700"/>
                <a:gd name="connsiteY18" fmla="*/ 4623 h 140372"/>
                <a:gd name="connsiteX19" fmla="*/ 138826 w 138700"/>
                <a:gd name="connsiteY19" fmla="*/ 85 h 14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700" h="140372">
                  <a:moveTo>
                    <a:pt x="138826" y="85"/>
                  </a:moveTo>
                  <a:lnTo>
                    <a:pt x="96731" y="85"/>
                  </a:lnTo>
                  <a:lnTo>
                    <a:pt x="96731" y="4623"/>
                  </a:lnTo>
                  <a:cubicBezTo>
                    <a:pt x="106422" y="5530"/>
                    <a:pt x="110965" y="8555"/>
                    <a:pt x="110965" y="14303"/>
                  </a:cubicBezTo>
                  <a:cubicBezTo>
                    <a:pt x="110965" y="17329"/>
                    <a:pt x="110359" y="20354"/>
                    <a:pt x="109148" y="23379"/>
                  </a:cubicBezTo>
                  <a:lnTo>
                    <a:pt x="79167" y="101734"/>
                  </a:lnTo>
                  <a:lnTo>
                    <a:pt x="48277" y="24287"/>
                  </a:lnTo>
                  <a:cubicBezTo>
                    <a:pt x="46460" y="20051"/>
                    <a:pt x="45552" y="15816"/>
                    <a:pt x="45552" y="13093"/>
                  </a:cubicBezTo>
                  <a:cubicBezTo>
                    <a:pt x="45552" y="7648"/>
                    <a:pt x="48883" y="5530"/>
                    <a:pt x="59482" y="4623"/>
                  </a:cubicBezTo>
                  <a:lnTo>
                    <a:pt x="59482" y="85"/>
                  </a:lnTo>
                  <a:lnTo>
                    <a:pt x="126" y="85"/>
                  </a:lnTo>
                  <a:lnTo>
                    <a:pt x="126" y="4623"/>
                  </a:lnTo>
                  <a:cubicBezTo>
                    <a:pt x="11634" y="5228"/>
                    <a:pt x="13753" y="8253"/>
                    <a:pt x="27684" y="39413"/>
                  </a:cubicBezTo>
                  <a:lnTo>
                    <a:pt x="64025" y="126238"/>
                  </a:lnTo>
                  <a:cubicBezTo>
                    <a:pt x="64630" y="128054"/>
                    <a:pt x="65539" y="130171"/>
                    <a:pt x="66447" y="132591"/>
                  </a:cubicBezTo>
                  <a:cubicBezTo>
                    <a:pt x="68264" y="138037"/>
                    <a:pt x="70082" y="140457"/>
                    <a:pt x="71899" y="140457"/>
                  </a:cubicBezTo>
                  <a:cubicBezTo>
                    <a:pt x="73716" y="140457"/>
                    <a:pt x="75835" y="136524"/>
                    <a:pt x="80378" y="125331"/>
                  </a:cubicBezTo>
                  <a:lnTo>
                    <a:pt x="119142" y="28220"/>
                  </a:lnTo>
                  <a:cubicBezTo>
                    <a:pt x="127924" y="7648"/>
                    <a:pt x="129741" y="5530"/>
                    <a:pt x="138826" y="4623"/>
                  </a:cubicBezTo>
                  <a:lnTo>
                    <a:pt x="138826" y="85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B1C068C-1BBA-C5B7-C5F6-809D37C8483F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6529102" y="4981958"/>
              <a:ext cx="120832" cy="142187"/>
            </a:xfrm>
            <a:custGeom>
              <a:avLst/>
              <a:gdLst>
                <a:gd name="connsiteX0" fmla="*/ 116118 w 120832"/>
                <a:gd name="connsiteY0" fmla="*/ 89633 h 142187"/>
                <a:gd name="connsiteX1" fmla="*/ 69178 w 120832"/>
                <a:gd name="connsiteY1" fmla="*/ 121398 h 142187"/>
                <a:gd name="connsiteX2" fmla="*/ 30112 w 120832"/>
                <a:gd name="connsiteY2" fmla="*/ 95381 h 142187"/>
                <a:gd name="connsiteX3" fmla="*/ 21935 w 120832"/>
                <a:gd name="connsiteY3" fmla="*/ 55447 h 142187"/>
                <a:gd name="connsiteX4" fmla="*/ 115209 w 120832"/>
                <a:gd name="connsiteY4" fmla="*/ 55447 h 142187"/>
                <a:gd name="connsiteX5" fmla="*/ 102187 w 120832"/>
                <a:gd name="connsiteY5" fmla="*/ 17329 h 142187"/>
                <a:gd name="connsiteX6" fmla="*/ 63424 w 120832"/>
                <a:gd name="connsiteY6" fmla="*/ 85 h 142187"/>
                <a:gd name="connsiteX7" fmla="*/ 22541 w 120832"/>
                <a:gd name="connsiteY7" fmla="*/ 15816 h 142187"/>
                <a:gd name="connsiteX8" fmla="*/ 130 w 120832"/>
                <a:gd name="connsiteY8" fmla="*/ 74506 h 142187"/>
                <a:gd name="connsiteX9" fmla="*/ 56761 w 120832"/>
                <a:gd name="connsiteY9" fmla="*/ 142272 h 142187"/>
                <a:gd name="connsiteX10" fmla="*/ 120963 w 120832"/>
                <a:gd name="connsiteY10" fmla="*/ 91750 h 142187"/>
                <a:gd name="connsiteX11" fmla="*/ 116118 w 120832"/>
                <a:gd name="connsiteY11" fmla="*/ 89633 h 142187"/>
                <a:gd name="connsiteX12" fmla="*/ 22541 w 120832"/>
                <a:gd name="connsiteY12" fmla="*/ 45766 h 142187"/>
                <a:gd name="connsiteX13" fmla="*/ 54642 w 120832"/>
                <a:gd name="connsiteY13" fmla="*/ 10976 h 142187"/>
                <a:gd name="connsiteX14" fmla="*/ 84320 w 120832"/>
                <a:gd name="connsiteY14" fmla="*/ 45766 h 142187"/>
                <a:gd name="connsiteX15" fmla="*/ 22541 w 12083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32" h="142187">
                  <a:moveTo>
                    <a:pt x="116118" y="89633"/>
                  </a:moveTo>
                  <a:cubicBezTo>
                    <a:pt x="101582" y="112625"/>
                    <a:pt x="88560" y="121398"/>
                    <a:pt x="69178" y="121398"/>
                  </a:cubicBezTo>
                  <a:cubicBezTo>
                    <a:pt x="51916" y="121398"/>
                    <a:pt x="38894" y="112625"/>
                    <a:pt x="30112" y="95381"/>
                  </a:cubicBezTo>
                  <a:cubicBezTo>
                    <a:pt x="24660" y="83885"/>
                    <a:pt x="22541" y="73901"/>
                    <a:pt x="21935" y="55447"/>
                  </a:cubicBezTo>
                  <a:lnTo>
                    <a:pt x="115209" y="55447"/>
                  </a:lnTo>
                  <a:cubicBezTo>
                    <a:pt x="112787" y="35783"/>
                    <a:pt x="109758" y="27010"/>
                    <a:pt x="102187" y="17329"/>
                  </a:cubicBezTo>
                  <a:cubicBezTo>
                    <a:pt x="93102" y="6438"/>
                    <a:pt x="79172" y="85"/>
                    <a:pt x="63424" y="85"/>
                  </a:cubicBezTo>
                  <a:cubicBezTo>
                    <a:pt x="48282" y="85"/>
                    <a:pt x="34049" y="5530"/>
                    <a:pt x="22541" y="15816"/>
                  </a:cubicBezTo>
                  <a:cubicBezTo>
                    <a:pt x="8307" y="28220"/>
                    <a:pt x="130" y="49699"/>
                    <a:pt x="130" y="74506"/>
                  </a:cubicBezTo>
                  <a:cubicBezTo>
                    <a:pt x="130" y="116255"/>
                    <a:pt x="21935" y="142272"/>
                    <a:pt x="56761" y="142272"/>
                  </a:cubicBezTo>
                  <a:cubicBezTo>
                    <a:pt x="85531" y="142272"/>
                    <a:pt x="108244" y="124423"/>
                    <a:pt x="120963" y="91750"/>
                  </a:cubicBezTo>
                  <a:lnTo>
                    <a:pt x="116118" y="89633"/>
                  </a:lnTo>
                  <a:close/>
                  <a:moveTo>
                    <a:pt x="22541" y="45766"/>
                  </a:moveTo>
                  <a:cubicBezTo>
                    <a:pt x="25872" y="22169"/>
                    <a:pt x="36168" y="10976"/>
                    <a:pt x="54642" y="10976"/>
                  </a:cubicBezTo>
                  <a:cubicBezTo>
                    <a:pt x="73115" y="10976"/>
                    <a:pt x="80383" y="19446"/>
                    <a:pt x="84320" y="45766"/>
                  </a:cubicBezTo>
                  <a:lnTo>
                    <a:pt x="22541" y="4576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2655C0D0-4CA7-1E8F-4083-D62CFD9E38DB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6673453" y="5090263"/>
              <a:ext cx="42094" cy="73514"/>
            </a:xfrm>
            <a:custGeom>
              <a:avLst/>
              <a:gdLst>
                <a:gd name="connsiteX0" fmla="*/ 8312 w 42094"/>
                <a:gd name="connsiteY0" fmla="*/ 73599 h 73514"/>
                <a:gd name="connsiteX1" fmla="*/ 42230 w 42094"/>
                <a:gd name="connsiteY1" fmla="*/ 27010 h 73514"/>
                <a:gd name="connsiteX2" fmla="*/ 18002 w 42094"/>
                <a:gd name="connsiteY2" fmla="*/ 85 h 73514"/>
                <a:gd name="connsiteX3" fmla="*/ 135 w 42094"/>
                <a:gd name="connsiteY3" fmla="*/ 17329 h 73514"/>
                <a:gd name="connsiteX4" fmla="*/ 18002 w 42094"/>
                <a:gd name="connsiteY4" fmla="*/ 32758 h 73514"/>
                <a:gd name="connsiteX5" fmla="*/ 23756 w 42094"/>
                <a:gd name="connsiteY5" fmla="*/ 32153 h 73514"/>
                <a:gd name="connsiteX6" fmla="*/ 26179 w 42094"/>
                <a:gd name="connsiteY6" fmla="*/ 31547 h 73514"/>
                <a:gd name="connsiteX7" fmla="*/ 30419 w 42094"/>
                <a:gd name="connsiteY7" fmla="*/ 35783 h 73514"/>
                <a:gd name="connsiteX8" fmla="*/ 5586 w 42094"/>
                <a:gd name="connsiteY8" fmla="*/ 67851 h 73514"/>
                <a:gd name="connsiteX9" fmla="*/ 8312 w 42094"/>
                <a:gd name="connsiteY9" fmla="*/ 73599 h 7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4" h="73514">
                  <a:moveTo>
                    <a:pt x="8312" y="73599"/>
                  </a:moveTo>
                  <a:cubicBezTo>
                    <a:pt x="28602" y="63615"/>
                    <a:pt x="42230" y="45161"/>
                    <a:pt x="42230" y="27010"/>
                  </a:cubicBezTo>
                  <a:cubicBezTo>
                    <a:pt x="42230" y="11883"/>
                    <a:pt x="31630" y="85"/>
                    <a:pt x="18002" y="85"/>
                  </a:cubicBezTo>
                  <a:cubicBezTo>
                    <a:pt x="7403" y="85"/>
                    <a:pt x="135" y="7043"/>
                    <a:pt x="135" y="17329"/>
                  </a:cubicBezTo>
                  <a:cubicBezTo>
                    <a:pt x="135" y="27010"/>
                    <a:pt x="7100" y="32758"/>
                    <a:pt x="18002" y="32758"/>
                  </a:cubicBezTo>
                  <a:cubicBezTo>
                    <a:pt x="19819" y="32758"/>
                    <a:pt x="21939" y="32455"/>
                    <a:pt x="23756" y="32153"/>
                  </a:cubicBezTo>
                  <a:cubicBezTo>
                    <a:pt x="25876" y="31547"/>
                    <a:pt x="25876" y="31547"/>
                    <a:pt x="26179" y="31547"/>
                  </a:cubicBezTo>
                  <a:cubicBezTo>
                    <a:pt x="28602" y="31547"/>
                    <a:pt x="30419" y="33363"/>
                    <a:pt x="30419" y="35783"/>
                  </a:cubicBezTo>
                  <a:cubicBezTo>
                    <a:pt x="30419" y="45464"/>
                    <a:pt x="21939" y="56657"/>
                    <a:pt x="5586" y="67851"/>
                  </a:cubicBezTo>
                  <a:lnTo>
                    <a:pt x="8312" y="73599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79B49D-333E-3A65-4BE2-AFE938F40764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6814841" y="4984983"/>
              <a:ext cx="203810" cy="140372"/>
            </a:xfrm>
            <a:custGeom>
              <a:avLst/>
              <a:gdLst>
                <a:gd name="connsiteX0" fmla="*/ 166702 w 203810"/>
                <a:gd name="connsiteY0" fmla="*/ 85 h 140372"/>
                <a:gd name="connsiteX1" fmla="*/ 166702 w 203810"/>
                <a:gd name="connsiteY1" fmla="*/ 4623 h 140372"/>
                <a:gd name="connsiteX2" fmla="*/ 180026 w 203810"/>
                <a:gd name="connsiteY2" fmla="*/ 14001 h 140372"/>
                <a:gd name="connsiteX3" fmla="*/ 174878 w 203810"/>
                <a:gd name="connsiteY3" fmla="*/ 33968 h 140372"/>
                <a:gd name="connsiteX4" fmla="*/ 147623 w 203810"/>
                <a:gd name="connsiteY4" fmla="*/ 101129 h 140372"/>
                <a:gd name="connsiteX5" fmla="*/ 122184 w 203810"/>
                <a:gd name="connsiteY5" fmla="*/ 33363 h 140372"/>
                <a:gd name="connsiteX6" fmla="*/ 117036 w 203810"/>
                <a:gd name="connsiteY6" fmla="*/ 15514 h 140372"/>
                <a:gd name="connsiteX7" fmla="*/ 134601 w 203810"/>
                <a:gd name="connsiteY7" fmla="*/ 4623 h 140372"/>
                <a:gd name="connsiteX8" fmla="*/ 134601 w 203810"/>
                <a:gd name="connsiteY8" fmla="*/ 85 h 140372"/>
                <a:gd name="connsiteX9" fmla="*/ 73124 w 203810"/>
                <a:gd name="connsiteY9" fmla="*/ 85 h 140372"/>
                <a:gd name="connsiteX10" fmla="*/ 73124 w 203810"/>
                <a:gd name="connsiteY10" fmla="*/ 4623 h 140372"/>
                <a:gd name="connsiteX11" fmla="*/ 94020 w 203810"/>
                <a:gd name="connsiteY11" fmla="*/ 25497 h 140372"/>
                <a:gd name="connsiteX12" fmla="*/ 100077 w 203810"/>
                <a:gd name="connsiteY12" fmla="*/ 42438 h 140372"/>
                <a:gd name="connsiteX13" fmla="*/ 72518 w 203810"/>
                <a:gd name="connsiteY13" fmla="*/ 102641 h 140372"/>
                <a:gd name="connsiteX14" fmla="*/ 42537 w 203810"/>
                <a:gd name="connsiteY14" fmla="*/ 23682 h 140372"/>
                <a:gd name="connsiteX15" fmla="*/ 40720 w 203810"/>
                <a:gd name="connsiteY15" fmla="*/ 14606 h 140372"/>
                <a:gd name="connsiteX16" fmla="*/ 54651 w 203810"/>
                <a:gd name="connsiteY16" fmla="*/ 4623 h 140372"/>
                <a:gd name="connsiteX17" fmla="*/ 54651 w 203810"/>
                <a:gd name="connsiteY17" fmla="*/ 85 h 140372"/>
                <a:gd name="connsiteX18" fmla="*/ 140 w 203810"/>
                <a:gd name="connsiteY18" fmla="*/ 85 h 140372"/>
                <a:gd name="connsiteX19" fmla="*/ 140 w 203810"/>
                <a:gd name="connsiteY19" fmla="*/ 4623 h 140372"/>
                <a:gd name="connsiteX20" fmla="*/ 16190 w 203810"/>
                <a:gd name="connsiteY20" fmla="*/ 23682 h 140372"/>
                <a:gd name="connsiteX21" fmla="*/ 57074 w 203810"/>
                <a:gd name="connsiteY21" fmla="*/ 127146 h 140372"/>
                <a:gd name="connsiteX22" fmla="*/ 64948 w 203810"/>
                <a:gd name="connsiteY22" fmla="*/ 140457 h 140372"/>
                <a:gd name="connsiteX23" fmla="*/ 72518 w 203810"/>
                <a:gd name="connsiteY23" fmla="*/ 128659 h 140372"/>
                <a:gd name="connsiteX24" fmla="*/ 106436 w 203810"/>
                <a:gd name="connsiteY24" fmla="*/ 56052 h 140372"/>
                <a:gd name="connsiteX25" fmla="*/ 133995 w 203810"/>
                <a:gd name="connsiteY25" fmla="*/ 127448 h 140372"/>
                <a:gd name="connsiteX26" fmla="*/ 141263 w 203810"/>
                <a:gd name="connsiteY26" fmla="*/ 140457 h 140372"/>
                <a:gd name="connsiteX27" fmla="*/ 149743 w 203810"/>
                <a:gd name="connsiteY27" fmla="*/ 125633 h 140372"/>
                <a:gd name="connsiteX28" fmla="*/ 191534 w 203810"/>
                <a:gd name="connsiteY28" fmla="*/ 20959 h 140372"/>
                <a:gd name="connsiteX29" fmla="*/ 203951 w 203810"/>
                <a:gd name="connsiteY29" fmla="*/ 4623 h 140372"/>
                <a:gd name="connsiteX30" fmla="*/ 203951 w 203810"/>
                <a:gd name="connsiteY30" fmla="*/ 85 h 140372"/>
                <a:gd name="connsiteX31" fmla="*/ 166702 w 203810"/>
                <a:gd name="connsiteY31" fmla="*/ 85 h 14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810" h="140372">
                  <a:moveTo>
                    <a:pt x="166702" y="85"/>
                  </a:moveTo>
                  <a:lnTo>
                    <a:pt x="166702" y="4623"/>
                  </a:lnTo>
                  <a:cubicBezTo>
                    <a:pt x="176998" y="6740"/>
                    <a:pt x="180026" y="8858"/>
                    <a:pt x="180026" y="14001"/>
                  </a:cubicBezTo>
                  <a:cubicBezTo>
                    <a:pt x="180026" y="18539"/>
                    <a:pt x="178209" y="25799"/>
                    <a:pt x="174878" y="33968"/>
                  </a:cubicBezTo>
                  <a:lnTo>
                    <a:pt x="147623" y="101129"/>
                  </a:lnTo>
                  <a:lnTo>
                    <a:pt x="122184" y="33363"/>
                  </a:lnTo>
                  <a:cubicBezTo>
                    <a:pt x="117036" y="19446"/>
                    <a:pt x="117036" y="19446"/>
                    <a:pt x="117036" y="15514"/>
                  </a:cubicBezTo>
                  <a:cubicBezTo>
                    <a:pt x="117036" y="8858"/>
                    <a:pt x="120367" y="6740"/>
                    <a:pt x="134601" y="4623"/>
                  </a:cubicBezTo>
                  <a:lnTo>
                    <a:pt x="134601" y="85"/>
                  </a:lnTo>
                  <a:lnTo>
                    <a:pt x="73124" y="85"/>
                  </a:lnTo>
                  <a:lnTo>
                    <a:pt x="73124" y="4623"/>
                  </a:lnTo>
                  <a:cubicBezTo>
                    <a:pt x="84329" y="5833"/>
                    <a:pt x="87963" y="9160"/>
                    <a:pt x="94020" y="25497"/>
                  </a:cubicBezTo>
                  <a:cubicBezTo>
                    <a:pt x="96140" y="31245"/>
                    <a:pt x="98260" y="36993"/>
                    <a:pt x="100077" y="42438"/>
                  </a:cubicBezTo>
                  <a:lnTo>
                    <a:pt x="72518" y="102641"/>
                  </a:lnTo>
                  <a:lnTo>
                    <a:pt x="42537" y="23682"/>
                  </a:lnTo>
                  <a:cubicBezTo>
                    <a:pt x="41326" y="20657"/>
                    <a:pt x="40720" y="17631"/>
                    <a:pt x="40720" y="14606"/>
                  </a:cubicBezTo>
                  <a:cubicBezTo>
                    <a:pt x="40720" y="8253"/>
                    <a:pt x="44354" y="5833"/>
                    <a:pt x="54651" y="4623"/>
                  </a:cubicBezTo>
                  <a:lnTo>
                    <a:pt x="54651" y="85"/>
                  </a:lnTo>
                  <a:lnTo>
                    <a:pt x="140" y="85"/>
                  </a:lnTo>
                  <a:lnTo>
                    <a:pt x="140" y="4623"/>
                  </a:lnTo>
                  <a:cubicBezTo>
                    <a:pt x="7105" y="5228"/>
                    <a:pt x="9528" y="8253"/>
                    <a:pt x="16190" y="23682"/>
                  </a:cubicBezTo>
                  <a:lnTo>
                    <a:pt x="57074" y="127146"/>
                  </a:lnTo>
                  <a:cubicBezTo>
                    <a:pt x="60708" y="136222"/>
                    <a:pt x="63130" y="140457"/>
                    <a:pt x="64948" y="140457"/>
                  </a:cubicBezTo>
                  <a:cubicBezTo>
                    <a:pt x="66462" y="140457"/>
                    <a:pt x="68884" y="136524"/>
                    <a:pt x="72518" y="128659"/>
                  </a:cubicBezTo>
                  <a:lnTo>
                    <a:pt x="106436" y="56052"/>
                  </a:lnTo>
                  <a:lnTo>
                    <a:pt x="133995" y="127448"/>
                  </a:lnTo>
                  <a:cubicBezTo>
                    <a:pt x="138235" y="138642"/>
                    <a:pt x="139446" y="140457"/>
                    <a:pt x="141263" y="140457"/>
                  </a:cubicBezTo>
                  <a:cubicBezTo>
                    <a:pt x="143383" y="140457"/>
                    <a:pt x="144897" y="137734"/>
                    <a:pt x="149743" y="125633"/>
                  </a:cubicBezTo>
                  <a:lnTo>
                    <a:pt x="191534" y="20959"/>
                  </a:lnTo>
                  <a:cubicBezTo>
                    <a:pt x="196985" y="8253"/>
                    <a:pt x="197894" y="6740"/>
                    <a:pt x="203951" y="4623"/>
                  </a:cubicBezTo>
                  <a:lnTo>
                    <a:pt x="203951" y="85"/>
                  </a:lnTo>
                  <a:lnTo>
                    <a:pt x="166702" y="85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16B6250E-7EAC-9E2E-11E1-A0A382D22EBB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7035521" y="4981958"/>
              <a:ext cx="120832" cy="142187"/>
            </a:xfrm>
            <a:custGeom>
              <a:avLst/>
              <a:gdLst>
                <a:gd name="connsiteX0" fmla="*/ 116135 w 120832"/>
                <a:gd name="connsiteY0" fmla="*/ 89633 h 142187"/>
                <a:gd name="connsiteX1" fmla="*/ 69194 w 120832"/>
                <a:gd name="connsiteY1" fmla="*/ 121398 h 142187"/>
                <a:gd name="connsiteX2" fmla="*/ 30128 w 120832"/>
                <a:gd name="connsiteY2" fmla="*/ 95381 h 142187"/>
                <a:gd name="connsiteX3" fmla="*/ 21952 w 120832"/>
                <a:gd name="connsiteY3" fmla="*/ 55447 h 142187"/>
                <a:gd name="connsiteX4" fmla="*/ 115226 w 120832"/>
                <a:gd name="connsiteY4" fmla="*/ 55447 h 142187"/>
                <a:gd name="connsiteX5" fmla="*/ 102204 w 120832"/>
                <a:gd name="connsiteY5" fmla="*/ 17329 h 142187"/>
                <a:gd name="connsiteX6" fmla="*/ 63441 w 120832"/>
                <a:gd name="connsiteY6" fmla="*/ 85 h 142187"/>
                <a:gd name="connsiteX7" fmla="*/ 22557 w 120832"/>
                <a:gd name="connsiteY7" fmla="*/ 15816 h 142187"/>
                <a:gd name="connsiteX8" fmla="*/ 147 w 120832"/>
                <a:gd name="connsiteY8" fmla="*/ 74506 h 142187"/>
                <a:gd name="connsiteX9" fmla="*/ 56778 w 120832"/>
                <a:gd name="connsiteY9" fmla="*/ 142272 h 142187"/>
                <a:gd name="connsiteX10" fmla="*/ 120980 w 120832"/>
                <a:gd name="connsiteY10" fmla="*/ 91750 h 142187"/>
                <a:gd name="connsiteX11" fmla="*/ 116135 w 120832"/>
                <a:gd name="connsiteY11" fmla="*/ 89633 h 142187"/>
                <a:gd name="connsiteX12" fmla="*/ 22557 w 120832"/>
                <a:gd name="connsiteY12" fmla="*/ 45766 h 142187"/>
                <a:gd name="connsiteX13" fmla="*/ 54658 w 120832"/>
                <a:gd name="connsiteY13" fmla="*/ 10976 h 142187"/>
                <a:gd name="connsiteX14" fmla="*/ 84336 w 120832"/>
                <a:gd name="connsiteY14" fmla="*/ 45766 h 142187"/>
                <a:gd name="connsiteX15" fmla="*/ 22557 w 12083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32" h="142187">
                  <a:moveTo>
                    <a:pt x="116135" y="89633"/>
                  </a:moveTo>
                  <a:cubicBezTo>
                    <a:pt x="101598" y="112625"/>
                    <a:pt x="88576" y="121398"/>
                    <a:pt x="69194" y="121398"/>
                  </a:cubicBezTo>
                  <a:cubicBezTo>
                    <a:pt x="51933" y="121398"/>
                    <a:pt x="38911" y="112625"/>
                    <a:pt x="30128" y="95381"/>
                  </a:cubicBezTo>
                  <a:cubicBezTo>
                    <a:pt x="24677" y="83885"/>
                    <a:pt x="22557" y="73901"/>
                    <a:pt x="21952" y="55447"/>
                  </a:cubicBezTo>
                  <a:lnTo>
                    <a:pt x="115226" y="55447"/>
                  </a:lnTo>
                  <a:cubicBezTo>
                    <a:pt x="112803" y="35783"/>
                    <a:pt x="109775" y="27010"/>
                    <a:pt x="102204" y="17329"/>
                  </a:cubicBezTo>
                  <a:cubicBezTo>
                    <a:pt x="93119" y="6438"/>
                    <a:pt x="79188" y="85"/>
                    <a:pt x="63441" y="85"/>
                  </a:cubicBezTo>
                  <a:cubicBezTo>
                    <a:pt x="48299" y="85"/>
                    <a:pt x="34065" y="5530"/>
                    <a:pt x="22557" y="15816"/>
                  </a:cubicBezTo>
                  <a:cubicBezTo>
                    <a:pt x="8324" y="28220"/>
                    <a:pt x="147" y="49699"/>
                    <a:pt x="147" y="74506"/>
                  </a:cubicBezTo>
                  <a:cubicBezTo>
                    <a:pt x="147" y="116255"/>
                    <a:pt x="21952" y="142272"/>
                    <a:pt x="56778" y="142272"/>
                  </a:cubicBezTo>
                  <a:cubicBezTo>
                    <a:pt x="85548" y="142272"/>
                    <a:pt x="108261" y="124423"/>
                    <a:pt x="120980" y="91750"/>
                  </a:cubicBezTo>
                  <a:lnTo>
                    <a:pt x="116135" y="89633"/>
                  </a:lnTo>
                  <a:close/>
                  <a:moveTo>
                    <a:pt x="22557" y="45766"/>
                  </a:moveTo>
                  <a:cubicBezTo>
                    <a:pt x="25888" y="22169"/>
                    <a:pt x="36185" y="10976"/>
                    <a:pt x="54658" y="10976"/>
                  </a:cubicBezTo>
                  <a:cubicBezTo>
                    <a:pt x="73131" y="10976"/>
                    <a:pt x="80400" y="19446"/>
                    <a:pt x="84336" y="45766"/>
                  </a:cubicBezTo>
                  <a:lnTo>
                    <a:pt x="22557" y="4576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A070249E-4363-0AD3-B6AA-EF7E545FAF3F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7247387" y="4981958"/>
              <a:ext cx="133854" cy="205113"/>
            </a:xfrm>
            <a:custGeom>
              <a:avLst/>
              <a:gdLst>
                <a:gd name="connsiteX0" fmla="*/ 134009 w 133854"/>
                <a:gd name="connsiteY0" fmla="*/ 21867 h 205113"/>
                <a:gd name="connsiteX1" fmla="*/ 134009 w 133854"/>
                <a:gd name="connsiteY1" fmla="*/ 10068 h 205113"/>
                <a:gd name="connsiteX2" fmla="*/ 110690 w 133854"/>
                <a:gd name="connsiteY2" fmla="*/ 10068 h 205113"/>
                <a:gd name="connsiteX3" fmla="*/ 94034 w 133854"/>
                <a:gd name="connsiteY3" fmla="*/ 7043 h 205113"/>
                <a:gd name="connsiteX4" fmla="*/ 87372 w 133854"/>
                <a:gd name="connsiteY4" fmla="*/ 4623 h 205113"/>
                <a:gd name="connsiteX5" fmla="*/ 63145 w 133854"/>
                <a:gd name="connsiteY5" fmla="*/ 85 h 205113"/>
                <a:gd name="connsiteX6" fmla="*/ 12570 w 133854"/>
                <a:gd name="connsiteY6" fmla="*/ 49397 h 205113"/>
                <a:gd name="connsiteX7" fmla="*/ 40734 w 133854"/>
                <a:gd name="connsiteY7" fmla="*/ 89935 h 205113"/>
                <a:gd name="connsiteX8" fmla="*/ 27712 w 133854"/>
                <a:gd name="connsiteY8" fmla="*/ 102036 h 205113"/>
                <a:gd name="connsiteX9" fmla="*/ 13782 w 133854"/>
                <a:gd name="connsiteY9" fmla="*/ 122911 h 205113"/>
                <a:gd name="connsiteX10" fmla="*/ 29832 w 133854"/>
                <a:gd name="connsiteY10" fmla="*/ 138944 h 205113"/>
                <a:gd name="connsiteX11" fmla="*/ 154 w 133854"/>
                <a:gd name="connsiteY11" fmla="*/ 175853 h 205113"/>
                <a:gd name="connsiteX12" fmla="*/ 52545 w 133854"/>
                <a:gd name="connsiteY12" fmla="*/ 205198 h 205113"/>
                <a:gd name="connsiteX13" fmla="*/ 114627 w 133854"/>
                <a:gd name="connsiteY13" fmla="*/ 184626 h 205113"/>
                <a:gd name="connsiteX14" fmla="*/ 131283 w 133854"/>
                <a:gd name="connsiteY14" fmla="*/ 154071 h 205113"/>
                <a:gd name="connsiteX15" fmla="*/ 94640 w 133854"/>
                <a:gd name="connsiteY15" fmla="*/ 121700 h 205113"/>
                <a:gd name="connsiteX16" fmla="*/ 55574 w 133854"/>
                <a:gd name="connsiteY16" fmla="*/ 119885 h 205113"/>
                <a:gd name="connsiteX17" fmla="*/ 31952 w 133854"/>
                <a:gd name="connsiteY17" fmla="*/ 111717 h 205113"/>
                <a:gd name="connsiteX18" fmla="*/ 50122 w 133854"/>
                <a:gd name="connsiteY18" fmla="*/ 92658 h 205113"/>
                <a:gd name="connsiteX19" fmla="*/ 55876 w 133854"/>
                <a:gd name="connsiteY19" fmla="*/ 93263 h 205113"/>
                <a:gd name="connsiteX20" fmla="*/ 67384 w 133854"/>
                <a:gd name="connsiteY20" fmla="*/ 94170 h 205113"/>
                <a:gd name="connsiteX21" fmla="*/ 100091 w 133854"/>
                <a:gd name="connsiteY21" fmla="*/ 81464 h 205113"/>
                <a:gd name="connsiteX22" fmla="*/ 114627 w 133854"/>
                <a:gd name="connsiteY22" fmla="*/ 47279 h 205113"/>
                <a:gd name="connsiteX23" fmla="*/ 108873 w 133854"/>
                <a:gd name="connsiteY23" fmla="*/ 21867 h 205113"/>
                <a:gd name="connsiteX24" fmla="*/ 134009 w 133854"/>
                <a:gd name="connsiteY24" fmla="*/ 21867 h 205113"/>
                <a:gd name="connsiteX25" fmla="*/ 36192 w 133854"/>
                <a:gd name="connsiteY25" fmla="*/ 139852 h 205113"/>
                <a:gd name="connsiteX26" fmla="*/ 85252 w 133854"/>
                <a:gd name="connsiteY26" fmla="*/ 143785 h 205113"/>
                <a:gd name="connsiteX27" fmla="*/ 122804 w 133854"/>
                <a:gd name="connsiteY27" fmla="*/ 158609 h 205113"/>
                <a:gd name="connsiteX28" fmla="*/ 65567 w 133854"/>
                <a:gd name="connsiteY28" fmla="*/ 187954 h 205113"/>
                <a:gd name="connsiteX29" fmla="*/ 21353 w 133854"/>
                <a:gd name="connsiteY29" fmla="*/ 165869 h 205113"/>
                <a:gd name="connsiteX30" fmla="*/ 36192 w 133854"/>
                <a:gd name="connsiteY30" fmla="*/ 139852 h 205113"/>
                <a:gd name="connsiteX31" fmla="*/ 37706 w 133854"/>
                <a:gd name="connsiteY31" fmla="*/ 36993 h 205113"/>
                <a:gd name="connsiteX32" fmla="*/ 60116 w 133854"/>
                <a:gd name="connsiteY32" fmla="*/ 8555 h 205113"/>
                <a:gd name="connsiteX33" fmla="*/ 82223 w 133854"/>
                <a:gd name="connsiteY33" fmla="*/ 22774 h 205113"/>
                <a:gd name="connsiteX34" fmla="*/ 91309 w 133854"/>
                <a:gd name="connsiteY34" fmla="*/ 59077 h 205113"/>
                <a:gd name="connsiteX35" fmla="*/ 68596 w 133854"/>
                <a:gd name="connsiteY35" fmla="*/ 86607 h 205113"/>
                <a:gd name="connsiteX36" fmla="*/ 37706 w 133854"/>
                <a:gd name="connsiteY36" fmla="*/ 37901 h 205113"/>
                <a:gd name="connsiteX37" fmla="*/ 37706 w 133854"/>
                <a:gd name="connsiteY37" fmla="*/ 36993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854" h="205113">
                  <a:moveTo>
                    <a:pt x="134009" y="21867"/>
                  </a:moveTo>
                  <a:lnTo>
                    <a:pt x="134009" y="10068"/>
                  </a:lnTo>
                  <a:lnTo>
                    <a:pt x="110690" y="10068"/>
                  </a:lnTo>
                  <a:cubicBezTo>
                    <a:pt x="104634" y="10068"/>
                    <a:pt x="100091" y="9160"/>
                    <a:pt x="94034" y="7043"/>
                  </a:cubicBezTo>
                  <a:lnTo>
                    <a:pt x="87372" y="4623"/>
                  </a:lnTo>
                  <a:cubicBezTo>
                    <a:pt x="79195" y="1597"/>
                    <a:pt x="71018" y="85"/>
                    <a:pt x="63145" y="85"/>
                  </a:cubicBezTo>
                  <a:cubicBezTo>
                    <a:pt x="34981" y="85"/>
                    <a:pt x="12570" y="21867"/>
                    <a:pt x="12570" y="49397"/>
                  </a:cubicBezTo>
                  <a:cubicBezTo>
                    <a:pt x="12570" y="68456"/>
                    <a:pt x="20747" y="79952"/>
                    <a:pt x="40734" y="89935"/>
                  </a:cubicBezTo>
                  <a:cubicBezTo>
                    <a:pt x="34981" y="95381"/>
                    <a:pt x="29529" y="100524"/>
                    <a:pt x="27712" y="102036"/>
                  </a:cubicBezTo>
                  <a:cubicBezTo>
                    <a:pt x="17719" y="110810"/>
                    <a:pt x="13782" y="116860"/>
                    <a:pt x="13782" y="122911"/>
                  </a:cubicBezTo>
                  <a:cubicBezTo>
                    <a:pt x="13782" y="129264"/>
                    <a:pt x="17416" y="132894"/>
                    <a:pt x="29832" y="138944"/>
                  </a:cubicBezTo>
                  <a:cubicBezTo>
                    <a:pt x="8331" y="154676"/>
                    <a:pt x="154" y="164659"/>
                    <a:pt x="154" y="175853"/>
                  </a:cubicBezTo>
                  <a:cubicBezTo>
                    <a:pt x="154" y="191887"/>
                    <a:pt x="23775" y="205198"/>
                    <a:pt x="52545" y="205198"/>
                  </a:cubicBezTo>
                  <a:cubicBezTo>
                    <a:pt x="75258" y="205198"/>
                    <a:pt x="98880" y="197332"/>
                    <a:pt x="114627" y="184626"/>
                  </a:cubicBezTo>
                  <a:cubicBezTo>
                    <a:pt x="126135" y="175248"/>
                    <a:pt x="131283" y="165567"/>
                    <a:pt x="131283" y="154071"/>
                  </a:cubicBezTo>
                  <a:cubicBezTo>
                    <a:pt x="131283" y="135314"/>
                    <a:pt x="117050" y="122608"/>
                    <a:pt x="94640" y="121700"/>
                  </a:cubicBezTo>
                  <a:lnTo>
                    <a:pt x="55574" y="119885"/>
                  </a:lnTo>
                  <a:cubicBezTo>
                    <a:pt x="39523" y="119280"/>
                    <a:pt x="31952" y="116558"/>
                    <a:pt x="31952" y="111717"/>
                  </a:cubicBezTo>
                  <a:cubicBezTo>
                    <a:pt x="31952" y="105667"/>
                    <a:pt x="41946" y="95078"/>
                    <a:pt x="50122" y="92658"/>
                  </a:cubicBezTo>
                  <a:cubicBezTo>
                    <a:pt x="52848" y="92960"/>
                    <a:pt x="54968" y="93263"/>
                    <a:pt x="55876" y="93263"/>
                  </a:cubicBezTo>
                  <a:cubicBezTo>
                    <a:pt x="61630" y="93868"/>
                    <a:pt x="65567" y="94170"/>
                    <a:pt x="67384" y="94170"/>
                  </a:cubicBezTo>
                  <a:cubicBezTo>
                    <a:pt x="78589" y="94170"/>
                    <a:pt x="90703" y="89633"/>
                    <a:pt x="100091" y="81464"/>
                  </a:cubicBezTo>
                  <a:cubicBezTo>
                    <a:pt x="110085" y="72994"/>
                    <a:pt x="114627" y="62405"/>
                    <a:pt x="114627" y="47279"/>
                  </a:cubicBezTo>
                  <a:cubicBezTo>
                    <a:pt x="114627" y="38506"/>
                    <a:pt x="113113" y="31547"/>
                    <a:pt x="108873" y="21867"/>
                  </a:cubicBezTo>
                  <a:lnTo>
                    <a:pt x="134009" y="21867"/>
                  </a:lnTo>
                  <a:close/>
                  <a:moveTo>
                    <a:pt x="36192" y="139852"/>
                  </a:moveTo>
                  <a:cubicBezTo>
                    <a:pt x="46186" y="141970"/>
                    <a:pt x="70413" y="143785"/>
                    <a:pt x="85252" y="143785"/>
                  </a:cubicBezTo>
                  <a:cubicBezTo>
                    <a:pt x="112810" y="143785"/>
                    <a:pt x="122804" y="147718"/>
                    <a:pt x="122804" y="158609"/>
                  </a:cubicBezTo>
                  <a:cubicBezTo>
                    <a:pt x="122804" y="176155"/>
                    <a:pt x="99788" y="187954"/>
                    <a:pt x="65567" y="187954"/>
                  </a:cubicBezTo>
                  <a:cubicBezTo>
                    <a:pt x="38917" y="187954"/>
                    <a:pt x="21353" y="179181"/>
                    <a:pt x="21353" y="165869"/>
                  </a:cubicBezTo>
                  <a:cubicBezTo>
                    <a:pt x="21353" y="158911"/>
                    <a:pt x="23473" y="154978"/>
                    <a:pt x="36192" y="139852"/>
                  </a:cubicBezTo>
                  <a:close/>
                  <a:moveTo>
                    <a:pt x="37706" y="36993"/>
                  </a:moveTo>
                  <a:cubicBezTo>
                    <a:pt x="37706" y="19144"/>
                    <a:pt x="46186" y="8555"/>
                    <a:pt x="60116" y="8555"/>
                  </a:cubicBezTo>
                  <a:cubicBezTo>
                    <a:pt x="69504" y="8555"/>
                    <a:pt x="77378" y="13698"/>
                    <a:pt x="82223" y="22774"/>
                  </a:cubicBezTo>
                  <a:cubicBezTo>
                    <a:pt x="87675" y="33363"/>
                    <a:pt x="91309" y="47279"/>
                    <a:pt x="91309" y="59077"/>
                  </a:cubicBezTo>
                  <a:cubicBezTo>
                    <a:pt x="91309" y="76019"/>
                    <a:pt x="82526" y="86607"/>
                    <a:pt x="68596" y="86607"/>
                  </a:cubicBezTo>
                  <a:cubicBezTo>
                    <a:pt x="50425" y="86607"/>
                    <a:pt x="37706" y="66943"/>
                    <a:pt x="37706" y="37901"/>
                  </a:cubicBezTo>
                  <a:lnTo>
                    <a:pt x="37706" y="36993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9D723A01-A077-5949-61C2-2AA00EE39DB1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7398466" y="4981958"/>
              <a:ext cx="120832" cy="142187"/>
            </a:xfrm>
            <a:custGeom>
              <a:avLst/>
              <a:gdLst>
                <a:gd name="connsiteX0" fmla="*/ 116146 w 120832"/>
                <a:gd name="connsiteY0" fmla="*/ 89633 h 142187"/>
                <a:gd name="connsiteX1" fmla="*/ 69206 w 120832"/>
                <a:gd name="connsiteY1" fmla="*/ 121398 h 142187"/>
                <a:gd name="connsiteX2" fmla="*/ 30140 w 120832"/>
                <a:gd name="connsiteY2" fmla="*/ 95381 h 142187"/>
                <a:gd name="connsiteX3" fmla="*/ 21963 w 120832"/>
                <a:gd name="connsiteY3" fmla="*/ 55447 h 142187"/>
                <a:gd name="connsiteX4" fmla="*/ 115238 w 120832"/>
                <a:gd name="connsiteY4" fmla="*/ 55447 h 142187"/>
                <a:gd name="connsiteX5" fmla="*/ 102216 w 120832"/>
                <a:gd name="connsiteY5" fmla="*/ 17329 h 142187"/>
                <a:gd name="connsiteX6" fmla="*/ 63452 w 120832"/>
                <a:gd name="connsiteY6" fmla="*/ 85 h 142187"/>
                <a:gd name="connsiteX7" fmla="*/ 22569 w 120832"/>
                <a:gd name="connsiteY7" fmla="*/ 15816 h 142187"/>
                <a:gd name="connsiteX8" fmla="*/ 159 w 120832"/>
                <a:gd name="connsiteY8" fmla="*/ 74506 h 142187"/>
                <a:gd name="connsiteX9" fmla="*/ 56790 w 120832"/>
                <a:gd name="connsiteY9" fmla="*/ 142272 h 142187"/>
                <a:gd name="connsiteX10" fmla="*/ 120992 w 120832"/>
                <a:gd name="connsiteY10" fmla="*/ 91750 h 142187"/>
                <a:gd name="connsiteX11" fmla="*/ 116146 w 120832"/>
                <a:gd name="connsiteY11" fmla="*/ 89633 h 142187"/>
                <a:gd name="connsiteX12" fmla="*/ 22569 w 120832"/>
                <a:gd name="connsiteY12" fmla="*/ 45766 h 142187"/>
                <a:gd name="connsiteX13" fmla="*/ 54670 w 120832"/>
                <a:gd name="connsiteY13" fmla="*/ 10976 h 142187"/>
                <a:gd name="connsiteX14" fmla="*/ 84348 w 120832"/>
                <a:gd name="connsiteY14" fmla="*/ 45766 h 142187"/>
                <a:gd name="connsiteX15" fmla="*/ 22569 w 12083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32" h="142187">
                  <a:moveTo>
                    <a:pt x="116146" y="89633"/>
                  </a:moveTo>
                  <a:cubicBezTo>
                    <a:pt x="101610" y="112625"/>
                    <a:pt x="88588" y="121398"/>
                    <a:pt x="69206" y="121398"/>
                  </a:cubicBezTo>
                  <a:cubicBezTo>
                    <a:pt x="51945" y="121398"/>
                    <a:pt x="38922" y="112625"/>
                    <a:pt x="30140" y="95381"/>
                  </a:cubicBezTo>
                  <a:cubicBezTo>
                    <a:pt x="24689" y="83885"/>
                    <a:pt x="22569" y="73901"/>
                    <a:pt x="21963" y="55447"/>
                  </a:cubicBezTo>
                  <a:lnTo>
                    <a:pt x="115238" y="55447"/>
                  </a:lnTo>
                  <a:cubicBezTo>
                    <a:pt x="112815" y="35783"/>
                    <a:pt x="109787" y="27010"/>
                    <a:pt x="102216" y="17329"/>
                  </a:cubicBezTo>
                  <a:cubicBezTo>
                    <a:pt x="93131" y="6438"/>
                    <a:pt x="79200" y="85"/>
                    <a:pt x="63452" y="85"/>
                  </a:cubicBezTo>
                  <a:cubicBezTo>
                    <a:pt x="48310" y="85"/>
                    <a:pt x="34077" y="5530"/>
                    <a:pt x="22569" y="15816"/>
                  </a:cubicBezTo>
                  <a:cubicBezTo>
                    <a:pt x="8336" y="28220"/>
                    <a:pt x="159" y="49699"/>
                    <a:pt x="159" y="74506"/>
                  </a:cubicBezTo>
                  <a:cubicBezTo>
                    <a:pt x="159" y="116255"/>
                    <a:pt x="21963" y="142272"/>
                    <a:pt x="56790" y="142272"/>
                  </a:cubicBezTo>
                  <a:cubicBezTo>
                    <a:pt x="85560" y="142272"/>
                    <a:pt x="108273" y="124423"/>
                    <a:pt x="120992" y="91750"/>
                  </a:cubicBezTo>
                  <a:lnTo>
                    <a:pt x="116146" y="89633"/>
                  </a:lnTo>
                  <a:close/>
                  <a:moveTo>
                    <a:pt x="22569" y="45766"/>
                  </a:moveTo>
                  <a:cubicBezTo>
                    <a:pt x="25900" y="22169"/>
                    <a:pt x="36197" y="10976"/>
                    <a:pt x="54670" y="10976"/>
                  </a:cubicBezTo>
                  <a:cubicBezTo>
                    <a:pt x="73143" y="10976"/>
                    <a:pt x="80411" y="19446"/>
                    <a:pt x="84348" y="45766"/>
                  </a:cubicBezTo>
                  <a:lnTo>
                    <a:pt x="22569" y="4576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A3B652E3-91E9-EFB0-04FD-AFE117B846A6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7529795" y="4945957"/>
              <a:ext cx="80555" cy="178188"/>
            </a:xfrm>
            <a:custGeom>
              <a:avLst/>
              <a:gdLst>
                <a:gd name="connsiteX0" fmla="*/ 73451 w 80555"/>
                <a:gd name="connsiteY0" fmla="*/ 39111 h 178188"/>
                <a:gd name="connsiteX1" fmla="*/ 42864 w 80555"/>
                <a:gd name="connsiteY1" fmla="*/ 39111 h 178188"/>
                <a:gd name="connsiteX2" fmla="*/ 42864 w 80555"/>
                <a:gd name="connsiteY2" fmla="*/ 4018 h 178188"/>
                <a:gd name="connsiteX3" fmla="*/ 40744 w 80555"/>
                <a:gd name="connsiteY3" fmla="*/ 85 h 178188"/>
                <a:gd name="connsiteX4" fmla="*/ 34687 w 80555"/>
                <a:gd name="connsiteY4" fmla="*/ 8555 h 178188"/>
                <a:gd name="connsiteX5" fmla="*/ 5312 w 80555"/>
                <a:gd name="connsiteY5" fmla="*/ 40926 h 178188"/>
                <a:gd name="connsiteX6" fmla="*/ 163 w 80555"/>
                <a:gd name="connsiteY6" fmla="*/ 46674 h 178188"/>
                <a:gd name="connsiteX7" fmla="*/ 1375 w 80555"/>
                <a:gd name="connsiteY7" fmla="*/ 48792 h 178188"/>
                <a:gd name="connsiteX8" fmla="*/ 17425 w 80555"/>
                <a:gd name="connsiteY8" fmla="*/ 48792 h 178188"/>
                <a:gd name="connsiteX9" fmla="*/ 17425 w 80555"/>
                <a:gd name="connsiteY9" fmla="*/ 139852 h 178188"/>
                <a:gd name="connsiteX10" fmla="*/ 44378 w 80555"/>
                <a:gd name="connsiteY10" fmla="*/ 178273 h 178188"/>
                <a:gd name="connsiteX11" fmla="*/ 80719 w 80555"/>
                <a:gd name="connsiteY11" fmla="*/ 155281 h 178188"/>
                <a:gd name="connsiteX12" fmla="*/ 76782 w 80555"/>
                <a:gd name="connsiteY12" fmla="*/ 151953 h 178188"/>
                <a:gd name="connsiteX13" fmla="*/ 58611 w 80555"/>
                <a:gd name="connsiteY13" fmla="*/ 162542 h 178188"/>
                <a:gd name="connsiteX14" fmla="*/ 42864 w 80555"/>
                <a:gd name="connsiteY14" fmla="*/ 135314 h 178188"/>
                <a:gd name="connsiteX15" fmla="*/ 42864 w 80555"/>
                <a:gd name="connsiteY15" fmla="*/ 48792 h 178188"/>
                <a:gd name="connsiteX16" fmla="*/ 73451 w 80555"/>
                <a:gd name="connsiteY16" fmla="*/ 48792 h 178188"/>
                <a:gd name="connsiteX17" fmla="*/ 73451 w 80555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55" h="178188">
                  <a:moveTo>
                    <a:pt x="73451" y="39111"/>
                  </a:moveTo>
                  <a:lnTo>
                    <a:pt x="42864" y="39111"/>
                  </a:lnTo>
                  <a:lnTo>
                    <a:pt x="42864" y="4018"/>
                  </a:lnTo>
                  <a:cubicBezTo>
                    <a:pt x="42864" y="992"/>
                    <a:pt x="42561" y="85"/>
                    <a:pt x="40744" y="85"/>
                  </a:cubicBezTo>
                  <a:cubicBezTo>
                    <a:pt x="38624" y="2807"/>
                    <a:pt x="36807" y="5530"/>
                    <a:pt x="34687" y="8555"/>
                  </a:cubicBezTo>
                  <a:cubicBezTo>
                    <a:pt x="23179" y="25194"/>
                    <a:pt x="10157" y="39716"/>
                    <a:pt x="5312" y="40926"/>
                  </a:cubicBezTo>
                  <a:cubicBezTo>
                    <a:pt x="1980" y="43044"/>
                    <a:pt x="163" y="45161"/>
                    <a:pt x="163" y="46674"/>
                  </a:cubicBezTo>
                  <a:cubicBezTo>
                    <a:pt x="163" y="47581"/>
                    <a:pt x="466" y="48186"/>
                    <a:pt x="1375" y="48792"/>
                  </a:cubicBezTo>
                  <a:lnTo>
                    <a:pt x="17425" y="48792"/>
                  </a:lnTo>
                  <a:lnTo>
                    <a:pt x="17425" y="139852"/>
                  </a:lnTo>
                  <a:cubicBezTo>
                    <a:pt x="17425" y="165264"/>
                    <a:pt x="26510" y="178273"/>
                    <a:pt x="44378" y="178273"/>
                  </a:cubicBezTo>
                  <a:cubicBezTo>
                    <a:pt x="59217" y="178273"/>
                    <a:pt x="70725" y="171012"/>
                    <a:pt x="80719" y="155281"/>
                  </a:cubicBezTo>
                  <a:lnTo>
                    <a:pt x="76782" y="151953"/>
                  </a:lnTo>
                  <a:cubicBezTo>
                    <a:pt x="70422" y="159516"/>
                    <a:pt x="65274" y="162542"/>
                    <a:pt x="58611" y="162542"/>
                  </a:cubicBezTo>
                  <a:cubicBezTo>
                    <a:pt x="47406" y="162542"/>
                    <a:pt x="42864" y="154373"/>
                    <a:pt x="42864" y="135314"/>
                  </a:cubicBezTo>
                  <a:lnTo>
                    <a:pt x="42864" y="48792"/>
                  </a:lnTo>
                  <a:lnTo>
                    <a:pt x="73451" y="48792"/>
                  </a:lnTo>
                  <a:lnTo>
                    <a:pt x="73451" y="39111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94F7B5C-0843-F4E1-CC4D-7642F694FA73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7634890" y="4982260"/>
              <a:ext cx="33615" cy="142187"/>
            </a:xfrm>
            <a:custGeom>
              <a:avLst/>
              <a:gdLst>
                <a:gd name="connsiteX0" fmla="*/ 16822 w 33615"/>
                <a:gd name="connsiteY0" fmla="*/ 85 h 142187"/>
                <a:gd name="connsiteX1" fmla="*/ 166 w 33615"/>
                <a:gd name="connsiteY1" fmla="*/ 17329 h 142187"/>
                <a:gd name="connsiteX2" fmla="*/ 16520 w 33615"/>
                <a:gd name="connsiteY2" fmla="*/ 33665 h 142187"/>
                <a:gd name="connsiteX3" fmla="*/ 33781 w 33615"/>
                <a:gd name="connsiteY3" fmla="*/ 17329 h 142187"/>
                <a:gd name="connsiteX4" fmla="*/ 16822 w 33615"/>
                <a:gd name="connsiteY4" fmla="*/ 85 h 142187"/>
                <a:gd name="connsiteX5" fmla="*/ 16822 w 33615"/>
                <a:gd name="connsiteY5" fmla="*/ 108692 h 142187"/>
                <a:gd name="connsiteX6" fmla="*/ 166 w 33615"/>
                <a:gd name="connsiteY6" fmla="*/ 125936 h 142187"/>
                <a:gd name="connsiteX7" fmla="*/ 16520 w 33615"/>
                <a:gd name="connsiteY7" fmla="*/ 142272 h 142187"/>
                <a:gd name="connsiteX8" fmla="*/ 33781 w 33615"/>
                <a:gd name="connsiteY8" fmla="*/ 125936 h 142187"/>
                <a:gd name="connsiteX9" fmla="*/ 16822 w 33615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15" h="142187">
                  <a:moveTo>
                    <a:pt x="16822" y="85"/>
                  </a:moveTo>
                  <a:cubicBezTo>
                    <a:pt x="7737" y="85"/>
                    <a:pt x="166" y="7950"/>
                    <a:pt x="166" y="17329"/>
                  </a:cubicBezTo>
                  <a:cubicBezTo>
                    <a:pt x="166" y="26102"/>
                    <a:pt x="7737" y="33665"/>
                    <a:pt x="16520" y="33665"/>
                  </a:cubicBezTo>
                  <a:cubicBezTo>
                    <a:pt x="25908" y="33665"/>
                    <a:pt x="33781" y="26102"/>
                    <a:pt x="33781" y="17329"/>
                  </a:cubicBezTo>
                  <a:cubicBezTo>
                    <a:pt x="33781" y="7950"/>
                    <a:pt x="25908" y="85"/>
                    <a:pt x="16822" y="85"/>
                  </a:cubicBezTo>
                  <a:close/>
                  <a:moveTo>
                    <a:pt x="16822" y="108692"/>
                  </a:moveTo>
                  <a:cubicBezTo>
                    <a:pt x="7737" y="108692"/>
                    <a:pt x="166" y="116558"/>
                    <a:pt x="166" y="125936"/>
                  </a:cubicBezTo>
                  <a:cubicBezTo>
                    <a:pt x="166" y="134709"/>
                    <a:pt x="7737" y="142272"/>
                    <a:pt x="16520" y="142272"/>
                  </a:cubicBezTo>
                  <a:cubicBezTo>
                    <a:pt x="25908" y="142272"/>
                    <a:pt x="33781" y="134709"/>
                    <a:pt x="33781" y="125936"/>
                  </a:cubicBezTo>
                  <a:cubicBezTo>
                    <a:pt x="33781" y="116558"/>
                    <a:pt x="25908" y="108692"/>
                    <a:pt x="16822" y="108692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014F825-4108-3DB5-70A1-331EEF7445A2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7766015" y="4955941"/>
              <a:ext cx="78435" cy="168507"/>
            </a:xfrm>
            <a:custGeom>
              <a:avLst/>
              <a:gdLst>
                <a:gd name="connsiteX0" fmla="*/ 78606 w 78435"/>
                <a:gd name="connsiteY0" fmla="*/ 35783 h 168507"/>
                <a:gd name="connsiteX1" fmla="*/ 54379 w 78435"/>
                <a:gd name="connsiteY1" fmla="*/ 35783 h 168507"/>
                <a:gd name="connsiteX2" fmla="*/ 62859 w 78435"/>
                <a:gd name="connsiteY2" fmla="*/ 4623 h 168507"/>
                <a:gd name="connsiteX3" fmla="*/ 63161 w 78435"/>
                <a:gd name="connsiteY3" fmla="*/ 3110 h 168507"/>
                <a:gd name="connsiteX4" fmla="*/ 60739 w 78435"/>
                <a:gd name="connsiteY4" fmla="*/ 85 h 168507"/>
                <a:gd name="connsiteX5" fmla="*/ 56196 w 78435"/>
                <a:gd name="connsiteY5" fmla="*/ 2807 h 168507"/>
                <a:gd name="connsiteX6" fmla="*/ 15919 w 78435"/>
                <a:gd name="connsiteY6" fmla="*/ 36085 h 168507"/>
                <a:gd name="connsiteX7" fmla="*/ 6228 w 78435"/>
                <a:gd name="connsiteY7" fmla="*/ 43649 h 168507"/>
                <a:gd name="connsiteX8" fmla="*/ 6531 w 78435"/>
                <a:gd name="connsiteY8" fmla="*/ 45464 h 168507"/>
                <a:gd name="connsiteX9" fmla="*/ 28941 w 78435"/>
                <a:gd name="connsiteY9" fmla="*/ 45464 h 168507"/>
                <a:gd name="connsiteX10" fmla="*/ 7136 w 78435"/>
                <a:gd name="connsiteY10" fmla="*/ 128659 h 168507"/>
                <a:gd name="connsiteX11" fmla="*/ 5319 w 78435"/>
                <a:gd name="connsiteY11" fmla="*/ 135012 h 168507"/>
                <a:gd name="connsiteX12" fmla="*/ 171 w 78435"/>
                <a:gd name="connsiteY12" fmla="*/ 157096 h 168507"/>
                <a:gd name="connsiteX13" fmla="*/ 14707 w 78435"/>
                <a:gd name="connsiteY13" fmla="*/ 168592 h 168507"/>
                <a:gd name="connsiteX14" fmla="*/ 57710 w 78435"/>
                <a:gd name="connsiteY14" fmla="*/ 131986 h 168507"/>
                <a:gd name="connsiteX15" fmla="*/ 53773 w 78435"/>
                <a:gd name="connsiteY15" fmla="*/ 129869 h 168507"/>
                <a:gd name="connsiteX16" fmla="*/ 29243 w 78435"/>
                <a:gd name="connsiteY16" fmla="*/ 153768 h 168507"/>
                <a:gd name="connsiteX17" fmla="*/ 24701 w 78435"/>
                <a:gd name="connsiteY17" fmla="*/ 147718 h 168507"/>
                <a:gd name="connsiteX18" fmla="*/ 25004 w 78435"/>
                <a:gd name="connsiteY18" fmla="*/ 146205 h 168507"/>
                <a:gd name="connsiteX19" fmla="*/ 51654 w 78435"/>
                <a:gd name="connsiteY19" fmla="*/ 45464 h 168507"/>
                <a:gd name="connsiteX20" fmla="*/ 77092 w 78435"/>
                <a:gd name="connsiteY20" fmla="*/ 45464 h 168507"/>
                <a:gd name="connsiteX21" fmla="*/ 78606 w 78435"/>
                <a:gd name="connsiteY21" fmla="*/ 35783 h 16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435" h="168507">
                  <a:moveTo>
                    <a:pt x="78606" y="35783"/>
                  </a:moveTo>
                  <a:lnTo>
                    <a:pt x="54379" y="35783"/>
                  </a:lnTo>
                  <a:lnTo>
                    <a:pt x="62859" y="4623"/>
                  </a:lnTo>
                  <a:cubicBezTo>
                    <a:pt x="63161" y="4018"/>
                    <a:pt x="63161" y="3412"/>
                    <a:pt x="63161" y="3110"/>
                  </a:cubicBezTo>
                  <a:cubicBezTo>
                    <a:pt x="63161" y="992"/>
                    <a:pt x="62253" y="85"/>
                    <a:pt x="60739" y="85"/>
                  </a:cubicBezTo>
                  <a:cubicBezTo>
                    <a:pt x="58922" y="85"/>
                    <a:pt x="58013" y="387"/>
                    <a:pt x="56196" y="2807"/>
                  </a:cubicBezTo>
                  <a:cubicBezTo>
                    <a:pt x="44385" y="18236"/>
                    <a:pt x="25609" y="33363"/>
                    <a:pt x="15919" y="36085"/>
                  </a:cubicBezTo>
                  <a:cubicBezTo>
                    <a:pt x="8348" y="38506"/>
                    <a:pt x="6228" y="40321"/>
                    <a:pt x="6228" y="43649"/>
                  </a:cubicBezTo>
                  <a:cubicBezTo>
                    <a:pt x="6228" y="43951"/>
                    <a:pt x="6228" y="44556"/>
                    <a:pt x="6531" y="45464"/>
                  </a:cubicBezTo>
                  <a:lnTo>
                    <a:pt x="28941" y="45464"/>
                  </a:lnTo>
                  <a:lnTo>
                    <a:pt x="7136" y="128659"/>
                  </a:lnTo>
                  <a:cubicBezTo>
                    <a:pt x="6531" y="131381"/>
                    <a:pt x="6228" y="132289"/>
                    <a:pt x="5319" y="135012"/>
                  </a:cubicBezTo>
                  <a:cubicBezTo>
                    <a:pt x="2594" y="144087"/>
                    <a:pt x="171" y="154676"/>
                    <a:pt x="171" y="157096"/>
                  </a:cubicBezTo>
                  <a:cubicBezTo>
                    <a:pt x="171" y="163752"/>
                    <a:pt x="6531" y="168592"/>
                    <a:pt x="14707" y="168592"/>
                  </a:cubicBezTo>
                  <a:cubicBezTo>
                    <a:pt x="28638" y="168592"/>
                    <a:pt x="38631" y="160121"/>
                    <a:pt x="57710" y="131986"/>
                  </a:cubicBezTo>
                  <a:lnTo>
                    <a:pt x="53773" y="129869"/>
                  </a:lnTo>
                  <a:cubicBezTo>
                    <a:pt x="38934" y="148928"/>
                    <a:pt x="34089" y="153768"/>
                    <a:pt x="29243" y="153768"/>
                  </a:cubicBezTo>
                  <a:cubicBezTo>
                    <a:pt x="26518" y="153768"/>
                    <a:pt x="24701" y="151348"/>
                    <a:pt x="24701" y="147718"/>
                  </a:cubicBezTo>
                  <a:cubicBezTo>
                    <a:pt x="24701" y="147415"/>
                    <a:pt x="24701" y="147113"/>
                    <a:pt x="25004" y="146205"/>
                  </a:cubicBezTo>
                  <a:lnTo>
                    <a:pt x="51654" y="45464"/>
                  </a:lnTo>
                  <a:lnTo>
                    <a:pt x="77092" y="45464"/>
                  </a:lnTo>
                  <a:lnTo>
                    <a:pt x="78606" y="35783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6A574443-B6E5-9A05-8950-4EC3F83D7586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7844690" y="5015656"/>
              <a:ext cx="101293" cy="154469"/>
            </a:xfrm>
            <a:custGeom>
              <a:avLst/>
              <a:gdLst>
                <a:gd name="connsiteX0" fmla="*/ 51716 w 101293"/>
                <a:gd name="connsiteY0" fmla="*/ 87 h 154469"/>
                <a:gd name="connsiteX1" fmla="*/ 21687 w 101293"/>
                <a:gd name="connsiteY1" fmla="*/ 11728 h 154469"/>
                <a:gd name="connsiteX2" fmla="*/ 173 w 101293"/>
                <a:gd name="connsiteY2" fmla="*/ 76203 h 154469"/>
                <a:gd name="connsiteX3" fmla="*/ 18101 w 101293"/>
                <a:gd name="connsiteY3" fmla="*/ 139334 h 154469"/>
                <a:gd name="connsiteX4" fmla="*/ 50820 w 101293"/>
                <a:gd name="connsiteY4" fmla="*/ 154557 h 154469"/>
                <a:gd name="connsiteX5" fmla="*/ 79953 w 101293"/>
                <a:gd name="connsiteY5" fmla="*/ 142916 h 154469"/>
                <a:gd name="connsiteX6" fmla="*/ 101467 w 101293"/>
                <a:gd name="connsiteY6" fmla="*/ 77546 h 154469"/>
                <a:gd name="connsiteX7" fmla="*/ 51716 w 101293"/>
                <a:gd name="connsiteY7" fmla="*/ 87 h 154469"/>
                <a:gd name="connsiteX8" fmla="*/ 51044 w 101293"/>
                <a:gd name="connsiteY8" fmla="*/ 5908 h 154469"/>
                <a:gd name="connsiteX9" fmla="*/ 79953 w 101293"/>
                <a:gd name="connsiteY9" fmla="*/ 77994 h 154469"/>
                <a:gd name="connsiteX10" fmla="*/ 50820 w 101293"/>
                <a:gd name="connsiteY10" fmla="*/ 148736 h 154469"/>
                <a:gd name="connsiteX11" fmla="*/ 21687 w 101293"/>
                <a:gd name="connsiteY11" fmla="*/ 78218 h 154469"/>
                <a:gd name="connsiteX12" fmla="*/ 51044 w 101293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93" h="154469">
                  <a:moveTo>
                    <a:pt x="51716" y="87"/>
                  </a:moveTo>
                  <a:cubicBezTo>
                    <a:pt x="39391" y="87"/>
                    <a:pt x="29978" y="3893"/>
                    <a:pt x="21687" y="11728"/>
                  </a:cubicBezTo>
                  <a:cubicBezTo>
                    <a:pt x="8689" y="24265"/>
                    <a:pt x="173" y="50010"/>
                    <a:pt x="173" y="76203"/>
                  </a:cubicBezTo>
                  <a:cubicBezTo>
                    <a:pt x="173" y="100604"/>
                    <a:pt x="7568" y="126797"/>
                    <a:pt x="18101" y="139334"/>
                  </a:cubicBezTo>
                  <a:cubicBezTo>
                    <a:pt x="26393" y="149184"/>
                    <a:pt x="37822" y="154557"/>
                    <a:pt x="50820" y="154557"/>
                  </a:cubicBezTo>
                  <a:cubicBezTo>
                    <a:pt x="62249" y="154557"/>
                    <a:pt x="71885" y="150751"/>
                    <a:pt x="79953" y="142916"/>
                  </a:cubicBezTo>
                  <a:cubicBezTo>
                    <a:pt x="92951" y="130603"/>
                    <a:pt x="101467" y="104634"/>
                    <a:pt x="101467" y="77546"/>
                  </a:cubicBezTo>
                  <a:cubicBezTo>
                    <a:pt x="101467" y="31653"/>
                    <a:pt x="81073" y="87"/>
                    <a:pt x="51716" y="87"/>
                  </a:cubicBezTo>
                  <a:close/>
                  <a:moveTo>
                    <a:pt x="51044" y="5908"/>
                  </a:moveTo>
                  <a:cubicBezTo>
                    <a:pt x="69868" y="5908"/>
                    <a:pt x="79953" y="31205"/>
                    <a:pt x="79953" y="77994"/>
                  </a:cubicBezTo>
                  <a:cubicBezTo>
                    <a:pt x="79953" y="124782"/>
                    <a:pt x="70092" y="148736"/>
                    <a:pt x="50820" y="148736"/>
                  </a:cubicBezTo>
                  <a:cubicBezTo>
                    <a:pt x="31547" y="148736"/>
                    <a:pt x="21687" y="124782"/>
                    <a:pt x="21687" y="78218"/>
                  </a:cubicBezTo>
                  <a:cubicBezTo>
                    <a:pt x="21687" y="30757"/>
                    <a:pt x="31771" y="5908"/>
                    <a:pt x="51044" y="5908"/>
                  </a:cubicBezTo>
                  <a:close/>
                </a:path>
              </a:pathLst>
            </a:custGeom>
            <a:solidFill>
              <a:srgbClr val="FFFFFF"/>
            </a:solidFill>
            <a:ln w="22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73A95211-D73E-9918-6900-05EFAFA2CEEE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8051488" y="5010093"/>
              <a:ext cx="201388" cy="70791"/>
            </a:xfrm>
            <a:custGeom>
              <a:avLst/>
              <a:gdLst>
                <a:gd name="connsiteX0" fmla="*/ 191273 w 201388"/>
                <a:gd name="connsiteY0" fmla="*/ 12185 h 70791"/>
                <a:gd name="connsiteX1" fmla="*/ 201569 w 201388"/>
                <a:gd name="connsiteY1" fmla="*/ 6135 h 70791"/>
                <a:gd name="connsiteX2" fmla="*/ 191575 w 201388"/>
                <a:gd name="connsiteY2" fmla="*/ 84 h 70791"/>
                <a:gd name="connsiteX3" fmla="*/ 10175 w 201388"/>
                <a:gd name="connsiteY3" fmla="*/ 84 h 70791"/>
                <a:gd name="connsiteX4" fmla="*/ 181 w 201388"/>
                <a:gd name="connsiteY4" fmla="*/ 6135 h 70791"/>
                <a:gd name="connsiteX5" fmla="*/ 10478 w 201388"/>
                <a:gd name="connsiteY5" fmla="*/ 12185 h 70791"/>
                <a:gd name="connsiteX6" fmla="*/ 191273 w 201388"/>
                <a:gd name="connsiteY6" fmla="*/ 12185 h 70791"/>
                <a:gd name="connsiteX7" fmla="*/ 191575 w 201388"/>
                <a:gd name="connsiteY7" fmla="*/ 70875 h 70791"/>
                <a:gd name="connsiteX8" fmla="*/ 201569 w 201388"/>
                <a:gd name="connsiteY8" fmla="*/ 64825 h 70791"/>
                <a:gd name="connsiteX9" fmla="*/ 191273 w 201388"/>
                <a:gd name="connsiteY9" fmla="*/ 58774 h 70791"/>
                <a:gd name="connsiteX10" fmla="*/ 10478 w 201388"/>
                <a:gd name="connsiteY10" fmla="*/ 58774 h 70791"/>
                <a:gd name="connsiteX11" fmla="*/ 181 w 201388"/>
                <a:gd name="connsiteY11" fmla="*/ 64825 h 70791"/>
                <a:gd name="connsiteX12" fmla="*/ 10175 w 201388"/>
                <a:gd name="connsiteY12" fmla="*/ 70875 h 70791"/>
                <a:gd name="connsiteX13" fmla="*/ 191575 w 201388"/>
                <a:gd name="connsiteY13" fmla="*/ 70875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88" h="70791">
                  <a:moveTo>
                    <a:pt x="191273" y="12185"/>
                  </a:moveTo>
                  <a:cubicBezTo>
                    <a:pt x="195815" y="12185"/>
                    <a:pt x="201569" y="12185"/>
                    <a:pt x="201569" y="6135"/>
                  </a:cubicBezTo>
                  <a:cubicBezTo>
                    <a:pt x="201569" y="84"/>
                    <a:pt x="195815" y="84"/>
                    <a:pt x="191575" y="84"/>
                  </a:cubicBezTo>
                  <a:lnTo>
                    <a:pt x="10175" y="84"/>
                  </a:lnTo>
                  <a:cubicBezTo>
                    <a:pt x="5935" y="84"/>
                    <a:pt x="181" y="84"/>
                    <a:pt x="181" y="6135"/>
                  </a:cubicBezTo>
                  <a:cubicBezTo>
                    <a:pt x="181" y="12185"/>
                    <a:pt x="5935" y="12185"/>
                    <a:pt x="10478" y="12185"/>
                  </a:cubicBezTo>
                  <a:lnTo>
                    <a:pt x="191273" y="12185"/>
                  </a:lnTo>
                  <a:close/>
                  <a:moveTo>
                    <a:pt x="191575" y="70875"/>
                  </a:moveTo>
                  <a:cubicBezTo>
                    <a:pt x="195815" y="70875"/>
                    <a:pt x="201569" y="70875"/>
                    <a:pt x="201569" y="64825"/>
                  </a:cubicBezTo>
                  <a:cubicBezTo>
                    <a:pt x="201569" y="58774"/>
                    <a:pt x="195815" y="58774"/>
                    <a:pt x="191273" y="58774"/>
                  </a:cubicBezTo>
                  <a:lnTo>
                    <a:pt x="10478" y="58774"/>
                  </a:lnTo>
                  <a:cubicBezTo>
                    <a:pt x="5935" y="58774"/>
                    <a:pt x="181" y="58774"/>
                    <a:pt x="181" y="64825"/>
                  </a:cubicBezTo>
                  <a:cubicBezTo>
                    <a:pt x="181" y="70875"/>
                    <a:pt x="5935" y="70875"/>
                    <a:pt x="10175" y="70875"/>
                  </a:cubicBezTo>
                  <a:lnTo>
                    <a:pt x="191575" y="70875"/>
                  </a:lnTo>
                  <a:close/>
                </a:path>
              </a:pathLst>
            </a:custGeom>
            <a:solidFill>
              <a:srgbClr val="FFFFFF"/>
            </a:solidFill>
            <a:ln w="412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5330206-327E-0C9F-D623-132E687DCCA7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8363399" y="5039438"/>
              <a:ext cx="185034" cy="12101"/>
            </a:xfrm>
            <a:custGeom>
              <a:avLst/>
              <a:gdLst>
                <a:gd name="connsiteX0" fmla="*/ 174626 w 185034"/>
                <a:gd name="connsiteY0" fmla="*/ 12186 h 12101"/>
                <a:gd name="connsiteX1" fmla="*/ 185225 w 185034"/>
                <a:gd name="connsiteY1" fmla="*/ 6135 h 12101"/>
                <a:gd name="connsiteX2" fmla="*/ 174626 w 185034"/>
                <a:gd name="connsiteY2" fmla="*/ 85 h 12101"/>
                <a:gd name="connsiteX3" fmla="*/ 10789 w 185034"/>
                <a:gd name="connsiteY3" fmla="*/ 85 h 12101"/>
                <a:gd name="connsiteX4" fmla="*/ 190 w 185034"/>
                <a:gd name="connsiteY4" fmla="*/ 6135 h 12101"/>
                <a:gd name="connsiteX5" fmla="*/ 10789 w 185034"/>
                <a:gd name="connsiteY5" fmla="*/ 12186 h 12101"/>
                <a:gd name="connsiteX6" fmla="*/ 174626 w 185034"/>
                <a:gd name="connsiteY6" fmla="*/ 12186 h 1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034" h="12101">
                  <a:moveTo>
                    <a:pt x="174626" y="12186"/>
                  </a:moveTo>
                  <a:cubicBezTo>
                    <a:pt x="179774" y="12186"/>
                    <a:pt x="185225" y="12186"/>
                    <a:pt x="185225" y="6135"/>
                  </a:cubicBezTo>
                  <a:cubicBezTo>
                    <a:pt x="185225" y="85"/>
                    <a:pt x="179774" y="85"/>
                    <a:pt x="174626" y="85"/>
                  </a:cubicBezTo>
                  <a:lnTo>
                    <a:pt x="10789" y="85"/>
                  </a:lnTo>
                  <a:cubicBezTo>
                    <a:pt x="5641" y="85"/>
                    <a:pt x="190" y="85"/>
                    <a:pt x="190" y="6135"/>
                  </a:cubicBezTo>
                  <a:cubicBezTo>
                    <a:pt x="190" y="12186"/>
                    <a:pt x="5641" y="12186"/>
                    <a:pt x="10789" y="12186"/>
                  </a:cubicBezTo>
                  <a:lnTo>
                    <a:pt x="174626" y="1218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8E6C75F3-7DF3-A3DD-57C8-31DE9E60405F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8581717" y="4916612"/>
              <a:ext cx="136883" cy="208743"/>
            </a:xfrm>
            <a:custGeom>
              <a:avLst/>
              <a:gdLst>
                <a:gd name="connsiteX0" fmla="*/ 69851 w 136883"/>
                <a:gd name="connsiteY0" fmla="*/ 85 h 208743"/>
                <a:gd name="connsiteX1" fmla="*/ 29270 w 136883"/>
                <a:gd name="connsiteY1" fmla="*/ 15816 h 208743"/>
                <a:gd name="connsiteX2" fmla="*/ 198 w 136883"/>
                <a:gd name="connsiteY2" fmla="*/ 102944 h 208743"/>
                <a:gd name="connsiteX3" fmla="*/ 24425 w 136883"/>
                <a:gd name="connsiteY3" fmla="*/ 188256 h 208743"/>
                <a:gd name="connsiteX4" fmla="*/ 68639 w 136883"/>
                <a:gd name="connsiteY4" fmla="*/ 208828 h 208743"/>
                <a:gd name="connsiteX5" fmla="*/ 108009 w 136883"/>
                <a:gd name="connsiteY5" fmla="*/ 193097 h 208743"/>
                <a:gd name="connsiteX6" fmla="*/ 137081 w 136883"/>
                <a:gd name="connsiteY6" fmla="*/ 104759 h 208743"/>
                <a:gd name="connsiteX7" fmla="*/ 69851 w 136883"/>
                <a:gd name="connsiteY7" fmla="*/ 85 h 208743"/>
                <a:gd name="connsiteX8" fmla="*/ 68942 w 136883"/>
                <a:gd name="connsiteY8" fmla="*/ 7950 h 208743"/>
                <a:gd name="connsiteX9" fmla="*/ 108009 w 136883"/>
                <a:gd name="connsiteY9" fmla="*/ 105364 h 208743"/>
                <a:gd name="connsiteX10" fmla="*/ 68639 w 136883"/>
                <a:gd name="connsiteY10" fmla="*/ 200962 h 208743"/>
                <a:gd name="connsiteX11" fmla="*/ 29270 w 136883"/>
                <a:gd name="connsiteY11" fmla="*/ 105667 h 208743"/>
                <a:gd name="connsiteX12" fmla="*/ 68942 w 136883"/>
                <a:gd name="connsiteY12" fmla="*/ 7950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83" h="208743">
                  <a:moveTo>
                    <a:pt x="69851" y="85"/>
                  </a:moveTo>
                  <a:cubicBezTo>
                    <a:pt x="53195" y="85"/>
                    <a:pt x="40475" y="5228"/>
                    <a:pt x="29270" y="15816"/>
                  </a:cubicBezTo>
                  <a:cubicBezTo>
                    <a:pt x="11706" y="32758"/>
                    <a:pt x="198" y="67548"/>
                    <a:pt x="198" y="102944"/>
                  </a:cubicBezTo>
                  <a:cubicBezTo>
                    <a:pt x="198" y="135919"/>
                    <a:pt x="10191" y="171315"/>
                    <a:pt x="24425" y="188256"/>
                  </a:cubicBezTo>
                  <a:cubicBezTo>
                    <a:pt x="35630" y="201568"/>
                    <a:pt x="51075" y="208828"/>
                    <a:pt x="68639" y="208828"/>
                  </a:cubicBezTo>
                  <a:cubicBezTo>
                    <a:pt x="84084" y="208828"/>
                    <a:pt x="97106" y="203685"/>
                    <a:pt x="108009" y="193097"/>
                  </a:cubicBezTo>
                  <a:cubicBezTo>
                    <a:pt x="125573" y="176458"/>
                    <a:pt x="137081" y="141365"/>
                    <a:pt x="137081" y="104759"/>
                  </a:cubicBezTo>
                  <a:cubicBezTo>
                    <a:pt x="137081" y="42741"/>
                    <a:pt x="109523" y="85"/>
                    <a:pt x="69851" y="85"/>
                  </a:cubicBezTo>
                  <a:close/>
                  <a:moveTo>
                    <a:pt x="68942" y="7950"/>
                  </a:moveTo>
                  <a:cubicBezTo>
                    <a:pt x="94381" y="7950"/>
                    <a:pt x="108009" y="42136"/>
                    <a:pt x="108009" y="105364"/>
                  </a:cubicBezTo>
                  <a:cubicBezTo>
                    <a:pt x="108009" y="168592"/>
                    <a:pt x="94684" y="200962"/>
                    <a:pt x="68639" y="200962"/>
                  </a:cubicBezTo>
                  <a:cubicBezTo>
                    <a:pt x="42595" y="200962"/>
                    <a:pt x="29270" y="168592"/>
                    <a:pt x="29270" y="105667"/>
                  </a:cubicBezTo>
                  <a:cubicBezTo>
                    <a:pt x="29270" y="41531"/>
                    <a:pt x="42898" y="7950"/>
                    <a:pt x="68942" y="795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4DBC9E2E-FCF2-7639-888F-FB462D4A0F8F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752480" y="5089052"/>
              <a:ext cx="32100" cy="32067"/>
            </a:xfrm>
            <a:custGeom>
              <a:avLst/>
              <a:gdLst>
                <a:gd name="connsiteX0" fmla="*/ 32304 w 32100"/>
                <a:gd name="connsiteY0" fmla="*/ 16119 h 32067"/>
                <a:gd name="connsiteX1" fmla="*/ 16253 w 32100"/>
                <a:gd name="connsiteY1" fmla="*/ 85 h 32067"/>
                <a:gd name="connsiteX2" fmla="*/ 203 w 32100"/>
                <a:gd name="connsiteY2" fmla="*/ 16119 h 32067"/>
                <a:gd name="connsiteX3" fmla="*/ 16253 w 32100"/>
                <a:gd name="connsiteY3" fmla="*/ 32153 h 32067"/>
                <a:gd name="connsiteX4" fmla="*/ 32304 w 32100"/>
                <a:gd name="connsiteY4" fmla="*/ 16119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0" h="32067">
                  <a:moveTo>
                    <a:pt x="32304" y="16119"/>
                  </a:moveTo>
                  <a:cubicBezTo>
                    <a:pt x="32304" y="7345"/>
                    <a:pt x="25036" y="85"/>
                    <a:pt x="16253" y="85"/>
                  </a:cubicBezTo>
                  <a:cubicBezTo>
                    <a:pt x="7471" y="85"/>
                    <a:pt x="203" y="7345"/>
                    <a:pt x="203" y="16119"/>
                  </a:cubicBezTo>
                  <a:cubicBezTo>
                    <a:pt x="203" y="24892"/>
                    <a:pt x="7471" y="32153"/>
                    <a:pt x="16253" y="32153"/>
                  </a:cubicBezTo>
                  <a:cubicBezTo>
                    <a:pt x="25036" y="32153"/>
                    <a:pt x="32304" y="24892"/>
                    <a:pt x="32304" y="16119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65A1D93-40B9-3534-5EA9-292B76A27340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8820931" y="4914192"/>
              <a:ext cx="131432" cy="211163"/>
            </a:xfrm>
            <a:custGeom>
              <a:avLst/>
              <a:gdLst>
                <a:gd name="connsiteX0" fmla="*/ 124975 w 131432"/>
                <a:gd name="connsiteY0" fmla="*/ 85 h 211163"/>
                <a:gd name="connsiteX1" fmla="*/ 50780 w 131432"/>
                <a:gd name="connsiteY1" fmla="*/ 24287 h 211163"/>
                <a:gd name="connsiteX2" fmla="*/ 206 w 131432"/>
                <a:gd name="connsiteY2" fmla="*/ 122608 h 211163"/>
                <a:gd name="connsiteX3" fmla="*/ 21404 w 131432"/>
                <a:gd name="connsiteY3" fmla="*/ 190677 h 211163"/>
                <a:gd name="connsiteX4" fmla="*/ 68042 w 131432"/>
                <a:gd name="connsiteY4" fmla="*/ 211248 h 211163"/>
                <a:gd name="connsiteX5" fmla="*/ 131638 w 131432"/>
                <a:gd name="connsiteY5" fmla="*/ 140760 h 211163"/>
                <a:gd name="connsiteX6" fmla="*/ 74704 w 131432"/>
                <a:gd name="connsiteY6" fmla="*/ 77532 h 211163"/>
                <a:gd name="connsiteX7" fmla="*/ 35941 w 131432"/>
                <a:gd name="connsiteY7" fmla="*/ 91145 h 211163"/>
                <a:gd name="connsiteX8" fmla="*/ 125581 w 131432"/>
                <a:gd name="connsiteY8" fmla="*/ 4925 h 211163"/>
                <a:gd name="connsiteX9" fmla="*/ 124975 w 131432"/>
                <a:gd name="connsiteY9" fmla="*/ 85 h 211163"/>
                <a:gd name="connsiteX10" fmla="*/ 63196 w 131432"/>
                <a:gd name="connsiteY10" fmla="*/ 91448 h 211163"/>
                <a:gd name="connsiteX11" fmla="*/ 104382 w 131432"/>
                <a:gd name="connsiteY11" fmla="*/ 151046 h 211163"/>
                <a:gd name="connsiteX12" fmla="*/ 71373 w 131432"/>
                <a:gd name="connsiteY12" fmla="*/ 202778 h 211163"/>
                <a:gd name="connsiteX13" fmla="*/ 28370 w 131432"/>
                <a:gd name="connsiteY13" fmla="*/ 127448 h 211163"/>
                <a:gd name="connsiteX14" fmla="*/ 36849 w 131432"/>
                <a:gd name="connsiteY14" fmla="*/ 99011 h 211163"/>
                <a:gd name="connsiteX15" fmla="*/ 63196 w 131432"/>
                <a:gd name="connsiteY15" fmla="*/ 91448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32" h="211163">
                  <a:moveTo>
                    <a:pt x="124975" y="85"/>
                  </a:moveTo>
                  <a:cubicBezTo>
                    <a:pt x="90452" y="3110"/>
                    <a:pt x="72887" y="8858"/>
                    <a:pt x="50780" y="24287"/>
                  </a:cubicBezTo>
                  <a:cubicBezTo>
                    <a:pt x="18073" y="47581"/>
                    <a:pt x="206" y="82069"/>
                    <a:pt x="206" y="122608"/>
                  </a:cubicBezTo>
                  <a:cubicBezTo>
                    <a:pt x="206" y="148928"/>
                    <a:pt x="8382" y="175550"/>
                    <a:pt x="21404" y="190677"/>
                  </a:cubicBezTo>
                  <a:cubicBezTo>
                    <a:pt x="32912" y="203988"/>
                    <a:pt x="49265" y="211248"/>
                    <a:pt x="68042" y="211248"/>
                  </a:cubicBezTo>
                  <a:cubicBezTo>
                    <a:pt x="105594" y="211248"/>
                    <a:pt x="131638" y="182508"/>
                    <a:pt x="131638" y="140760"/>
                  </a:cubicBezTo>
                  <a:cubicBezTo>
                    <a:pt x="131638" y="102036"/>
                    <a:pt x="109531" y="77532"/>
                    <a:pt x="74704" y="77532"/>
                  </a:cubicBezTo>
                  <a:cubicBezTo>
                    <a:pt x="61379" y="77532"/>
                    <a:pt x="55019" y="79649"/>
                    <a:pt x="35941" y="91145"/>
                  </a:cubicBezTo>
                  <a:cubicBezTo>
                    <a:pt x="44117" y="45464"/>
                    <a:pt x="78035" y="12791"/>
                    <a:pt x="125581" y="4925"/>
                  </a:cubicBezTo>
                  <a:lnTo>
                    <a:pt x="124975" y="85"/>
                  </a:lnTo>
                  <a:close/>
                  <a:moveTo>
                    <a:pt x="63196" y="91448"/>
                  </a:moveTo>
                  <a:cubicBezTo>
                    <a:pt x="89240" y="91448"/>
                    <a:pt x="104382" y="113230"/>
                    <a:pt x="104382" y="151046"/>
                  </a:cubicBezTo>
                  <a:cubicBezTo>
                    <a:pt x="104382" y="184324"/>
                    <a:pt x="92572" y="202778"/>
                    <a:pt x="71373" y="202778"/>
                  </a:cubicBezTo>
                  <a:cubicBezTo>
                    <a:pt x="44723" y="202778"/>
                    <a:pt x="28370" y="174340"/>
                    <a:pt x="28370" y="127448"/>
                  </a:cubicBezTo>
                  <a:cubicBezTo>
                    <a:pt x="28370" y="112020"/>
                    <a:pt x="30792" y="103549"/>
                    <a:pt x="36849" y="99011"/>
                  </a:cubicBezTo>
                  <a:cubicBezTo>
                    <a:pt x="43209" y="94171"/>
                    <a:pt x="52597" y="91448"/>
                    <a:pt x="63196" y="91448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D04A472D-B761-3A63-FAD5-892781352053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8971707" y="4916612"/>
              <a:ext cx="129918" cy="211163"/>
            </a:xfrm>
            <a:custGeom>
              <a:avLst/>
              <a:gdLst>
                <a:gd name="connsiteX0" fmla="*/ 8993 w 129918"/>
                <a:gd name="connsiteY0" fmla="*/ 211248 h 211163"/>
                <a:gd name="connsiteX1" fmla="*/ 80160 w 129918"/>
                <a:gd name="connsiteY1" fmla="*/ 186744 h 211163"/>
                <a:gd name="connsiteX2" fmla="*/ 130129 w 129918"/>
                <a:gd name="connsiteY2" fmla="*/ 85397 h 211163"/>
                <a:gd name="connsiteX3" fmla="*/ 63201 w 129918"/>
                <a:gd name="connsiteY3" fmla="*/ 85 h 211163"/>
                <a:gd name="connsiteX4" fmla="*/ 210 w 129918"/>
                <a:gd name="connsiteY4" fmla="*/ 71481 h 211163"/>
                <a:gd name="connsiteX5" fmla="*/ 54722 w 129918"/>
                <a:gd name="connsiteY5" fmla="*/ 132894 h 211163"/>
                <a:gd name="connsiteX6" fmla="*/ 100147 w 129918"/>
                <a:gd name="connsiteY6" fmla="*/ 115650 h 211163"/>
                <a:gd name="connsiteX7" fmla="*/ 8084 w 129918"/>
                <a:gd name="connsiteY7" fmla="*/ 205198 h 211163"/>
                <a:gd name="connsiteX8" fmla="*/ 8993 w 129918"/>
                <a:gd name="connsiteY8" fmla="*/ 211248 h 211163"/>
                <a:gd name="connsiteX9" fmla="*/ 100753 w 129918"/>
                <a:gd name="connsiteY9" fmla="*/ 97196 h 211163"/>
                <a:gd name="connsiteX10" fmla="*/ 96211 w 129918"/>
                <a:gd name="connsiteY10" fmla="*/ 108692 h 211163"/>
                <a:gd name="connsiteX11" fmla="*/ 65624 w 129918"/>
                <a:gd name="connsiteY11" fmla="*/ 119885 h 211163"/>
                <a:gd name="connsiteX12" fmla="*/ 28072 w 129918"/>
                <a:gd name="connsiteY12" fmla="*/ 61195 h 211163"/>
                <a:gd name="connsiteX13" fmla="*/ 39277 w 129918"/>
                <a:gd name="connsiteY13" fmla="*/ 17934 h 211163"/>
                <a:gd name="connsiteX14" fmla="*/ 60778 w 129918"/>
                <a:gd name="connsiteY14" fmla="*/ 8555 h 211163"/>
                <a:gd name="connsiteX15" fmla="*/ 100753 w 129918"/>
                <a:gd name="connsiteY15" fmla="*/ 85397 h 211163"/>
                <a:gd name="connsiteX16" fmla="*/ 100753 w 129918"/>
                <a:gd name="connsiteY16" fmla="*/ 97196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918" h="211163">
                  <a:moveTo>
                    <a:pt x="8993" y="211248"/>
                  </a:moveTo>
                  <a:cubicBezTo>
                    <a:pt x="42911" y="207316"/>
                    <a:pt x="59567" y="201568"/>
                    <a:pt x="80160" y="186744"/>
                  </a:cubicBezTo>
                  <a:cubicBezTo>
                    <a:pt x="111655" y="163752"/>
                    <a:pt x="130129" y="126238"/>
                    <a:pt x="130129" y="85397"/>
                  </a:cubicBezTo>
                  <a:cubicBezTo>
                    <a:pt x="130129" y="35480"/>
                    <a:pt x="102267" y="85"/>
                    <a:pt x="63201" y="85"/>
                  </a:cubicBezTo>
                  <a:cubicBezTo>
                    <a:pt x="27163" y="85"/>
                    <a:pt x="210" y="30640"/>
                    <a:pt x="210" y="71481"/>
                  </a:cubicBezTo>
                  <a:cubicBezTo>
                    <a:pt x="210" y="108389"/>
                    <a:pt x="22015" y="132894"/>
                    <a:pt x="54722" y="132894"/>
                  </a:cubicBezTo>
                  <a:cubicBezTo>
                    <a:pt x="71378" y="132894"/>
                    <a:pt x="84097" y="128054"/>
                    <a:pt x="100147" y="115650"/>
                  </a:cubicBezTo>
                  <a:cubicBezTo>
                    <a:pt x="87731" y="164962"/>
                    <a:pt x="54116" y="197332"/>
                    <a:pt x="8084" y="205198"/>
                  </a:cubicBezTo>
                  <a:lnTo>
                    <a:pt x="8993" y="211248"/>
                  </a:lnTo>
                  <a:close/>
                  <a:moveTo>
                    <a:pt x="100753" y="97196"/>
                  </a:moveTo>
                  <a:cubicBezTo>
                    <a:pt x="100753" y="103246"/>
                    <a:pt x="99542" y="105969"/>
                    <a:pt x="96211" y="108692"/>
                  </a:cubicBezTo>
                  <a:cubicBezTo>
                    <a:pt x="87731" y="115952"/>
                    <a:pt x="76526" y="119885"/>
                    <a:pt x="65624" y="119885"/>
                  </a:cubicBezTo>
                  <a:cubicBezTo>
                    <a:pt x="42608" y="119885"/>
                    <a:pt x="28072" y="97196"/>
                    <a:pt x="28072" y="61195"/>
                  </a:cubicBezTo>
                  <a:cubicBezTo>
                    <a:pt x="28072" y="43951"/>
                    <a:pt x="32917" y="25799"/>
                    <a:pt x="39277" y="17934"/>
                  </a:cubicBezTo>
                  <a:cubicBezTo>
                    <a:pt x="44425" y="11883"/>
                    <a:pt x="51996" y="8555"/>
                    <a:pt x="60778" y="8555"/>
                  </a:cubicBezTo>
                  <a:cubicBezTo>
                    <a:pt x="87125" y="8555"/>
                    <a:pt x="100753" y="34573"/>
                    <a:pt x="100753" y="85397"/>
                  </a:cubicBezTo>
                  <a:lnTo>
                    <a:pt x="100753" y="9719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8722EB63-09D8-B406-19D0-78670CFE0D35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9124906" y="4914192"/>
              <a:ext cx="131432" cy="211163"/>
            </a:xfrm>
            <a:custGeom>
              <a:avLst/>
              <a:gdLst>
                <a:gd name="connsiteX0" fmla="*/ 124985 w 131432"/>
                <a:gd name="connsiteY0" fmla="*/ 85 h 211163"/>
                <a:gd name="connsiteX1" fmla="*/ 50790 w 131432"/>
                <a:gd name="connsiteY1" fmla="*/ 24287 h 211163"/>
                <a:gd name="connsiteX2" fmla="*/ 215 w 131432"/>
                <a:gd name="connsiteY2" fmla="*/ 122608 h 211163"/>
                <a:gd name="connsiteX3" fmla="*/ 21414 w 131432"/>
                <a:gd name="connsiteY3" fmla="*/ 190677 h 211163"/>
                <a:gd name="connsiteX4" fmla="*/ 68051 w 131432"/>
                <a:gd name="connsiteY4" fmla="*/ 211248 h 211163"/>
                <a:gd name="connsiteX5" fmla="*/ 131648 w 131432"/>
                <a:gd name="connsiteY5" fmla="*/ 140760 h 211163"/>
                <a:gd name="connsiteX6" fmla="*/ 74714 w 131432"/>
                <a:gd name="connsiteY6" fmla="*/ 77532 h 211163"/>
                <a:gd name="connsiteX7" fmla="*/ 35951 w 131432"/>
                <a:gd name="connsiteY7" fmla="*/ 91145 h 211163"/>
                <a:gd name="connsiteX8" fmla="*/ 125591 w 131432"/>
                <a:gd name="connsiteY8" fmla="*/ 4925 h 211163"/>
                <a:gd name="connsiteX9" fmla="*/ 124985 w 131432"/>
                <a:gd name="connsiteY9" fmla="*/ 85 h 211163"/>
                <a:gd name="connsiteX10" fmla="*/ 63206 w 131432"/>
                <a:gd name="connsiteY10" fmla="*/ 91448 h 211163"/>
                <a:gd name="connsiteX11" fmla="*/ 104392 w 131432"/>
                <a:gd name="connsiteY11" fmla="*/ 151046 h 211163"/>
                <a:gd name="connsiteX12" fmla="*/ 71383 w 131432"/>
                <a:gd name="connsiteY12" fmla="*/ 202778 h 211163"/>
                <a:gd name="connsiteX13" fmla="*/ 28380 w 131432"/>
                <a:gd name="connsiteY13" fmla="*/ 127448 h 211163"/>
                <a:gd name="connsiteX14" fmla="*/ 36859 w 131432"/>
                <a:gd name="connsiteY14" fmla="*/ 99011 h 211163"/>
                <a:gd name="connsiteX15" fmla="*/ 63206 w 131432"/>
                <a:gd name="connsiteY15" fmla="*/ 91448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32" h="211163">
                  <a:moveTo>
                    <a:pt x="124985" y="85"/>
                  </a:moveTo>
                  <a:cubicBezTo>
                    <a:pt x="90462" y="3110"/>
                    <a:pt x="72897" y="8858"/>
                    <a:pt x="50790" y="24287"/>
                  </a:cubicBezTo>
                  <a:cubicBezTo>
                    <a:pt x="18083" y="47581"/>
                    <a:pt x="215" y="82069"/>
                    <a:pt x="215" y="122608"/>
                  </a:cubicBezTo>
                  <a:cubicBezTo>
                    <a:pt x="215" y="148928"/>
                    <a:pt x="8392" y="175550"/>
                    <a:pt x="21414" y="190677"/>
                  </a:cubicBezTo>
                  <a:cubicBezTo>
                    <a:pt x="32922" y="203988"/>
                    <a:pt x="49275" y="211248"/>
                    <a:pt x="68051" y="211248"/>
                  </a:cubicBezTo>
                  <a:cubicBezTo>
                    <a:pt x="105604" y="211248"/>
                    <a:pt x="131648" y="182508"/>
                    <a:pt x="131648" y="140760"/>
                  </a:cubicBezTo>
                  <a:cubicBezTo>
                    <a:pt x="131648" y="102036"/>
                    <a:pt x="109540" y="77532"/>
                    <a:pt x="74714" y="77532"/>
                  </a:cubicBezTo>
                  <a:cubicBezTo>
                    <a:pt x="61389" y="77532"/>
                    <a:pt x="55029" y="79649"/>
                    <a:pt x="35951" y="91145"/>
                  </a:cubicBezTo>
                  <a:cubicBezTo>
                    <a:pt x="44127" y="45464"/>
                    <a:pt x="78045" y="12791"/>
                    <a:pt x="125591" y="4925"/>
                  </a:cubicBezTo>
                  <a:lnTo>
                    <a:pt x="124985" y="85"/>
                  </a:lnTo>
                  <a:close/>
                  <a:moveTo>
                    <a:pt x="63206" y="91448"/>
                  </a:moveTo>
                  <a:cubicBezTo>
                    <a:pt x="89250" y="91448"/>
                    <a:pt x="104392" y="113230"/>
                    <a:pt x="104392" y="151046"/>
                  </a:cubicBezTo>
                  <a:cubicBezTo>
                    <a:pt x="104392" y="184324"/>
                    <a:pt x="92581" y="202778"/>
                    <a:pt x="71383" y="202778"/>
                  </a:cubicBezTo>
                  <a:cubicBezTo>
                    <a:pt x="44733" y="202778"/>
                    <a:pt x="28380" y="174340"/>
                    <a:pt x="28380" y="127448"/>
                  </a:cubicBezTo>
                  <a:cubicBezTo>
                    <a:pt x="28380" y="112020"/>
                    <a:pt x="30802" y="103549"/>
                    <a:pt x="36859" y="99011"/>
                  </a:cubicBezTo>
                  <a:cubicBezTo>
                    <a:pt x="43219" y="94171"/>
                    <a:pt x="52607" y="91448"/>
                    <a:pt x="63206" y="91448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73A2A74-2AFF-C3F3-F822-1A2CBA9D3095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9292641" y="5089052"/>
              <a:ext cx="35432" cy="90455"/>
            </a:xfrm>
            <a:custGeom>
              <a:avLst/>
              <a:gdLst>
                <a:gd name="connsiteX0" fmla="*/ 35653 w 35432"/>
                <a:gd name="connsiteY0" fmla="*/ 31850 h 90455"/>
                <a:gd name="connsiteX1" fmla="*/ 16271 w 35432"/>
                <a:gd name="connsiteY1" fmla="*/ 85 h 90455"/>
                <a:gd name="connsiteX2" fmla="*/ 220 w 35432"/>
                <a:gd name="connsiteY2" fmla="*/ 16119 h 90455"/>
                <a:gd name="connsiteX3" fmla="*/ 16271 w 35432"/>
                <a:gd name="connsiteY3" fmla="*/ 32153 h 90455"/>
                <a:gd name="connsiteX4" fmla="*/ 26870 w 35432"/>
                <a:gd name="connsiteY4" fmla="*/ 28220 h 90455"/>
                <a:gd name="connsiteX5" fmla="*/ 28385 w 35432"/>
                <a:gd name="connsiteY5" fmla="*/ 27312 h 90455"/>
                <a:gd name="connsiteX6" fmla="*/ 28990 w 35432"/>
                <a:gd name="connsiteY6" fmla="*/ 31850 h 90455"/>
                <a:gd name="connsiteX7" fmla="*/ 8397 w 35432"/>
                <a:gd name="connsiteY7" fmla="*/ 82372 h 90455"/>
                <a:gd name="connsiteX8" fmla="*/ 5066 w 35432"/>
                <a:gd name="connsiteY8" fmla="*/ 87212 h 90455"/>
                <a:gd name="connsiteX9" fmla="*/ 8094 w 35432"/>
                <a:gd name="connsiteY9" fmla="*/ 90540 h 90455"/>
                <a:gd name="connsiteX10" fmla="*/ 35653 w 35432"/>
                <a:gd name="connsiteY10" fmla="*/ 31850 h 9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32" h="90455">
                  <a:moveTo>
                    <a:pt x="35653" y="31850"/>
                  </a:moveTo>
                  <a:cubicBezTo>
                    <a:pt x="35653" y="11883"/>
                    <a:pt x="28082" y="85"/>
                    <a:pt x="16271" y="85"/>
                  </a:cubicBezTo>
                  <a:cubicBezTo>
                    <a:pt x="6277" y="85"/>
                    <a:pt x="220" y="7648"/>
                    <a:pt x="220" y="16119"/>
                  </a:cubicBezTo>
                  <a:cubicBezTo>
                    <a:pt x="220" y="24287"/>
                    <a:pt x="6277" y="32153"/>
                    <a:pt x="16271" y="32153"/>
                  </a:cubicBezTo>
                  <a:cubicBezTo>
                    <a:pt x="19905" y="32153"/>
                    <a:pt x="23842" y="30942"/>
                    <a:pt x="26870" y="28220"/>
                  </a:cubicBezTo>
                  <a:cubicBezTo>
                    <a:pt x="27779" y="27615"/>
                    <a:pt x="28082" y="27312"/>
                    <a:pt x="28385" y="27312"/>
                  </a:cubicBezTo>
                  <a:cubicBezTo>
                    <a:pt x="28687" y="27312"/>
                    <a:pt x="28990" y="27615"/>
                    <a:pt x="28990" y="31850"/>
                  </a:cubicBezTo>
                  <a:cubicBezTo>
                    <a:pt x="28990" y="54237"/>
                    <a:pt x="18391" y="72389"/>
                    <a:pt x="8397" y="82372"/>
                  </a:cubicBezTo>
                  <a:cubicBezTo>
                    <a:pt x="5066" y="85700"/>
                    <a:pt x="5066" y="86305"/>
                    <a:pt x="5066" y="87212"/>
                  </a:cubicBezTo>
                  <a:cubicBezTo>
                    <a:pt x="5066" y="89330"/>
                    <a:pt x="6580" y="90540"/>
                    <a:pt x="8094" y="90540"/>
                  </a:cubicBezTo>
                  <a:cubicBezTo>
                    <a:pt x="11426" y="90540"/>
                    <a:pt x="35653" y="67246"/>
                    <a:pt x="35653" y="3185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0A25116F-0E3A-ED48-541F-1F97AFE2D08B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9457266" y="4987706"/>
              <a:ext cx="139003" cy="136742"/>
            </a:xfrm>
            <a:custGeom>
              <a:avLst/>
              <a:gdLst>
                <a:gd name="connsiteX0" fmla="*/ 135596 w 139003"/>
                <a:gd name="connsiteY0" fmla="*/ 100221 h 136742"/>
                <a:gd name="connsiteX1" fmla="*/ 127116 w 139003"/>
                <a:gd name="connsiteY1" fmla="*/ 108692 h 136742"/>
                <a:gd name="connsiteX2" fmla="*/ 111369 w 139003"/>
                <a:gd name="connsiteY2" fmla="*/ 121095 h 136742"/>
                <a:gd name="connsiteX3" fmla="*/ 107129 w 139003"/>
                <a:gd name="connsiteY3" fmla="*/ 117163 h 136742"/>
                <a:gd name="connsiteX4" fmla="*/ 134082 w 139003"/>
                <a:gd name="connsiteY4" fmla="*/ 7345 h 136742"/>
                <a:gd name="connsiteX5" fmla="*/ 135899 w 139003"/>
                <a:gd name="connsiteY5" fmla="*/ 992 h 136742"/>
                <a:gd name="connsiteX6" fmla="*/ 133779 w 139003"/>
                <a:gd name="connsiteY6" fmla="*/ 85 h 136742"/>
                <a:gd name="connsiteX7" fmla="*/ 115306 w 139003"/>
                <a:gd name="connsiteY7" fmla="*/ 2202 h 136742"/>
                <a:gd name="connsiteX8" fmla="*/ 114397 w 139003"/>
                <a:gd name="connsiteY8" fmla="*/ 3110 h 136742"/>
                <a:gd name="connsiteX9" fmla="*/ 111066 w 139003"/>
                <a:gd name="connsiteY9" fmla="*/ 17631 h 136742"/>
                <a:gd name="connsiteX10" fmla="*/ 86839 w 139003"/>
                <a:gd name="connsiteY10" fmla="*/ 85 h 136742"/>
                <a:gd name="connsiteX11" fmla="*/ 227 w 139003"/>
                <a:gd name="connsiteY11" fmla="*/ 103246 h 136742"/>
                <a:gd name="connsiteX12" fmla="*/ 31116 w 139003"/>
                <a:gd name="connsiteY12" fmla="*/ 136827 h 136742"/>
                <a:gd name="connsiteX13" fmla="*/ 91987 w 139003"/>
                <a:gd name="connsiteY13" fmla="*/ 89330 h 136742"/>
                <a:gd name="connsiteX14" fmla="*/ 85022 w 139003"/>
                <a:gd name="connsiteY14" fmla="*/ 124121 h 136742"/>
                <a:gd name="connsiteX15" fmla="*/ 97135 w 139003"/>
                <a:gd name="connsiteY15" fmla="*/ 136524 h 136742"/>
                <a:gd name="connsiteX16" fmla="*/ 139230 w 139003"/>
                <a:gd name="connsiteY16" fmla="*/ 103246 h 136742"/>
                <a:gd name="connsiteX17" fmla="*/ 135596 w 139003"/>
                <a:gd name="connsiteY17" fmla="*/ 100221 h 136742"/>
                <a:gd name="connsiteX18" fmla="*/ 88656 w 139003"/>
                <a:gd name="connsiteY18" fmla="*/ 6740 h 136742"/>
                <a:gd name="connsiteX19" fmla="*/ 105615 w 139003"/>
                <a:gd name="connsiteY19" fmla="*/ 25194 h 136742"/>
                <a:gd name="connsiteX20" fmla="*/ 69577 w 139003"/>
                <a:gd name="connsiteY20" fmla="*/ 108692 h 136742"/>
                <a:gd name="connsiteX21" fmla="*/ 43230 w 139003"/>
                <a:gd name="connsiteY21" fmla="*/ 122003 h 136742"/>
                <a:gd name="connsiteX22" fmla="*/ 25665 w 139003"/>
                <a:gd name="connsiteY22" fmla="*/ 99313 h 136742"/>
                <a:gd name="connsiteX23" fmla="*/ 50195 w 139003"/>
                <a:gd name="connsiteY23" fmla="*/ 33060 h 136742"/>
                <a:gd name="connsiteX24" fmla="*/ 88656 w 139003"/>
                <a:gd name="connsiteY24" fmla="*/ 674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9003" h="136742">
                  <a:moveTo>
                    <a:pt x="135596" y="100221"/>
                  </a:moveTo>
                  <a:cubicBezTo>
                    <a:pt x="131053" y="104759"/>
                    <a:pt x="129236" y="106272"/>
                    <a:pt x="127116" y="108692"/>
                  </a:cubicBezTo>
                  <a:cubicBezTo>
                    <a:pt x="118031" y="118070"/>
                    <a:pt x="114094" y="121095"/>
                    <a:pt x="111369" y="121095"/>
                  </a:cubicBezTo>
                  <a:cubicBezTo>
                    <a:pt x="108946" y="121095"/>
                    <a:pt x="107129" y="119280"/>
                    <a:pt x="107129" y="117163"/>
                  </a:cubicBezTo>
                  <a:cubicBezTo>
                    <a:pt x="107129" y="111112"/>
                    <a:pt x="119848" y="59380"/>
                    <a:pt x="134082" y="7345"/>
                  </a:cubicBezTo>
                  <a:cubicBezTo>
                    <a:pt x="134990" y="4320"/>
                    <a:pt x="135293" y="3715"/>
                    <a:pt x="135899" y="992"/>
                  </a:cubicBezTo>
                  <a:lnTo>
                    <a:pt x="133779" y="85"/>
                  </a:lnTo>
                  <a:lnTo>
                    <a:pt x="115306" y="2202"/>
                  </a:lnTo>
                  <a:lnTo>
                    <a:pt x="114397" y="3110"/>
                  </a:lnTo>
                  <a:lnTo>
                    <a:pt x="111066" y="17631"/>
                  </a:lnTo>
                  <a:cubicBezTo>
                    <a:pt x="108643" y="6438"/>
                    <a:pt x="99861" y="85"/>
                    <a:pt x="86839" y="85"/>
                  </a:cubicBezTo>
                  <a:cubicBezTo>
                    <a:pt x="46864" y="85"/>
                    <a:pt x="227" y="55447"/>
                    <a:pt x="227" y="103246"/>
                  </a:cubicBezTo>
                  <a:cubicBezTo>
                    <a:pt x="227" y="124423"/>
                    <a:pt x="11734" y="136827"/>
                    <a:pt x="31116" y="136827"/>
                  </a:cubicBezTo>
                  <a:cubicBezTo>
                    <a:pt x="52315" y="136827"/>
                    <a:pt x="65337" y="126843"/>
                    <a:pt x="91987" y="89330"/>
                  </a:cubicBezTo>
                  <a:cubicBezTo>
                    <a:pt x="85930" y="112927"/>
                    <a:pt x="85022" y="116860"/>
                    <a:pt x="85022" y="124121"/>
                  </a:cubicBezTo>
                  <a:cubicBezTo>
                    <a:pt x="85022" y="132894"/>
                    <a:pt x="88656" y="136524"/>
                    <a:pt x="97135" y="136524"/>
                  </a:cubicBezTo>
                  <a:cubicBezTo>
                    <a:pt x="109249" y="136524"/>
                    <a:pt x="116820" y="130776"/>
                    <a:pt x="139230" y="103246"/>
                  </a:cubicBezTo>
                  <a:lnTo>
                    <a:pt x="135596" y="100221"/>
                  </a:lnTo>
                  <a:close/>
                  <a:moveTo>
                    <a:pt x="88656" y="6740"/>
                  </a:moveTo>
                  <a:cubicBezTo>
                    <a:pt x="98952" y="7345"/>
                    <a:pt x="105615" y="14606"/>
                    <a:pt x="105615" y="25194"/>
                  </a:cubicBezTo>
                  <a:cubicBezTo>
                    <a:pt x="105615" y="50607"/>
                    <a:pt x="90473" y="86305"/>
                    <a:pt x="69577" y="108692"/>
                  </a:cubicBezTo>
                  <a:cubicBezTo>
                    <a:pt x="62309" y="116860"/>
                    <a:pt x="52012" y="122003"/>
                    <a:pt x="43230" y="122003"/>
                  </a:cubicBezTo>
                  <a:cubicBezTo>
                    <a:pt x="32630" y="122003"/>
                    <a:pt x="25665" y="113230"/>
                    <a:pt x="25665" y="99313"/>
                  </a:cubicBezTo>
                  <a:cubicBezTo>
                    <a:pt x="25665" y="82977"/>
                    <a:pt x="37173" y="51817"/>
                    <a:pt x="50195" y="33060"/>
                  </a:cubicBezTo>
                  <a:cubicBezTo>
                    <a:pt x="62309" y="15514"/>
                    <a:pt x="76542" y="5833"/>
                    <a:pt x="88656" y="674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7C93BE27-890A-8C07-E9A0-FA29D4319A9C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9609483" y="5015656"/>
              <a:ext cx="101293" cy="154469"/>
            </a:xfrm>
            <a:custGeom>
              <a:avLst/>
              <a:gdLst>
                <a:gd name="connsiteX0" fmla="*/ 51774 w 101293"/>
                <a:gd name="connsiteY0" fmla="*/ 87 h 154469"/>
                <a:gd name="connsiteX1" fmla="*/ 21745 w 101293"/>
                <a:gd name="connsiteY1" fmla="*/ 11728 h 154469"/>
                <a:gd name="connsiteX2" fmla="*/ 231 w 101293"/>
                <a:gd name="connsiteY2" fmla="*/ 76203 h 154469"/>
                <a:gd name="connsiteX3" fmla="*/ 18159 w 101293"/>
                <a:gd name="connsiteY3" fmla="*/ 139334 h 154469"/>
                <a:gd name="connsiteX4" fmla="*/ 50878 w 101293"/>
                <a:gd name="connsiteY4" fmla="*/ 154557 h 154469"/>
                <a:gd name="connsiteX5" fmla="*/ 80011 w 101293"/>
                <a:gd name="connsiteY5" fmla="*/ 142916 h 154469"/>
                <a:gd name="connsiteX6" fmla="*/ 101524 w 101293"/>
                <a:gd name="connsiteY6" fmla="*/ 77546 h 154469"/>
                <a:gd name="connsiteX7" fmla="*/ 51774 w 101293"/>
                <a:gd name="connsiteY7" fmla="*/ 87 h 154469"/>
                <a:gd name="connsiteX8" fmla="*/ 51102 w 101293"/>
                <a:gd name="connsiteY8" fmla="*/ 5908 h 154469"/>
                <a:gd name="connsiteX9" fmla="*/ 80011 w 101293"/>
                <a:gd name="connsiteY9" fmla="*/ 77994 h 154469"/>
                <a:gd name="connsiteX10" fmla="*/ 50878 w 101293"/>
                <a:gd name="connsiteY10" fmla="*/ 148736 h 154469"/>
                <a:gd name="connsiteX11" fmla="*/ 21745 w 101293"/>
                <a:gd name="connsiteY11" fmla="*/ 78218 h 154469"/>
                <a:gd name="connsiteX12" fmla="*/ 51102 w 101293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93" h="154469">
                  <a:moveTo>
                    <a:pt x="51774" y="87"/>
                  </a:moveTo>
                  <a:cubicBezTo>
                    <a:pt x="39449" y="87"/>
                    <a:pt x="30036" y="3893"/>
                    <a:pt x="21745" y="11728"/>
                  </a:cubicBezTo>
                  <a:cubicBezTo>
                    <a:pt x="8747" y="24265"/>
                    <a:pt x="231" y="50010"/>
                    <a:pt x="231" y="76203"/>
                  </a:cubicBezTo>
                  <a:cubicBezTo>
                    <a:pt x="231" y="100604"/>
                    <a:pt x="7626" y="126797"/>
                    <a:pt x="18159" y="139334"/>
                  </a:cubicBezTo>
                  <a:cubicBezTo>
                    <a:pt x="26451" y="149184"/>
                    <a:pt x="37880" y="154557"/>
                    <a:pt x="50878" y="154557"/>
                  </a:cubicBezTo>
                  <a:cubicBezTo>
                    <a:pt x="62307" y="154557"/>
                    <a:pt x="71943" y="150751"/>
                    <a:pt x="80011" y="142916"/>
                  </a:cubicBezTo>
                  <a:cubicBezTo>
                    <a:pt x="93009" y="130603"/>
                    <a:pt x="101524" y="104634"/>
                    <a:pt x="101524" y="77546"/>
                  </a:cubicBezTo>
                  <a:cubicBezTo>
                    <a:pt x="101524" y="31653"/>
                    <a:pt x="81131" y="87"/>
                    <a:pt x="51774" y="87"/>
                  </a:cubicBezTo>
                  <a:close/>
                  <a:moveTo>
                    <a:pt x="51102" y="5908"/>
                  </a:moveTo>
                  <a:cubicBezTo>
                    <a:pt x="69926" y="5908"/>
                    <a:pt x="80011" y="31205"/>
                    <a:pt x="80011" y="77994"/>
                  </a:cubicBezTo>
                  <a:cubicBezTo>
                    <a:pt x="80011" y="124782"/>
                    <a:pt x="70150" y="148736"/>
                    <a:pt x="50878" y="148736"/>
                  </a:cubicBezTo>
                  <a:cubicBezTo>
                    <a:pt x="31605" y="148736"/>
                    <a:pt x="21745" y="124782"/>
                    <a:pt x="21745" y="78218"/>
                  </a:cubicBezTo>
                  <a:cubicBezTo>
                    <a:pt x="21745" y="30757"/>
                    <a:pt x="31829" y="5908"/>
                    <a:pt x="51102" y="5908"/>
                  </a:cubicBezTo>
                  <a:close/>
                </a:path>
              </a:pathLst>
            </a:custGeom>
            <a:solidFill>
              <a:srgbClr val="FFFFFF"/>
            </a:solidFill>
            <a:ln w="22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B52B81B-4371-83F7-3B92-DB9254E2181D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9816281" y="5010093"/>
              <a:ext cx="201388" cy="70791"/>
            </a:xfrm>
            <a:custGeom>
              <a:avLst/>
              <a:gdLst>
                <a:gd name="connsiteX0" fmla="*/ 191330 w 201388"/>
                <a:gd name="connsiteY0" fmla="*/ 12185 h 70791"/>
                <a:gd name="connsiteX1" fmla="*/ 201627 w 201388"/>
                <a:gd name="connsiteY1" fmla="*/ 6135 h 70791"/>
                <a:gd name="connsiteX2" fmla="*/ 191633 w 201388"/>
                <a:gd name="connsiteY2" fmla="*/ 84 h 70791"/>
                <a:gd name="connsiteX3" fmla="*/ 10233 w 201388"/>
                <a:gd name="connsiteY3" fmla="*/ 84 h 70791"/>
                <a:gd name="connsiteX4" fmla="*/ 239 w 201388"/>
                <a:gd name="connsiteY4" fmla="*/ 6135 h 70791"/>
                <a:gd name="connsiteX5" fmla="*/ 10535 w 201388"/>
                <a:gd name="connsiteY5" fmla="*/ 12185 h 70791"/>
                <a:gd name="connsiteX6" fmla="*/ 191330 w 201388"/>
                <a:gd name="connsiteY6" fmla="*/ 12185 h 70791"/>
                <a:gd name="connsiteX7" fmla="*/ 191633 w 201388"/>
                <a:gd name="connsiteY7" fmla="*/ 70875 h 70791"/>
                <a:gd name="connsiteX8" fmla="*/ 201627 w 201388"/>
                <a:gd name="connsiteY8" fmla="*/ 64825 h 70791"/>
                <a:gd name="connsiteX9" fmla="*/ 191330 w 201388"/>
                <a:gd name="connsiteY9" fmla="*/ 58774 h 70791"/>
                <a:gd name="connsiteX10" fmla="*/ 10535 w 201388"/>
                <a:gd name="connsiteY10" fmla="*/ 58774 h 70791"/>
                <a:gd name="connsiteX11" fmla="*/ 239 w 201388"/>
                <a:gd name="connsiteY11" fmla="*/ 64825 h 70791"/>
                <a:gd name="connsiteX12" fmla="*/ 10233 w 201388"/>
                <a:gd name="connsiteY12" fmla="*/ 70875 h 70791"/>
                <a:gd name="connsiteX13" fmla="*/ 191633 w 201388"/>
                <a:gd name="connsiteY13" fmla="*/ 70875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88" h="70791">
                  <a:moveTo>
                    <a:pt x="191330" y="12185"/>
                  </a:moveTo>
                  <a:cubicBezTo>
                    <a:pt x="195873" y="12185"/>
                    <a:pt x="201627" y="12185"/>
                    <a:pt x="201627" y="6135"/>
                  </a:cubicBezTo>
                  <a:cubicBezTo>
                    <a:pt x="201627" y="84"/>
                    <a:pt x="195873" y="84"/>
                    <a:pt x="191633" y="84"/>
                  </a:cubicBezTo>
                  <a:lnTo>
                    <a:pt x="10233" y="84"/>
                  </a:lnTo>
                  <a:cubicBezTo>
                    <a:pt x="5993" y="84"/>
                    <a:pt x="239" y="84"/>
                    <a:pt x="239" y="6135"/>
                  </a:cubicBezTo>
                  <a:cubicBezTo>
                    <a:pt x="239" y="12185"/>
                    <a:pt x="5993" y="12185"/>
                    <a:pt x="10535" y="12185"/>
                  </a:cubicBezTo>
                  <a:lnTo>
                    <a:pt x="191330" y="12185"/>
                  </a:lnTo>
                  <a:close/>
                  <a:moveTo>
                    <a:pt x="191633" y="70875"/>
                  </a:moveTo>
                  <a:cubicBezTo>
                    <a:pt x="195873" y="70875"/>
                    <a:pt x="201627" y="70875"/>
                    <a:pt x="201627" y="64825"/>
                  </a:cubicBezTo>
                  <a:cubicBezTo>
                    <a:pt x="201627" y="58774"/>
                    <a:pt x="195873" y="58774"/>
                    <a:pt x="191330" y="58774"/>
                  </a:cubicBezTo>
                  <a:lnTo>
                    <a:pt x="10535" y="58774"/>
                  </a:lnTo>
                  <a:cubicBezTo>
                    <a:pt x="5993" y="58774"/>
                    <a:pt x="239" y="58774"/>
                    <a:pt x="239" y="64825"/>
                  </a:cubicBezTo>
                  <a:cubicBezTo>
                    <a:pt x="239" y="70875"/>
                    <a:pt x="5993" y="70875"/>
                    <a:pt x="10233" y="70875"/>
                  </a:cubicBezTo>
                  <a:lnTo>
                    <a:pt x="191633" y="70875"/>
                  </a:lnTo>
                  <a:close/>
                </a:path>
              </a:pathLst>
            </a:custGeom>
            <a:solidFill>
              <a:srgbClr val="FFFFFF"/>
            </a:solidFill>
            <a:ln w="412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B5F07379-859A-1EC7-E2E0-84D3DBB5AC21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0110627" y="4981958"/>
              <a:ext cx="120832" cy="142187"/>
            </a:xfrm>
            <a:custGeom>
              <a:avLst/>
              <a:gdLst>
                <a:gd name="connsiteX0" fmla="*/ 116235 w 120832"/>
                <a:gd name="connsiteY0" fmla="*/ 89633 h 142187"/>
                <a:gd name="connsiteX1" fmla="*/ 69295 w 120832"/>
                <a:gd name="connsiteY1" fmla="*/ 121398 h 142187"/>
                <a:gd name="connsiteX2" fmla="*/ 30229 w 120832"/>
                <a:gd name="connsiteY2" fmla="*/ 95381 h 142187"/>
                <a:gd name="connsiteX3" fmla="*/ 22052 w 120832"/>
                <a:gd name="connsiteY3" fmla="*/ 55447 h 142187"/>
                <a:gd name="connsiteX4" fmla="*/ 115327 w 120832"/>
                <a:gd name="connsiteY4" fmla="*/ 55447 h 142187"/>
                <a:gd name="connsiteX5" fmla="*/ 102305 w 120832"/>
                <a:gd name="connsiteY5" fmla="*/ 17329 h 142187"/>
                <a:gd name="connsiteX6" fmla="*/ 63541 w 120832"/>
                <a:gd name="connsiteY6" fmla="*/ 85 h 142187"/>
                <a:gd name="connsiteX7" fmla="*/ 22658 w 120832"/>
                <a:gd name="connsiteY7" fmla="*/ 15816 h 142187"/>
                <a:gd name="connsiteX8" fmla="*/ 248 w 120832"/>
                <a:gd name="connsiteY8" fmla="*/ 74506 h 142187"/>
                <a:gd name="connsiteX9" fmla="*/ 56879 w 120832"/>
                <a:gd name="connsiteY9" fmla="*/ 142272 h 142187"/>
                <a:gd name="connsiteX10" fmla="*/ 121081 w 120832"/>
                <a:gd name="connsiteY10" fmla="*/ 91750 h 142187"/>
                <a:gd name="connsiteX11" fmla="*/ 116235 w 120832"/>
                <a:gd name="connsiteY11" fmla="*/ 89633 h 142187"/>
                <a:gd name="connsiteX12" fmla="*/ 22658 w 120832"/>
                <a:gd name="connsiteY12" fmla="*/ 45766 h 142187"/>
                <a:gd name="connsiteX13" fmla="*/ 54759 w 120832"/>
                <a:gd name="connsiteY13" fmla="*/ 10976 h 142187"/>
                <a:gd name="connsiteX14" fmla="*/ 84437 w 120832"/>
                <a:gd name="connsiteY14" fmla="*/ 45766 h 142187"/>
                <a:gd name="connsiteX15" fmla="*/ 22658 w 120832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32" h="142187">
                  <a:moveTo>
                    <a:pt x="116235" y="89633"/>
                  </a:moveTo>
                  <a:cubicBezTo>
                    <a:pt x="101699" y="112625"/>
                    <a:pt x="88677" y="121398"/>
                    <a:pt x="69295" y="121398"/>
                  </a:cubicBezTo>
                  <a:cubicBezTo>
                    <a:pt x="52033" y="121398"/>
                    <a:pt x="39011" y="112625"/>
                    <a:pt x="30229" y="95381"/>
                  </a:cubicBezTo>
                  <a:cubicBezTo>
                    <a:pt x="24778" y="83885"/>
                    <a:pt x="22658" y="73901"/>
                    <a:pt x="22052" y="55447"/>
                  </a:cubicBezTo>
                  <a:lnTo>
                    <a:pt x="115327" y="55447"/>
                  </a:lnTo>
                  <a:cubicBezTo>
                    <a:pt x="112904" y="35783"/>
                    <a:pt x="109876" y="27010"/>
                    <a:pt x="102305" y="17329"/>
                  </a:cubicBezTo>
                  <a:cubicBezTo>
                    <a:pt x="93220" y="6438"/>
                    <a:pt x="79289" y="85"/>
                    <a:pt x="63541" y="85"/>
                  </a:cubicBezTo>
                  <a:cubicBezTo>
                    <a:pt x="48399" y="85"/>
                    <a:pt x="34166" y="5530"/>
                    <a:pt x="22658" y="15816"/>
                  </a:cubicBezTo>
                  <a:cubicBezTo>
                    <a:pt x="8425" y="28220"/>
                    <a:pt x="248" y="49699"/>
                    <a:pt x="248" y="74506"/>
                  </a:cubicBezTo>
                  <a:cubicBezTo>
                    <a:pt x="248" y="116255"/>
                    <a:pt x="22052" y="142272"/>
                    <a:pt x="56879" y="142272"/>
                  </a:cubicBezTo>
                  <a:cubicBezTo>
                    <a:pt x="85649" y="142272"/>
                    <a:pt x="108362" y="124423"/>
                    <a:pt x="121081" y="91750"/>
                  </a:cubicBezTo>
                  <a:lnTo>
                    <a:pt x="116235" y="89633"/>
                  </a:lnTo>
                  <a:close/>
                  <a:moveTo>
                    <a:pt x="22658" y="45766"/>
                  </a:moveTo>
                  <a:cubicBezTo>
                    <a:pt x="25989" y="22169"/>
                    <a:pt x="36286" y="10976"/>
                    <a:pt x="54759" y="10976"/>
                  </a:cubicBezTo>
                  <a:cubicBezTo>
                    <a:pt x="73232" y="10976"/>
                    <a:pt x="80500" y="19446"/>
                    <a:pt x="84437" y="45766"/>
                  </a:cubicBezTo>
                  <a:lnTo>
                    <a:pt x="22658" y="4576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38306B20-D020-6C92-A9A1-719838979F04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0238611" y="4984983"/>
              <a:ext cx="139911" cy="136137"/>
            </a:xfrm>
            <a:custGeom>
              <a:avLst/>
              <a:gdLst>
                <a:gd name="connsiteX0" fmla="*/ 79293 w 139911"/>
                <a:gd name="connsiteY0" fmla="*/ 136222 h 136137"/>
                <a:gd name="connsiteX1" fmla="*/ 140164 w 139911"/>
                <a:gd name="connsiteY1" fmla="*/ 136222 h 136137"/>
                <a:gd name="connsiteX2" fmla="*/ 140164 w 139911"/>
                <a:gd name="connsiteY2" fmla="*/ 131684 h 136137"/>
                <a:gd name="connsiteX3" fmla="*/ 115331 w 139911"/>
                <a:gd name="connsiteY3" fmla="*/ 113532 h 136137"/>
                <a:gd name="connsiteX4" fmla="*/ 76568 w 139911"/>
                <a:gd name="connsiteY4" fmla="*/ 54237 h 136137"/>
                <a:gd name="connsiteX5" fmla="*/ 101703 w 139911"/>
                <a:gd name="connsiteY5" fmla="*/ 17934 h 136137"/>
                <a:gd name="connsiteX6" fmla="*/ 126233 w 139911"/>
                <a:gd name="connsiteY6" fmla="*/ 4623 h 136137"/>
                <a:gd name="connsiteX7" fmla="*/ 126233 w 139911"/>
                <a:gd name="connsiteY7" fmla="*/ 85 h 136137"/>
                <a:gd name="connsiteX8" fmla="*/ 78385 w 139911"/>
                <a:gd name="connsiteY8" fmla="*/ 85 h 136137"/>
                <a:gd name="connsiteX9" fmla="*/ 78385 w 139911"/>
                <a:gd name="connsiteY9" fmla="*/ 4623 h 136137"/>
                <a:gd name="connsiteX10" fmla="*/ 90498 w 139911"/>
                <a:gd name="connsiteY10" fmla="*/ 11278 h 136137"/>
                <a:gd name="connsiteX11" fmla="*/ 79293 w 139911"/>
                <a:gd name="connsiteY11" fmla="*/ 30942 h 136137"/>
                <a:gd name="connsiteX12" fmla="*/ 70208 w 139911"/>
                <a:gd name="connsiteY12" fmla="*/ 44254 h 136137"/>
                <a:gd name="connsiteX13" fmla="*/ 65968 w 139911"/>
                <a:gd name="connsiteY13" fmla="*/ 38203 h 136137"/>
                <a:gd name="connsiteX14" fmla="*/ 52038 w 139911"/>
                <a:gd name="connsiteY14" fmla="*/ 11278 h 136137"/>
                <a:gd name="connsiteX15" fmla="*/ 65060 w 139911"/>
                <a:gd name="connsiteY15" fmla="*/ 4623 h 136137"/>
                <a:gd name="connsiteX16" fmla="*/ 65060 w 139911"/>
                <a:gd name="connsiteY16" fmla="*/ 85 h 136137"/>
                <a:gd name="connsiteX17" fmla="*/ 2372 w 139911"/>
                <a:gd name="connsiteY17" fmla="*/ 85 h 136137"/>
                <a:gd name="connsiteX18" fmla="*/ 2372 w 139911"/>
                <a:gd name="connsiteY18" fmla="*/ 4623 h 136137"/>
                <a:gd name="connsiteX19" fmla="*/ 5098 w 139911"/>
                <a:gd name="connsiteY19" fmla="*/ 4623 h 136137"/>
                <a:gd name="connsiteX20" fmla="*/ 28416 w 139911"/>
                <a:gd name="connsiteY20" fmla="*/ 22774 h 136137"/>
                <a:gd name="connsiteX21" fmla="*/ 56883 w 139911"/>
                <a:gd name="connsiteY21" fmla="*/ 66338 h 136137"/>
                <a:gd name="connsiteX22" fmla="*/ 22359 w 139911"/>
                <a:gd name="connsiteY22" fmla="*/ 116255 h 136137"/>
                <a:gd name="connsiteX23" fmla="*/ 252 w 139911"/>
                <a:gd name="connsiteY23" fmla="*/ 131684 h 136137"/>
                <a:gd name="connsiteX24" fmla="*/ 252 w 139911"/>
                <a:gd name="connsiteY24" fmla="*/ 136222 h 136137"/>
                <a:gd name="connsiteX25" fmla="*/ 44164 w 139911"/>
                <a:gd name="connsiteY25" fmla="*/ 136222 h 136137"/>
                <a:gd name="connsiteX26" fmla="*/ 44164 w 139911"/>
                <a:gd name="connsiteY26" fmla="*/ 131684 h 136137"/>
                <a:gd name="connsiteX27" fmla="*/ 32050 w 139911"/>
                <a:gd name="connsiteY27" fmla="*/ 126238 h 136137"/>
                <a:gd name="connsiteX28" fmla="*/ 38107 w 139911"/>
                <a:gd name="connsiteY28" fmla="*/ 113835 h 136137"/>
                <a:gd name="connsiteX29" fmla="*/ 62031 w 139911"/>
                <a:gd name="connsiteY29" fmla="*/ 76624 h 136137"/>
                <a:gd name="connsiteX30" fmla="*/ 89590 w 139911"/>
                <a:gd name="connsiteY30" fmla="*/ 118978 h 136137"/>
                <a:gd name="connsiteX31" fmla="*/ 91407 w 139911"/>
                <a:gd name="connsiteY31" fmla="*/ 124423 h 136137"/>
                <a:gd name="connsiteX32" fmla="*/ 79293 w 139911"/>
                <a:gd name="connsiteY32" fmla="*/ 131684 h 136137"/>
                <a:gd name="connsiteX33" fmla="*/ 79293 w 139911"/>
                <a:gd name="connsiteY33" fmla="*/ 136222 h 1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11" h="136137">
                  <a:moveTo>
                    <a:pt x="79293" y="136222"/>
                  </a:moveTo>
                  <a:lnTo>
                    <a:pt x="140164" y="136222"/>
                  </a:lnTo>
                  <a:lnTo>
                    <a:pt x="140164" y="131684"/>
                  </a:lnTo>
                  <a:cubicBezTo>
                    <a:pt x="130776" y="131684"/>
                    <a:pt x="124719" y="126843"/>
                    <a:pt x="115331" y="113532"/>
                  </a:cubicBezTo>
                  <a:lnTo>
                    <a:pt x="76568" y="54237"/>
                  </a:lnTo>
                  <a:lnTo>
                    <a:pt x="101703" y="17934"/>
                  </a:lnTo>
                  <a:cubicBezTo>
                    <a:pt x="107457" y="9766"/>
                    <a:pt x="116542" y="4925"/>
                    <a:pt x="126233" y="4623"/>
                  </a:cubicBezTo>
                  <a:lnTo>
                    <a:pt x="126233" y="85"/>
                  </a:lnTo>
                  <a:lnTo>
                    <a:pt x="78385" y="85"/>
                  </a:lnTo>
                  <a:lnTo>
                    <a:pt x="78385" y="4623"/>
                  </a:lnTo>
                  <a:cubicBezTo>
                    <a:pt x="87470" y="5228"/>
                    <a:pt x="90498" y="7043"/>
                    <a:pt x="90498" y="11278"/>
                  </a:cubicBezTo>
                  <a:cubicBezTo>
                    <a:pt x="90498" y="14909"/>
                    <a:pt x="86864" y="21564"/>
                    <a:pt x="79293" y="30942"/>
                  </a:cubicBezTo>
                  <a:cubicBezTo>
                    <a:pt x="77779" y="32758"/>
                    <a:pt x="74145" y="38203"/>
                    <a:pt x="70208" y="44254"/>
                  </a:cubicBezTo>
                  <a:lnTo>
                    <a:pt x="65968" y="38203"/>
                  </a:lnTo>
                  <a:cubicBezTo>
                    <a:pt x="57489" y="25497"/>
                    <a:pt x="52038" y="15211"/>
                    <a:pt x="52038" y="11278"/>
                  </a:cubicBezTo>
                  <a:cubicBezTo>
                    <a:pt x="52038" y="7043"/>
                    <a:pt x="55975" y="4925"/>
                    <a:pt x="65060" y="4623"/>
                  </a:cubicBezTo>
                  <a:lnTo>
                    <a:pt x="65060" y="85"/>
                  </a:lnTo>
                  <a:lnTo>
                    <a:pt x="2372" y="85"/>
                  </a:lnTo>
                  <a:lnTo>
                    <a:pt x="2372" y="4623"/>
                  </a:lnTo>
                  <a:lnTo>
                    <a:pt x="5098" y="4623"/>
                  </a:lnTo>
                  <a:cubicBezTo>
                    <a:pt x="14183" y="4623"/>
                    <a:pt x="19028" y="8555"/>
                    <a:pt x="28416" y="22774"/>
                  </a:cubicBezTo>
                  <a:lnTo>
                    <a:pt x="56883" y="66338"/>
                  </a:lnTo>
                  <a:lnTo>
                    <a:pt x="22359" y="116255"/>
                  </a:lnTo>
                  <a:cubicBezTo>
                    <a:pt x="13274" y="128659"/>
                    <a:pt x="10246" y="130776"/>
                    <a:pt x="252" y="131684"/>
                  </a:cubicBezTo>
                  <a:lnTo>
                    <a:pt x="252" y="136222"/>
                  </a:lnTo>
                  <a:lnTo>
                    <a:pt x="44164" y="136222"/>
                  </a:lnTo>
                  <a:lnTo>
                    <a:pt x="44164" y="131684"/>
                  </a:lnTo>
                  <a:cubicBezTo>
                    <a:pt x="35684" y="131684"/>
                    <a:pt x="32050" y="130171"/>
                    <a:pt x="32050" y="126238"/>
                  </a:cubicBezTo>
                  <a:cubicBezTo>
                    <a:pt x="32050" y="124423"/>
                    <a:pt x="34170" y="119885"/>
                    <a:pt x="38107" y="113835"/>
                  </a:cubicBezTo>
                  <a:lnTo>
                    <a:pt x="62031" y="76624"/>
                  </a:lnTo>
                  <a:lnTo>
                    <a:pt x="89590" y="118978"/>
                  </a:lnTo>
                  <a:cubicBezTo>
                    <a:pt x="90801" y="120793"/>
                    <a:pt x="91407" y="122608"/>
                    <a:pt x="91407" y="124423"/>
                  </a:cubicBezTo>
                  <a:cubicBezTo>
                    <a:pt x="91407" y="129869"/>
                    <a:pt x="89287" y="131079"/>
                    <a:pt x="79293" y="131684"/>
                  </a:cubicBezTo>
                  <a:lnTo>
                    <a:pt x="79293" y="136222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2ACB8C-298D-8071-57A7-18A7F986ABF4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0386965" y="4981958"/>
              <a:ext cx="140820" cy="204810"/>
            </a:xfrm>
            <a:custGeom>
              <a:avLst/>
              <a:gdLst>
                <a:gd name="connsiteX0" fmla="*/ 1468 w 140820"/>
                <a:gd name="connsiteY0" fmla="*/ 20354 h 204810"/>
                <a:gd name="connsiteX1" fmla="*/ 9039 w 140820"/>
                <a:gd name="connsiteY1" fmla="*/ 20051 h 204810"/>
                <a:gd name="connsiteX2" fmla="*/ 21456 w 140820"/>
                <a:gd name="connsiteY2" fmla="*/ 37295 h 204810"/>
                <a:gd name="connsiteX3" fmla="*/ 21456 w 140820"/>
                <a:gd name="connsiteY3" fmla="*/ 178878 h 204810"/>
                <a:gd name="connsiteX4" fmla="*/ 257 w 140820"/>
                <a:gd name="connsiteY4" fmla="*/ 199752 h 204810"/>
                <a:gd name="connsiteX5" fmla="*/ 257 w 140820"/>
                <a:gd name="connsiteY5" fmla="*/ 204895 h 204810"/>
                <a:gd name="connsiteX6" fmla="*/ 73544 w 140820"/>
                <a:gd name="connsiteY6" fmla="*/ 204895 h 204810"/>
                <a:gd name="connsiteX7" fmla="*/ 73544 w 140820"/>
                <a:gd name="connsiteY7" fmla="*/ 199450 h 204810"/>
                <a:gd name="connsiteX8" fmla="*/ 46894 w 140820"/>
                <a:gd name="connsiteY8" fmla="*/ 176760 h 204810"/>
                <a:gd name="connsiteX9" fmla="*/ 46894 w 140820"/>
                <a:gd name="connsiteY9" fmla="*/ 129264 h 204810"/>
                <a:gd name="connsiteX10" fmla="*/ 77481 w 140820"/>
                <a:gd name="connsiteY10" fmla="*/ 142272 h 204810"/>
                <a:gd name="connsiteX11" fmla="*/ 141077 w 140820"/>
                <a:gd name="connsiteY11" fmla="*/ 64523 h 204810"/>
                <a:gd name="connsiteX12" fmla="*/ 90503 w 140820"/>
                <a:gd name="connsiteY12" fmla="*/ 85 h 204810"/>
                <a:gd name="connsiteX13" fmla="*/ 46894 w 140820"/>
                <a:gd name="connsiteY13" fmla="*/ 23984 h 204810"/>
                <a:gd name="connsiteX14" fmla="*/ 46894 w 140820"/>
                <a:gd name="connsiteY14" fmla="*/ 690 h 204810"/>
                <a:gd name="connsiteX15" fmla="*/ 45077 w 140820"/>
                <a:gd name="connsiteY15" fmla="*/ 85 h 204810"/>
                <a:gd name="connsiteX16" fmla="*/ 1468 w 140820"/>
                <a:gd name="connsiteY16" fmla="*/ 15514 h 204810"/>
                <a:gd name="connsiteX17" fmla="*/ 1468 w 140820"/>
                <a:gd name="connsiteY17" fmla="*/ 20354 h 204810"/>
                <a:gd name="connsiteX18" fmla="*/ 46894 w 140820"/>
                <a:gd name="connsiteY18" fmla="*/ 38203 h 204810"/>
                <a:gd name="connsiteX19" fmla="*/ 77784 w 140820"/>
                <a:gd name="connsiteY19" fmla="*/ 18236 h 204810"/>
                <a:gd name="connsiteX20" fmla="*/ 115033 w 140820"/>
                <a:gd name="connsiteY20" fmla="*/ 76321 h 204810"/>
                <a:gd name="connsiteX21" fmla="*/ 78390 w 140820"/>
                <a:gd name="connsiteY21" fmla="*/ 132591 h 204810"/>
                <a:gd name="connsiteX22" fmla="*/ 46894 w 140820"/>
                <a:gd name="connsiteY22" fmla="*/ 112625 h 204810"/>
                <a:gd name="connsiteX23" fmla="*/ 46894 w 140820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820" h="204810">
                  <a:moveTo>
                    <a:pt x="1468" y="20354"/>
                  </a:moveTo>
                  <a:cubicBezTo>
                    <a:pt x="4194" y="20051"/>
                    <a:pt x="6314" y="20051"/>
                    <a:pt x="9039" y="20051"/>
                  </a:cubicBezTo>
                  <a:cubicBezTo>
                    <a:pt x="19336" y="20051"/>
                    <a:pt x="21456" y="23077"/>
                    <a:pt x="21456" y="37295"/>
                  </a:cubicBezTo>
                  <a:lnTo>
                    <a:pt x="21456" y="178878"/>
                  </a:lnTo>
                  <a:cubicBezTo>
                    <a:pt x="21456" y="194609"/>
                    <a:pt x="18125" y="197937"/>
                    <a:pt x="257" y="199752"/>
                  </a:cubicBezTo>
                  <a:lnTo>
                    <a:pt x="257" y="204895"/>
                  </a:lnTo>
                  <a:lnTo>
                    <a:pt x="73544" y="204895"/>
                  </a:lnTo>
                  <a:lnTo>
                    <a:pt x="73544" y="199450"/>
                  </a:lnTo>
                  <a:cubicBezTo>
                    <a:pt x="50831" y="199147"/>
                    <a:pt x="46894" y="195820"/>
                    <a:pt x="46894" y="176760"/>
                  </a:cubicBezTo>
                  <a:lnTo>
                    <a:pt x="46894" y="129264"/>
                  </a:lnTo>
                  <a:cubicBezTo>
                    <a:pt x="57494" y="139247"/>
                    <a:pt x="64762" y="142272"/>
                    <a:pt x="77481" y="142272"/>
                  </a:cubicBezTo>
                  <a:cubicBezTo>
                    <a:pt x="113216" y="142272"/>
                    <a:pt x="141077" y="108389"/>
                    <a:pt x="141077" y="64523"/>
                  </a:cubicBezTo>
                  <a:cubicBezTo>
                    <a:pt x="141077" y="27010"/>
                    <a:pt x="119879" y="85"/>
                    <a:pt x="90503" y="85"/>
                  </a:cubicBezTo>
                  <a:cubicBezTo>
                    <a:pt x="73544" y="85"/>
                    <a:pt x="60219" y="7648"/>
                    <a:pt x="46894" y="23984"/>
                  </a:cubicBezTo>
                  <a:lnTo>
                    <a:pt x="46894" y="690"/>
                  </a:lnTo>
                  <a:lnTo>
                    <a:pt x="45077" y="85"/>
                  </a:lnTo>
                  <a:cubicBezTo>
                    <a:pt x="28724" y="6438"/>
                    <a:pt x="18125" y="10371"/>
                    <a:pt x="1468" y="15514"/>
                  </a:cubicBezTo>
                  <a:lnTo>
                    <a:pt x="1468" y="20354"/>
                  </a:lnTo>
                  <a:close/>
                  <a:moveTo>
                    <a:pt x="46894" y="38203"/>
                  </a:moveTo>
                  <a:cubicBezTo>
                    <a:pt x="46894" y="29127"/>
                    <a:pt x="63853" y="18236"/>
                    <a:pt x="77784" y="18236"/>
                  </a:cubicBezTo>
                  <a:cubicBezTo>
                    <a:pt x="100194" y="18236"/>
                    <a:pt x="115033" y="41228"/>
                    <a:pt x="115033" y="76321"/>
                  </a:cubicBezTo>
                  <a:cubicBezTo>
                    <a:pt x="115033" y="109902"/>
                    <a:pt x="100194" y="132591"/>
                    <a:pt x="78390" y="132591"/>
                  </a:cubicBezTo>
                  <a:cubicBezTo>
                    <a:pt x="64156" y="132591"/>
                    <a:pt x="46894" y="121700"/>
                    <a:pt x="46894" y="112625"/>
                  </a:cubicBezTo>
                  <a:lnTo>
                    <a:pt x="46894" y="38203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D8DC92F-53C7-76C1-EA52-A1B01B9FEE1B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0574818" y="4955941"/>
              <a:ext cx="78435" cy="168507"/>
            </a:xfrm>
            <a:custGeom>
              <a:avLst/>
              <a:gdLst>
                <a:gd name="connsiteX0" fmla="*/ 78698 w 78435"/>
                <a:gd name="connsiteY0" fmla="*/ 35783 h 168507"/>
                <a:gd name="connsiteX1" fmla="*/ 54471 w 78435"/>
                <a:gd name="connsiteY1" fmla="*/ 35783 h 168507"/>
                <a:gd name="connsiteX2" fmla="*/ 62951 w 78435"/>
                <a:gd name="connsiteY2" fmla="*/ 4623 h 168507"/>
                <a:gd name="connsiteX3" fmla="*/ 63254 w 78435"/>
                <a:gd name="connsiteY3" fmla="*/ 3110 h 168507"/>
                <a:gd name="connsiteX4" fmla="*/ 60831 w 78435"/>
                <a:gd name="connsiteY4" fmla="*/ 85 h 168507"/>
                <a:gd name="connsiteX5" fmla="*/ 56288 w 78435"/>
                <a:gd name="connsiteY5" fmla="*/ 2807 h 168507"/>
                <a:gd name="connsiteX6" fmla="*/ 16011 w 78435"/>
                <a:gd name="connsiteY6" fmla="*/ 36085 h 168507"/>
                <a:gd name="connsiteX7" fmla="*/ 6320 w 78435"/>
                <a:gd name="connsiteY7" fmla="*/ 43649 h 168507"/>
                <a:gd name="connsiteX8" fmla="*/ 6623 w 78435"/>
                <a:gd name="connsiteY8" fmla="*/ 45464 h 168507"/>
                <a:gd name="connsiteX9" fmla="*/ 29033 w 78435"/>
                <a:gd name="connsiteY9" fmla="*/ 45464 h 168507"/>
                <a:gd name="connsiteX10" fmla="*/ 7228 w 78435"/>
                <a:gd name="connsiteY10" fmla="*/ 128659 h 168507"/>
                <a:gd name="connsiteX11" fmla="*/ 5411 w 78435"/>
                <a:gd name="connsiteY11" fmla="*/ 135012 h 168507"/>
                <a:gd name="connsiteX12" fmla="*/ 263 w 78435"/>
                <a:gd name="connsiteY12" fmla="*/ 157096 h 168507"/>
                <a:gd name="connsiteX13" fmla="*/ 14799 w 78435"/>
                <a:gd name="connsiteY13" fmla="*/ 168592 h 168507"/>
                <a:gd name="connsiteX14" fmla="*/ 57802 w 78435"/>
                <a:gd name="connsiteY14" fmla="*/ 131986 h 168507"/>
                <a:gd name="connsiteX15" fmla="*/ 53866 w 78435"/>
                <a:gd name="connsiteY15" fmla="*/ 129869 h 168507"/>
                <a:gd name="connsiteX16" fmla="*/ 29336 w 78435"/>
                <a:gd name="connsiteY16" fmla="*/ 153768 h 168507"/>
                <a:gd name="connsiteX17" fmla="*/ 24793 w 78435"/>
                <a:gd name="connsiteY17" fmla="*/ 147718 h 168507"/>
                <a:gd name="connsiteX18" fmla="*/ 25096 w 78435"/>
                <a:gd name="connsiteY18" fmla="*/ 146205 h 168507"/>
                <a:gd name="connsiteX19" fmla="*/ 51746 w 78435"/>
                <a:gd name="connsiteY19" fmla="*/ 45464 h 168507"/>
                <a:gd name="connsiteX20" fmla="*/ 77184 w 78435"/>
                <a:gd name="connsiteY20" fmla="*/ 45464 h 168507"/>
                <a:gd name="connsiteX21" fmla="*/ 78698 w 78435"/>
                <a:gd name="connsiteY21" fmla="*/ 35783 h 16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8435" h="168507">
                  <a:moveTo>
                    <a:pt x="78698" y="35783"/>
                  </a:moveTo>
                  <a:lnTo>
                    <a:pt x="54471" y="35783"/>
                  </a:lnTo>
                  <a:lnTo>
                    <a:pt x="62951" y="4623"/>
                  </a:lnTo>
                  <a:cubicBezTo>
                    <a:pt x="63254" y="4018"/>
                    <a:pt x="63254" y="3412"/>
                    <a:pt x="63254" y="3110"/>
                  </a:cubicBezTo>
                  <a:cubicBezTo>
                    <a:pt x="63254" y="992"/>
                    <a:pt x="62345" y="85"/>
                    <a:pt x="60831" y="85"/>
                  </a:cubicBezTo>
                  <a:cubicBezTo>
                    <a:pt x="59014" y="85"/>
                    <a:pt x="58105" y="387"/>
                    <a:pt x="56288" y="2807"/>
                  </a:cubicBezTo>
                  <a:cubicBezTo>
                    <a:pt x="44478" y="18236"/>
                    <a:pt x="25701" y="33363"/>
                    <a:pt x="16011" y="36085"/>
                  </a:cubicBezTo>
                  <a:cubicBezTo>
                    <a:pt x="8440" y="38506"/>
                    <a:pt x="6320" y="40321"/>
                    <a:pt x="6320" y="43649"/>
                  </a:cubicBezTo>
                  <a:cubicBezTo>
                    <a:pt x="6320" y="43951"/>
                    <a:pt x="6320" y="44556"/>
                    <a:pt x="6623" y="45464"/>
                  </a:cubicBezTo>
                  <a:lnTo>
                    <a:pt x="29033" y="45464"/>
                  </a:lnTo>
                  <a:lnTo>
                    <a:pt x="7228" y="128659"/>
                  </a:lnTo>
                  <a:cubicBezTo>
                    <a:pt x="6623" y="131381"/>
                    <a:pt x="6320" y="132289"/>
                    <a:pt x="5411" y="135012"/>
                  </a:cubicBezTo>
                  <a:cubicBezTo>
                    <a:pt x="2686" y="144087"/>
                    <a:pt x="263" y="154676"/>
                    <a:pt x="263" y="157096"/>
                  </a:cubicBezTo>
                  <a:cubicBezTo>
                    <a:pt x="263" y="163752"/>
                    <a:pt x="6623" y="168592"/>
                    <a:pt x="14799" y="168592"/>
                  </a:cubicBezTo>
                  <a:cubicBezTo>
                    <a:pt x="28730" y="168592"/>
                    <a:pt x="38724" y="160121"/>
                    <a:pt x="57802" y="131986"/>
                  </a:cubicBezTo>
                  <a:lnTo>
                    <a:pt x="53866" y="129869"/>
                  </a:lnTo>
                  <a:cubicBezTo>
                    <a:pt x="39026" y="148928"/>
                    <a:pt x="34181" y="153768"/>
                    <a:pt x="29336" y="153768"/>
                  </a:cubicBezTo>
                  <a:cubicBezTo>
                    <a:pt x="26610" y="153768"/>
                    <a:pt x="24793" y="151348"/>
                    <a:pt x="24793" y="147718"/>
                  </a:cubicBezTo>
                  <a:cubicBezTo>
                    <a:pt x="24793" y="147415"/>
                    <a:pt x="24793" y="147113"/>
                    <a:pt x="25096" y="146205"/>
                  </a:cubicBezTo>
                  <a:lnTo>
                    <a:pt x="51746" y="45464"/>
                  </a:lnTo>
                  <a:lnTo>
                    <a:pt x="77184" y="45464"/>
                  </a:lnTo>
                  <a:lnTo>
                    <a:pt x="78698" y="35783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90E7EB4B-7558-AFB8-D335-ADC26784BD63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653493" y="5015656"/>
              <a:ext cx="101293" cy="154469"/>
            </a:xfrm>
            <a:custGeom>
              <a:avLst/>
              <a:gdLst>
                <a:gd name="connsiteX0" fmla="*/ 51808 w 101293"/>
                <a:gd name="connsiteY0" fmla="*/ 87 h 154469"/>
                <a:gd name="connsiteX1" fmla="*/ 21779 w 101293"/>
                <a:gd name="connsiteY1" fmla="*/ 11728 h 154469"/>
                <a:gd name="connsiteX2" fmla="*/ 265 w 101293"/>
                <a:gd name="connsiteY2" fmla="*/ 76203 h 154469"/>
                <a:gd name="connsiteX3" fmla="*/ 18193 w 101293"/>
                <a:gd name="connsiteY3" fmla="*/ 139334 h 154469"/>
                <a:gd name="connsiteX4" fmla="*/ 50912 w 101293"/>
                <a:gd name="connsiteY4" fmla="*/ 154557 h 154469"/>
                <a:gd name="connsiteX5" fmla="*/ 80045 w 101293"/>
                <a:gd name="connsiteY5" fmla="*/ 142916 h 154469"/>
                <a:gd name="connsiteX6" fmla="*/ 101559 w 101293"/>
                <a:gd name="connsiteY6" fmla="*/ 77546 h 154469"/>
                <a:gd name="connsiteX7" fmla="*/ 51808 w 101293"/>
                <a:gd name="connsiteY7" fmla="*/ 87 h 154469"/>
                <a:gd name="connsiteX8" fmla="*/ 51136 w 101293"/>
                <a:gd name="connsiteY8" fmla="*/ 5908 h 154469"/>
                <a:gd name="connsiteX9" fmla="*/ 80045 w 101293"/>
                <a:gd name="connsiteY9" fmla="*/ 77994 h 154469"/>
                <a:gd name="connsiteX10" fmla="*/ 50912 w 101293"/>
                <a:gd name="connsiteY10" fmla="*/ 148736 h 154469"/>
                <a:gd name="connsiteX11" fmla="*/ 21779 w 101293"/>
                <a:gd name="connsiteY11" fmla="*/ 78218 h 154469"/>
                <a:gd name="connsiteX12" fmla="*/ 51136 w 101293"/>
                <a:gd name="connsiteY12" fmla="*/ 5908 h 1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93" h="154469">
                  <a:moveTo>
                    <a:pt x="51808" y="87"/>
                  </a:moveTo>
                  <a:cubicBezTo>
                    <a:pt x="39483" y="87"/>
                    <a:pt x="30071" y="3893"/>
                    <a:pt x="21779" y="11728"/>
                  </a:cubicBezTo>
                  <a:cubicBezTo>
                    <a:pt x="8781" y="24265"/>
                    <a:pt x="265" y="50010"/>
                    <a:pt x="265" y="76203"/>
                  </a:cubicBezTo>
                  <a:cubicBezTo>
                    <a:pt x="265" y="100604"/>
                    <a:pt x="7660" y="126797"/>
                    <a:pt x="18193" y="139334"/>
                  </a:cubicBezTo>
                  <a:cubicBezTo>
                    <a:pt x="26485" y="149184"/>
                    <a:pt x="37914" y="154557"/>
                    <a:pt x="50912" y="154557"/>
                  </a:cubicBezTo>
                  <a:cubicBezTo>
                    <a:pt x="62341" y="154557"/>
                    <a:pt x="71977" y="150751"/>
                    <a:pt x="80045" y="142916"/>
                  </a:cubicBezTo>
                  <a:cubicBezTo>
                    <a:pt x="93043" y="130603"/>
                    <a:pt x="101559" y="104634"/>
                    <a:pt x="101559" y="77546"/>
                  </a:cubicBezTo>
                  <a:cubicBezTo>
                    <a:pt x="101559" y="31653"/>
                    <a:pt x="81165" y="87"/>
                    <a:pt x="51808" y="87"/>
                  </a:cubicBezTo>
                  <a:close/>
                  <a:moveTo>
                    <a:pt x="51136" y="5908"/>
                  </a:moveTo>
                  <a:cubicBezTo>
                    <a:pt x="69960" y="5908"/>
                    <a:pt x="80045" y="31205"/>
                    <a:pt x="80045" y="77994"/>
                  </a:cubicBezTo>
                  <a:cubicBezTo>
                    <a:pt x="80045" y="124782"/>
                    <a:pt x="70185" y="148736"/>
                    <a:pt x="50912" y="148736"/>
                  </a:cubicBezTo>
                  <a:cubicBezTo>
                    <a:pt x="31639" y="148736"/>
                    <a:pt x="21779" y="124782"/>
                    <a:pt x="21779" y="78218"/>
                  </a:cubicBezTo>
                  <a:cubicBezTo>
                    <a:pt x="21779" y="30757"/>
                    <a:pt x="31863" y="5908"/>
                    <a:pt x="51136" y="5908"/>
                  </a:cubicBezTo>
                  <a:close/>
                </a:path>
              </a:pathLst>
            </a:custGeom>
            <a:solidFill>
              <a:srgbClr val="FFFFFF"/>
            </a:solidFill>
            <a:ln w="22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824FDAD-5537-EDC9-E7FA-65FD78214E5D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0860291" y="5010093"/>
              <a:ext cx="201388" cy="70791"/>
            </a:xfrm>
            <a:custGeom>
              <a:avLst/>
              <a:gdLst>
                <a:gd name="connsiteX0" fmla="*/ 191365 w 201388"/>
                <a:gd name="connsiteY0" fmla="*/ 12185 h 70791"/>
                <a:gd name="connsiteX1" fmla="*/ 201661 w 201388"/>
                <a:gd name="connsiteY1" fmla="*/ 6135 h 70791"/>
                <a:gd name="connsiteX2" fmla="*/ 191668 w 201388"/>
                <a:gd name="connsiteY2" fmla="*/ 84 h 70791"/>
                <a:gd name="connsiteX3" fmla="*/ 10267 w 201388"/>
                <a:gd name="connsiteY3" fmla="*/ 84 h 70791"/>
                <a:gd name="connsiteX4" fmla="*/ 273 w 201388"/>
                <a:gd name="connsiteY4" fmla="*/ 6135 h 70791"/>
                <a:gd name="connsiteX5" fmla="*/ 10570 w 201388"/>
                <a:gd name="connsiteY5" fmla="*/ 12185 h 70791"/>
                <a:gd name="connsiteX6" fmla="*/ 191365 w 201388"/>
                <a:gd name="connsiteY6" fmla="*/ 12185 h 70791"/>
                <a:gd name="connsiteX7" fmla="*/ 191668 w 201388"/>
                <a:gd name="connsiteY7" fmla="*/ 70875 h 70791"/>
                <a:gd name="connsiteX8" fmla="*/ 201661 w 201388"/>
                <a:gd name="connsiteY8" fmla="*/ 64825 h 70791"/>
                <a:gd name="connsiteX9" fmla="*/ 191365 w 201388"/>
                <a:gd name="connsiteY9" fmla="*/ 58774 h 70791"/>
                <a:gd name="connsiteX10" fmla="*/ 10570 w 201388"/>
                <a:gd name="connsiteY10" fmla="*/ 58774 h 70791"/>
                <a:gd name="connsiteX11" fmla="*/ 273 w 201388"/>
                <a:gd name="connsiteY11" fmla="*/ 64825 h 70791"/>
                <a:gd name="connsiteX12" fmla="*/ 10267 w 201388"/>
                <a:gd name="connsiteY12" fmla="*/ 70875 h 70791"/>
                <a:gd name="connsiteX13" fmla="*/ 191668 w 201388"/>
                <a:gd name="connsiteY13" fmla="*/ 70875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88" h="70791">
                  <a:moveTo>
                    <a:pt x="191365" y="12185"/>
                  </a:moveTo>
                  <a:cubicBezTo>
                    <a:pt x="195907" y="12185"/>
                    <a:pt x="201661" y="12185"/>
                    <a:pt x="201661" y="6135"/>
                  </a:cubicBezTo>
                  <a:cubicBezTo>
                    <a:pt x="201661" y="84"/>
                    <a:pt x="195907" y="84"/>
                    <a:pt x="191668" y="84"/>
                  </a:cubicBezTo>
                  <a:lnTo>
                    <a:pt x="10267" y="84"/>
                  </a:lnTo>
                  <a:cubicBezTo>
                    <a:pt x="6027" y="84"/>
                    <a:pt x="273" y="84"/>
                    <a:pt x="273" y="6135"/>
                  </a:cubicBezTo>
                  <a:cubicBezTo>
                    <a:pt x="273" y="12185"/>
                    <a:pt x="6027" y="12185"/>
                    <a:pt x="10570" y="12185"/>
                  </a:cubicBezTo>
                  <a:lnTo>
                    <a:pt x="191365" y="12185"/>
                  </a:lnTo>
                  <a:close/>
                  <a:moveTo>
                    <a:pt x="191668" y="70875"/>
                  </a:moveTo>
                  <a:cubicBezTo>
                    <a:pt x="195907" y="70875"/>
                    <a:pt x="201661" y="70875"/>
                    <a:pt x="201661" y="64825"/>
                  </a:cubicBezTo>
                  <a:cubicBezTo>
                    <a:pt x="201661" y="58774"/>
                    <a:pt x="195907" y="58774"/>
                    <a:pt x="191365" y="58774"/>
                  </a:cubicBezTo>
                  <a:lnTo>
                    <a:pt x="10570" y="58774"/>
                  </a:lnTo>
                  <a:cubicBezTo>
                    <a:pt x="6027" y="58774"/>
                    <a:pt x="273" y="58774"/>
                    <a:pt x="273" y="64825"/>
                  </a:cubicBezTo>
                  <a:cubicBezTo>
                    <a:pt x="273" y="70875"/>
                    <a:pt x="6027" y="70875"/>
                    <a:pt x="10267" y="70875"/>
                  </a:cubicBezTo>
                  <a:lnTo>
                    <a:pt x="191668" y="70875"/>
                  </a:lnTo>
                  <a:close/>
                </a:path>
              </a:pathLst>
            </a:custGeom>
            <a:solidFill>
              <a:srgbClr val="FFFFFF"/>
            </a:solidFill>
            <a:ln w="412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30468BC-75D3-0F3B-0541-931692E25D47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1154334" y="4916612"/>
              <a:ext cx="136883" cy="208743"/>
            </a:xfrm>
            <a:custGeom>
              <a:avLst/>
              <a:gdLst>
                <a:gd name="connsiteX0" fmla="*/ 69935 w 136883"/>
                <a:gd name="connsiteY0" fmla="*/ 85 h 208743"/>
                <a:gd name="connsiteX1" fmla="*/ 29355 w 136883"/>
                <a:gd name="connsiteY1" fmla="*/ 15816 h 208743"/>
                <a:gd name="connsiteX2" fmla="*/ 282 w 136883"/>
                <a:gd name="connsiteY2" fmla="*/ 102944 h 208743"/>
                <a:gd name="connsiteX3" fmla="*/ 24509 w 136883"/>
                <a:gd name="connsiteY3" fmla="*/ 188256 h 208743"/>
                <a:gd name="connsiteX4" fmla="*/ 68724 w 136883"/>
                <a:gd name="connsiteY4" fmla="*/ 208828 h 208743"/>
                <a:gd name="connsiteX5" fmla="*/ 108093 w 136883"/>
                <a:gd name="connsiteY5" fmla="*/ 193097 h 208743"/>
                <a:gd name="connsiteX6" fmla="*/ 137165 w 136883"/>
                <a:gd name="connsiteY6" fmla="*/ 104759 h 208743"/>
                <a:gd name="connsiteX7" fmla="*/ 69935 w 136883"/>
                <a:gd name="connsiteY7" fmla="*/ 85 h 208743"/>
                <a:gd name="connsiteX8" fmla="*/ 69027 w 136883"/>
                <a:gd name="connsiteY8" fmla="*/ 7950 h 208743"/>
                <a:gd name="connsiteX9" fmla="*/ 108093 w 136883"/>
                <a:gd name="connsiteY9" fmla="*/ 105364 h 208743"/>
                <a:gd name="connsiteX10" fmla="*/ 68724 w 136883"/>
                <a:gd name="connsiteY10" fmla="*/ 200962 h 208743"/>
                <a:gd name="connsiteX11" fmla="*/ 29355 w 136883"/>
                <a:gd name="connsiteY11" fmla="*/ 105667 h 208743"/>
                <a:gd name="connsiteX12" fmla="*/ 69027 w 136883"/>
                <a:gd name="connsiteY12" fmla="*/ 7950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83" h="208743">
                  <a:moveTo>
                    <a:pt x="69935" y="85"/>
                  </a:moveTo>
                  <a:cubicBezTo>
                    <a:pt x="53279" y="85"/>
                    <a:pt x="40560" y="5228"/>
                    <a:pt x="29355" y="15816"/>
                  </a:cubicBezTo>
                  <a:cubicBezTo>
                    <a:pt x="11790" y="32758"/>
                    <a:pt x="282" y="67548"/>
                    <a:pt x="282" y="102944"/>
                  </a:cubicBezTo>
                  <a:cubicBezTo>
                    <a:pt x="282" y="135919"/>
                    <a:pt x="10276" y="171315"/>
                    <a:pt x="24509" y="188256"/>
                  </a:cubicBezTo>
                  <a:cubicBezTo>
                    <a:pt x="35714" y="201568"/>
                    <a:pt x="51159" y="208828"/>
                    <a:pt x="68724" y="208828"/>
                  </a:cubicBezTo>
                  <a:cubicBezTo>
                    <a:pt x="84169" y="208828"/>
                    <a:pt x="97191" y="203685"/>
                    <a:pt x="108093" y="193097"/>
                  </a:cubicBezTo>
                  <a:cubicBezTo>
                    <a:pt x="125658" y="176458"/>
                    <a:pt x="137165" y="141365"/>
                    <a:pt x="137165" y="104759"/>
                  </a:cubicBezTo>
                  <a:cubicBezTo>
                    <a:pt x="137165" y="42741"/>
                    <a:pt x="109607" y="85"/>
                    <a:pt x="69935" y="85"/>
                  </a:cubicBezTo>
                  <a:close/>
                  <a:moveTo>
                    <a:pt x="69027" y="7950"/>
                  </a:moveTo>
                  <a:cubicBezTo>
                    <a:pt x="94465" y="7950"/>
                    <a:pt x="108093" y="42136"/>
                    <a:pt x="108093" y="105364"/>
                  </a:cubicBezTo>
                  <a:cubicBezTo>
                    <a:pt x="108093" y="168592"/>
                    <a:pt x="94768" y="200962"/>
                    <a:pt x="68724" y="200962"/>
                  </a:cubicBezTo>
                  <a:cubicBezTo>
                    <a:pt x="42680" y="200962"/>
                    <a:pt x="29355" y="168592"/>
                    <a:pt x="29355" y="105667"/>
                  </a:cubicBezTo>
                  <a:cubicBezTo>
                    <a:pt x="29355" y="41531"/>
                    <a:pt x="42982" y="7950"/>
                    <a:pt x="69027" y="795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C9C61F3-E7B3-CC0F-5493-ED4752E48817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1325098" y="5089052"/>
              <a:ext cx="32100" cy="32067"/>
            </a:xfrm>
            <a:custGeom>
              <a:avLst/>
              <a:gdLst>
                <a:gd name="connsiteX0" fmla="*/ 32388 w 32100"/>
                <a:gd name="connsiteY0" fmla="*/ 16119 h 32067"/>
                <a:gd name="connsiteX1" fmla="*/ 16338 w 32100"/>
                <a:gd name="connsiteY1" fmla="*/ 85 h 32067"/>
                <a:gd name="connsiteX2" fmla="*/ 287 w 32100"/>
                <a:gd name="connsiteY2" fmla="*/ 16119 h 32067"/>
                <a:gd name="connsiteX3" fmla="*/ 16338 w 32100"/>
                <a:gd name="connsiteY3" fmla="*/ 32153 h 32067"/>
                <a:gd name="connsiteX4" fmla="*/ 32388 w 32100"/>
                <a:gd name="connsiteY4" fmla="*/ 16119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0" h="32067">
                  <a:moveTo>
                    <a:pt x="32388" y="16119"/>
                  </a:moveTo>
                  <a:cubicBezTo>
                    <a:pt x="32388" y="7345"/>
                    <a:pt x="25120" y="85"/>
                    <a:pt x="16338" y="85"/>
                  </a:cubicBezTo>
                  <a:cubicBezTo>
                    <a:pt x="7555" y="85"/>
                    <a:pt x="287" y="7345"/>
                    <a:pt x="287" y="16119"/>
                  </a:cubicBezTo>
                  <a:cubicBezTo>
                    <a:pt x="287" y="24892"/>
                    <a:pt x="7555" y="32153"/>
                    <a:pt x="16338" y="32153"/>
                  </a:cubicBezTo>
                  <a:cubicBezTo>
                    <a:pt x="25120" y="32153"/>
                    <a:pt x="32388" y="24892"/>
                    <a:pt x="32388" y="16119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B377BBF-0A5A-F40A-E5E3-0007431C31B1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1386885" y="4916612"/>
              <a:ext cx="139306" cy="204508"/>
            </a:xfrm>
            <a:custGeom>
              <a:avLst/>
              <a:gdLst>
                <a:gd name="connsiteX0" fmla="*/ 139596 w 139306"/>
                <a:gd name="connsiteY0" fmla="*/ 134709 h 204508"/>
                <a:gd name="connsiteX1" fmla="*/ 108706 w 139306"/>
                <a:gd name="connsiteY1" fmla="*/ 134709 h 204508"/>
                <a:gd name="connsiteX2" fmla="*/ 108706 w 139306"/>
                <a:gd name="connsiteY2" fmla="*/ 85 h 204508"/>
                <a:gd name="connsiteX3" fmla="*/ 95381 w 139306"/>
                <a:gd name="connsiteY3" fmla="*/ 85 h 204508"/>
                <a:gd name="connsiteX4" fmla="*/ 290 w 139306"/>
                <a:gd name="connsiteY4" fmla="*/ 134709 h 204508"/>
                <a:gd name="connsiteX5" fmla="*/ 290 w 139306"/>
                <a:gd name="connsiteY5" fmla="*/ 154071 h 204508"/>
                <a:gd name="connsiteX6" fmla="*/ 85388 w 139306"/>
                <a:gd name="connsiteY6" fmla="*/ 154071 h 204508"/>
                <a:gd name="connsiteX7" fmla="*/ 85388 w 139306"/>
                <a:gd name="connsiteY7" fmla="*/ 204593 h 204508"/>
                <a:gd name="connsiteX8" fmla="*/ 108706 w 139306"/>
                <a:gd name="connsiteY8" fmla="*/ 204593 h 204508"/>
                <a:gd name="connsiteX9" fmla="*/ 108706 w 139306"/>
                <a:gd name="connsiteY9" fmla="*/ 154071 h 204508"/>
                <a:gd name="connsiteX10" fmla="*/ 139596 w 139306"/>
                <a:gd name="connsiteY10" fmla="*/ 154071 h 204508"/>
                <a:gd name="connsiteX11" fmla="*/ 139596 w 139306"/>
                <a:gd name="connsiteY11" fmla="*/ 134709 h 204508"/>
                <a:gd name="connsiteX12" fmla="*/ 85085 w 139306"/>
                <a:gd name="connsiteY12" fmla="*/ 134709 h 204508"/>
                <a:gd name="connsiteX13" fmla="*/ 12403 w 139306"/>
                <a:gd name="connsiteY13" fmla="*/ 134709 h 204508"/>
                <a:gd name="connsiteX14" fmla="*/ 85085 w 139306"/>
                <a:gd name="connsiteY14" fmla="*/ 30942 h 204508"/>
                <a:gd name="connsiteX15" fmla="*/ 85085 w 139306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306" h="204508">
                  <a:moveTo>
                    <a:pt x="139596" y="134709"/>
                  </a:moveTo>
                  <a:lnTo>
                    <a:pt x="108706" y="134709"/>
                  </a:lnTo>
                  <a:lnTo>
                    <a:pt x="108706" y="85"/>
                  </a:lnTo>
                  <a:lnTo>
                    <a:pt x="95381" y="85"/>
                  </a:lnTo>
                  <a:lnTo>
                    <a:pt x="290" y="134709"/>
                  </a:lnTo>
                  <a:lnTo>
                    <a:pt x="290" y="154071"/>
                  </a:lnTo>
                  <a:lnTo>
                    <a:pt x="85388" y="154071"/>
                  </a:lnTo>
                  <a:lnTo>
                    <a:pt x="85388" y="204593"/>
                  </a:lnTo>
                  <a:lnTo>
                    <a:pt x="108706" y="204593"/>
                  </a:lnTo>
                  <a:lnTo>
                    <a:pt x="108706" y="154071"/>
                  </a:lnTo>
                  <a:lnTo>
                    <a:pt x="139596" y="154071"/>
                  </a:lnTo>
                  <a:lnTo>
                    <a:pt x="139596" y="134709"/>
                  </a:lnTo>
                  <a:close/>
                  <a:moveTo>
                    <a:pt x="85085" y="134709"/>
                  </a:moveTo>
                  <a:lnTo>
                    <a:pt x="12403" y="134709"/>
                  </a:lnTo>
                  <a:lnTo>
                    <a:pt x="85085" y="30942"/>
                  </a:lnTo>
                  <a:lnTo>
                    <a:pt x="85085" y="134709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C3282088-0816-6AD1-4BFD-762F6B5C9A70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1544324" y="4916612"/>
              <a:ext cx="129918" cy="211163"/>
            </a:xfrm>
            <a:custGeom>
              <a:avLst/>
              <a:gdLst>
                <a:gd name="connsiteX0" fmla="*/ 9077 w 129918"/>
                <a:gd name="connsiteY0" fmla="*/ 211248 h 211163"/>
                <a:gd name="connsiteX1" fmla="*/ 80244 w 129918"/>
                <a:gd name="connsiteY1" fmla="*/ 186744 h 211163"/>
                <a:gd name="connsiteX2" fmla="*/ 130213 w 129918"/>
                <a:gd name="connsiteY2" fmla="*/ 85397 h 211163"/>
                <a:gd name="connsiteX3" fmla="*/ 63285 w 129918"/>
                <a:gd name="connsiteY3" fmla="*/ 85 h 211163"/>
                <a:gd name="connsiteX4" fmla="*/ 295 w 129918"/>
                <a:gd name="connsiteY4" fmla="*/ 71481 h 211163"/>
                <a:gd name="connsiteX5" fmla="*/ 54806 w 129918"/>
                <a:gd name="connsiteY5" fmla="*/ 132894 h 211163"/>
                <a:gd name="connsiteX6" fmla="*/ 100232 w 129918"/>
                <a:gd name="connsiteY6" fmla="*/ 115650 h 211163"/>
                <a:gd name="connsiteX7" fmla="*/ 8169 w 129918"/>
                <a:gd name="connsiteY7" fmla="*/ 205198 h 211163"/>
                <a:gd name="connsiteX8" fmla="*/ 9077 w 129918"/>
                <a:gd name="connsiteY8" fmla="*/ 211248 h 211163"/>
                <a:gd name="connsiteX9" fmla="*/ 100837 w 129918"/>
                <a:gd name="connsiteY9" fmla="*/ 97196 h 211163"/>
                <a:gd name="connsiteX10" fmla="*/ 96295 w 129918"/>
                <a:gd name="connsiteY10" fmla="*/ 108692 h 211163"/>
                <a:gd name="connsiteX11" fmla="*/ 65708 w 129918"/>
                <a:gd name="connsiteY11" fmla="*/ 119885 h 211163"/>
                <a:gd name="connsiteX12" fmla="*/ 28156 w 129918"/>
                <a:gd name="connsiteY12" fmla="*/ 61195 h 211163"/>
                <a:gd name="connsiteX13" fmla="*/ 39361 w 129918"/>
                <a:gd name="connsiteY13" fmla="*/ 17934 h 211163"/>
                <a:gd name="connsiteX14" fmla="*/ 60863 w 129918"/>
                <a:gd name="connsiteY14" fmla="*/ 8555 h 211163"/>
                <a:gd name="connsiteX15" fmla="*/ 100837 w 129918"/>
                <a:gd name="connsiteY15" fmla="*/ 85397 h 211163"/>
                <a:gd name="connsiteX16" fmla="*/ 100837 w 129918"/>
                <a:gd name="connsiteY16" fmla="*/ 97196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918" h="211163">
                  <a:moveTo>
                    <a:pt x="9077" y="211248"/>
                  </a:moveTo>
                  <a:cubicBezTo>
                    <a:pt x="42995" y="207316"/>
                    <a:pt x="59651" y="201568"/>
                    <a:pt x="80244" y="186744"/>
                  </a:cubicBezTo>
                  <a:cubicBezTo>
                    <a:pt x="111740" y="163752"/>
                    <a:pt x="130213" y="126238"/>
                    <a:pt x="130213" y="85397"/>
                  </a:cubicBezTo>
                  <a:cubicBezTo>
                    <a:pt x="130213" y="35480"/>
                    <a:pt x="102352" y="85"/>
                    <a:pt x="63285" y="85"/>
                  </a:cubicBezTo>
                  <a:cubicBezTo>
                    <a:pt x="27248" y="85"/>
                    <a:pt x="295" y="30640"/>
                    <a:pt x="295" y="71481"/>
                  </a:cubicBezTo>
                  <a:cubicBezTo>
                    <a:pt x="295" y="108389"/>
                    <a:pt x="22099" y="132894"/>
                    <a:pt x="54806" y="132894"/>
                  </a:cubicBezTo>
                  <a:cubicBezTo>
                    <a:pt x="71462" y="132894"/>
                    <a:pt x="84181" y="128054"/>
                    <a:pt x="100232" y="115650"/>
                  </a:cubicBezTo>
                  <a:cubicBezTo>
                    <a:pt x="87815" y="164962"/>
                    <a:pt x="54200" y="197332"/>
                    <a:pt x="8169" y="205198"/>
                  </a:cubicBezTo>
                  <a:lnTo>
                    <a:pt x="9077" y="211248"/>
                  </a:lnTo>
                  <a:close/>
                  <a:moveTo>
                    <a:pt x="100837" y="97196"/>
                  </a:moveTo>
                  <a:cubicBezTo>
                    <a:pt x="100837" y="103246"/>
                    <a:pt x="99626" y="105969"/>
                    <a:pt x="96295" y="108692"/>
                  </a:cubicBezTo>
                  <a:cubicBezTo>
                    <a:pt x="87815" y="115952"/>
                    <a:pt x="76610" y="119885"/>
                    <a:pt x="65708" y="119885"/>
                  </a:cubicBezTo>
                  <a:cubicBezTo>
                    <a:pt x="42692" y="119885"/>
                    <a:pt x="28156" y="97196"/>
                    <a:pt x="28156" y="61195"/>
                  </a:cubicBezTo>
                  <a:cubicBezTo>
                    <a:pt x="28156" y="43951"/>
                    <a:pt x="33001" y="25799"/>
                    <a:pt x="39361" y="17934"/>
                  </a:cubicBezTo>
                  <a:cubicBezTo>
                    <a:pt x="44509" y="11883"/>
                    <a:pt x="52080" y="8555"/>
                    <a:pt x="60863" y="8555"/>
                  </a:cubicBezTo>
                  <a:cubicBezTo>
                    <a:pt x="87210" y="8555"/>
                    <a:pt x="100837" y="34573"/>
                    <a:pt x="100837" y="85397"/>
                  </a:cubicBezTo>
                  <a:lnTo>
                    <a:pt x="100837" y="97196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C004AAFB-3BE3-0AE6-1123-1BEF2C3A6FAE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1704185" y="4916612"/>
              <a:ext cx="117804" cy="208743"/>
            </a:xfrm>
            <a:custGeom>
              <a:avLst/>
              <a:gdLst>
                <a:gd name="connsiteX0" fmla="*/ 71164 w 117804"/>
                <a:gd name="connsiteY0" fmla="*/ 92355 h 208743"/>
                <a:gd name="connsiteX1" fmla="*/ 111745 w 117804"/>
                <a:gd name="connsiteY1" fmla="*/ 43044 h 208743"/>
                <a:gd name="connsiteX2" fmla="*/ 59656 w 117804"/>
                <a:gd name="connsiteY2" fmla="*/ 85 h 208743"/>
                <a:gd name="connsiteX3" fmla="*/ 2117 w 117804"/>
                <a:gd name="connsiteY3" fmla="*/ 47884 h 208743"/>
                <a:gd name="connsiteX4" fmla="*/ 39669 w 117804"/>
                <a:gd name="connsiteY4" fmla="*/ 104154 h 208743"/>
                <a:gd name="connsiteX5" fmla="*/ 300 w 117804"/>
                <a:gd name="connsiteY5" fmla="*/ 158911 h 208743"/>
                <a:gd name="connsiteX6" fmla="*/ 58445 w 117804"/>
                <a:gd name="connsiteY6" fmla="*/ 208828 h 208743"/>
                <a:gd name="connsiteX7" fmla="*/ 118104 w 117804"/>
                <a:gd name="connsiteY7" fmla="*/ 157701 h 208743"/>
                <a:gd name="connsiteX8" fmla="*/ 71164 w 117804"/>
                <a:gd name="connsiteY8" fmla="*/ 92355 h 208743"/>
                <a:gd name="connsiteX9" fmla="*/ 65713 w 117804"/>
                <a:gd name="connsiteY9" fmla="*/ 123516 h 208743"/>
                <a:gd name="connsiteX10" fmla="*/ 95089 w 117804"/>
                <a:gd name="connsiteY10" fmla="*/ 167079 h 208743"/>
                <a:gd name="connsiteX11" fmla="*/ 61776 w 117804"/>
                <a:gd name="connsiteY11" fmla="*/ 200357 h 208743"/>
                <a:gd name="connsiteX12" fmla="*/ 23316 w 117804"/>
                <a:gd name="connsiteY12" fmla="*/ 156491 h 208743"/>
                <a:gd name="connsiteX13" fmla="*/ 47543 w 117804"/>
                <a:gd name="connsiteY13" fmla="*/ 110204 h 208743"/>
                <a:gd name="connsiteX14" fmla="*/ 65713 w 117804"/>
                <a:gd name="connsiteY14" fmla="*/ 123516 h 208743"/>
                <a:gd name="connsiteX15" fmla="*/ 62382 w 117804"/>
                <a:gd name="connsiteY15" fmla="*/ 86910 h 208743"/>
                <a:gd name="connsiteX16" fmla="*/ 24527 w 117804"/>
                <a:gd name="connsiteY16" fmla="*/ 38506 h 208743"/>
                <a:gd name="connsiteX17" fmla="*/ 57234 w 117804"/>
                <a:gd name="connsiteY17" fmla="*/ 8555 h 208743"/>
                <a:gd name="connsiteX18" fmla="*/ 90849 w 117804"/>
                <a:gd name="connsiteY18" fmla="*/ 42741 h 208743"/>
                <a:gd name="connsiteX19" fmla="*/ 65107 w 117804"/>
                <a:gd name="connsiteY19" fmla="*/ 85095 h 208743"/>
                <a:gd name="connsiteX20" fmla="*/ 62382 w 117804"/>
                <a:gd name="connsiteY20" fmla="*/ 86910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804" h="208743">
                  <a:moveTo>
                    <a:pt x="71164" y="92355"/>
                  </a:moveTo>
                  <a:cubicBezTo>
                    <a:pt x="101145" y="76321"/>
                    <a:pt x="111745" y="63615"/>
                    <a:pt x="111745" y="43044"/>
                  </a:cubicBezTo>
                  <a:cubicBezTo>
                    <a:pt x="111745" y="18236"/>
                    <a:pt x="89940" y="85"/>
                    <a:pt x="59656" y="85"/>
                  </a:cubicBezTo>
                  <a:cubicBezTo>
                    <a:pt x="26647" y="85"/>
                    <a:pt x="2117" y="20354"/>
                    <a:pt x="2117" y="47884"/>
                  </a:cubicBezTo>
                  <a:cubicBezTo>
                    <a:pt x="2117" y="67548"/>
                    <a:pt x="7871" y="76321"/>
                    <a:pt x="39669" y="104154"/>
                  </a:cubicBezTo>
                  <a:cubicBezTo>
                    <a:pt x="6962" y="128961"/>
                    <a:pt x="300" y="138339"/>
                    <a:pt x="300" y="158911"/>
                  </a:cubicBezTo>
                  <a:cubicBezTo>
                    <a:pt x="300" y="188256"/>
                    <a:pt x="24224" y="208828"/>
                    <a:pt x="58445" y="208828"/>
                  </a:cubicBezTo>
                  <a:cubicBezTo>
                    <a:pt x="94786" y="208828"/>
                    <a:pt x="118104" y="188861"/>
                    <a:pt x="118104" y="157701"/>
                  </a:cubicBezTo>
                  <a:cubicBezTo>
                    <a:pt x="118104" y="134407"/>
                    <a:pt x="107808" y="119583"/>
                    <a:pt x="71164" y="92355"/>
                  </a:cubicBezTo>
                  <a:close/>
                  <a:moveTo>
                    <a:pt x="65713" y="123516"/>
                  </a:moveTo>
                  <a:cubicBezTo>
                    <a:pt x="87820" y="139247"/>
                    <a:pt x="95089" y="150138"/>
                    <a:pt x="95089" y="167079"/>
                  </a:cubicBezTo>
                  <a:cubicBezTo>
                    <a:pt x="95089" y="186744"/>
                    <a:pt x="81461" y="200357"/>
                    <a:pt x="61776" y="200357"/>
                  </a:cubicBezTo>
                  <a:cubicBezTo>
                    <a:pt x="38760" y="200357"/>
                    <a:pt x="23316" y="182811"/>
                    <a:pt x="23316" y="156491"/>
                  </a:cubicBezTo>
                  <a:cubicBezTo>
                    <a:pt x="23316" y="137129"/>
                    <a:pt x="29978" y="124423"/>
                    <a:pt x="47543" y="110204"/>
                  </a:cubicBezTo>
                  <a:lnTo>
                    <a:pt x="65713" y="123516"/>
                  </a:lnTo>
                  <a:close/>
                  <a:moveTo>
                    <a:pt x="62382" y="86910"/>
                  </a:moveTo>
                  <a:cubicBezTo>
                    <a:pt x="35429" y="69363"/>
                    <a:pt x="24527" y="55447"/>
                    <a:pt x="24527" y="38506"/>
                  </a:cubicBezTo>
                  <a:cubicBezTo>
                    <a:pt x="24527" y="20959"/>
                    <a:pt x="38155" y="8555"/>
                    <a:pt x="57234" y="8555"/>
                  </a:cubicBezTo>
                  <a:cubicBezTo>
                    <a:pt x="77827" y="8555"/>
                    <a:pt x="90849" y="21867"/>
                    <a:pt x="90849" y="42741"/>
                  </a:cubicBezTo>
                  <a:cubicBezTo>
                    <a:pt x="90849" y="59985"/>
                    <a:pt x="82369" y="73599"/>
                    <a:pt x="65107" y="85095"/>
                  </a:cubicBezTo>
                  <a:cubicBezTo>
                    <a:pt x="63593" y="86002"/>
                    <a:pt x="63593" y="86002"/>
                    <a:pt x="62382" y="8691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057136D3-5BA9-2DFC-5114-5BCFD34A9288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1865258" y="5089052"/>
              <a:ext cx="35432" cy="90455"/>
            </a:xfrm>
            <a:custGeom>
              <a:avLst/>
              <a:gdLst>
                <a:gd name="connsiteX0" fmla="*/ 35737 w 35432"/>
                <a:gd name="connsiteY0" fmla="*/ 31850 h 90455"/>
                <a:gd name="connsiteX1" fmla="*/ 16355 w 35432"/>
                <a:gd name="connsiteY1" fmla="*/ 85 h 90455"/>
                <a:gd name="connsiteX2" fmla="*/ 305 w 35432"/>
                <a:gd name="connsiteY2" fmla="*/ 16119 h 90455"/>
                <a:gd name="connsiteX3" fmla="*/ 16355 w 35432"/>
                <a:gd name="connsiteY3" fmla="*/ 32153 h 90455"/>
                <a:gd name="connsiteX4" fmla="*/ 26955 w 35432"/>
                <a:gd name="connsiteY4" fmla="*/ 28220 h 90455"/>
                <a:gd name="connsiteX5" fmla="*/ 28469 w 35432"/>
                <a:gd name="connsiteY5" fmla="*/ 27312 h 90455"/>
                <a:gd name="connsiteX6" fmla="*/ 29075 w 35432"/>
                <a:gd name="connsiteY6" fmla="*/ 31850 h 90455"/>
                <a:gd name="connsiteX7" fmla="*/ 8481 w 35432"/>
                <a:gd name="connsiteY7" fmla="*/ 82372 h 90455"/>
                <a:gd name="connsiteX8" fmla="*/ 5150 w 35432"/>
                <a:gd name="connsiteY8" fmla="*/ 87212 h 90455"/>
                <a:gd name="connsiteX9" fmla="*/ 8179 w 35432"/>
                <a:gd name="connsiteY9" fmla="*/ 90540 h 90455"/>
                <a:gd name="connsiteX10" fmla="*/ 35737 w 35432"/>
                <a:gd name="connsiteY10" fmla="*/ 31850 h 9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32" h="90455">
                  <a:moveTo>
                    <a:pt x="35737" y="31850"/>
                  </a:moveTo>
                  <a:cubicBezTo>
                    <a:pt x="35737" y="11883"/>
                    <a:pt x="28166" y="85"/>
                    <a:pt x="16355" y="85"/>
                  </a:cubicBezTo>
                  <a:cubicBezTo>
                    <a:pt x="6362" y="85"/>
                    <a:pt x="305" y="7648"/>
                    <a:pt x="305" y="16119"/>
                  </a:cubicBezTo>
                  <a:cubicBezTo>
                    <a:pt x="305" y="24287"/>
                    <a:pt x="6362" y="32153"/>
                    <a:pt x="16355" y="32153"/>
                  </a:cubicBezTo>
                  <a:cubicBezTo>
                    <a:pt x="19989" y="32153"/>
                    <a:pt x="23926" y="30942"/>
                    <a:pt x="26955" y="28220"/>
                  </a:cubicBezTo>
                  <a:cubicBezTo>
                    <a:pt x="27863" y="27615"/>
                    <a:pt x="28166" y="27312"/>
                    <a:pt x="28469" y="27312"/>
                  </a:cubicBezTo>
                  <a:cubicBezTo>
                    <a:pt x="28772" y="27312"/>
                    <a:pt x="29075" y="27615"/>
                    <a:pt x="29075" y="31850"/>
                  </a:cubicBezTo>
                  <a:cubicBezTo>
                    <a:pt x="29075" y="54237"/>
                    <a:pt x="18475" y="72389"/>
                    <a:pt x="8481" y="82372"/>
                  </a:cubicBezTo>
                  <a:cubicBezTo>
                    <a:pt x="5150" y="85700"/>
                    <a:pt x="5150" y="86305"/>
                    <a:pt x="5150" y="87212"/>
                  </a:cubicBezTo>
                  <a:cubicBezTo>
                    <a:pt x="5150" y="89330"/>
                    <a:pt x="6664" y="90540"/>
                    <a:pt x="8179" y="90540"/>
                  </a:cubicBezTo>
                  <a:cubicBezTo>
                    <a:pt x="11510" y="90540"/>
                    <a:pt x="35737" y="67246"/>
                    <a:pt x="35737" y="3185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47E093D5-6A6A-F6C7-7EAB-837946D28FC3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2029883" y="4987706"/>
              <a:ext cx="139003" cy="136742"/>
            </a:xfrm>
            <a:custGeom>
              <a:avLst/>
              <a:gdLst>
                <a:gd name="connsiteX0" fmla="*/ 135680 w 139003"/>
                <a:gd name="connsiteY0" fmla="*/ 100221 h 136742"/>
                <a:gd name="connsiteX1" fmla="*/ 127201 w 139003"/>
                <a:gd name="connsiteY1" fmla="*/ 108692 h 136742"/>
                <a:gd name="connsiteX2" fmla="*/ 111453 w 139003"/>
                <a:gd name="connsiteY2" fmla="*/ 121095 h 136742"/>
                <a:gd name="connsiteX3" fmla="*/ 107213 w 139003"/>
                <a:gd name="connsiteY3" fmla="*/ 117163 h 136742"/>
                <a:gd name="connsiteX4" fmla="*/ 134166 w 139003"/>
                <a:gd name="connsiteY4" fmla="*/ 7345 h 136742"/>
                <a:gd name="connsiteX5" fmla="*/ 135983 w 139003"/>
                <a:gd name="connsiteY5" fmla="*/ 992 h 136742"/>
                <a:gd name="connsiteX6" fmla="*/ 133863 w 139003"/>
                <a:gd name="connsiteY6" fmla="*/ 85 h 136742"/>
                <a:gd name="connsiteX7" fmla="*/ 115390 w 139003"/>
                <a:gd name="connsiteY7" fmla="*/ 2202 h 136742"/>
                <a:gd name="connsiteX8" fmla="*/ 114481 w 139003"/>
                <a:gd name="connsiteY8" fmla="*/ 3110 h 136742"/>
                <a:gd name="connsiteX9" fmla="*/ 111150 w 139003"/>
                <a:gd name="connsiteY9" fmla="*/ 17631 h 136742"/>
                <a:gd name="connsiteX10" fmla="*/ 86923 w 139003"/>
                <a:gd name="connsiteY10" fmla="*/ 85 h 136742"/>
                <a:gd name="connsiteX11" fmla="*/ 311 w 139003"/>
                <a:gd name="connsiteY11" fmla="*/ 103246 h 136742"/>
                <a:gd name="connsiteX12" fmla="*/ 31200 w 139003"/>
                <a:gd name="connsiteY12" fmla="*/ 136827 h 136742"/>
                <a:gd name="connsiteX13" fmla="*/ 92071 w 139003"/>
                <a:gd name="connsiteY13" fmla="*/ 89330 h 136742"/>
                <a:gd name="connsiteX14" fmla="*/ 85106 w 139003"/>
                <a:gd name="connsiteY14" fmla="*/ 124121 h 136742"/>
                <a:gd name="connsiteX15" fmla="*/ 97219 w 139003"/>
                <a:gd name="connsiteY15" fmla="*/ 136524 h 136742"/>
                <a:gd name="connsiteX16" fmla="*/ 139314 w 139003"/>
                <a:gd name="connsiteY16" fmla="*/ 103246 h 136742"/>
                <a:gd name="connsiteX17" fmla="*/ 135680 w 139003"/>
                <a:gd name="connsiteY17" fmla="*/ 100221 h 136742"/>
                <a:gd name="connsiteX18" fmla="*/ 88740 w 139003"/>
                <a:gd name="connsiteY18" fmla="*/ 6740 h 136742"/>
                <a:gd name="connsiteX19" fmla="*/ 105699 w 139003"/>
                <a:gd name="connsiteY19" fmla="*/ 25194 h 136742"/>
                <a:gd name="connsiteX20" fmla="*/ 69661 w 139003"/>
                <a:gd name="connsiteY20" fmla="*/ 108692 h 136742"/>
                <a:gd name="connsiteX21" fmla="*/ 43314 w 139003"/>
                <a:gd name="connsiteY21" fmla="*/ 122003 h 136742"/>
                <a:gd name="connsiteX22" fmla="*/ 25749 w 139003"/>
                <a:gd name="connsiteY22" fmla="*/ 99313 h 136742"/>
                <a:gd name="connsiteX23" fmla="*/ 50279 w 139003"/>
                <a:gd name="connsiteY23" fmla="*/ 33060 h 136742"/>
                <a:gd name="connsiteX24" fmla="*/ 88740 w 139003"/>
                <a:gd name="connsiteY24" fmla="*/ 674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9003" h="136742">
                  <a:moveTo>
                    <a:pt x="135680" y="100221"/>
                  </a:moveTo>
                  <a:cubicBezTo>
                    <a:pt x="131137" y="104759"/>
                    <a:pt x="129320" y="106272"/>
                    <a:pt x="127201" y="108692"/>
                  </a:cubicBezTo>
                  <a:cubicBezTo>
                    <a:pt x="118115" y="118070"/>
                    <a:pt x="114178" y="121095"/>
                    <a:pt x="111453" y="121095"/>
                  </a:cubicBezTo>
                  <a:cubicBezTo>
                    <a:pt x="109030" y="121095"/>
                    <a:pt x="107213" y="119280"/>
                    <a:pt x="107213" y="117163"/>
                  </a:cubicBezTo>
                  <a:cubicBezTo>
                    <a:pt x="107213" y="111112"/>
                    <a:pt x="119932" y="59380"/>
                    <a:pt x="134166" y="7345"/>
                  </a:cubicBezTo>
                  <a:cubicBezTo>
                    <a:pt x="135074" y="4320"/>
                    <a:pt x="135377" y="3715"/>
                    <a:pt x="135983" y="992"/>
                  </a:cubicBezTo>
                  <a:lnTo>
                    <a:pt x="133863" y="85"/>
                  </a:lnTo>
                  <a:lnTo>
                    <a:pt x="115390" y="2202"/>
                  </a:lnTo>
                  <a:lnTo>
                    <a:pt x="114481" y="3110"/>
                  </a:lnTo>
                  <a:lnTo>
                    <a:pt x="111150" y="17631"/>
                  </a:lnTo>
                  <a:cubicBezTo>
                    <a:pt x="108727" y="6438"/>
                    <a:pt x="99945" y="85"/>
                    <a:pt x="86923" y="85"/>
                  </a:cubicBezTo>
                  <a:cubicBezTo>
                    <a:pt x="46948" y="85"/>
                    <a:pt x="311" y="55447"/>
                    <a:pt x="311" y="103246"/>
                  </a:cubicBezTo>
                  <a:cubicBezTo>
                    <a:pt x="311" y="124423"/>
                    <a:pt x="11819" y="136827"/>
                    <a:pt x="31200" y="136827"/>
                  </a:cubicBezTo>
                  <a:cubicBezTo>
                    <a:pt x="52399" y="136827"/>
                    <a:pt x="65421" y="126843"/>
                    <a:pt x="92071" y="89330"/>
                  </a:cubicBezTo>
                  <a:cubicBezTo>
                    <a:pt x="86014" y="112927"/>
                    <a:pt x="85106" y="116860"/>
                    <a:pt x="85106" y="124121"/>
                  </a:cubicBezTo>
                  <a:cubicBezTo>
                    <a:pt x="85106" y="132894"/>
                    <a:pt x="88740" y="136524"/>
                    <a:pt x="97219" y="136524"/>
                  </a:cubicBezTo>
                  <a:cubicBezTo>
                    <a:pt x="109333" y="136524"/>
                    <a:pt x="116904" y="130776"/>
                    <a:pt x="139314" y="103246"/>
                  </a:cubicBezTo>
                  <a:lnTo>
                    <a:pt x="135680" y="100221"/>
                  </a:lnTo>
                  <a:close/>
                  <a:moveTo>
                    <a:pt x="88740" y="6740"/>
                  </a:moveTo>
                  <a:cubicBezTo>
                    <a:pt x="99036" y="7345"/>
                    <a:pt x="105699" y="14606"/>
                    <a:pt x="105699" y="25194"/>
                  </a:cubicBezTo>
                  <a:cubicBezTo>
                    <a:pt x="105699" y="50607"/>
                    <a:pt x="90557" y="86305"/>
                    <a:pt x="69661" y="108692"/>
                  </a:cubicBezTo>
                  <a:cubicBezTo>
                    <a:pt x="62393" y="116860"/>
                    <a:pt x="52096" y="122003"/>
                    <a:pt x="43314" y="122003"/>
                  </a:cubicBezTo>
                  <a:cubicBezTo>
                    <a:pt x="32715" y="122003"/>
                    <a:pt x="25749" y="113230"/>
                    <a:pt x="25749" y="99313"/>
                  </a:cubicBezTo>
                  <a:cubicBezTo>
                    <a:pt x="25749" y="82977"/>
                    <a:pt x="37257" y="51817"/>
                    <a:pt x="50279" y="33060"/>
                  </a:cubicBezTo>
                  <a:cubicBezTo>
                    <a:pt x="62393" y="15514"/>
                    <a:pt x="76626" y="5833"/>
                    <a:pt x="88740" y="6740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4545A3C-E114-67B8-34E6-9AC39F2F64BA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2201597" y="5015656"/>
              <a:ext cx="63420" cy="151335"/>
            </a:xfrm>
            <a:custGeom>
              <a:avLst/>
              <a:gdLst>
                <a:gd name="connsiteX0" fmla="*/ 40653 w 63420"/>
                <a:gd name="connsiteY0" fmla="*/ 87 h 151335"/>
                <a:gd name="connsiteX1" fmla="*/ 315 w 63420"/>
                <a:gd name="connsiteY1" fmla="*/ 20459 h 151335"/>
                <a:gd name="connsiteX2" fmla="*/ 315 w 63420"/>
                <a:gd name="connsiteY2" fmla="*/ 23593 h 151335"/>
                <a:gd name="connsiteX3" fmla="*/ 6366 w 63420"/>
                <a:gd name="connsiteY3" fmla="*/ 21131 h 151335"/>
                <a:gd name="connsiteX4" fmla="*/ 16450 w 63420"/>
                <a:gd name="connsiteY4" fmla="*/ 18668 h 151335"/>
                <a:gd name="connsiteX5" fmla="*/ 23173 w 63420"/>
                <a:gd name="connsiteY5" fmla="*/ 29190 h 151335"/>
                <a:gd name="connsiteX6" fmla="*/ 23173 w 63420"/>
                <a:gd name="connsiteY6" fmla="*/ 130603 h 151335"/>
                <a:gd name="connsiteX7" fmla="*/ 17795 w 63420"/>
                <a:gd name="connsiteY7" fmla="*/ 145155 h 151335"/>
                <a:gd name="connsiteX8" fmla="*/ 1884 w 63420"/>
                <a:gd name="connsiteY8" fmla="*/ 148065 h 151335"/>
                <a:gd name="connsiteX9" fmla="*/ 1884 w 63420"/>
                <a:gd name="connsiteY9" fmla="*/ 151423 h 151335"/>
                <a:gd name="connsiteX10" fmla="*/ 63736 w 63420"/>
                <a:gd name="connsiteY10" fmla="*/ 151423 h 151335"/>
                <a:gd name="connsiteX11" fmla="*/ 63736 w 63420"/>
                <a:gd name="connsiteY11" fmla="*/ 148065 h 151335"/>
                <a:gd name="connsiteX12" fmla="*/ 42446 w 63420"/>
                <a:gd name="connsiteY12" fmla="*/ 134857 h 151335"/>
                <a:gd name="connsiteX13" fmla="*/ 42446 w 63420"/>
                <a:gd name="connsiteY13" fmla="*/ 535 h 151335"/>
                <a:gd name="connsiteX14" fmla="*/ 40653 w 63420"/>
                <a:gd name="connsiteY14" fmla="*/ 87 h 1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20" h="151335">
                  <a:moveTo>
                    <a:pt x="40653" y="87"/>
                  </a:moveTo>
                  <a:lnTo>
                    <a:pt x="315" y="20459"/>
                  </a:lnTo>
                  <a:lnTo>
                    <a:pt x="315" y="23593"/>
                  </a:lnTo>
                  <a:cubicBezTo>
                    <a:pt x="3004" y="22474"/>
                    <a:pt x="5469" y="21579"/>
                    <a:pt x="6366" y="21131"/>
                  </a:cubicBezTo>
                  <a:cubicBezTo>
                    <a:pt x="10400" y="19564"/>
                    <a:pt x="14209" y="18668"/>
                    <a:pt x="16450" y="18668"/>
                  </a:cubicBezTo>
                  <a:cubicBezTo>
                    <a:pt x="21157" y="18668"/>
                    <a:pt x="23173" y="22026"/>
                    <a:pt x="23173" y="29190"/>
                  </a:cubicBezTo>
                  <a:lnTo>
                    <a:pt x="23173" y="130603"/>
                  </a:lnTo>
                  <a:cubicBezTo>
                    <a:pt x="23173" y="137991"/>
                    <a:pt x="21381" y="143140"/>
                    <a:pt x="17795" y="145155"/>
                  </a:cubicBezTo>
                  <a:cubicBezTo>
                    <a:pt x="14434" y="147169"/>
                    <a:pt x="11296" y="147841"/>
                    <a:pt x="1884" y="148065"/>
                  </a:cubicBezTo>
                  <a:lnTo>
                    <a:pt x="1884" y="151423"/>
                  </a:lnTo>
                  <a:lnTo>
                    <a:pt x="63736" y="151423"/>
                  </a:lnTo>
                  <a:lnTo>
                    <a:pt x="63736" y="148065"/>
                  </a:lnTo>
                  <a:cubicBezTo>
                    <a:pt x="46032" y="147841"/>
                    <a:pt x="42446" y="145602"/>
                    <a:pt x="42446" y="134857"/>
                  </a:cubicBezTo>
                  <a:lnTo>
                    <a:pt x="42446" y="535"/>
                  </a:lnTo>
                  <a:lnTo>
                    <a:pt x="40653" y="87"/>
                  </a:lnTo>
                  <a:close/>
                </a:path>
              </a:pathLst>
            </a:custGeom>
            <a:solidFill>
              <a:srgbClr val="FFFFFF"/>
            </a:solidFill>
            <a:ln w="225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BC04DFB2-875E-05A0-2C00-9537A73D99C1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2388899" y="5010093"/>
              <a:ext cx="201388" cy="70791"/>
            </a:xfrm>
            <a:custGeom>
              <a:avLst/>
              <a:gdLst>
                <a:gd name="connsiteX0" fmla="*/ 191415 w 201388"/>
                <a:gd name="connsiteY0" fmla="*/ 12185 h 70791"/>
                <a:gd name="connsiteX1" fmla="*/ 201711 w 201388"/>
                <a:gd name="connsiteY1" fmla="*/ 6135 h 70791"/>
                <a:gd name="connsiteX2" fmla="*/ 191718 w 201388"/>
                <a:gd name="connsiteY2" fmla="*/ 84 h 70791"/>
                <a:gd name="connsiteX3" fmla="*/ 10317 w 201388"/>
                <a:gd name="connsiteY3" fmla="*/ 84 h 70791"/>
                <a:gd name="connsiteX4" fmla="*/ 323 w 201388"/>
                <a:gd name="connsiteY4" fmla="*/ 6135 h 70791"/>
                <a:gd name="connsiteX5" fmla="*/ 10620 w 201388"/>
                <a:gd name="connsiteY5" fmla="*/ 12185 h 70791"/>
                <a:gd name="connsiteX6" fmla="*/ 191415 w 201388"/>
                <a:gd name="connsiteY6" fmla="*/ 12185 h 70791"/>
                <a:gd name="connsiteX7" fmla="*/ 191718 w 201388"/>
                <a:gd name="connsiteY7" fmla="*/ 70875 h 70791"/>
                <a:gd name="connsiteX8" fmla="*/ 201711 w 201388"/>
                <a:gd name="connsiteY8" fmla="*/ 64825 h 70791"/>
                <a:gd name="connsiteX9" fmla="*/ 191415 w 201388"/>
                <a:gd name="connsiteY9" fmla="*/ 58774 h 70791"/>
                <a:gd name="connsiteX10" fmla="*/ 10620 w 201388"/>
                <a:gd name="connsiteY10" fmla="*/ 58774 h 70791"/>
                <a:gd name="connsiteX11" fmla="*/ 323 w 201388"/>
                <a:gd name="connsiteY11" fmla="*/ 64825 h 70791"/>
                <a:gd name="connsiteX12" fmla="*/ 10317 w 201388"/>
                <a:gd name="connsiteY12" fmla="*/ 70875 h 70791"/>
                <a:gd name="connsiteX13" fmla="*/ 191718 w 201388"/>
                <a:gd name="connsiteY13" fmla="*/ 70875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88" h="70791">
                  <a:moveTo>
                    <a:pt x="191415" y="12185"/>
                  </a:moveTo>
                  <a:cubicBezTo>
                    <a:pt x="195957" y="12185"/>
                    <a:pt x="201711" y="12185"/>
                    <a:pt x="201711" y="6135"/>
                  </a:cubicBezTo>
                  <a:cubicBezTo>
                    <a:pt x="201711" y="84"/>
                    <a:pt x="195957" y="84"/>
                    <a:pt x="191718" y="84"/>
                  </a:cubicBezTo>
                  <a:lnTo>
                    <a:pt x="10317" y="84"/>
                  </a:lnTo>
                  <a:cubicBezTo>
                    <a:pt x="6077" y="84"/>
                    <a:pt x="323" y="84"/>
                    <a:pt x="323" y="6135"/>
                  </a:cubicBezTo>
                  <a:cubicBezTo>
                    <a:pt x="323" y="12185"/>
                    <a:pt x="6077" y="12185"/>
                    <a:pt x="10620" y="12185"/>
                  </a:cubicBezTo>
                  <a:lnTo>
                    <a:pt x="191415" y="12185"/>
                  </a:lnTo>
                  <a:close/>
                  <a:moveTo>
                    <a:pt x="191718" y="70875"/>
                  </a:moveTo>
                  <a:cubicBezTo>
                    <a:pt x="195957" y="70875"/>
                    <a:pt x="201711" y="70875"/>
                    <a:pt x="201711" y="64825"/>
                  </a:cubicBezTo>
                  <a:cubicBezTo>
                    <a:pt x="201711" y="58774"/>
                    <a:pt x="195957" y="58774"/>
                    <a:pt x="191415" y="58774"/>
                  </a:cubicBezTo>
                  <a:lnTo>
                    <a:pt x="10620" y="58774"/>
                  </a:lnTo>
                  <a:cubicBezTo>
                    <a:pt x="6077" y="58774"/>
                    <a:pt x="323" y="58774"/>
                    <a:pt x="323" y="64825"/>
                  </a:cubicBezTo>
                  <a:cubicBezTo>
                    <a:pt x="323" y="70875"/>
                    <a:pt x="6077" y="70875"/>
                    <a:pt x="10317" y="70875"/>
                  </a:cubicBezTo>
                  <a:lnTo>
                    <a:pt x="191718" y="70875"/>
                  </a:lnTo>
                  <a:close/>
                </a:path>
              </a:pathLst>
            </a:custGeom>
            <a:solidFill>
              <a:srgbClr val="FFFFFF"/>
            </a:solidFill>
            <a:ln w="412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46AD05D8-3C20-F72C-345A-4B48C0A4E57A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2709289" y="4916612"/>
              <a:ext cx="85703" cy="204508"/>
            </a:xfrm>
            <a:custGeom>
              <a:avLst/>
              <a:gdLst>
                <a:gd name="connsiteX0" fmla="*/ 54843 w 85703"/>
                <a:gd name="connsiteY0" fmla="*/ 85 h 204508"/>
                <a:gd name="connsiteX1" fmla="*/ 332 w 85703"/>
                <a:gd name="connsiteY1" fmla="*/ 27615 h 204508"/>
                <a:gd name="connsiteX2" fmla="*/ 332 w 85703"/>
                <a:gd name="connsiteY2" fmla="*/ 31850 h 204508"/>
                <a:gd name="connsiteX3" fmla="*/ 8509 w 85703"/>
                <a:gd name="connsiteY3" fmla="*/ 28522 h 204508"/>
                <a:gd name="connsiteX4" fmla="*/ 22137 w 85703"/>
                <a:gd name="connsiteY4" fmla="*/ 25194 h 204508"/>
                <a:gd name="connsiteX5" fmla="*/ 31222 w 85703"/>
                <a:gd name="connsiteY5" fmla="*/ 39413 h 204508"/>
                <a:gd name="connsiteX6" fmla="*/ 31222 w 85703"/>
                <a:gd name="connsiteY6" fmla="*/ 176458 h 204508"/>
                <a:gd name="connsiteX7" fmla="*/ 23954 w 85703"/>
                <a:gd name="connsiteY7" fmla="*/ 196122 h 204508"/>
                <a:gd name="connsiteX8" fmla="*/ 2452 w 85703"/>
                <a:gd name="connsiteY8" fmla="*/ 200055 h 204508"/>
                <a:gd name="connsiteX9" fmla="*/ 2452 w 85703"/>
                <a:gd name="connsiteY9" fmla="*/ 204593 h 204508"/>
                <a:gd name="connsiteX10" fmla="*/ 86036 w 85703"/>
                <a:gd name="connsiteY10" fmla="*/ 204593 h 204508"/>
                <a:gd name="connsiteX11" fmla="*/ 86036 w 85703"/>
                <a:gd name="connsiteY11" fmla="*/ 200055 h 204508"/>
                <a:gd name="connsiteX12" fmla="*/ 57266 w 85703"/>
                <a:gd name="connsiteY12" fmla="*/ 182206 h 204508"/>
                <a:gd name="connsiteX13" fmla="*/ 57266 w 85703"/>
                <a:gd name="connsiteY13" fmla="*/ 690 h 204508"/>
                <a:gd name="connsiteX14" fmla="*/ 54843 w 85703"/>
                <a:gd name="connsiteY14" fmla="*/ 8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03" h="204508">
                  <a:moveTo>
                    <a:pt x="54843" y="85"/>
                  </a:moveTo>
                  <a:lnTo>
                    <a:pt x="332" y="27615"/>
                  </a:lnTo>
                  <a:lnTo>
                    <a:pt x="332" y="31850"/>
                  </a:lnTo>
                  <a:cubicBezTo>
                    <a:pt x="3966" y="30337"/>
                    <a:pt x="7297" y="29127"/>
                    <a:pt x="8509" y="28522"/>
                  </a:cubicBezTo>
                  <a:cubicBezTo>
                    <a:pt x="13960" y="26405"/>
                    <a:pt x="19108" y="25194"/>
                    <a:pt x="22137" y="25194"/>
                  </a:cubicBezTo>
                  <a:cubicBezTo>
                    <a:pt x="28496" y="25194"/>
                    <a:pt x="31222" y="29732"/>
                    <a:pt x="31222" y="39413"/>
                  </a:cubicBezTo>
                  <a:lnTo>
                    <a:pt x="31222" y="176458"/>
                  </a:lnTo>
                  <a:cubicBezTo>
                    <a:pt x="31222" y="186441"/>
                    <a:pt x="28799" y="193399"/>
                    <a:pt x="23954" y="196122"/>
                  </a:cubicBezTo>
                  <a:cubicBezTo>
                    <a:pt x="19411" y="198845"/>
                    <a:pt x="15171" y="199752"/>
                    <a:pt x="2452" y="200055"/>
                  </a:cubicBezTo>
                  <a:lnTo>
                    <a:pt x="2452" y="204593"/>
                  </a:lnTo>
                  <a:lnTo>
                    <a:pt x="86036" y="204593"/>
                  </a:lnTo>
                  <a:lnTo>
                    <a:pt x="86036" y="200055"/>
                  </a:lnTo>
                  <a:cubicBezTo>
                    <a:pt x="62111" y="199752"/>
                    <a:pt x="57266" y="196727"/>
                    <a:pt x="57266" y="182206"/>
                  </a:cubicBezTo>
                  <a:lnTo>
                    <a:pt x="57266" y="690"/>
                  </a:lnTo>
                  <a:lnTo>
                    <a:pt x="54843" y="85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5CF07B2F-22E9-3D0C-0176-61E8580E5690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2853705" y="5089052"/>
              <a:ext cx="32100" cy="32067"/>
            </a:xfrm>
            <a:custGeom>
              <a:avLst/>
              <a:gdLst>
                <a:gd name="connsiteX0" fmla="*/ 32438 w 32100"/>
                <a:gd name="connsiteY0" fmla="*/ 16119 h 32067"/>
                <a:gd name="connsiteX1" fmla="*/ 16388 w 32100"/>
                <a:gd name="connsiteY1" fmla="*/ 85 h 32067"/>
                <a:gd name="connsiteX2" fmla="*/ 337 w 32100"/>
                <a:gd name="connsiteY2" fmla="*/ 16119 h 32067"/>
                <a:gd name="connsiteX3" fmla="*/ 16388 w 32100"/>
                <a:gd name="connsiteY3" fmla="*/ 32153 h 32067"/>
                <a:gd name="connsiteX4" fmla="*/ 32438 w 32100"/>
                <a:gd name="connsiteY4" fmla="*/ 16119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0" h="32067">
                  <a:moveTo>
                    <a:pt x="32438" y="16119"/>
                  </a:moveTo>
                  <a:cubicBezTo>
                    <a:pt x="32438" y="7345"/>
                    <a:pt x="25170" y="85"/>
                    <a:pt x="16388" y="85"/>
                  </a:cubicBezTo>
                  <a:cubicBezTo>
                    <a:pt x="7605" y="85"/>
                    <a:pt x="337" y="7345"/>
                    <a:pt x="337" y="16119"/>
                  </a:cubicBezTo>
                  <a:cubicBezTo>
                    <a:pt x="337" y="24892"/>
                    <a:pt x="7605" y="32153"/>
                    <a:pt x="16388" y="32153"/>
                  </a:cubicBezTo>
                  <a:cubicBezTo>
                    <a:pt x="25170" y="32153"/>
                    <a:pt x="32438" y="24892"/>
                    <a:pt x="32438" y="16119"/>
                  </a:cubicBez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CCA4F586-F758-1271-C021-82F024165C97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2917916" y="4920848"/>
              <a:ext cx="129918" cy="202692"/>
            </a:xfrm>
            <a:custGeom>
              <a:avLst/>
              <a:gdLst>
                <a:gd name="connsiteX0" fmla="*/ 130258 w 129918"/>
                <a:gd name="connsiteY0" fmla="*/ 85 h 202692"/>
                <a:gd name="connsiteX1" fmla="*/ 18207 w 129918"/>
                <a:gd name="connsiteY1" fmla="*/ 85 h 202692"/>
                <a:gd name="connsiteX2" fmla="*/ 340 w 129918"/>
                <a:gd name="connsiteY2" fmla="*/ 44556 h 202692"/>
                <a:gd name="connsiteX3" fmla="*/ 5488 w 129918"/>
                <a:gd name="connsiteY3" fmla="*/ 46976 h 202692"/>
                <a:gd name="connsiteX4" fmla="*/ 40618 w 129918"/>
                <a:gd name="connsiteY4" fmla="*/ 22472 h 202692"/>
                <a:gd name="connsiteX5" fmla="*/ 106334 w 129918"/>
                <a:gd name="connsiteY5" fmla="*/ 22472 h 202692"/>
                <a:gd name="connsiteX6" fmla="*/ 46372 w 129918"/>
                <a:gd name="connsiteY6" fmla="*/ 202778 h 202692"/>
                <a:gd name="connsiteX7" fmla="*/ 66056 w 129918"/>
                <a:gd name="connsiteY7" fmla="*/ 202778 h 202692"/>
                <a:gd name="connsiteX8" fmla="*/ 130258 w 129918"/>
                <a:gd name="connsiteY8" fmla="*/ 4925 h 202692"/>
                <a:gd name="connsiteX9" fmla="*/ 130258 w 129918"/>
                <a:gd name="connsiteY9" fmla="*/ 85 h 20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918" h="202692">
                  <a:moveTo>
                    <a:pt x="130258" y="85"/>
                  </a:moveTo>
                  <a:lnTo>
                    <a:pt x="18207" y="85"/>
                  </a:lnTo>
                  <a:lnTo>
                    <a:pt x="340" y="44556"/>
                  </a:lnTo>
                  <a:lnTo>
                    <a:pt x="5488" y="46976"/>
                  </a:lnTo>
                  <a:cubicBezTo>
                    <a:pt x="18510" y="26405"/>
                    <a:pt x="23961" y="22472"/>
                    <a:pt x="40618" y="22472"/>
                  </a:cubicBezTo>
                  <a:lnTo>
                    <a:pt x="106334" y="22472"/>
                  </a:lnTo>
                  <a:lnTo>
                    <a:pt x="46372" y="202778"/>
                  </a:lnTo>
                  <a:lnTo>
                    <a:pt x="66056" y="202778"/>
                  </a:lnTo>
                  <a:lnTo>
                    <a:pt x="130258" y="4925"/>
                  </a:lnTo>
                  <a:lnTo>
                    <a:pt x="130258" y="85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00A3D2AF-AD79-1720-DD28-1AB0D5EB53FD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3073537" y="4912982"/>
              <a:ext cx="122952" cy="212373"/>
            </a:xfrm>
            <a:custGeom>
              <a:avLst/>
              <a:gdLst>
                <a:gd name="connsiteX0" fmla="*/ 45468 w 122952"/>
                <a:gd name="connsiteY0" fmla="*/ 31850 h 212373"/>
                <a:gd name="connsiteX1" fmla="*/ 104824 w 122952"/>
                <a:gd name="connsiteY1" fmla="*/ 31850 h 212373"/>
                <a:gd name="connsiteX2" fmla="*/ 111790 w 122952"/>
                <a:gd name="connsiteY2" fmla="*/ 29127 h 212373"/>
                <a:gd name="connsiteX3" fmla="*/ 123298 w 122952"/>
                <a:gd name="connsiteY3" fmla="*/ 2202 h 212373"/>
                <a:gd name="connsiteX4" fmla="*/ 120572 w 122952"/>
                <a:gd name="connsiteY4" fmla="*/ 85 h 212373"/>
                <a:gd name="connsiteX5" fmla="*/ 106642 w 122952"/>
                <a:gd name="connsiteY5" fmla="*/ 7950 h 212373"/>
                <a:gd name="connsiteX6" fmla="*/ 43348 w 122952"/>
                <a:gd name="connsiteY6" fmla="*/ 7950 h 212373"/>
                <a:gd name="connsiteX7" fmla="*/ 10339 w 122952"/>
                <a:gd name="connsiteY7" fmla="*/ 79649 h 212373"/>
                <a:gd name="connsiteX8" fmla="*/ 10036 w 122952"/>
                <a:gd name="connsiteY8" fmla="*/ 81162 h 212373"/>
                <a:gd name="connsiteX9" fmla="*/ 13670 w 122952"/>
                <a:gd name="connsiteY9" fmla="*/ 83582 h 212373"/>
                <a:gd name="connsiteX10" fmla="*/ 47891 w 122952"/>
                <a:gd name="connsiteY10" fmla="*/ 89633 h 212373"/>
                <a:gd name="connsiteX11" fmla="*/ 98768 w 122952"/>
                <a:gd name="connsiteY11" fmla="*/ 149533 h 212373"/>
                <a:gd name="connsiteX12" fmla="*/ 56673 w 122952"/>
                <a:gd name="connsiteY12" fmla="*/ 201265 h 212373"/>
                <a:gd name="connsiteX13" fmla="*/ 36383 w 122952"/>
                <a:gd name="connsiteY13" fmla="*/ 192492 h 212373"/>
                <a:gd name="connsiteX14" fmla="*/ 13367 w 122952"/>
                <a:gd name="connsiteY14" fmla="*/ 182508 h 212373"/>
                <a:gd name="connsiteX15" fmla="*/ 345 w 122952"/>
                <a:gd name="connsiteY15" fmla="*/ 193702 h 212373"/>
                <a:gd name="connsiteX16" fmla="*/ 37291 w 122952"/>
                <a:gd name="connsiteY16" fmla="*/ 212459 h 212373"/>
                <a:gd name="connsiteX17" fmla="*/ 99676 w 122952"/>
                <a:gd name="connsiteY17" fmla="*/ 188861 h 212373"/>
                <a:gd name="connsiteX18" fmla="*/ 119966 w 122952"/>
                <a:gd name="connsiteY18" fmla="*/ 135012 h 212373"/>
                <a:gd name="connsiteX19" fmla="*/ 99071 w 122952"/>
                <a:gd name="connsiteY19" fmla="*/ 84187 h 212373"/>
                <a:gd name="connsiteX20" fmla="*/ 32749 w 122952"/>
                <a:gd name="connsiteY20" fmla="*/ 57565 h 212373"/>
                <a:gd name="connsiteX21" fmla="*/ 45468 w 122952"/>
                <a:gd name="connsiteY21" fmla="*/ 31850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952" h="212373">
                  <a:moveTo>
                    <a:pt x="45468" y="31850"/>
                  </a:moveTo>
                  <a:lnTo>
                    <a:pt x="104824" y="31850"/>
                  </a:lnTo>
                  <a:cubicBezTo>
                    <a:pt x="109670" y="31850"/>
                    <a:pt x="110881" y="31245"/>
                    <a:pt x="111790" y="29127"/>
                  </a:cubicBezTo>
                  <a:lnTo>
                    <a:pt x="123298" y="2202"/>
                  </a:lnTo>
                  <a:lnTo>
                    <a:pt x="120572" y="85"/>
                  </a:lnTo>
                  <a:cubicBezTo>
                    <a:pt x="116030" y="6438"/>
                    <a:pt x="113001" y="7950"/>
                    <a:pt x="106642" y="7950"/>
                  </a:cubicBezTo>
                  <a:lnTo>
                    <a:pt x="43348" y="7950"/>
                  </a:lnTo>
                  <a:lnTo>
                    <a:pt x="10339" y="79649"/>
                  </a:lnTo>
                  <a:cubicBezTo>
                    <a:pt x="10036" y="80254"/>
                    <a:pt x="10036" y="80557"/>
                    <a:pt x="10036" y="81162"/>
                  </a:cubicBezTo>
                  <a:cubicBezTo>
                    <a:pt x="10036" y="82675"/>
                    <a:pt x="11247" y="83582"/>
                    <a:pt x="13670" y="83582"/>
                  </a:cubicBezTo>
                  <a:cubicBezTo>
                    <a:pt x="23361" y="83582"/>
                    <a:pt x="35474" y="85700"/>
                    <a:pt x="47891" y="89633"/>
                  </a:cubicBezTo>
                  <a:cubicBezTo>
                    <a:pt x="82717" y="100826"/>
                    <a:pt x="98768" y="119583"/>
                    <a:pt x="98768" y="149533"/>
                  </a:cubicBezTo>
                  <a:cubicBezTo>
                    <a:pt x="98768" y="178576"/>
                    <a:pt x="80295" y="201265"/>
                    <a:pt x="56673" y="201265"/>
                  </a:cubicBezTo>
                  <a:cubicBezTo>
                    <a:pt x="50616" y="201265"/>
                    <a:pt x="45468" y="199147"/>
                    <a:pt x="36383" y="192492"/>
                  </a:cubicBezTo>
                  <a:cubicBezTo>
                    <a:pt x="26692" y="185534"/>
                    <a:pt x="19727" y="182508"/>
                    <a:pt x="13367" y="182508"/>
                  </a:cubicBezTo>
                  <a:cubicBezTo>
                    <a:pt x="4585" y="182508"/>
                    <a:pt x="345" y="186139"/>
                    <a:pt x="345" y="193702"/>
                  </a:cubicBezTo>
                  <a:cubicBezTo>
                    <a:pt x="345" y="205198"/>
                    <a:pt x="14578" y="212459"/>
                    <a:pt x="37291" y="212459"/>
                  </a:cubicBezTo>
                  <a:cubicBezTo>
                    <a:pt x="62730" y="212459"/>
                    <a:pt x="84534" y="204290"/>
                    <a:pt x="99676" y="188861"/>
                  </a:cubicBezTo>
                  <a:cubicBezTo>
                    <a:pt x="113607" y="175248"/>
                    <a:pt x="119966" y="158004"/>
                    <a:pt x="119966" y="135012"/>
                  </a:cubicBezTo>
                  <a:cubicBezTo>
                    <a:pt x="119966" y="113230"/>
                    <a:pt x="114213" y="99313"/>
                    <a:pt x="99071" y="84187"/>
                  </a:cubicBezTo>
                  <a:cubicBezTo>
                    <a:pt x="85746" y="70876"/>
                    <a:pt x="68484" y="63918"/>
                    <a:pt x="32749" y="57565"/>
                  </a:cubicBezTo>
                  <a:lnTo>
                    <a:pt x="45468" y="31850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EC13E3-F55B-F88A-6EA7-FB54A23A051D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3219468" y="4916612"/>
              <a:ext cx="139306" cy="204508"/>
            </a:xfrm>
            <a:custGeom>
              <a:avLst/>
              <a:gdLst>
                <a:gd name="connsiteX0" fmla="*/ 139656 w 139306"/>
                <a:gd name="connsiteY0" fmla="*/ 134709 h 204508"/>
                <a:gd name="connsiteX1" fmla="*/ 108766 w 139306"/>
                <a:gd name="connsiteY1" fmla="*/ 134709 h 204508"/>
                <a:gd name="connsiteX2" fmla="*/ 108766 w 139306"/>
                <a:gd name="connsiteY2" fmla="*/ 85 h 204508"/>
                <a:gd name="connsiteX3" fmla="*/ 95441 w 139306"/>
                <a:gd name="connsiteY3" fmla="*/ 85 h 204508"/>
                <a:gd name="connsiteX4" fmla="*/ 350 w 139306"/>
                <a:gd name="connsiteY4" fmla="*/ 134709 h 204508"/>
                <a:gd name="connsiteX5" fmla="*/ 350 w 139306"/>
                <a:gd name="connsiteY5" fmla="*/ 154071 h 204508"/>
                <a:gd name="connsiteX6" fmla="*/ 85448 w 139306"/>
                <a:gd name="connsiteY6" fmla="*/ 154071 h 204508"/>
                <a:gd name="connsiteX7" fmla="*/ 85448 w 139306"/>
                <a:gd name="connsiteY7" fmla="*/ 204593 h 204508"/>
                <a:gd name="connsiteX8" fmla="*/ 108766 w 139306"/>
                <a:gd name="connsiteY8" fmla="*/ 204593 h 204508"/>
                <a:gd name="connsiteX9" fmla="*/ 108766 w 139306"/>
                <a:gd name="connsiteY9" fmla="*/ 154071 h 204508"/>
                <a:gd name="connsiteX10" fmla="*/ 139656 w 139306"/>
                <a:gd name="connsiteY10" fmla="*/ 154071 h 204508"/>
                <a:gd name="connsiteX11" fmla="*/ 139656 w 139306"/>
                <a:gd name="connsiteY11" fmla="*/ 134709 h 204508"/>
                <a:gd name="connsiteX12" fmla="*/ 85145 w 139306"/>
                <a:gd name="connsiteY12" fmla="*/ 134709 h 204508"/>
                <a:gd name="connsiteX13" fmla="*/ 12463 w 139306"/>
                <a:gd name="connsiteY13" fmla="*/ 134709 h 204508"/>
                <a:gd name="connsiteX14" fmla="*/ 85145 w 139306"/>
                <a:gd name="connsiteY14" fmla="*/ 30942 h 204508"/>
                <a:gd name="connsiteX15" fmla="*/ 85145 w 139306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306" h="204508">
                  <a:moveTo>
                    <a:pt x="139656" y="134709"/>
                  </a:moveTo>
                  <a:lnTo>
                    <a:pt x="108766" y="134709"/>
                  </a:lnTo>
                  <a:lnTo>
                    <a:pt x="108766" y="85"/>
                  </a:lnTo>
                  <a:lnTo>
                    <a:pt x="95441" y="85"/>
                  </a:lnTo>
                  <a:lnTo>
                    <a:pt x="350" y="134709"/>
                  </a:lnTo>
                  <a:lnTo>
                    <a:pt x="350" y="154071"/>
                  </a:lnTo>
                  <a:lnTo>
                    <a:pt x="85448" y="154071"/>
                  </a:lnTo>
                  <a:lnTo>
                    <a:pt x="85448" y="204593"/>
                  </a:lnTo>
                  <a:lnTo>
                    <a:pt x="108766" y="204593"/>
                  </a:lnTo>
                  <a:lnTo>
                    <a:pt x="108766" y="154071"/>
                  </a:lnTo>
                  <a:lnTo>
                    <a:pt x="139656" y="154071"/>
                  </a:lnTo>
                  <a:lnTo>
                    <a:pt x="139656" y="134709"/>
                  </a:lnTo>
                  <a:close/>
                  <a:moveTo>
                    <a:pt x="85145" y="134709"/>
                  </a:moveTo>
                  <a:lnTo>
                    <a:pt x="12463" y="134709"/>
                  </a:lnTo>
                  <a:lnTo>
                    <a:pt x="85145" y="30942"/>
                  </a:lnTo>
                  <a:lnTo>
                    <a:pt x="85145" y="134709"/>
                  </a:lnTo>
                  <a:close/>
                </a:path>
              </a:pathLst>
            </a:custGeom>
            <a:solidFill>
              <a:srgbClr val="FFFFFF"/>
            </a:solidFill>
            <a:ln w="30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8" name="Group 33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y = a_0 \, x^a_1 = 0.498\, x^{1.754}&#10;\end{align*}&#10;}&#10;\end{document}" title="IguanaTex Shape Display">
            <a:extLst>
              <a:ext uri="{FF2B5EF4-FFF2-40B4-BE49-F238E27FC236}">
                <a16:creationId xmlns:a16="http://schemas.microsoft.com/office/drawing/2014/main" id="{6D2743EE-0F67-D1A2-C983-86A8774685C5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3708400" y="3429000"/>
            <a:ext cx="3469479" cy="333183"/>
            <a:chOff x="9082199" y="5586832"/>
            <a:chExt cx="3469479" cy="333183"/>
          </a:xfrm>
          <a:solidFill>
            <a:srgbClr val="00B0F0"/>
          </a:solidFill>
        </p:grpSpPr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5057AA25-C065-BCB4-A862-84AEFFAA80CD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9082199" y="5699898"/>
              <a:ext cx="268059" cy="155990"/>
            </a:xfrm>
            <a:custGeom>
              <a:avLst/>
              <a:gdLst>
                <a:gd name="connsiteX0" fmla="*/ 202730 w 268059"/>
                <a:gd name="connsiteY0" fmla="*/ 56241 h 155990"/>
                <a:gd name="connsiteX1" fmla="*/ 240766 w 268059"/>
                <a:gd name="connsiteY1" fmla="*/ 78080 h 155990"/>
                <a:gd name="connsiteX2" fmla="*/ 202730 w 268059"/>
                <a:gd name="connsiteY2" fmla="*/ 99919 h 155990"/>
                <a:gd name="connsiteX3" fmla="*/ 11043 w 268059"/>
                <a:gd name="connsiteY3" fmla="*/ 99919 h 155990"/>
                <a:gd name="connsiteX4" fmla="*/ 176 w 268059"/>
                <a:gd name="connsiteY4" fmla="*/ 105591 h 155990"/>
                <a:gd name="connsiteX5" fmla="*/ 10741 w 268059"/>
                <a:gd name="connsiteY5" fmla="*/ 111263 h 155990"/>
                <a:gd name="connsiteX6" fmla="*/ 189146 w 268059"/>
                <a:gd name="connsiteY6" fmla="*/ 111263 h 155990"/>
                <a:gd name="connsiteX7" fmla="*/ 158959 w 268059"/>
                <a:gd name="connsiteY7" fmla="*/ 152955 h 155990"/>
                <a:gd name="connsiteX8" fmla="*/ 164695 w 268059"/>
                <a:gd name="connsiteY8" fmla="*/ 156075 h 155990"/>
                <a:gd name="connsiteX9" fmla="*/ 170430 w 268059"/>
                <a:gd name="connsiteY9" fmla="*/ 153806 h 155990"/>
                <a:gd name="connsiteX10" fmla="*/ 204843 w 268059"/>
                <a:gd name="connsiteY10" fmla="*/ 111547 h 155990"/>
                <a:gd name="connsiteX11" fmla="*/ 261595 w 268059"/>
                <a:gd name="connsiteY11" fmla="*/ 82334 h 155990"/>
                <a:gd name="connsiteX12" fmla="*/ 267632 w 268059"/>
                <a:gd name="connsiteY12" fmla="*/ 79782 h 155990"/>
                <a:gd name="connsiteX13" fmla="*/ 268236 w 268059"/>
                <a:gd name="connsiteY13" fmla="*/ 78080 h 155990"/>
                <a:gd name="connsiteX14" fmla="*/ 267934 w 268059"/>
                <a:gd name="connsiteY14" fmla="*/ 76378 h 155990"/>
                <a:gd name="connsiteX15" fmla="*/ 267028 w 268059"/>
                <a:gd name="connsiteY15" fmla="*/ 75811 h 155990"/>
                <a:gd name="connsiteX16" fmla="*/ 260387 w 268059"/>
                <a:gd name="connsiteY16" fmla="*/ 73542 h 155990"/>
                <a:gd name="connsiteX17" fmla="*/ 172543 w 268059"/>
                <a:gd name="connsiteY17" fmla="*/ 6041 h 155990"/>
                <a:gd name="connsiteX18" fmla="*/ 164695 w 268059"/>
                <a:gd name="connsiteY18" fmla="*/ 85 h 155990"/>
                <a:gd name="connsiteX19" fmla="*/ 158959 w 268059"/>
                <a:gd name="connsiteY19" fmla="*/ 3204 h 155990"/>
                <a:gd name="connsiteX20" fmla="*/ 189146 w 268059"/>
                <a:gd name="connsiteY20" fmla="*/ 44896 h 155990"/>
                <a:gd name="connsiteX21" fmla="*/ 10741 w 268059"/>
                <a:gd name="connsiteY21" fmla="*/ 44896 h 155990"/>
                <a:gd name="connsiteX22" fmla="*/ 176 w 268059"/>
                <a:gd name="connsiteY22" fmla="*/ 50569 h 155990"/>
                <a:gd name="connsiteX23" fmla="*/ 11043 w 268059"/>
                <a:gd name="connsiteY23" fmla="*/ 56241 h 155990"/>
                <a:gd name="connsiteX24" fmla="*/ 202730 w 268059"/>
                <a:gd name="connsiteY24" fmla="*/ 56241 h 15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8059" h="155990">
                  <a:moveTo>
                    <a:pt x="202730" y="56241"/>
                  </a:moveTo>
                  <a:cubicBezTo>
                    <a:pt x="215409" y="66451"/>
                    <a:pt x="230804" y="73826"/>
                    <a:pt x="240766" y="78080"/>
                  </a:cubicBezTo>
                  <a:cubicBezTo>
                    <a:pt x="229898" y="82618"/>
                    <a:pt x="215107" y="89992"/>
                    <a:pt x="202730" y="99919"/>
                  </a:cubicBezTo>
                  <a:lnTo>
                    <a:pt x="11043" y="99919"/>
                  </a:lnTo>
                  <a:cubicBezTo>
                    <a:pt x="5911" y="99919"/>
                    <a:pt x="176" y="99919"/>
                    <a:pt x="176" y="105591"/>
                  </a:cubicBezTo>
                  <a:cubicBezTo>
                    <a:pt x="176" y="111263"/>
                    <a:pt x="5610" y="111263"/>
                    <a:pt x="10741" y="111263"/>
                  </a:cubicBezTo>
                  <a:lnTo>
                    <a:pt x="189146" y="111263"/>
                  </a:lnTo>
                  <a:cubicBezTo>
                    <a:pt x="174656" y="124310"/>
                    <a:pt x="158959" y="149268"/>
                    <a:pt x="158959" y="152955"/>
                  </a:cubicBezTo>
                  <a:cubicBezTo>
                    <a:pt x="158959" y="156075"/>
                    <a:pt x="162883" y="156075"/>
                    <a:pt x="164695" y="156075"/>
                  </a:cubicBezTo>
                  <a:cubicBezTo>
                    <a:pt x="167110" y="156075"/>
                    <a:pt x="169223" y="156075"/>
                    <a:pt x="170430" y="153806"/>
                  </a:cubicBezTo>
                  <a:cubicBezTo>
                    <a:pt x="176769" y="143029"/>
                    <a:pt x="185222" y="127997"/>
                    <a:pt x="204843" y="111547"/>
                  </a:cubicBezTo>
                  <a:cubicBezTo>
                    <a:pt x="225672" y="94246"/>
                    <a:pt x="245897" y="86588"/>
                    <a:pt x="261595" y="82334"/>
                  </a:cubicBezTo>
                  <a:cubicBezTo>
                    <a:pt x="266726" y="80632"/>
                    <a:pt x="267028" y="80349"/>
                    <a:pt x="267632" y="79782"/>
                  </a:cubicBezTo>
                  <a:cubicBezTo>
                    <a:pt x="268236" y="79498"/>
                    <a:pt x="268236" y="78647"/>
                    <a:pt x="268236" y="78080"/>
                  </a:cubicBezTo>
                  <a:cubicBezTo>
                    <a:pt x="268236" y="77513"/>
                    <a:pt x="268236" y="76945"/>
                    <a:pt x="267934" y="76378"/>
                  </a:cubicBezTo>
                  <a:lnTo>
                    <a:pt x="267028" y="75811"/>
                  </a:lnTo>
                  <a:cubicBezTo>
                    <a:pt x="266425" y="75527"/>
                    <a:pt x="266123" y="75244"/>
                    <a:pt x="260387" y="73542"/>
                  </a:cubicBezTo>
                  <a:cubicBezTo>
                    <a:pt x="219635" y="62197"/>
                    <a:pt x="189448" y="36388"/>
                    <a:pt x="172543" y="6041"/>
                  </a:cubicBezTo>
                  <a:cubicBezTo>
                    <a:pt x="169223" y="368"/>
                    <a:pt x="168921" y="85"/>
                    <a:pt x="164695" y="85"/>
                  </a:cubicBezTo>
                  <a:cubicBezTo>
                    <a:pt x="162883" y="85"/>
                    <a:pt x="158959" y="85"/>
                    <a:pt x="158959" y="3204"/>
                  </a:cubicBezTo>
                  <a:cubicBezTo>
                    <a:pt x="158959" y="6892"/>
                    <a:pt x="174354" y="31566"/>
                    <a:pt x="189146" y="44896"/>
                  </a:cubicBezTo>
                  <a:lnTo>
                    <a:pt x="10741" y="44896"/>
                  </a:lnTo>
                  <a:cubicBezTo>
                    <a:pt x="5610" y="44896"/>
                    <a:pt x="176" y="44896"/>
                    <a:pt x="176" y="50569"/>
                  </a:cubicBezTo>
                  <a:cubicBezTo>
                    <a:pt x="176" y="56241"/>
                    <a:pt x="5911" y="56241"/>
                    <a:pt x="11043" y="56241"/>
                  </a:cubicBezTo>
                  <a:lnTo>
                    <a:pt x="202730" y="56241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83149ACD-EE03-4F18-4150-3568A4338A8F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9731685" y="5723722"/>
              <a:ext cx="135841" cy="183501"/>
            </a:xfrm>
            <a:custGeom>
              <a:avLst/>
              <a:gdLst>
                <a:gd name="connsiteX0" fmla="*/ 11971 w 135841"/>
                <a:gd name="connsiteY0" fmla="*/ 11713 h 183501"/>
                <a:gd name="connsiteX1" fmla="*/ 21329 w 135841"/>
                <a:gd name="connsiteY1" fmla="*/ 10578 h 183501"/>
                <a:gd name="connsiteX2" fmla="*/ 56950 w 135841"/>
                <a:gd name="connsiteY2" fmla="*/ 66451 h 183501"/>
                <a:gd name="connsiteX3" fmla="*/ 69327 w 135841"/>
                <a:gd name="connsiteY3" fmla="*/ 122891 h 183501"/>
                <a:gd name="connsiteX4" fmla="*/ 62987 w 135841"/>
                <a:gd name="connsiteY4" fmla="*/ 137072 h 183501"/>
                <a:gd name="connsiteX5" fmla="*/ 44271 w 135841"/>
                <a:gd name="connsiteY5" fmla="*/ 159478 h 183501"/>
                <a:gd name="connsiteX6" fmla="*/ 30385 w 135841"/>
                <a:gd name="connsiteY6" fmla="*/ 167987 h 183501"/>
                <a:gd name="connsiteX7" fmla="*/ 23141 w 135841"/>
                <a:gd name="connsiteY7" fmla="*/ 164867 h 183501"/>
                <a:gd name="connsiteX8" fmla="*/ 11971 w 135841"/>
                <a:gd name="connsiteY8" fmla="*/ 160045 h 183501"/>
                <a:gd name="connsiteX9" fmla="*/ 199 w 135841"/>
                <a:gd name="connsiteY9" fmla="*/ 171106 h 183501"/>
                <a:gd name="connsiteX10" fmla="*/ 15594 w 135841"/>
                <a:gd name="connsiteY10" fmla="*/ 183586 h 183501"/>
                <a:gd name="connsiteX11" fmla="*/ 107060 w 135841"/>
                <a:gd name="connsiteY11" fmla="*/ 84886 h 183501"/>
                <a:gd name="connsiteX12" fmla="*/ 136040 w 135841"/>
                <a:gd name="connsiteY12" fmla="*/ 15683 h 183501"/>
                <a:gd name="connsiteX13" fmla="*/ 119437 w 135841"/>
                <a:gd name="connsiteY13" fmla="*/ 84 h 183501"/>
                <a:gd name="connsiteX14" fmla="*/ 107664 w 135841"/>
                <a:gd name="connsiteY14" fmla="*/ 10578 h 183501"/>
                <a:gd name="connsiteX15" fmla="*/ 116116 w 135841"/>
                <a:gd name="connsiteY15" fmla="*/ 21639 h 183501"/>
                <a:gd name="connsiteX16" fmla="*/ 123965 w 135841"/>
                <a:gd name="connsiteY16" fmla="*/ 31282 h 183501"/>
                <a:gd name="connsiteX17" fmla="*/ 87137 w 135841"/>
                <a:gd name="connsiteY17" fmla="*/ 104740 h 183501"/>
                <a:gd name="connsiteX18" fmla="*/ 81099 w 135841"/>
                <a:gd name="connsiteY18" fmla="*/ 71840 h 183501"/>
                <a:gd name="connsiteX19" fmla="*/ 55139 w 135841"/>
                <a:gd name="connsiteY19" fmla="*/ 84 h 183501"/>
                <a:gd name="connsiteX20" fmla="*/ 53931 w 135841"/>
                <a:gd name="connsiteY20" fmla="*/ 84 h 183501"/>
                <a:gd name="connsiteX21" fmla="*/ 51214 w 135841"/>
                <a:gd name="connsiteY21" fmla="*/ 368 h 183501"/>
                <a:gd name="connsiteX22" fmla="*/ 21631 w 135841"/>
                <a:gd name="connsiteY22" fmla="*/ 5190 h 183501"/>
                <a:gd name="connsiteX23" fmla="*/ 11971 w 135841"/>
                <a:gd name="connsiteY23" fmla="*/ 6891 h 183501"/>
                <a:gd name="connsiteX24" fmla="*/ 11971 w 135841"/>
                <a:gd name="connsiteY24" fmla="*/ 11713 h 183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841" h="183501">
                  <a:moveTo>
                    <a:pt x="11971" y="11713"/>
                  </a:moveTo>
                  <a:cubicBezTo>
                    <a:pt x="15896" y="10862"/>
                    <a:pt x="18009" y="10578"/>
                    <a:pt x="21329" y="10578"/>
                  </a:cubicBezTo>
                  <a:cubicBezTo>
                    <a:pt x="38536" y="10578"/>
                    <a:pt x="43064" y="17669"/>
                    <a:pt x="56950" y="66451"/>
                  </a:cubicBezTo>
                  <a:cubicBezTo>
                    <a:pt x="62082" y="84886"/>
                    <a:pt x="69327" y="118070"/>
                    <a:pt x="69327" y="122891"/>
                  </a:cubicBezTo>
                  <a:cubicBezTo>
                    <a:pt x="69327" y="127429"/>
                    <a:pt x="67515" y="131967"/>
                    <a:pt x="62987" y="137072"/>
                  </a:cubicBezTo>
                  <a:cubicBezTo>
                    <a:pt x="53629" y="148701"/>
                    <a:pt x="47592" y="156075"/>
                    <a:pt x="44271" y="159478"/>
                  </a:cubicBezTo>
                  <a:cubicBezTo>
                    <a:pt x="37932" y="165718"/>
                    <a:pt x="34310" y="167987"/>
                    <a:pt x="30385" y="167987"/>
                  </a:cubicBezTo>
                  <a:cubicBezTo>
                    <a:pt x="28574" y="167987"/>
                    <a:pt x="26461" y="167136"/>
                    <a:pt x="23141" y="164867"/>
                  </a:cubicBezTo>
                  <a:cubicBezTo>
                    <a:pt x="18613" y="161463"/>
                    <a:pt x="15292" y="160045"/>
                    <a:pt x="11971" y="160045"/>
                  </a:cubicBezTo>
                  <a:cubicBezTo>
                    <a:pt x="5330" y="160045"/>
                    <a:pt x="199" y="164867"/>
                    <a:pt x="199" y="171106"/>
                  </a:cubicBezTo>
                  <a:cubicBezTo>
                    <a:pt x="199" y="178197"/>
                    <a:pt x="6840" y="183586"/>
                    <a:pt x="15594" y="183586"/>
                  </a:cubicBezTo>
                  <a:cubicBezTo>
                    <a:pt x="34914" y="183586"/>
                    <a:pt x="74458" y="141043"/>
                    <a:pt x="107060" y="84886"/>
                  </a:cubicBezTo>
                  <a:cubicBezTo>
                    <a:pt x="127587" y="50001"/>
                    <a:pt x="136040" y="29581"/>
                    <a:pt x="136040" y="15683"/>
                  </a:cubicBezTo>
                  <a:cubicBezTo>
                    <a:pt x="136040" y="7175"/>
                    <a:pt x="128493" y="84"/>
                    <a:pt x="119437" y="84"/>
                  </a:cubicBezTo>
                  <a:cubicBezTo>
                    <a:pt x="112494" y="84"/>
                    <a:pt x="107664" y="4339"/>
                    <a:pt x="107664" y="10578"/>
                  </a:cubicBezTo>
                  <a:cubicBezTo>
                    <a:pt x="107664" y="14833"/>
                    <a:pt x="110079" y="17952"/>
                    <a:pt x="116116" y="21639"/>
                  </a:cubicBezTo>
                  <a:cubicBezTo>
                    <a:pt x="121852" y="24759"/>
                    <a:pt x="123965" y="27312"/>
                    <a:pt x="123965" y="31282"/>
                  </a:cubicBezTo>
                  <a:cubicBezTo>
                    <a:pt x="123965" y="42627"/>
                    <a:pt x="112796" y="64749"/>
                    <a:pt x="87137" y="104740"/>
                  </a:cubicBezTo>
                  <a:lnTo>
                    <a:pt x="81099" y="71840"/>
                  </a:lnTo>
                  <a:cubicBezTo>
                    <a:pt x="76571" y="46881"/>
                    <a:pt x="59667" y="84"/>
                    <a:pt x="55139" y="84"/>
                  </a:cubicBezTo>
                  <a:lnTo>
                    <a:pt x="53931" y="84"/>
                  </a:lnTo>
                  <a:cubicBezTo>
                    <a:pt x="53629" y="368"/>
                    <a:pt x="52422" y="368"/>
                    <a:pt x="51214" y="368"/>
                  </a:cubicBezTo>
                  <a:cubicBezTo>
                    <a:pt x="48498" y="652"/>
                    <a:pt x="37630" y="2353"/>
                    <a:pt x="21631" y="5190"/>
                  </a:cubicBezTo>
                  <a:cubicBezTo>
                    <a:pt x="20122" y="5473"/>
                    <a:pt x="16198" y="6324"/>
                    <a:pt x="11971" y="6891"/>
                  </a:cubicBezTo>
                  <a:lnTo>
                    <a:pt x="11971" y="11713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67F226A-5809-BD51-0D36-23ABCB1723E6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9957697" y="5744710"/>
              <a:ext cx="200742" cy="66366"/>
            </a:xfrm>
            <a:custGeom>
              <a:avLst/>
              <a:gdLst>
                <a:gd name="connsiteX0" fmla="*/ 190685 w 200742"/>
                <a:gd name="connsiteY0" fmla="*/ 11429 h 66366"/>
                <a:gd name="connsiteX1" fmla="*/ 200949 w 200742"/>
                <a:gd name="connsiteY1" fmla="*/ 5756 h 66366"/>
                <a:gd name="connsiteX2" fmla="*/ 190987 w 200742"/>
                <a:gd name="connsiteY2" fmla="*/ 84 h 66366"/>
                <a:gd name="connsiteX3" fmla="*/ 10167 w 200742"/>
                <a:gd name="connsiteY3" fmla="*/ 84 h 66366"/>
                <a:gd name="connsiteX4" fmla="*/ 206 w 200742"/>
                <a:gd name="connsiteY4" fmla="*/ 5756 h 66366"/>
                <a:gd name="connsiteX5" fmla="*/ 10469 w 200742"/>
                <a:gd name="connsiteY5" fmla="*/ 11429 h 66366"/>
                <a:gd name="connsiteX6" fmla="*/ 190685 w 200742"/>
                <a:gd name="connsiteY6" fmla="*/ 11429 h 66366"/>
                <a:gd name="connsiteX7" fmla="*/ 190987 w 200742"/>
                <a:gd name="connsiteY7" fmla="*/ 66451 h 66366"/>
                <a:gd name="connsiteX8" fmla="*/ 200949 w 200742"/>
                <a:gd name="connsiteY8" fmla="*/ 60778 h 66366"/>
                <a:gd name="connsiteX9" fmla="*/ 190685 w 200742"/>
                <a:gd name="connsiteY9" fmla="*/ 55106 h 66366"/>
                <a:gd name="connsiteX10" fmla="*/ 10469 w 200742"/>
                <a:gd name="connsiteY10" fmla="*/ 55106 h 66366"/>
                <a:gd name="connsiteX11" fmla="*/ 206 w 200742"/>
                <a:gd name="connsiteY11" fmla="*/ 60778 h 66366"/>
                <a:gd name="connsiteX12" fmla="*/ 10167 w 200742"/>
                <a:gd name="connsiteY12" fmla="*/ 66451 h 66366"/>
                <a:gd name="connsiteX13" fmla="*/ 190987 w 200742"/>
                <a:gd name="connsiteY13" fmla="*/ 66451 h 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742" h="66366">
                  <a:moveTo>
                    <a:pt x="190685" y="11429"/>
                  </a:moveTo>
                  <a:cubicBezTo>
                    <a:pt x="195213" y="11429"/>
                    <a:pt x="200949" y="11429"/>
                    <a:pt x="200949" y="5756"/>
                  </a:cubicBezTo>
                  <a:cubicBezTo>
                    <a:pt x="200949" y="84"/>
                    <a:pt x="195213" y="84"/>
                    <a:pt x="190987" y="84"/>
                  </a:cubicBezTo>
                  <a:lnTo>
                    <a:pt x="10167" y="84"/>
                  </a:lnTo>
                  <a:cubicBezTo>
                    <a:pt x="5941" y="84"/>
                    <a:pt x="206" y="84"/>
                    <a:pt x="206" y="5756"/>
                  </a:cubicBezTo>
                  <a:cubicBezTo>
                    <a:pt x="206" y="11429"/>
                    <a:pt x="5941" y="11429"/>
                    <a:pt x="10469" y="11429"/>
                  </a:cubicBezTo>
                  <a:lnTo>
                    <a:pt x="190685" y="11429"/>
                  </a:lnTo>
                  <a:close/>
                  <a:moveTo>
                    <a:pt x="190987" y="66451"/>
                  </a:moveTo>
                  <a:cubicBezTo>
                    <a:pt x="195213" y="66451"/>
                    <a:pt x="200949" y="66451"/>
                    <a:pt x="200949" y="60778"/>
                  </a:cubicBezTo>
                  <a:cubicBezTo>
                    <a:pt x="200949" y="55106"/>
                    <a:pt x="195213" y="55106"/>
                    <a:pt x="190685" y="55106"/>
                  </a:cubicBezTo>
                  <a:lnTo>
                    <a:pt x="10469" y="55106"/>
                  </a:lnTo>
                  <a:cubicBezTo>
                    <a:pt x="5941" y="55106"/>
                    <a:pt x="206" y="55106"/>
                    <a:pt x="206" y="60778"/>
                  </a:cubicBezTo>
                  <a:cubicBezTo>
                    <a:pt x="206" y="66451"/>
                    <a:pt x="5941" y="66451"/>
                    <a:pt x="10167" y="66451"/>
                  </a:cubicBezTo>
                  <a:lnTo>
                    <a:pt x="190987" y="66451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3DB45B47-F791-2FFA-049B-9D699E00CB11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248685" y="5723722"/>
              <a:ext cx="138557" cy="128195"/>
            </a:xfrm>
            <a:custGeom>
              <a:avLst/>
              <a:gdLst>
                <a:gd name="connsiteX0" fmla="*/ 135151 w 138557"/>
                <a:gd name="connsiteY0" fmla="*/ 93962 h 128195"/>
                <a:gd name="connsiteX1" fmla="*/ 126698 w 138557"/>
                <a:gd name="connsiteY1" fmla="*/ 101903 h 128195"/>
                <a:gd name="connsiteX2" fmla="*/ 111001 w 138557"/>
                <a:gd name="connsiteY2" fmla="*/ 113532 h 128195"/>
                <a:gd name="connsiteX3" fmla="*/ 106775 w 138557"/>
                <a:gd name="connsiteY3" fmla="*/ 109845 h 128195"/>
                <a:gd name="connsiteX4" fmla="*/ 133641 w 138557"/>
                <a:gd name="connsiteY4" fmla="*/ 6891 h 128195"/>
                <a:gd name="connsiteX5" fmla="*/ 135453 w 138557"/>
                <a:gd name="connsiteY5" fmla="*/ 935 h 128195"/>
                <a:gd name="connsiteX6" fmla="*/ 133340 w 138557"/>
                <a:gd name="connsiteY6" fmla="*/ 84 h 128195"/>
                <a:gd name="connsiteX7" fmla="*/ 114926 w 138557"/>
                <a:gd name="connsiteY7" fmla="*/ 2069 h 128195"/>
                <a:gd name="connsiteX8" fmla="*/ 114020 w 138557"/>
                <a:gd name="connsiteY8" fmla="*/ 2920 h 128195"/>
                <a:gd name="connsiteX9" fmla="*/ 110699 w 138557"/>
                <a:gd name="connsiteY9" fmla="*/ 16534 h 128195"/>
                <a:gd name="connsiteX10" fmla="*/ 86550 w 138557"/>
                <a:gd name="connsiteY10" fmla="*/ 84 h 128195"/>
                <a:gd name="connsiteX11" fmla="*/ 215 w 138557"/>
                <a:gd name="connsiteY11" fmla="*/ 96798 h 128195"/>
                <a:gd name="connsiteX12" fmla="*/ 31006 w 138557"/>
                <a:gd name="connsiteY12" fmla="*/ 128280 h 128195"/>
                <a:gd name="connsiteX13" fmla="*/ 91682 w 138557"/>
                <a:gd name="connsiteY13" fmla="*/ 83752 h 128195"/>
                <a:gd name="connsiteX14" fmla="*/ 84739 w 138557"/>
                <a:gd name="connsiteY14" fmla="*/ 116368 h 128195"/>
                <a:gd name="connsiteX15" fmla="*/ 96813 w 138557"/>
                <a:gd name="connsiteY15" fmla="*/ 127996 h 128195"/>
                <a:gd name="connsiteX16" fmla="*/ 138773 w 138557"/>
                <a:gd name="connsiteY16" fmla="*/ 96798 h 128195"/>
                <a:gd name="connsiteX17" fmla="*/ 135151 w 138557"/>
                <a:gd name="connsiteY17" fmla="*/ 93962 h 128195"/>
                <a:gd name="connsiteX18" fmla="*/ 88361 w 138557"/>
                <a:gd name="connsiteY18" fmla="*/ 6324 h 128195"/>
                <a:gd name="connsiteX19" fmla="*/ 105266 w 138557"/>
                <a:gd name="connsiteY19" fmla="*/ 23624 h 128195"/>
                <a:gd name="connsiteX20" fmla="*/ 69343 w 138557"/>
                <a:gd name="connsiteY20" fmla="*/ 101903 h 128195"/>
                <a:gd name="connsiteX21" fmla="*/ 43081 w 138557"/>
                <a:gd name="connsiteY21" fmla="*/ 114382 h 128195"/>
                <a:gd name="connsiteX22" fmla="*/ 25572 w 138557"/>
                <a:gd name="connsiteY22" fmla="*/ 93111 h 128195"/>
                <a:gd name="connsiteX23" fmla="*/ 50024 w 138557"/>
                <a:gd name="connsiteY23" fmla="*/ 30999 h 128195"/>
                <a:gd name="connsiteX24" fmla="*/ 88361 w 138557"/>
                <a:gd name="connsiteY24" fmla="*/ 6324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557" h="128195">
                  <a:moveTo>
                    <a:pt x="135151" y="93962"/>
                  </a:moveTo>
                  <a:cubicBezTo>
                    <a:pt x="130623" y="98216"/>
                    <a:pt x="128811" y="99634"/>
                    <a:pt x="126698" y="101903"/>
                  </a:cubicBezTo>
                  <a:cubicBezTo>
                    <a:pt x="117642" y="110695"/>
                    <a:pt x="113718" y="113532"/>
                    <a:pt x="111001" y="113532"/>
                  </a:cubicBezTo>
                  <a:cubicBezTo>
                    <a:pt x="108586" y="113532"/>
                    <a:pt x="106775" y="111830"/>
                    <a:pt x="106775" y="109845"/>
                  </a:cubicBezTo>
                  <a:cubicBezTo>
                    <a:pt x="106775" y="104172"/>
                    <a:pt x="119454" y="55673"/>
                    <a:pt x="133641" y="6891"/>
                  </a:cubicBezTo>
                  <a:cubicBezTo>
                    <a:pt x="134547" y="4055"/>
                    <a:pt x="134849" y="3488"/>
                    <a:pt x="135453" y="935"/>
                  </a:cubicBezTo>
                  <a:lnTo>
                    <a:pt x="133340" y="84"/>
                  </a:lnTo>
                  <a:lnTo>
                    <a:pt x="114926" y="2069"/>
                  </a:lnTo>
                  <a:lnTo>
                    <a:pt x="114020" y="2920"/>
                  </a:lnTo>
                  <a:lnTo>
                    <a:pt x="110699" y="16534"/>
                  </a:lnTo>
                  <a:cubicBezTo>
                    <a:pt x="108284" y="6040"/>
                    <a:pt x="99530" y="84"/>
                    <a:pt x="86550" y="84"/>
                  </a:cubicBezTo>
                  <a:cubicBezTo>
                    <a:pt x="46703" y="84"/>
                    <a:pt x="215" y="51986"/>
                    <a:pt x="215" y="96798"/>
                  </a:cubicBezTo>
                  <a:cubicBezTo>
                    <a:pt x="215" y="116651"/>
                    <a:pt x="11686" y="128280"/>
                    <a:pt x="31006" y="128280"/>
                  </a:cubicBezTo>
                  <a:cubicBezTo>
                    <a:pt x="52137" y="128280"/>
                    <a:pt x="65117" y="118920"/>
                    <a:pt x="91682" y="83752"/>
                  </a:cubicBezTo>
                  <a:cubicBezTo>
                    <a:pt x="85644" y="105874"/>
                    <a:pt x="84739" y="109561"/>
                    <a:pt x="84739" y="116368"/>
                  </a:cubicBezTo>
                  <a:cubicBezTo>
                    <a:pt x="84739" y="124593"/>
                    <a:pt x="88361" y="127996"/>
                    <a:pt x="96813" y="127996"/>
                  </a:cubicBezTo>
                  <a:cubicBezTo>
                    <a:pt x="108888" y="127996"/>
                    <a:pt x="116435" y="122607"/>
                    <a:pt x="138773" y="96798"/>
                  </a:cubicBezTo>
                  <a:lnTo>
                    <a:pt x="135151" y="93962"/>
                  </a:lnTo>
                  <a:close/>
                  <a:moveTo>
                    <a:pt x="88361" y="6324"/>
                  </a:moveTo>
                  <a:cubicBezTo>
                    <a:pt x="98625" y="6891"/>
                    <a:pt x="105266" y="13698"/>
                    <a:pt x="105266" y="23624"/>
                  </a:cubicBezTo>
                  <a:cubicBezTo>
                    <a:pt x="105266" y="47448"/>
                    <a:pt x="90172" y="80915"/>
                    <a:pt x="69343" y="101903"/>
                  </a:cubicBezTo>
                  <a:cubicBezTo>
                    <a:pt x="62098" y="109561"/>
                    <a:pt x="51835" y="114382"/>
                    <a:pt x="43081" y="114382"/>
                  </a:cubicBezTo>
                  <a:cubicBezTo>
                    <a:pt x="32515" y="114382"/>
                    <a:pt x="25572" y="106158"/>
                    <a:pt x="25572" y="93111"/>
                  </a:cubicBezTo>
                  <a:cubicBezTo>
                    <a:pt x="25572" y="77796"/>
                    <a:pt x="37043" y="48583"/>
                    <a:pt x="50024" y="30999"/>
                  </a:cubicBezTo>
                  <a:cubicBezTo>
                    <a:pt x="62098" y="14549"/>
                    <a:pt x="76286" y="5473"/>
                    <a:pt x="88361" y="6324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CE20923-BAA6-3C82-D231-AA34AA85292E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400415" y="5749925"/>
              <a:ext cx="100969" cy="144815"/>
            </a:xfrm>
            <a:custGeom>
              <a:avLst/>
              <a:gdLst>
                <a:gd name="connsiteX0" fmla="*/ 51597 w 100969"/>
                <a:gd name="connsiteY0" fmla="*/ 87 h 144815"/>
                <a:gd name="connsiteX1" fmla="*/ 21664 w 100969"/>
                <a:gd name="connsiteY1" fmla="*/ 11001 h 144815"/>
                <a:gd name="connsiteX2" fmla="*/ 219 w 100969"/>
                <a:gd name="connsiteY2" fmla="*/ 71445 h 144815"/>
                <a:gd name="connsiteX3" fmla="*/ 18090 w 100969"/>
                <a:gd name="connsiteY3" fmla="*/ 130631 h 144815"/>
                <a:gd name="connsiteX4" fmla="*/ 50704 w 100969"/>
                <a:gd name="connsiteY4" fmla="*/ 144903 h 144815"/>
                <a:gd name="connsiteX5" fmla="*/ 79743 w 100969"/>
                <a:gd name="connsiteY5" fmla="*/ 133989 h 144815"/>
                <a:gd name="connsiteX6" fmla="*/ 101188 w 100969"/>
                <a:gd name="connsiteY6" fmla="*/ 72705 h 144815"/>
                <a:gd name="connsiteX7" fmla="*/ 51597 w 100969"/>
                <a:gd name="connsiteY7" fmla="*/ 87 h 144815"/>
                <a:gd name="connsiteX8" fmla="*/ 50927 w 100969"/>
                <a:gd name="connsiteY8" fmla="*/ 5544 h 144815"/>
                <a:gd name="connsiteX9" fmla="*/ 79743 w 100969"/>
                <a:gd name="connsiteY9" fmla="*/ 73124 h 144815"/>
                <a:gd name="connsiteX10" fmla="*/ 50704 w 100969"/>
                <a:gd name="connsiteY10" fmla="*/ 139446 h 144815"/>
                <a:gd name="connsiteX11" fmla="*/ 21664 w 100969"/>
                <a:gd name="connsiteY11" fmla="*/ 73334 h 144815"/>
                <a:gd name="connsiteX12" fmla="*/ 50927 w 100969"/>
                <a:gd name="connsiteY12" fmla="*/ 5544 h 144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69" h="144815">
                  <a:moveTo>
                    <a:pt x="51597" y="87"/>
                  </a:moveTo>
                  <a:cubicBezTo>
                    <a:pt x="39311" y="87"/>
                    <a:pt x="29929" y="3655"/>
                    <a:pt x="21664" y="11001"/>
                  </a:cubicBezTo>
                  <a:cubicBezTo>
                    <a:pt x="8708" y="22754"/>
                    <a:pt x="219" y="46890"/>
                    <a:pt x="219" y="71445"/>
                  </a:cubicBezTo>
                  <a:cubicBezTo>
                    <a:pt x="219" y="94322"/>
                    <a:pt x="7591" y="118878"/>
                    <a:pt x="18090" y="130631"/>
                  </a:cubicBezTo>
                  <a:cubicBezTo>
                    <a:pt x="26355" y="139866"/>
                    <a:pt x="37747" y="144903"/>
                    <a:pt x="50704" y="144903"/>
                  </a:cubicBezTo>
                  <a:cubicBezTo>
                    <a:pt x="62096" y="144903"/>
                    <a:pt x="71702" y="141335"/>
                    <a:pt x="79743" y="133989"/>
                  </a:cubicBezTo>
                  <a:cubicBezTo>
                    <a:pt x="92700" y="122446"/>
                    <a:pt x="101188" y="98100"/>
                    <a:pt x="101188" y="72705"/>
                  </a:cubicBezTo>
                  <a:cubicBezTo>
                    <a:pt x="101188" y="29680"/>
                    <a:pt x="80860" y="87"/>
                    <a:pt x="51597" y="87"/>
                  </a:cubicBezTo>
                  <a:close/>
                  <a:moveTo>
                    <a:pt x="50927" y="5544"/>
                  </a:moveTo>
                  <a:cubicBezTo>
                    <a:pt x="69691" y="5544"/>
                    <a:pt x="79743" y="29260"/>
                    <a:pt x="79743" y="73124"/>
                  </a:cubicBezTo>
                  <a:cubicBezTo>
                    <a:pt x="79743" y="116989"/>
                    <a:pt x="69914" y="139446"/>
                    <a:pt x="50704" y="139446"/>
                  </a:cubicBezTo>
                  <a:cubicBezTo>
                    <a:pt x="31493" y="139446"/>
                    <a:pt x="21664" y="116989"/>
                    <a:pt x="21664" y="73334"/>
                  </a:cubicBezTo>
                  <a:cubicBezTo>
                    <a:pt x="21664" y="28840"/>
                    <a:pt x="31716" y="5544"/>
                    <a:pt x="50927" y="5544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C25A33C0-3F9F-660C-07B5-BB8DB0413487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0547830" y="5723722"/>
              <a:ext cx="143085" cy="128195"/>
            </a:xfrm>
            <a:custGeom>
              <a:avLst/>
              <a:gdLst>
                <a:gd name="connsiteX0" fmla="*/ 129727 w 143085"/>
                <a:gd name="connsiteY0" fmla="*/ 93678 h 128195"/>
                <a:gd name="connsiteX1" fmla="*/ 123086 w 143085"/>
                <a:gd name="connsiteY1" fmla="*/ 101336 h 128195"/>
                <a:gd name="connsiteX2" fmla="*/ 109200 w 143085"/>
                <a:gd name="connsiteY2" fmla="*/ 112681 h 128195"/>
                <a:gd name="connsiteX3" fmla="*/ 99842 w 143085"/>
                <a:gd name="connsiteY3" fmla="*/ 101052 h 128195"/>
                <a:gd name="connsiteX4" fmla="*/ 98635 w 143085"/>
                <a:gd name="connsiteY4" fmla="*/ 96231 h 128195"/>
                <a:gd name="connsiteX5" fmla="*/ 87768 w 143085"/>
                <a:gd name="connsiteY5" fmla="*/ 50285 h 128195"/>
                <a:gd name="connsiteX6" fmla="*/ 117351 w 143085"/>
                <a:gd name="connsiteY6" fmla="*/ 15967 h 128195"/>
                <a:gd name="connsiteX7" fmla="*/ 124596 w 143085"/>
                <a:gd name="connsiteY7" fmla="*/ 18236 h 128195"/>
                <a:gd name="connsiteX8" fmla="*/ 132746 w 143085"/>
                <a:gd name="connsiteY8" fmla="*/ 20788 h 128195"/>
                <a:gd name="connsiteX9" fmla="*/ 143311 w 143085"/>
                <a:gd name="connsiteY9" fmla="*/ 10578 h 128195"/>
                <a:gd name="connsiteX10" fmla="*/ 130935 w 143085"/>
                <a:gd name="connsiteY10" fmla="*/ 84 h 128195"/>
                <a:gd name="connsiteX11" fmla="*/ 85353 w 143085"/>
                <a:gd name="connsiteY11" fmla="*/ 40642 h 128195"/>
                <a:gd name="connsiteX12" fmla="*/ 82032 w 143085"/>
                <a:gd name="connsiteY12" fmla="*/ 25043 h 128195"/>
                <a:gd name="connsiteX13" fmla="*/ 66335 w 143085"/>
                <a:gd name="connsiteY13" fmla="*/ 84 h 128195"/>
                <a:gd name="connsiteX14" fmla="*/ 31016 w 143085"/>
                <a:gd name="connsiteY14" fmla="*/ 8309 h 128195"/>
                <a:gd name="connsiteX15" fmla="*/ 27696 w 143085"/>
                <a:gd name="connsiteY15" fmla="*/ 9444 h 128195"/>
                <a:gd name="connsiteX16" fmla="*/ 28903 w 143085"/>
                <a:gd name="connsiteY16" fmla="*/ 13698 h 128195"/>
                <a:gd name="connsiteX17" fmla="*/ 45808 w 143085"/>
                <a:gd name="connsiteY17" fmla="*/ 10578 h 128195"/>
                <a:gd name="connsiteX18" fmla="*/ 59392 w 143085"/>
                <a:gd name="connsiteY18" fmla="*/ 30148 h 128195"/>
                <a:gd name="connsiteX19" fmla="*/ 68146 w 143085"/>
                <a:gd name="connsiteY19" fmla="*/ 65033 h 128195"/>
                <a:gd name="connsiteX20" fmla="*/ 43393 w 143085"/>
                <a:gd name="connsiteY20" fmla="*/ 98216 h 128195"/>
                <a:gd name="connsiteX21" fmla="*/ 27997 w 143085"/>
                <a:gd name="connsiteY21" fmla="*/ 111830 h 128195"/>
                <a:gd name="connsiteX22" fmla="*/ 20149 w 143085"/>
                <a:gd name="connsiteY22" fmla="*/ 109277 h 128195"/>
                <a:gd name="connsiteX23" fmla="*/ 10489 w 143085"/>
                <a:gd name="connsiteY23" fmla="*/ 106441 h 128195"/>
                <a:gd name="connsiteX24" fmla="*/ 225 w 143085"/>
                <a:gd name="connsiteY24" fmla="*/ 116368 h 128195"/>
                <a:gd name="connsiteX25" fmla="*/ 15319 w 143085"/>
                <a:gd name="connsiteY25" fmla="*/ 128280 h 128195"/>
                <a:gd name="connsiteX26" fmla="*/ 43393 w 143085"/>
                <a:gd name="connsiteY26" fmla="*/ 108427 h 128195"/>
                <a:gd name="connsiteX27" fmla="*/ 70561 w 143085"/>
                <a:gd name="connsiteY27" fmla="*/ 75243 h 128195"/>
                <a:gd name="connsiteX28" fmla="*/ 79617 w 143085"/>
                <a:gd name="connsiteY28" fmla="*/ 109277 h 128195"/>
                <a:gd name="connsiteX29" fmla="*/ 97125 w 143085"/>
                <a:gd name="connsiteY29" fmla="*/ 128280 h 128195"/>
                <a:gd name="connsiteX30" fmla="*/ 133954 w 143085"/>
                <a:gd name="connsiteY30" fmla="*/ 95947 h 128195"/>
                <a:gd name="connsiteX31" fmla="*/ 129727 w 143085"/>
                <a:gd name="connsiteY31" fmla="*/ 93678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5" h="128195">
                  <a:moveTo>
                    <a:pt x="129727" y="93678"/>
                  </a:moveTo>
                  <a:cubicBezTo>
                    <a:pt x="127312" y="96231"/>
                    <a:pt x="125803" y="97933"/>
                    <a:pt x="123086" y="101336"/>
                  </a:cubicBezTo>
                  <a:cubicBezTo>
                    <a:pt x="116143" y="109845"/>
                    <a:pt x="112521" y="112681"/>
                    <a:pt x="109200" y="112681"/>
                  </a:cubicBezTo>
                  <a:cubicBezTo>
                    <a:pt x="104672" y="112681"/>
                    <a:pt x="101955" y="108994"/>
                    <a:pt x="99842" y="101052"/>
                  </a:cubicBezTo>
                  <a:cubicBezTo>
                    <a:pt x="99239" y="98783"/>
                    <a:pt x="98937" y="97082"/>
                    <a:pt x="98635" y="96231"/>
                  </a:cubicBezTo>
                  <a:cubicBezTo>
                    <a:pt x="91088" y="67585"/>
                    <a:pt x="87768" y="54539"/>
                    <a:pt x="87768" y="50285"/>
                  </a:cubicBezTo>
                  <a:cubicBezTo>
                    <a:pt x="101050" y="28446"/>
                    <a:pt x="111917" y="15967"/>
                    <a:pt x="117351" y="15967"/>
                  </a:cubicBezTo>
                  <a:cubicBezTo>
                    <a:pt x="119162" y="15967"/>
                    <a:pt x="121577" y="16818"/>
                    <a:pt x="124596" y="18236"/>
                  </a:cubicBezTo>
                  <a:cubicBezTo>
                    <a:pt x="128218" y="20221"/>
                    <a:pt x="130331" y="20788"/>
                    <a:pt x="132746" y="20788"/>
                  </a:cubicBezTo>
                  <a:cubicBezTo>
                    <a:pt x="139085" y="20788"/>
                    <a:pt x="143311" y="16534"/>
                    <a:pt x="143311" y="10578"/>
                  </a:cubicBezTo>
                  <a:cubicBezTo>
                    <a:pt x="143311" y="4622"/>
                    <a:pt x="138180" y="84"/>
                    <a:pt x="130935" y="84"/>
                  </a:cubicBezTo>
                  <a:cubicBezTo>
                    <a:pt x="117653" y="84"/>
                    <a:pt x="106182" y="10294"/>
                    <a:pt x="85353" y="40642"/>
                  </a:cubicBezTo>
                  <a:lnTo>
                    <a:pt x="82032" y="25043"/>
                  </a:lnTo>
                  <a:cubicBezTo>
                    <a:pt x="77806" y="5756"/>
                    <a:pt x="74485" y="84"/>
                    <a:pt x="66335" y="84"/>
                  </a:cubicBezTo>
                  <a:cubicBezTo>
                    <a:pt x="59694" y="84"/>
                    <a:pt x="49430" y="2637"/>
                    <a:pt x="31016" y="8309"/>
                  </a:cubicBezTo>
                  <a:lnTo>
                    <a:pt x="27696" y="9444"/>
                  </a:lnTo>
                  <a:lnTo>
                    <a:pt x="28903" y="13698"/>
                  </a:lnTo>
                  <a:cubicBezTo>
                    <a:pt x="40374" y="11145"/>
                    <a:pt x="43091" y="10578"/>
                    <a:pt x="45808" y="10578"/>
                  </a:cubicBezTo>
                  <a:cubicBezTo>
                    <a:pt x="53354" y="10578"/>
                    <a:pt x="55166" y="13131"/>
                    <a:pt x="59392" y="30148"/>
                  </a:cubicBezTo>
                  <a:lnTo>
                    <a:pt x="68146" y="65033"/>
                  </a:lnTo>
                  <a:lnTo>
                    <a:pt x="43393" y="98216"/>
                  </a:lnTo>
                  <a:cubicBezTo>
                    <a:pt x="37355" y="106725"/>
                    <a:pt x="31318" y="111830"/>
                    <a:pt x="27997" y="111830"/>
                  </a:cubicBezTo>
                  <a:cubicBezTo>
                    <a:pt x="26186" y="111830"/>
                    <a:pt x="23168" y="110979"/>
                    <a:pt x="20149" y="109277"/>
                  </a:cubicBezTo>
                  <a:cubicBezTo>
                    <a:pt x="16225" y="107292"/>
                    <a:pt x="12904" y="106441"/>
                    <a:pt x="10489" y="106441"/>
                  </a:cubicBezTo>
                  <a:cubicBezTo>
                    <a:pt x="4754" y="106441"/>
                    <a:pt x="225" y="110695"/>
                    <a:pt x="225" y="116368"/>
                  </a:cubicBezTo>
                  <a:cubicBezTo>
                    <a:pt x="225" y="123742"/>
                    <a:pt x="6263" y="128280"/>
                    <a:pt x="15319" y="128280"/>
                  </a:cubicBezTo>
                  <a:cubicBezTo>
                    <a:pt x="24677" y="128280"/>
                    <a:pt x="28299" y="125727"/>
                    <a:pt x="43393" y="108427"/>
                  </a:cubicBezTo>
                  <a:cubicBezTo>
                    <a:pt x="51543" y="99351"/>
                    <a:pt x="57882" y="91693"/>
                    <a:pt x="70561" y="75243"/>
                  </a:cubicBezTo>
                  <a:lnTo>
                    <a:pt x="79617" y="109277"/>
                  </a:lnTo>
                  <a:cubicBezTo>
                    <a:pt x="83541" y="123742"/>
                    <a:pt x="87466" y="128280"/>
                    <a:pt x="97125" y="128280"/>
                  </a:cubicBezTo>
                  <a:cubicBezTo>
                    <a:pt x="108596" y="128280"/>
                    <a:pt x="116445" y="121473"/>
                    <a:pt x="133954" y="95947"/>
                  </a:cubicBezTo>
                  <a:lnTo>
                    <a:pt x="129727" y="93678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88580D9-1717-96EB-0EF2-D8A0D99457BF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0695215" y="5638672"/>
              <a:ext cx="102532" cy="94864"/>
            </a:xfrm>
            <a:custGeom>
              <a:avLst/>
              <a:gdLst>
                <a:gd name="connsiteX0" fmla="*/ 100082 w 102532"/>
                <a:gd name="connsiteY0" fmla="*/ 69550 h 94864"/>
                <a:gd name="connsiteX1" fmla="*/ 93827 w 102532"/>
                <a:gd name="connsiteY1" fmla="*/ 75427 h 94864"/>
                <a:gd name="connsiteX2" fmla="*/ 82211 w 102532"/>
                <a:gd name="connsiteY2" fmla="*/ 84032 h 94864"/>
                <a:gd name="connsiteX3" fmla="*/ 79084 w 102532"/>
                <a:gd name="connsiteY3" fmla="*/ 81303 h 94864"/>
                <a:gd name="connsiteX4" fmla="*/ 98965 w 102532"/>
                <a:gd name="connsiteY4" fmla="*/ 5118 h 94864"/>
                <a:gd name="connsiteX5" fmla="*/ 100305 w 102532"/>
                <a:gd name="connsiteY5" fmla="*/ 710 h 94864"/>
                <a:gd name="connsiteX6" fmla="*/ 98741 w 102532"/>
                <a:gd name="connsiteY6" fmla="*/ 81 h 94864"/>
                <a:gd name="connsiteX7" fmla="*/ 85115 w 102532"/>
                <a:gd name="connsiteY7" fmla="*/ 1550 h 94864"/>
                <a:gd name="connsiteX8" fmla="*/ 84445 w 102532"/>
                <a:gd name="connsiteY8" fmla="*/ 2179 h 94864"/>
                <a:gd name="connsiteX9" fmla="*/ 81988 w 102532"/>
                <a:gd name="connsiteY9" fmla="*/ 12253 h 94864"/>
                <a:gd name="connsiteX10" fmla="*/ 64117 w 102532"/>
                <a:gd name="connsiteY10" fmla="*/ 81 h 94864"/>
                <a:gd name="connsiteX11" fmla="*/ 229 w 102532"/>
                <a:gd name="connsiteY11" fmla="*/ 71649 h 94864"/>
                <a:gd name="connsiteX12" fmla="*/ 23014 w 102532"/>
                <a:gd name="connsiteY12" fmla="*/ 94945 h 94864"/>
                <a:gd name="connsiteX13" fmla="*/ 67914 w 102532"/>
                <a:gd name="connsiteY13" fmla="*/ 61995 h 94864"/>
                <a:gd name="connsiteX14" fmla="*/ 62777 w 102532"/>
                <a:gd name="connsiteY14" fmla="*/ 86130 h 94864"/>
                <a:gd name="connsiteX15" fmla="*/ 71712 w 102532"/>
                <a:gd name="connsiteY15" fmla="*/ 94735 h 94864"/>
                <a:gd name="connsiteX16" fmla="*/ 102762 w 102532"/>
                <a:gd name="connsiteY16" fmla="*/ 71649 h 94864"/>
                <a:gd name="connsiteX17" fmla="*/ 100082 w 102532"/>
                <a:gd name="connsiteY17" fmla="*/ 69550 h 94864"/>
                <a:gd name="connsiteX18" fmla="*/ 65457 w 102532"/>
                <a:gd name="connsiteY18" fmla="*/ 4698 h 94864"/>
                <a:gd name="connsiteX19" fmla="*/ 77967 w 102532"/>
                <a:gd name="connsiteY19" fmla="*/ 17500 h 94864"/>
                <a:gd name="connsiteX20" fmla="*/ 51384 w 102532"/>
                <a:gd name="connsiteY20" fmla="*/ 75427 h 94864"/>
                <a:gd name="connsiteX21" fmla="*/ 31950 w 102532"/>
                <a:gd name="connsiteY21" fmla="*/ 84661 h 94864"/>
                <a:gd name="connsiteX22" fmla="*/ 18994 w 102532"/>
                <a:gd name="connsiteY22" fmla="*/ 68920 h 94864"/>
                <a:gd name="connsiteX23" fmla="*/ 37088 w 102532"/>
                <a:gd name="connsiteY23" fmla="*/ 22957 h 94864"/>
                <a:gd name="connsiteX24" fmla="*/ 65457 w 102532"/>
                <a:gd name="connsiteY24" fmla="*/ 4698 h 9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532" h="94864">
                  <a:moveTo>
                    <a:pt x="100082" y="69550"/>
                  </a:moveTo>
                  <a:cubicBezTo>
                    <a:pt x="96731" y="72698"/>
                    <a:pt x="95391" y="73748"/>
                    <a:pt x="93827" y="75427"/>
                  </a:cubicBezTo>
                  <a:cubicBezTo>
                    <a:pt x="87125" y="81933"/>
                    <a:pt x="84221" y="84032"/>
                    <a:pt x="82211" y="84032"/>
                  </a:cubicBezTo>
                  <a:cubicBezTo>
                    <a:pt x="80424" y="84032"/>
                    <a:pt x="79084" y="82772"/>
                    <a:pt x="79084" y="81303"/>
                  </a:cubicBezTo>
                  <a:cubicBezTo>
                    <a:pt x="79084" y="77106"/>
                    <a:pt x="88466" y="41217"/>
                    <a:pt x="98965" y="5118"/>
                  </a:cubicBezTo>
                  <a:cubicBezTo>
                    <a:pt x="99635" y="3019"/>
                    <a:pt x="99858" y="2599"/>
                    <a:pt x="100305" y="710"/>
                  </a:cubicBezTo>
                  <a:lnTo>
                    <a:pt x="98741" y="81"/>
                  </a:lnTo>
                  <a:lnTo>
                    <a:pt x="85115" y="1550"/>
                  </a:lnTo>
                  <a:lnTo>
                    <a:pt x="84445" y="2179"/>
                  </a:lnTo>
                  <a:lnTo>
                    <a:pt x="81988" y="12253"/>
                  </a:lnTo>
                  <a:cubicBezTo>
                    <a:pt x="80201" y="4488"/>
                    <a:pt x="73722" y="81"/>
                    <a:pt x="64117" y="81"/>
                  </a:cubicBezTo>
                  <a:cubicBezTo>
                    <a:pt x="34630" y="81"/>
                    <a:pt x="229" y="38488"/>
                    <a:pt x="229" y="71649"/>
                  </a:cubicBezTo>
                  <a:cubicBezTo>
                    <a:pt x="229" y="86340"/>
                    <a:pt x="8718" y="94945"/>
                    <a:pt x="23014" y="94945"/>
                  </a:cubicBezTo>
                  <a:cubicBezTo>
                    <a:pt x="38651" y="94945"/>
                    <a:pt x="48257" y="88019"/>
                    <a:pt x="67914" y="61995"/>
                  </a:cubicBezTo>
                  <a:cubicBezTo>
                    <a:pt x="63447" y="78365"/>
                    <a:pt x="62777" y="81093"/>
                    <a:pt x="62777" y="86130"/>
                  </a:cubicBezTo>
                  <a:cubicBezTo>
                    <a:pt x="62777" y="92217"/>
                    <a:pt x="65457" y="94735"/>
                    <a:pt x="71712" y="94735"/>
                  </a:cubicBezTo>
                  <a:cubicBezTo>
                    <a:pt x="80647" y="94735"/>
                    <a:pt x="86232" y="90748"/>
                    <a:pt x="102762" y="71649"/>
                  </a:cubicBezTo>
                  <a:lnTo>
                    <a:pt x="100082" y="69550"/>
                  </a:lnTo>
                  <a:close/>
                  <a:moveTo>
                    <a:pt x="65457" y="4698"/>
                  </a:moveTo>
                  <a:cubicBezTo>
                    <a:pt x="73052" y="5118"/>
                    <a:pt x="77967" y="10155"/>
                    <a:pt x="77967" y="17500"/>
                  </a:cubicBezTo>
                  <a:cubicBezTo>
                    <a:pt x="77967" y="35130"/>
                    <a:pt x="66798" y="59896"/>
                    <a:pt x="51384" y="75427"/>
                  </a:cubicBezTo>
                  <a:cubicBezTo>
                    <a:pt x="46023" y="81093"/>
                    <a:pt x="38428" y="84661"/>
                    <a:pt x="31950" y="84661"/>
                  </a:cubicBezTo>
                  <a:cubicBezTo>
                    <a:pt x="24131" y="84661"/>
                    <a:pt x="18994" y="78575"/>
                    <a:pt x="18994" y="68920"/>
                  </a:cubicBezTo>
                  <a:cubicBezTo>
                    <a:pt x="18994" y="57587"/>
                    <a:pt x="27482" y="35970"/>
                    <a:pt x="37088" y="22957"/>
                  </a:cubicBezTo>
                  <a:cubicBezTo>
                    <a:pt x="46023" y="10784"/>
                    <a:pt x="56522" y="4068"/>
                    <a:pt x="65457" y="4698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0F5DF719-5A09-E7AB-0718-92CE284D3DC8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0715307" y="5778138"/>
              <a:ext cx="63217" cy="141877"/>
            </a:xfrm>
            <a:custGeom>
              <a:avLst/>
              <a:gdLst>
                <a:gd name="connsiteX0" fmla="*/ 40438 w 63217"/>
                <a:gd name="connsiteY0" fmla="*/ 88 h 141877"/>
                <a:gd name="connsiteX1" fmla="*/ 229 w 63217"/>
                <a:gd name="connsiteY1" fmla="*/ 19187 h 141877"/>
                <a:gd name="connsiteX2" fmla="*/ 229 w 63217"/>
                <a:gd name="connsiteY2" fmla="*/ 22125 h 141877"/>
                <a:gd name="connsiteX3" fmla="*/ 6260 w 63217"/>
                <a:gd name="connsiteY3" fmla="*/ 19817 h 141877"/>
                <a:gd name="connsiteX4" fmla="*/ 16312 w 63217"/>
                <a:gd name="connsiteY4" fmla="*/ 17508 h 141877"/>
                <a:gd name="connsiteX5" fmla="*/ 23014 w 63217"/>
                <a:gd name="connsiteY5" fmla="*/ 27372 h 141877"/>
                <a:gd name="connsiteX6" fmla="*/ 23014 w 63217"/>
                <a:gd name="connsiteY6" fmla="*/ 122447 h 141877"/>
                <a:gd name="connsiteX7" fmla="*/ 17653 w 63217"/>
                <a:gd name="connsiteY7" fmla="*/ 136089 h 141877"/>
                <a:gd name="connsiteX8" fmla="*/ 1792 w 63217"/>
                <a:gd name="connsiteY8" fmla="*/ 138817 h 141877"/>
                <a:gd name="connsiteX9" fmla="*/ 1792 w 63217"/>
                <a:gd name="connsiteY9" fmla="*/ 141965 h 141877"/>
                <a:gd name="connsiteX10" fmla="*/ 63446 w 63217"/>
                <a:gd name="connsiteY10" fmla="*/ 141965 h 141877"/>
                <a:gd name="connsiteX11" fmla="*/ 63446 w 63217"/>
                <a:gd name="connsiteY11" fmla="*/ 138817 h 141877"/>
                <a:gd name="connsiteX12" fmla="*/ 42225 w 63217"/>
                <a:gd name="connsiteY12" fmla="*/ 126434 h 141877"/>
                <a:gd name="connsiteX13" fmla="*/ 42225 w 63217"/>
                <a:gd name="connsiteY13" fmla="*/ 508 h 141877"/>
                <a:gd name="connsiteX14" fmla="*/ 40438 w 63217"/>
                <a:gd name="connsiteY14" fmla="*/ 88 h 14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7" h="141877">
                  <a:moveTo>
                    <a:pt x="40438" y="88"/>
                  </a:moveTo>
                  <a:lnTo>
                    <a:pt x="229" y="19187"/>
                  </a:lnTo>
                  <a:lnTo>
                    <a:pt x="229" y="22125"/>
                  </a:lnTo>
                  <a:cubicBezTo>
                    <a:pt x="2909" y="21076"/>
                    <a:pt x="5367" y="20236"/>
                    <a:pt x="6260" y="19817"/>
                  </a:cubicBezTo>
                  <a:cubicBezTo>
                    <a:pt x="10281" y="18347"/>
                    <a:pt x="14078" y="17508"/>
                    <a:pt x="16312" y="17508"/>
                  </a:cubicBezTo>
                  <a:cubicBezTo>
                    <a:pt x="21003" y="17508"/>
                    <a:pt x="23014" y="20656"/>
                    <a:pt x="23014" y="27372"/>
                  </a:cubicBezTo>
                  <a:lnTo>
                    <a:pt x="23014" y="122447"/>
                  </a:lnTo>
                  <a:cubicBezTo>
                    <a:pt x="23014" y="129373"/>
                    <a:pt x="21227" y="134200"/>
                    <a:pt x="17653" y="136089"/>
                  </a:cubicBezTo>
                  <a:cubicBezTo>
                    <a:pt x="14302" y="137978"/>
                    <a:pt x="11174" y="138607"/>
                    <a:pt x="1792" y="138817"/>
                  </a:cubicBezTo>
                  <a:lnTo>
                    <a:pt x="1792" y="141965"/>
                  </a:lnTo>
                  <a:lnTo>
                    <a:pt x="63446" y="141965"/>
                  </a:lnTo>
                  <a:lnTo>
                    <a:pt x="63446" y="138817"/>
                  </a:lnTo>
                  <a:cubicBezTo>
                    <a:pt x="45799" y="138607"/>
                    <a:pt x="42225" y="136509"/>
                    <a:pt x="42225" y="126434"/>
                  </a:cubicBezTo>
                  <a:lnTo>
                    <a:pt x="42225" y="508"/>
                  </a:lnTo>
                  <a:lnTo>
                    <a:pt x="40438" y="88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54CFF408-FF8B-C437-8681-C8944E6E9FE0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0902914" y="5744710"/>
              <a:ext cx="200742" cy="66366"/>
            </a:xfrm>
            <a:custGeom>
              <a:avLst/>
              <a:gdLst>
                <a:gd name="connsiteX0" fmla="*/ 190716 w 200742"/>
                <a:gd name="connsiteY0" fmla="*/ 11429 h 66366"/>
                <a:gd name="connsiteX1" fmla="*/ 200980 w 200742"/>
                <a:gd name="connsiteY1" fmla="*/ 5756 h 66366"/>
                <a:gd name="connsiteX2" fmla="*/ 191018 w 200742"/>
                <a:gd name="connsiteY2" fmla="*/ 84 h 66366"/>
                <a:gd name="connsiteX3" fmla="*/ 10199 w 200742"/>
                <a:gd name="connsiteY3" fmla="*/ 84 h 66366"/>
                <a:gd name="connsiteX4" fmla="*/ 237 w 200742"/>
                <a:gd name="connsiteY4" fmla="*/ 5756 h 66366"/>
                <a:gd name="connsiteX5" fmla="*/ 10500 w 200742"/>
                <a:gd name="connsiteY5" fmla="*/ 11429 h 66366"/>
                <a:gd name="connsiteX6" fmla="*/ 190716 w 200742"/>
                <a:gd name="connsiteY6" fmla="*/ 11429 h 66366"/>
                <a:gd name="connsiteX7" fmla="*/ 191018 w 200742"/>
                <a:gd name="connsiteY7" fmla="*/ 66451 h 66366"/>
                <a:gd name="connsiteX8" fmla="*/ 200980 w 200742"/>
                <a:gd name="connsiteY8" fmla="*/ 60778 h 66366"/>
                <a:gd name="connsiteX9" fmla="*/ 190716 w 200742"/>
                <a:gd name="connsiteY9" fmla="*/ 55106 h 66366"/>
                <a:gd name="connsiteX10" fmla="*/ 10500 w 200742"/>
                <a:gd name="connsiteY10" fmla="*/ 55106 h 66366"/>
                <a:gd name="connsiteX11" fmla="*/ 237 w 200742"/>
                <a:gd name="connsiteY11" fmla="*/ 60778 h 66366"/>
                <a:gd name="connsiteX12" fmla="*/ 10199 w 200742"/>
                <a:gd name="connsiteY12" fmla="*/ 66451 h 66366"/>
                <a:gd name="connsiteX13" fmla="*/ 191018 w 200742"/>
                <a:gd name="connsiteY13" fmla="*/ 66451 h 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742" h="66366">
                  <a:moveTo>
                    <a:pt x="190716" y="11429"/>
                  </a:moveTo>
                  <a:cubicBezTo>
                    <a:pt x="195244" y="11429"/>
                    <a:pt x="200980" y="11429"/>
                    <a:pt x="200980" y="5756"/>
                  </a:cubicBezTo>
                  <a:cubicBezTo>
                    <a:pt x="200980" y="84"/>
                    <a:pt x="195244" y="84"/>
                    <a:pt x="191018" y="84"/>
                  </a:cubicBezTo>
                  <a:lnTo>
                    <a:pt x="10199" y="84"/>
                  </a:lnTo>
                  <a:cubicBezTo>
                    <a:pt x="5972" y="84"/>
                    <a:pt x="237" y="84"/>
                    <a:pt x="237" y="5756"/>
                  </a:cubicBezTo>
                  <a:cubicBezTo>
                    <a:pt x="237" y="11429"/>
                    <a:pt x="5972" y="11429"/>
                    <a:pt x="10500" y="11429"/>
                  </a:cubicBezTo>
                  <a:lnTo>
                    <a:pt x="190716" y="11429"/>
                  </a:lnTo>
                  <a:close/>
                  <a:moveTo>
                    <a:pt x="191018" y="66451"/>
                  </a:moveTo>
                  <a:cubicBezTo>
                    <a:pt x="195244" y="66451"/>
                    <a:pt x="200980" y="66451"/>
                    <a:pt x="200980" y="60778"/>
                  </a:cubicBezTo>
                  <a:cubicBezTo>
                    <a:pt x="200980" y="55106"/>
                    <a:pt x="195244" y="55106"/>
                    <a:pt x="190716" y="55106"/>
                  </a:cubicBezTo>
                  <a:lnTo>
                    <a:pt x="10500" y="55106"/>
                  </a:lnTo>
                  <a:cubicBezTo>
                    <a:pt x="5972" y="55106"/>
                    <a:pt x="237" y="55106"/>
                    <a:pt x="237" y="60778"/>
                  </a:cubicBezTo>
                  <a:cubicBezTo>
                    <a:pt x="237" y="66451"/>
                    <a:pt x="5972" y="66451"/>
                    <a:pt x="10199" y="66451"/>
                  </a:cubicBezTo>
                  <a:lnTo>
                    <a:pt x="191018" y="66451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1D4DC156-83D9-D92A-0F55-051639984F02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1196015" y="5657072"/>
              <a:ext cx="136444" cy="195697"/>
            </a:xfrm>
            <a:custGeom>
              <a:avLst/>
              <a:gdLst>
                <a:gd name="connsiteX0" fmla="*/ 69676 w 136444"/>
                <a:gd name="connsiteY0" fmla="*/ 85 h 195697"/>
                <a:gd name="connsiteX1" fmla="*/ 29225 w 136444"/>
                <a:gd name="connsiteY1" fmla="*/ 14833 h 195697"/>
                <a:gd name="connsiteX2" fmla="*/ 246 w 136444"/>
                <a:gd name="connsiteY2" fmla="*/ 96515 h 195697"/>
                <a:gd name="connsiteX3" fmla="*/ 24395 w 136444"/>
                <a:gd name="connsiteY3" fmla="*/ 176496 h 195697"/>
                <a:gd name="connsiteX4" fmla="*/ 68468 w 136444"/>
                <a:gd name="connsiteY4" fmla="*/ 195782 h 195697"/>
                <a:gd name="connsiteX5" fmla="*/ 107711 w 136444"/>
                <a:gd name="connsiteY5" fmla="*/ 181034 h 195697"/>
                <a:gd name="connsiteX6" fmla="*/ 136691 w 136444"/>
                <a:gd name="connsiteY6" fmla="*/ 98217 h 195697"/>
                <a:gd name="connsiteX7" fmla="*/ 69676 w 136444"/>
                <a:gd name="connsiteY7" fmla="*/ 85 h 195697"/>
                <a:gd name="connsiteX8" fmla="*/ 68770 w 136444"/>
                <a:gd name="connsiteY8" fmla="*/ 7459 h 195697"/>
                <a:gd name="connsiteX9" fmla="*/ 107711 w 136444"/>
                <a:gd name="connsiteY9" fmla="*/ 98784 h 195697"/>
                <a:gd name="connsiteX10" fmla="*/ 68468 w 136444"/>
                <a:gd name="connsiteY10" fmla="*/ 188408 h 195697"/>
                <a:gd name="connsiteX11" fmla="*/ 29225 w 136444"/>
                <a:gd name="connsiteY11" fmla="*/ 99068 h 195697"/>
                <a:gd name="connsiteX12" fmla="*/ 68770 w 136444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444" h="195697">
                  <a:moveTo>
                    <a:pt x="69676" y="85"/>
                  </a:moveTo>
                  <a:cubicBezTo>
                    <a:pt x="53073" y="85"/>
                    <a:pt x="40394" y="4906"/>
                    <a:pt x="29225" y="14833"/>
                  </a:cubicBezTo>
                  <a:cubicBezTo>
                    <a:pt x="11717" y="30716"/>
                    <a:pt x="246" y="63332"/>
                    <a:pt x="246" y="96515"/>
                  </a:cubicBezTo>
                  <a:cubicBezTo>
                    <a:pt x="246" y="127430"/>
                    <a:pt x="10207" y="160613"/>
                    <a:pt x="24395" y="176496"/>
                  </a:cubicBezTo>
                  <a:cubicBezTo>
                    <a:pt x="35564" y="188975"/>
                    <a:pt x="50960" y="195782"/>
                    <a:pt x="68468" y="195782"/>
                  </a:cubicBezTo>
                  <a:cubicBezTo>
                    <a:pt x="83864" y="195782"/>
                    <a:pt x="96844" y="190960"/>
                    <a:pt x="107711" y="181034"/>
                  </a:cubicBezTo>
                  <a:cubicBezTo>
                    <a:pt x="125220" y="165435"/>
                    <a:pt x="136691" y="132535"/>
                    <a:pt x="136691" y="98217"/>
                  </a:cubicBezTo>
                  <a:cubicBezTo>
                    <a:pt x="136691" y="40075"/>
                    <a:pt x="109221" y="85"/>
                    <a:pt x="69676" y="85"/>
                  </a:cubicBezTo>
                  <a:close/>
                  <a:moveTo>
                    <a:pt x="68770" y="7459"/>
                  </a:moveTo>
                  <a:cubicBezTo>
                    <a:pt x="94127" y="7459"/>
                    <a:pt x="107711" y="39508"/>
                    <a:pt x="107711" y="98784"/>
                  </a:cubicBezTo>
                  <a:cubicBezTo>
                    <a:pt x="107711" y="158060"/>
                    <a:pt x="94429" y="188408"/>
                    <a:pt x="68468" y="188408"/>
                  </a:cubicBezTo>
                  <a:cubicBezTo>
                    <a:pt x="42507" y="188408"/>
                    <a:pt x="29225" y="158060"/>
                    <a:pt x="29225" y="99068"/>
                  </a:cubicBezTo>
                  <a:cubicBezTo>
                    <a:pt x="29225" y="38940"/>
                    <a:pt x="42809" y="7459"/>
                    <a:pt x="68770" y="7459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6F46A2BB-EC70-3B68-FDBB-51DD57A4C1E3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1366231" y="5818735"/>
              <a:ext cx="31998" cy="30063"/>
            </a:xfrm>
            <a:custGeom>
              <a:avLst/>
              <a:gdLst>
                <a:gd name="connsiteX0" fmla="*/ 32249 w 31998"/>
                <a:gd name="connsiteY0" fmla="*/ 15116 h 30063"/>
                <a:gd name="connsiteX1" fmla="*/ 16250 w 31998"/>
                <a:gd name="connsiteY1" fmla="*/ 85 h 30063"/>
                <a:gd name="connsiteX2" fmla="*/ 251 w 31998"/>
                <a:gd name="connsiteY2" fmla="*/ 15116 h 30063"/>
                <a:gd name="connsiteX3" fmla="*/ 16250 w 31998"/>
                <a:gd name="connsiteY3" fmla="*/ 30148 h 30063"/>
                <a:gd name="connsiteX4" fmla="*/ 32249 w 31998"/>
                <a:gd name="connsiteY4" fmla="*/ 15116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98" h="30063">
                  <a:moveTo>
                    <a:pt x="32249" y="15116"/>
                  </a:moveTo>
                  <a:cubicBezTo>
                    <a:pt x="32249" y="6891"/>
                    <a:pt x="25004" y="85"/>
                    <a:pt x="16250" y="85"/>
                  </a:cubicBezTo>
                  <a:cubicBezTo>
                    <a:pt x="7496" y="85"/>
                    <a:pt x="251" y="6891"/>
                    <a:pt x="251" y="15116"/>
                  </a:cubicBezTo>
                  <a:cubicBezTo>
                    <a:pt x="251" y="23341"/>
                    <a:pt x="7496" y="30148"/>
                    <a:pt x="16250" y="30148"/>
                  </a:cubicBezTo>
                  <a:cubicBezTo>
                    <a:pt x="25004" y="30148"/>
                    <a:pt x="32249" y="23341"/>
                    <a:pt x="32249" y="15116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7FB8C8D9-B96A-BCE1-F5C3-EAFA0FF2F932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1427821" y="5657072"/>
              <a:ext cx="138859" cy="191726"/>
            </a:xfrm>
            <a:custGeom>
              <a:avLst/>
              <a:gdLst>
                <a:gd name="connsiteX0" fmla="*/ 139113 w 138859"/>
                <a:gd name="connsiteY0" fmla="*/ 126295 h 191726"/>
                <a:gd name="connsiteX1" fmla="*/ 108323 w 138859"/>
                <a:gd name="connsiteY1" fmla="*/ 126295 h 191726"/>
                <a:gd name="connsiteX2" fmla="*/ 108323 w 138859"/>
                <a:gd name="connsiteY2" fmla="*/ 85 h 191726"/>
                <a:gd name="connsiteX3" fmla="*/ 95040 w 138859"/>
                <a:gd name="connsiteY3" fmla="*/ 85 h 191726"/>
                <a:gd name="connsiteX4" fmla="*/ 254 w 138859"/>
                <a:gd name="connsiteY4" fmla="*/ 126295 h 191726"/>
                <a:gd name="connsiteX5" fmla="*/ 254 w 138859"/>
                <a:gd name="connsiteY5" fmla="*/ 144447 h 191726"/>
                <a:gd name="connsiteX6" fmla="*/ 85079 w 138859"/>
                <a:gd name="connsiteY6" fmla="*/ 144447 h 191726"/>
                <a:gd name="connsiteX7" fmla="*/ 85079 w 138859"/>
                <a:gd name="connsiteY7" fmla="*/ 191811 h 191726"/>
                <a:gd name="connsiteX8" fmla="*/ 108323 w 138859"/>
                <a:gd name="connsiteY8" fmla="*/ 191811 h 191726"/>
                <a:gd name="connsiteX9" fmla="*/ 108323 w 138859"/>
                <a:gd name="connsiteY9" fmla="*/ 144447 h 191726"/>
                <a:gd name="connsiteX10" fmla="*/ 139113 w 138859"/>
                <a:gd name="connsiteY10" fmla="*/ 144447 h 191726"/>
                <a:gd name="connsiteX11" fmla="*/ 139113 w 138859"/>
                <a:gd name="connsiteY11" fmla="*/ 126295 h 191726"/>
                <a:gd name="connsiteX12" fmla="*/ 84777 w 138859"/>
                <a:gd name="connsiteY12" fmla="*/ 126295 h 191726"/>
                <a:gd name="connsiteX13" fmla="*/ 12328 w 138859"/>
                <a:gd name="connsiteY13" fmla="*/ 126295 h 191726"/>
                <a:gd name="connsiteX14" fmla="*/ 84777 w 138859"/>
                <a:gd name="connsiteY14" fmla="*/ 29014 h 191726"/>
                <a:gd name="connsiteX15" fmla="*/ 84777 w 138859"/>
                <a:gd name="connsiteY15" fmla="*/ 12629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859" h="191726">
                  <a:moveTo>
                    <a:pt x="139113" y="126295"/>
                  </a:moveTo>
                  <a:lnTo>
                    <a:pt x="108323" y="126295"/>
                  </a:lnTo>
                  <a:lnTo>
                    <a:pt x="108323" y="85"/>
                  </a:lnTo>
                  <a:lnTo>
                    <a:pt x="95040" y="85"/>
                  </a:lnTo>
                  <a:lnTo>
                    <a:pt x="254" y="126295"/>
                  </a:lnTo>
                  <a:lnTo>
                    <a:pt x="254" y="144447"/>
                  </a:lnTo>
                  <a:lnTo>
                    <a:pt x="85079" y="144447"/>
                  </a:lnTo>
                  <a:lnTo>
                    <a:pt x="85079" y="191811"/>
                  </a:lnTo>
                  <a:lnTo>
                    <a:pt x="108323" y="191811"/>
                  </a:lnTo>
                  <a:lnTo>
                    <a:pt x="108323" y="144447"/>
                  </a:lnTo>
                  <a:lnTo>
                    <a:pt x="139113" y="144447"/>
                  </a:lnTo>
                  <a:lnTo>
                    <a:pt x="139113" y="126295"/>
                  </a:lnTo>
                  <a:close/>
                  <a:moveTo>
                    <a:pt x="84777" y="126295"/>
                  </a:moveTo>
                  <a:lnTo>
                    <a:pt x="12328" y="126295"/>
                  </a:lnTo>
                  <a:lnTo>
                    <a:pt x="84777" y="29014"/>
                  </a:lnTo>
                  <a:lnTo>
                    <a:pt x="84777" y="126295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90E24B2-F4C3-231D-0EB5-D74C2C40A8AB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1584756" y="5657072"/>
              <a:ext cx="129501" cy="197965"/>
            </a:xfrm>
            <a:custGeom>
              <a:avLst/>
              <a:gdLst>
                <a:gd name="connsiteX0" fmla="*/ 9013 w 129501"/>
                <a:gd name="connsiteY0" fmla="*/ 198051 h 197965"/>
                <a:gd name="connsiteX1" fmla="*/ 79952 w 129501"/>
                <a:gd name="connsiteY1" fmla="*/ 175078 h 197965"/>
                <a:gd name="connsiteX2" fmla="*/ 129760 w 129501"/>
                <a:gd name="connsiteY2" fmla="*/ 80065 h 197965"/>
                <a:gd name="connsiteX3" fmla="*/ 63047 w 129501"/>
                <a:gd name="connsiteY3" fmla="*/ 85 h 197965"/>
                <a:gd name="connsiteX4" fmla="*/ 258 w 129501"/>
                <a:gd name="connsiteY4" fmla="*/ 67019 h 197965"/>
                <a:gd name="connsiteX5" fmla="*/ 54595 w 129501"/>
                <a:gd name="connsiteY5" fmla="*/ 124593 h 197965"/>
                <a:gd name="connsiteX6" fmla="*/ 99875 w 129501"/>
                <a:gd name="connsiteY6" fmla="*/ 108427 h 197965"/>
                <a:gd name="connsiteX7" fmla="*/ 8107 w 129501"/>
                <a:gd name="connsiteY7" fmla="*/ 192378 h 197965"/>
                <a:gd name="connsiteX8" fmla="*/ 9013 w 129501"/>
                <a:gd name="connsiteY8" fmla="*/ 198051 h 197965"/>
                <a:gd name="connsiteX9" fmla="*/ 100479 w 129501"/>
                <a:gd name="connsiteY9" fmla="*/ 91126 h 197965"/>
                <a:gd name="connsiteX10" fmla="*/ 95951 w 129501"/>
                <a:gd name="connsiteY10" fmla="*/ 101904 h 197965"/>
                <a:gd name="connsiteX11" fmla="*/ 65462 w 129501"/>
                <a:gd name="connsiteY11" fmla="*/ 112398 h 197965"/>
                <a:gd name="connsiteX12" fmla="*/ 28030 w 129501"/>
                <a:gd name="connsiteY12" fmla="*/ 57376 h 197965"/>
                <a:gd name="connsiteX13" fmla="*/ 39200 w 129501"/>
                <a:gd name="connsiteY13" fmla="*/ 16818 h 197965"/>
                <a:gd name="connsiteX14" fmla="*/ 60632 w 129501"/>
                <a:gd name="connsiteY14" fmla="*/ 8026 h 197965"/>
                <a:gd name="connsiteX15" fmla="*/ 100479 w 129501"/>
                <a:gd name="connsiteY15" fmla="*/ 80065 h 197965"/>
                <a:gd name="connsiteX16" fmla="*/ 100479 w 129501"/>
                <a:gd name="connsiteY16" fmla="*/ 91126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501" h="197965">
                  <a:moveTo>
                    <a:pt x="9013" y="198051"/>
                  </a:moveTo>
                  <a:cubicBezTo>
                    <a:pt x="42822" y="194364"/>
                    <a:pt x="59425" y="188975"/>
                    <a:pt x="79952" y="175078"/>
                  </a:cubicBezTo>
                  <a:cubicBezTo>
                    <a:pt x="111346" y="153523"/>
                    <a:pt x="129760" y="118354"/>
                    <a:pt x="129760" y="80065"/>
                  </a:cubicBezTo>
                  <a:cubicBezTo>
                    <a:pt x="129760" y="33268"/>
                    <a:pt x="101988" y="85"/>
                    <a:pt x="63047" y="85"/>
                  </a:cubicBezTo>
                  <a:cubicBezTo>
                    <a:pt x="27125" y="85"/>
                    <a:pt x="258" y="28730"/>
                    <a:pt x="258" y="67019"/>
                  </a:cubicBezTo>
                  <a:cubicBezTo>
                    <a:pt x="258" y="101620"/>
                    <a:pt x="21993" y="124593"/>
                    <a:pt x="54595" y="124593"/>
                  </a:cubicBezTo>
                  <a:cubicBezTo>
                    <a:pt x="71198" y="124593"/>
                    <a:pt x="83876" y="120055"/>
                    <a:pt x="99875" y="108427"/>
                  </a:cubicBezTo>
                  <a:cubicBezTo>
                    <a:pt x="87499" y="154657"/>
                    <a:pt x="53991" y="185004"/>
                    <a:pt x="8107" y="192378"/>
                  </a:cubicBezTo>
                  <a:lnTo>
                    <a:pt x="9013" y="198051"/>
                  </a:lnTo>
                  <a:close/>
                  <a:moveTo>
                    <a:pt x="100479" y="91126"/>
                  </a:moveTo>
                  <a:cubicBezTo>
                    <a:pt x="100479" y="96799"/>
                    <a:pt x="99272" y="99351"/>
                    <a:pt x="95951" y="101904"/>
                  </a:cubicBezTo>
                  <a:cubicBezTo>
                    <a:pt x="87499" y="108711"/>
                    <a:pt x="76329" y="112398"/>
                    <a:pt x="65462" y="112398"/>
                  </a:cubicBezTo>
                  <a:cubicBezTo>
                    <a:pt x="42520" y="112398"/>
                    <a:pt x="28030" y="91126"/>
                    <a:pt x="28030" y="57376"/>
                  </a:cubicBezTo>
                  <a:cubicBezTo>
                    <a:pt x="28030" y="41209"/>
                    <a:pt x="32860" y="24192"/>
                    <a:pt x="39200" y="16818"/>
                  </a:cubicBezTo>
                  <a:cubicBezTo>
                    <a:pt x="44331" y="11146"/>
                    <a:pt x="51878" y="8026"/>
                    <a:pt x="60632" y="8026"/>
                  </a:cubicBezTo>
                  <a:cubicBezTo>
                    <a:pt x="86895" y="8026"/>
                    <a:pt x="100479" y="32417"/>
                    <a:pt x="100479" y="80065"/>
                  </a:cubicBezTo>
                  <a:lnTo>
                    <a:pt x="100479" y="91126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257EF488-9DD2-9518-4A59-B57C283F63F1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1744105" y="5657072"/>
              <a:ext cx="117427" cy="195697"/>
            </a:xfrm>
            <a:custGeom>
              <a:avLst/>
              <a:gdLst>
                <a:gd name="connsiteX0" fmla="*/ 70901 w 117427"/>
                <a:gd name="connsiteY0" fmla="*/ 86588 h 195697"/>
                <a:gd name="connsiteX1" fmla="*/ 111351 w 117427"/>
                <a:gd name="connsiteY1" fmla="*/ 40359 h 195697"/>
                <a:gd name="connsiteX2" fmla="*/ 59430 w 117427"/>
                <a:gd name="connsiteY2" fmla="*/ 85 h 195697"/>
                <a:gd name="connsiteX3" fmla="*/ 2075 w 117427"/>
                <a:gd name="connsiteY3" fmla="*/ 44896 h 195697"/>
                <a:gd name="connsiteX4" fmla="*/ 39506 w 117427"/>
                <a:gd name="connsiteY4" fmla="*/ 97650 h 195697"/>
                <a:gd name="connsiteX5" fmla="*/ 263 w 117427"/>
                <a:gd name="connsiteY5" fmla="*/ 148985 h 195697"/>
                <a:gd name="connsiteX6" fmla="*/ 58222 w 117427"/>
                <a:gd name="connsiteY6" fmla="*/ 195782 h 195697"/>
                <a:gd name="connsiteX7" fmla="*/ 117691 w 117427"/>
                <a:gd name="connsiteY7" fmla="*/ 147850 h 195697"/>
                <a:gd name="connsiteX8" fmla="*/ 70901 w 117427"/>
                <a:gd name="connsiteY8" fmla="*/ 86588 h 195697"/>
                <a:gd name="connsiteX9" fmla="*/ 65467 w 117427"/>
                <a:gd name="connsiteY9" fmla="*/ 115801 h 195697"/>
                <a:gd name="connsiteX10" fmla="*/ 94749 w 117427"/>
                <a:gd name="connsiteY10" fmla="*/ 156642 h 195697"/>
                <a:gd name="connsiteX11" fmla="*/ 61543 w 117427"/>
                <a:gd name="connsiteY11" fmla="*/ 187840 h 195697"/>
                <a:gd name="connsiteX12" fmla="*/ 23205 w 117427"/>
                <a:gd name="connsiteY12" fmla="*/ 146716 h 195697"/>
                <a:gd name="connsiteX13" fmla="*/ 47355 w 117427"/>
                <a:gd name="connsiteY13" fmla="*/ 103322 h 195697"/>
                <a:gd name="connsiteX14" fmla="*/ 65467 w 117427"/>
                <a:gd name="connsiteY14" fmla="*/ 115801 h 195697"/>
                <a:gd name="connsiteX15" fmla="*/ 62147 w 117427"/>
                <a:gd name="connsiteY15" fmla="*/ 81483 h 195697"/>
                <a:gd name="connsiteX16" fmla="*/ 24413 w 117427"/>
                <a:gd name="connsiteY16" fmla="*/ 36104 h 195697"/>
                <a:gd name="connsiteX17" fmla="*/ 57015 w 117427"/>
                <a:gd name="connsiteY17" fmla="*/ 8026 h 195697"/>
                <a:gd name="connsiteX18" fmla="*/ 90522 w 117427"/>
                <a:gd name="connsiteY18" fmla="*/ 40075 h 195697"/>
                <a:gd name="connsiteX19" fmla="*/ 64863 w 117427"/>
                <a:gd name="connsiteY19" fmla="*/ 79782 h 195697"/>
                <a:gd name="connsiteX20" fmla="*/ 62147 w 117427"/>
                <a:gd name="connsiteY20" fmla="*/ 81483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427" h="195697">
                  <a:moveTo>
                    <a:pt x="70901" y="86588"/>
                  </a:moveTo>
                  <a:cubicBezTo>
                    <a:pt x="100786" y="71557"/>
                    <a:pt x="111351" y="59645"/>
                    <a:pt x="111351" y="40359"/>
                  </a:cubicBezTo>
                  <a:cubicBezTo>
                    <a:pt x="111351" y="17102"/>
                    <a:pt x="89617" y="85"/>
                    <a:pt x="59430" y="85"/>
                  </a:cubicBezTo>
                  <a:cubicBezTo>
                    <a:pt x="26526" y="85"/>
                    <a:pt x="2075" y="19087"/>
                    <a:pt x="2075" y="44896"/>
                  </a:cubicBezTo>
                  <a:cubicBezTo>
                    <a:pt x="2075" y="63332"/>
                    <a:pt x="7810" y="71557"/>
                    <a:pt x="39506" y="97650"/>
                  </a:cubicBezTo>
                  <a:cubicBezTo>
                    <a:pt x="6905" y="120906"/>
                    <a:pt x="263" y="129699"/>
                    <a:pt x="263" y="148985"/>
                  </a:cubicBezTo>
                  <a:cubicBezTo>
                    <a:pt x="263" y="176496"/>
                    <a:pt x="24111" y="195782"/>
                    <a:pt x="58222" y="195782"/>
                  </a:cubicBezTo>
                  <a:cubicBezTo>
                    <a:pt x="94447" y="195782"/>
                    <a:pt x="117691" y="177063"/>
                    <a:pt x="117691" y="147850"/>
                  </a:cubicBezTo>
                  <a:cubicBezTo>
                    <a:pt x="117691" y="126011"/>
                    <a:pt x="107427" y="112114"/>
                    <a:pt x="70901" y="86588"/>
                  </a:cubicBezTo>
                  <a:close/>
                  <a:moveTo>
                    <a:pt x="65467" y="115801"/>
                  </a:moveTo>
                  <a:cubicBezTo>
                    <a:pt x="87504" y="130549"/>
                    <a:pt x="94749" y="140760"/>
                    <a:pt x="94749" y="156642"/>
                  </a:cubicBezTo>
                  <a:cubicBezTo>
                    <a:pt x="94749" y="175078"/>
                    <a:pt x="81164" y="187840"/>
                    <a:pt x="61543" y="187840"/>
                  </a:cubicBezTo>
                  <a:cubicBezTo>
                    <a:pt x="38601" y="187840"/>
                    <a:pt x="23205" y="171391"/>
                    <a:pt x="23205" y="146716"/>
                  </a:cubicBezTo>
                  <a:cubicBezTo>
                    <a:pt x="23205" y="128564"/>
                    <a:pt x="29847" y="116652"/>
                    <a:pt x="47355" y="103322"/>
                  </a:cubicBezTo>
                  <a:lnTo>
                    <a:pt x="65467" y="115801"/>
                  </a:lnTo>
                  <a:close/>
                  <a:moveTo>
                    <a:pt x="62147" y="81483"/>
                  </a:moveTo>
                  <a:cubicBezTo>
                    <a:pt x="35280" y="65033"/>
                    <a:pt x="24413" y="51987"/>
                    <a:pt x="24413" y="36104"/>
                  </a:cubicBezTo>
                  <a:cubicBezTo>
                    <a:pt x="24413" y="19654"/>
                    <a:pt x="37997" y="8026"/>
                    <a:pt x="57015" y="8026"/>
                  </a:cubicBezTo>
                  <a:cubicBezTo>
                    <a:pt x="77542" y="8026"/>
                    <a:pt x="90522" y="20505"/>
                    <a:pt x="90522" y="40075"/>
                  </a:cubicBezTo>
                  <a:cubicBezTo>
                    <a:pt x="90522" y="56241"/>
                    <a:pt x="82070" y="69004"/>
                    <a:pt x="64863" y="79782"/>
                  </a:cubicBezTo>
                  <a:cubicBezTo>
                    <a:pt x="63354" y="80632"/>
                    <a:pt x="63354" y="80632"/>
                    <a:pt x="62147" y="81483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0D860DA-D6F1-5D03-8786-87DE4B22E23C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1904216" y="5723722"/>
              <a:ext cx="143085" cy="128195"/>
            </a:xfrm>
            <a:custGeom>
              <a:avLst/>
              <a:gdLst>
                <a:gd name="connsiteX0" fmla="*/ 129772 w 143085"/>
                <a:gd name="connsiteY0" fmla="*/ 93678 h 128195"/>
                <a:gd name="connsiteX1" fmla="*/ 123131 w 143085"/>
                <a:gd name="connsiteY1" fmla="*/ 101336 h 128195"/>
                <a:gd name="connsiteX2" fmla="*/ 109245 w 143085"/>
                <a:gd name="connsiteY2" fmla="*/ 112681 h 128195"/>
                <a:gd name="connsiteX3" fmla="*/ 99887 w 143085"/>
                <a:gd name="connsiteY3" fmla="*/ 101052 h 128195"/>
                <a:gd name="connsiteX4" fmla="*/ 98679 w 143085"/>
                <a:gd name="connsiteY4" fmla="*/ 96231 h 128195"/>
                <a:gd name="connsiteX5" fmla="*/ 87812 w 143085"/>
                <a:gd name="connsiteY5" fmla="*/ 50285 h 128195"/>
                <a:gd name="connsiteX6" fmla="*/ 117395 w 143085"/>
                <a:gd name="connsiteY6" fmla="*/ 15967 h 128195"/>
                <a:gd name="connsiteX7" fmla="*/ 124640 w 143085"/>
                <a:gd name="connsiteY7" fmla="*/ 18236 h 128195"/>
                <a:gd name="connsiteX8" fmla="*/ 132791 w 143085"/>
                <a:gd name="connsiteY8" fmla="*/ 20788 h 128195"/>
                <a:gd name="connsiteX9" fmla="*/ 143356 w 143085"/>
                <a:gd name="connsiteY9" fmla="*/ 10578 h 128195"/>
                <a:gd name="connsiteX10" fmla="*/ 130979 w 143085"/>
                <a:gd name="connsiteY10" fmla="*/ 84 h 128195"/>
                <a:gd name="connsiteX11" fmla="*/ 85397 w 143085"/>
                <a:gd name="connsiteY11" fmla="*/ 40642 h 128195"/>
                <a:gd name="connsiteX12" fmla="*/ 82077 w 143085"/>
                <a:gd name="connsiteY12" fmla="*/ 25043 h 128195"/>
                <a:gd name="connsiteX13" fmla="*/ 66379 w 143085"/>
                <a:gd name="connsiteY13" fmla="*/ 84 h 128195"/>
                <a:gd name="connsiteX14" fmla="*/ 31061 w 143085"/>
                <a:gd name="connsiteY14" fmla="*/ 8309 h 128195"/>
                <a:gd name="connsiteX15" fmla="*/ 27740 w 143085"/>
                <a:gd name="connsiteY15" fmla="*/ 9444 h 128195"/>
                <a:gd name="connsiteX16" fmla="*/ 28948 w 143085"/>
                <a:gd name="connsiteY16" fmla="*/ 13698 h 128195"/>
                <a:gd name="connsiteX17" fmla="*/ 45852 w 143085"/>
                <a:gd name="connsiteY17" fmla="*/ 10578 h 128195"/>
                <a:gd name="connsiteX18" fmla="*/ 59436 w 143085"/>
                <a:gd name="connsiteY18" fmla="*/ 30148 h 128195"/>
                <a:gd name="connsiteX19" fmla="*/ 68191 w 143085"/>
                <a:gd name="connsiteY19" fmla="*/ 65033 h 128195"/>
                <a:gd name="connsiteX20" fmla="*/ 43437 w 143085"/>
                <a:gd name="connsiteY20" fmla="*/ 98216 h 128195"/>
                <a:gd name="connsiteX21" fmla="*/ 28042 w 143085"/>
                <a:gd name="connsiteY21" fmla="*/ 111830 h 128195"/>
                <a:gd name="connsiteX22" fmla="*/ 20193 w 143085"/>
                <a:gd name="connsiteY22" fmla="*/ 109277 h 128195"/>
                <a:gd name="connsiteX23" fmla="*/ 10534 w 143085"/>
                <a:gd name="connsiteY23" fmla="*/ 106441 h 128195"/>
                <a:gd name="connsiteX24" fmla="*/ 270 w 143085"/>
                <a:gd name="connsiteY24" fmla="*/ 116368 h 128195"/>
                <a:gd name="connsiteX25" fmla="*/ 15364 w 143085"/>
                <a:gd name="connsiteY25" fmla="*/ 128280 h 128195"/>
                <a:gd name="connsiteX26" fmla="*/ 43437 w 143085"/>
                <a:gd name="connsiteY26" fmla="*/ 108427 h 128195"/>
                <a:gd name="connsiteX27" fmla="*/ 70606 w 143085"/>
                <a:gd name="connsiteY27" fmla="*/ 75243 h 128195"/>
                <a:gd name="connsiteX28" fmla="*/ 79662 w 143085"/>
                <a:gd name="connsiteY28" fmla="*/ 109277 h 128195"/>
                <a:gd name="connsiteX29" fmla="*/ 97170 w 143085"/>
                <a:gd name="connsiteY29" fmla="*/ 128280 h 128195"/>
                <a:gd name="connsiteX30" fmla="*/ 133998 w 143085"/>
                <a:gd name="connsiteY30" fmla="*/ 95947 h 128195"/>
                <a:gd name="connsiteX31" fmla="*/ 129772 w 143085"/>
                <a:gd name="connsiteY31" fmla="*/ 93678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85" h="128195">
                  <a:moveTo>
                    <a:pt x="129772" y="93678"/>
                  </a:moveTo>
                  <a:cubicBezTo>
                    <a:pt x="127357" y="96231"/>
                    <a:pt x="125848" y="97933"/>
                    <a:pt x="123131" y="101336"/>
                  </a:cubicBezTo>
                  <a:cubicBezTo>
                    <a:pt x="116188" y="109845"/>
                    <a:pt x="112565" y="112681"/>
                    <a:pt x="109245" y="112681"/>
                  </a:cubicBezTo>
                  <a:cubicBezTo>
                    <a:pt x="104717" y="112681"/>
                    <a:pt x="102000" y="108994"/>
                    <a:pt x="99887" y="101052"/>
                  </a:cubicBezTo>
                  <a:cubicBezTo>
                    <a:pt x="99283" y="98783"/>
                    <a:pt x="98981" y="97082"/>
                    <a:pt x="98679" y="96231"/>
                  </a:cubicBezTo>
                  <a:cubicBezTo>
                    <a:pt x="91133" y="67585"/>
                    <a:pt x="87812" y="54539"/>
                    <a:pt x="87812" y="50285"/>
                  </a:cubicBezTo>
                  <a:cubicBezTo>
                    <a:pt x="101094" y="28446"/>
                    <a:pt x="111962" y="15967"/>
                    <a:pt x="117395" y="15967"/>
                  </a:cubicBezTo>
                  <a:cubicBezTo>
                    <a:pt x="119206" y="15967"/>
                    <a:pt x="121621" y="16818"/>
                    <a:pt x="124640" y="18236"/>
                  </a:cubicBezTo>
                  <a:cubicBezTo>
                    <a:pt x="128263" y="20221"/>
                    <a:pt x="130376" y="20788"/>
                    <a:pt x="132791" y="20788"/>
                  </a:cubicBezTo>
                  <a:cubicBezTo>
                    <a:pt x="139130" y="20788"/>
                    <a:pt x="143356" y="16534"/>
                    <a:pt x="143356" y="10578"/>
                  </a:cubicBezTo>
                  <a:cubicBezTo>
                    <a:pt x="143356" y="4622"/>
                    <a:pt x="138224" y="84"/>
                    <a:pt x="130979" y="84"/>
                  </a:cubicBezTo>
                  <a:cubicBezTo>
                    <a:pt x="117697" y="84"/>
                    <a:pt x="106226" y="10294"/>
                    <a:pt x="85397" y="40642"/>
                  </a:cubicBezTo>
                  <a:lnTo>
                    <a:pt x="82077" y="25043"/>
                  </a:lnTo>
                  <a:cubicBezTo>
                    <a:pt x="77850" y="5756"/>
                    <a:pt x="74530" y="84"/>
                    <a:pt x="66379" y="84"/>
                  </a:cubicBezTo>
                  <a:cubicBezTo>
                    <a:pt x="59738" y="84"/>
                    <a:pt x="49475" y="2637"/>
                    <a:pt x="31061" y="8309"/>
                  </a:cubicBezTo>
                  <a:lnTo>
                    <a:pt x="27740" y="9444"/>
                  </a:lnTo>
                  <a:lnTo>
                    <a:pt x="28948" y="13698"/>
                  </a:lnTo>
                  <a:cubicBezTo>
                    <a:pt x="40419" y="11145"/>
                    <a:pt x="43136" y="10578"/>
                    <a:pt x="45852" y="10578"/>
                  </a:cubicBezTo>
                  <a:cubicBezTo>
                    <a:pt x="53399" y="10578"/>
                    <a:pt x="55210" y="13131"/>
                    <a:pt x="59436" y="30148"/>
                  </a:cubicBezTo>
                  <a:lnTo>
                    <a:pt x="68191" y="65033"/>
                  </a:lnTo>
                  <a:lnTo>
                    <a:pt x="43437" y="98216"/>
                  </a:lnTo>
                  <a:cubicBezTo>
                    <a:pt x="37400" y="106725"/>
                    <a:pt x="31363" y="111830"/>
                    <a:pt x="28042" y="111830"/>
                  </a:cubicBezTo>
                  <a:cubicBezTo>
                    <a:pt x="26231" y="111830"/>
                    <a:pt x="23212" y="110979"/>
                    <a:pt x="20193" y="109277"/>
                  </a:cubicBezTo>
                  <a:cubicBezTo>
                    <a:pt x="16269" y="107292"/>
                    <a:pt x="12949" y="106441"/>
                    <a:pt x="10534" y="106441"/>
                  </a:cubicBezTo>
                  <a:cubicBezTo>
                    <a:pt x="4798" y="106441"/>
                    <a:pt x="270" y="110695"/>
                    <a:pt x="270" y="116368"/>
                  </a:cubicBezTo>
                  <a:cubicBezTo>
                    <a:pt x="270" y="123742"/>
                    <a:pt x="6307" y="128280"/>
                    <a:pt x="15364" y="128280"/>
                  </a:cubicBezTo>
                  <a:cubicBezTo>
                    <a:pt x="24721" y="128280"/>
                    <a:pt x="28344" y="125727"/>
                    <a:pt x="43437" y="108427"/>
                  </a:cubicBezTo>
                  <a:cubicBezTo>
                    <a:pt x="51588" y="99351"/>
                    <a:pt x="57927" y="91693"/>
                    <a:pt x="70606" y="75243"/>
                  </a:cubicBezTo>
                  <a:lnTo>
                    <a:pt x="79662" y="109277"/>
                  </a:lnTo>
                  <a:cubicBezTo>
                    <a:pt x="83586" y="123742"/>
                    <a:pt x="87510" y="128280"/>
                    <a:pt x="97170" y="128280"/>
                  </a:cubicBezTo>
                  <a:cubicBezTo>
                    <a:pt x="108641" y="128280"/>
                    <a:pt x="116490" y="121473"/>
                    <a:pt x="133998" y="95947"/>
                  </a:cubicBezTo>
                  <a:lnTo>
                    <a:pt x="129772" y="93678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00F4D369-787B-D451-10BD-E0AF526D7E8F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2072599" y="5589351"/>
              <a:ext cx="63217" cy="141877"/>
            </a:xfrm>
            <a:custGeom>
              <a:avLst/>
              <a:gdLst>
                <a:gd name="connsiteX0" fmla="*/ 40482 w 63217"/>
                <a:gd name="connsiteY0" fmla="*/ 81 h 141877"/>
                <a:gd name="connsiteX1" fmla="*/ 273 w 63217"/>
                <a:gd name="connsiteY1" fmla="*/ 19180 h 141877"/>
                <a:gd name="connsiteX2" fmla="*/ 273 w 63217"/>
                <a:gd name="connsiteY2" fmla="*/ 22119 h 141877"/>
                <a:gd name="connsiteX3" fmla="*/ 6305 w 63217"/>
                <a:gd name="connsiteY3" fmla="*/ 19810 h 141877"/>
                <a:gd name="connsiteX4" fmla="*/ 16357 w 63217"/>
                <a:gd name="connsiteY4" fmla="*/ 17501 h 141877"/>
                <a:gd name="connsiteX5" fmla="*/ 23058 w 63217"/>
                <a:gd name="connsiteY5" fmla="*/ 27366 h 141877"/>
                <a:gd name="connsiteX6" fmla="*/ 23058 w 63217"/>
                <a:gd name="connsiteY6" fmla="*/ 122440 h 141877"/>
                <a:gd name="connsiteX7" fmla="*/ 17697 w 63217"/>
                <a:gd name="connsiteY7" fmla="*/ 136082 h 141877"/>
                <a:gd name="connsiteX8" fmla="*/ 1837 w 63217"/>
                <a:gd name="connsiteY8" fmla="*/ 138811 h 141877"/>
                <a:gd name="connsiteX9" fmla="*/ 1837 w 63217"/>
                <a:gd name="connsiteY9" fmla="*/ 141959 h 141877"/>
                <a:gd name="connsiteX10" fmla="*/ 63491 w 63217"/>
                <a:gd name="connsiteY10" fmla="*/ 141959 h 141877"/>
                <a:gd name="connsiteX11" fmla="*/ 63491 w 63217"/>
                <a:gd name="connsiteY11" fmla="*/ 138811 h 141877"/>
                <a:gd name="connsiteX12" fmla="*/ 42269 w 63217"/>
                <a:gd name="connsiteY12" fmla="*/ 126428 h 141877"/>
                <a:gd name="connsiteX13" fmla="*/ 42269 w 63217"/>
                <a:gd name="connsiteY13" fmla="*/ 501 h 141877"/>
                <a:gd name="connsiteX14" fmla="*/ 40482 w 63217"/>
                <a:gd name="connsiteY14" fmla="*/ 81 h 14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17" h="141877">
                  <a:moveTo>
                    <a:pt x="40482" y="81"/>
                  </a:moveTo>
                  <a:lnTo>
                    <a:pt x="273" y="19180"/>
                  </a:lnTo>
                  <a:lnTo>
                    <a:pt x="273" y="22119"/>
                  </a:lnTo>
                  <a:cubicBezTo>
                    <a:pt x="2954" y="21069"/>
                    <a:pt x="5411" y="20230"/>
                    <a:pt x="6305" y="19810"/>
                  </a:cubicBezTo>
                  <a:cubicBezTo>
                    <a:pt x="10326" y="18341"/>
                    <a:pt x="14123" y="17501"/>
                    <a:pt x="16357" y="17501"/>
                  </a:cubicBezTo>
                  <a:cubicBezTo>
                    <a:pt x="21048" y="17501"/>
                    <a:pt x="23058" y="20649"/>
                    <a:pt x="23058" y="27366"/>
                  </a:cubicBezTo>
                  <a:lnTo>
                    <a:pt x="23058" y="122440"/>
                  </a:lnTo>
                  <a:cubicBezTo>
                    <a:pt x="23058" y="129366"/>
                    <a:pt x="21271" y="134193"/>
                    <a:pt x="17697" y="136082"/>
                  </a:cubicBezTo>
                  <a:cubicBezTo>
                    <a:pt x="14346" y="137971"/>
                    <a:pt x="11219" y="138601"/>
                    <a:pt x="1837" y="138811"/>
                  </a:cubicBezTo>
                  <a:lnTo>
                    <a:pt x="1837" y="141959"/>
                  </a:lnTo>
                  <a:lnTo>
                    <a:pt x="63491" y="141959"/>
                  </a:lnTo>
                  <a:lnTo>
                    <a:pt x="63491" y="138811"/>
                  </a:lnTo>
                  <a:cubicBezTo>
                    <a:pt x="45843" y="138601"/>
                    <a:pt x="42269" y="136502"/>
                    <a:pt x="42269" y="126428"/>
                  </a:cubicBezTo>
                  <a:lnTo>
                    <a:pt x="42269" y="501"/>
                  </a:lnTo>
                  <a:lnTo>
                    <a:pt x="40482" y="81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AD99BFBD-1E78-6DD4-AA1A-76BDC9C47049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2179124" y="5708981"/>
              <a:ext cx="23678" cy="22247"/>
            </a:xfrm>
            <a:custGeom>
              <a:avLst/>
              <a:gdLst>
                <a:gd name="connsiteX0" fmla="*/ 23956 w 23678"/>
                <a:gd name="connsiteY0" fmla="*/ 11204 h 22247"/>
                <a:gd name="connsiteX1" fmla="*/ 12117 w 23678"/>
                <a:gd name="connsiteY1" fmla="*/ 81 h 22247"/>
                <a:gd name="connsiteX2" fmla="*/ 278 w 23678"/>
                <a:gd name="connsiteY2" fmla="*/ 11204 h 22247"/>
                <a:gd name="connsiteX3" fmla="*/ 12117 w 23678"/>
                <a:gd name="connsiteY3" fmla="*/ 22328 h 22247"/>
                <a:gd name="connsiteX4" fmla="*/ 23956 w 23678"/>
                <a:gd name="connsiteY4" fmla="*/ 11204 h 22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78" h="22247">
                  <a:moveTo>
                    <a:pt x="23956" y="11204"/>
                  </a:moveTo>
                  <a:cubicBezTo>
                    <a:pt x="23956" y="5118"/>
                    <a:pt x="18595" y="81"/>
                    <a:pt x="12117" y="81"/>
                  </a:cubicBezTo>
                  <a:cubicBezTo>
                    <a:pt x="5639" y="81"/>
                    <a:pt x="278" y="5118"/>
                    <a:pt x="278" y="11204"/>
                  </a:cubicBezTo>
                  <a:cubicBezTo>
                    <a:pt x="278" y="17291"/>
                    <a:pt x="5639" y="22328"/>
                    <a:pt x="12117" y="22328"/>
                  </a:cubicBezTo>
                  <a:cubicBezTo>
                    <a:pt x="18595" y="22328"/>
                    <a:pt x="23956" y="17291"/>
                    <a:pt x="23956" y="11204"/>
                  </a:cubicBez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254E339-5729-FFB2-F411-C14780A8E7BA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2226488" y="5592289"/>
              <a:ext cx="95831" cy="140618"/>
            </a:xfrm>
            <a:custGeom>
              <a:avLst/>
              <a:gdLst>
                <a:gd name="connsiteX0" fmla="*/ 96110 w 95831"/>
                <a:gd name="connsiteY0" fmla="*/ 81 h 140618"/>
                <a:gd name="connsiteX1" fmla="*/ 13459 w 95831"/>
                <a:gd name="connsiteY1" fmla="*/ 81 h 140618"/>
                <a:gd name="connsiteX2" fmla="*/ 279 w 95831"/>
                <a:gd name="connsiteY2" fmla="*/ 30933 h 140618"/>
                <a:gd name="connsiteX3" fmla="*/ 4077 w 95831"/>
                <a:gd name="connsiteY3" fmla="*/ 32612 h 140618"/>
                <a:gd name="connsiteX4" fmla="*/ 29989 w 95831"/>
                <a:gd name="connsiteY4" fmla="*/ 15612 h 140618"/>
                <a:gd name="connsiteX5" fmla="*/ 78463 w 95831"/>
                <a:gd name="connsiteY5" fmla="*/ 15612 h 140618"/>
                <a:gd name="connsiteX6" fmla="*/ 34233 w 95831"/>
                <a:gd name="connsiteY6" fmla="*/ 140699 h 140618"/>
                <a:gd name="connsiteX7" fmla="*/ 48753 w 95831"/>
                <a:gd name="connsiteY7" fmla="*/ 140699 h 140618"/>
                <a:gd name="connsiteX8" fmla="*/ 96110 w 95831"/>
                <a:gd name="connsiteY8" fmla="*/ 3439 h 140618"/>
                <a:gd name="connsiteX9" fmla="*/ 96110 w 95831"/>
                <a:gd name="connsiteY9" fmla="*/ 81 h 14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831" h="140618">
                  <a:moveTo>
                    <a:pt x="96110" y="81"/>
                  </a:moveTo>
                  <a:lnTo>
                    <a:pt x="13459" y="81"/>
                  </a:lnTo>
                  <a:lnTo>
                    <a:pt x="279" y="30933"/>
                  </a:lnTo>
                  <a:lnTo>
                    <a:pt x="4077" y="32612"/>
                  </a:lnTo>
                  <a:cubicBezTo>
                    <a:pt x="13682" y="18341"/>
                    <a:pt x="17703" y="15612"/>
                    <a:pt x="29989" y="15612"/>
                  </a:cubicBezTo>
                  <a:lnTo>
                    <a:pt x="78463" y="15612"/>
                  </a:lnTo>
                  <a:lnTo>
                    <a:pt x="34233" y="140699"/>
                  </a:lnTo>
                  <a:lnTo>
                    <a:pt x="48753" y="140699"/>
                  </a:lnTo>
                  <a:lnTo>
                    <a:pt x="96110" y="3439"/>
                  </a:lnTo>
                  <a:lnTo>
                    <a:pt x="96110" y="81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B2E56B05-1140-FEB2-0AC2-785267AFFC4D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2341279" y="5586832"/>
              <a:ext cx="90693" cy="147334"/>
            </a:xfrm>
            <a:custGeom>
              <a:avLst/>
              <a:gdLst>
                <a:gd name="connsiteX0" fmla="*/ 33567 w 90693"/>
                <a:gd name="connsiteY0" fmla="*/ 22119 h 147334"/>
                <a:gd name="connsiteX1" fmla="*/ 77350 w 90693"/>
                <a:gd name="connsiteY1" fmla="*/ 22119 h 147334"/>
                <a:gd name="connsiteX2" fmla="*/ 82488 w 90693"/>
                <a:gd name="connsiteY2" fmla="*/ 20230 h 147334"/>
                <a:gd name="connsiteX3" fmla="*/ 90976 w 90693"/>
                <a:gd name="connsiteY3" fmla="*/ 1551 h 147334"/>
                <a:gd name="connsiteX4" fmla="*/ 88966 w 90693"/>
                <a:gd name="connsiteY4" fmla="*/ 81 h 147334"/>
                <a:gd name="connsiteX5" fmla="*/ 78690 w 90693"/>
                <a:gd name="connsiteY5" fmla="*/ 5538 h 147334"/>
                <a:gd name="connsiteX6" fmla="*/ 32003 w 90693"/>
                <a:gd name="connsiteY6" fmla="*/ 5538 h 147334"/>
                <a:gd name="connsiteX7" fmla="*/ 7654 w 90693"/>
                <a:gd name="connsiteY7" fmla="*/ 55279 h 147334"/>
                <a:gd name="connsiteX8" fmla="*/ 7431 w 90693"/>
                <a:gd name="connsiteY8" fmla="*/ 56329 h 147334"/>
                <a:gd name="connsiteX9" fmla="*/ 10112 w 90693"/>
                <a:gd name="connsiteY9" fmla="*/ 58008 h 147334"/>
                <a:gd name="connsiteX10" fmla="*/ 35354 w 90693"/>
                <a:gd name="connsiteY10" fmla="*/ 62205 h 147334"/>
                <a:gd name="connsiteX11" fmla="*/ 72882 w 90693"/>
                <a:gd name="connsiteY11" fmla="*/ 103761 h 147334"/>
                <a:gd name="connsiteX12" fmla="*/ 41832 w 90693"/>
                <a:gd name="connsiteY12" fmla="*/ 139650 h 147334"/>
                <a:gd name="connsiteX13" fmla="*/ 26865 w 90693"/>
                <a:gd name="connsiteY13" fmla="*/ 133564 h 147334"/>
                <a:gd name="connsiteX14" fmla="*/ 9888 w 90693"/>
                <a:gd name="connsiteY14" fmla="*/ 126638 h 147334"/>
                <a:gd name="connsiteX15" fmla="*/ 283 w 90693"/>
                <a:gd name="connsiteY15" fmla="*/ 134403 h 147334"/>
                <a:gd name="connsiteX16" fmla="*/ 27536 w 90693"/>
                <a:gd name="connsiteY16" fmla="*/ 147416 h 147334"/>
                <a:gd name="connsiteX17" fmla="*/ 73552 w 90693"/>
                <a:gd name="connsiteY17" fmla="*/ 131045 h 147334"/>
                <a:gd name="connsiteX18" fmla="*/ 88519 w 90693"/>
                <a:gd name="connsiteY18" fmla="*/ 93687 h 147334"/>
                <a:gd name="connsiteX19" fmla="*/ 73106 w 90693"/>
                <a:gd name="connsiteY19" fmla="*/ 58427 h 147334"/>
                <a:gd name="connsiteX20" fmla="*/ 24185 w 90693"/>
                <a:gd name="connsiteY20" fmla="*/ 39958 h 147334"/>
                <a:gd name="connsiteX21" fmla="*/ 33567 w 90693"/>
                <a:gd name="connsiteY21" fmla="*/ 22119 h 147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3" h="147334">
                  <a:moveTo>
                    <a:pt x="33567" y="22119"/>
                  </a:moveTo>
                  <a:lnTo>
                    <a:pt x="77350" y="22119"/>
                  </a:lnTo>
                  <a:cubicBezTo>
                    <a:pt x="80924" y="22119"/>
                    <a:pt x="81818" y="21699"/>
                    <a:pt x="82488" y="20230"/>
                  </a:cubicBezTo>
                  <a:lnTo>
                    <a:pt x="90976" y="1551"/>
                  </a:lnTo>
                  <a:lnTo>
                    <a:pt x="88966" y="81"/>
                  </a:lnTo>
                  <a:cubicBezTo>
                    <a:pt x="85615" y="4489"/>
                    <a:pt x="83381" y="5538"/>
                    <a:pt x="78690" y="5538"/>
                  </a:cubicBezTo>
                  <a:lnTo>
                    <a:pt x="32003" y="5538"/>
                  </a:lnTo>
                  <a:lnTo>
                    <a:pt x="7654" y="55279"/>
                  </a:lnTo>
                  <a:cubicBezTo>
                    <a:pt x="7431" y="55699"/>
                    <a:pt x="7431" y="55909"/>
                    <a:pt x="7431" y="56329"/>
                  </a:cubicBezTo>
                  <a:cubicBezTo>
                    <a:pt x="7431" y="57378"/>
                    <a:pt x="8325" y="58008"/>
                    <a:pt x="10112" y="58008"/>
                  </a:cubicBezTo>
                  <a:cubicBezTo>
                    <a:pt x="17260" y="58008"/>
                    <a:pt x="26195" y="59477"/>
                    <a:pt x="35354" y="62205"/>
                  </a:cubicBezTo>
                  <a:cubicBezTo>
                    <a:pt x="61043" y="69971"/>
                    <a:pt x="72882" y="82983"/>
                    <a:pt x="72882" y="103761"/>
                  </a:cubicBezTo>
                  <a:cubicBezTo>
                    <a:pt x="72882" y="123909"/>
                    <a:pt x="59256" y="139650"/>
                    <a:pt x="41832" y="139650"/>
                  </a:cubicBezTo>
                  <a:cubicBezTo>
                    <a:pt x="37364" y="139650"/>
                    <a:pt x="33567" y="138181"/>
                    <a:pt x="26865" y="133564"/>
                  </a:cubicBezTo>
                  <a:cubicBezTo>
                    <a:pt x="19717" y="128736"/>
                    <a:pt x="14579" y="126638"/>
                    <a:pt x="9888" y="126638"/>
                  </a:cubicBezTo>
                  <a:cubicBezTo>
                    <a:pt x="3410" y="126638"/>
                    <a:pt x="283" y="129156"/>
                    <a:pt x="283" y="134403"/>
                  </a:cubicBezTo>
                  <a:cubicBezTo>
                    <a:pt x="283" y="142379"/>
                    <a:pt x="10782" y="147416"/>
                    <a:pt x="27536" y="147416"/>
                  </a:cubicBezTo>
                  <a:cubicBezTo>
                    <a:pt x="46300" y="147416"/>
                    <a:pt x="62383" y="141749"/>
                    <a:pt x="73552" y="131045"/>
                  </a:cubicBezTo>
                  <a:cubicBezTo>
                    <a:pt x="83828" y="121601"/>
                    <a:pt x="88519" y="109638"/>
                    <a:pt x="88519" y="93687"/>
                  </a:cubicBezTo>
                  <a:cubicBezTo>
                    <a:pt x="88519" y="78576"/>
                    <a:pt x="84275" y="68921"/>
                    <a:pt x="73106" y="58427"/>
                  </a:cubicBezTo>
                  <a:cubicBezTo>
                    <a:pt x="63277" y="49193"/>
                    <a:pt x="50544" y="44366"/>
                    <a:pt x="24185" y="39958"/>
                  </a:cubicBezTo>
                  <a:lnTo>
                    <a:pt x="33567" y="22119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815C4404-C0B5-83CA-4EA3-F5341D74B8A0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2448922" y="5589351"/>
              <a:ext cx="102756" cy="141877"/>
            </a:xfrm>
            <a:custGeom>
              <a:avLst/>
              <a:gdLst>
                <a:gd name="connsiteX0" fmla="*/ 103043 w 102756"/>
                <a:gd name="connsiteY0" fmla="*/ 93477 h 141877"/>
                <a:gd name="connsiteX1" fmla="*/ 80258 w 102756"/>
                <a:gd name="connsiteY1" fmla="*/ 93477 h 141877"/>
                <a:gd name="connsiteX2" fmla="*/ 80258 w 102756"/>
                <a:gd name="connsiteY2" fmla="*/ 81 h 141877"/>
                <a:gd name="connsiteX3" fmla="*/ 70429 w 102756"/>
                <a:gd name="connsiteY3" fmla="*/ 81 h 141877"/>
                <a:gd name="connsiteX4" fmla="*/ 286 w 102756"/>
                <a:gd name="connsiteY4" fmla="*/ 93477 h 141877"/>
                <a:gd name="connsiteX5" fmla="*/ 286 w 102756"/>
                <a:gd name="connsiteY5" fmla="*/ 106909 h 141877"/>
                <a:gd name="connsiteX6" fmla="*/ 63057 w 102756"/>
                <a:gd name="connsiteY6" fmla="*/ 106909 h 141877"/>
                <a:gd name="connsiteX7" fmla="*/ 63057 w 102756"/>
                <a:gd name="connsiteY7" fmla="*/ 141959 h 141877"/>
                <a:gd name="connsiteX8" fmla="*/ 80258 w 102756"/>
                <a:gd name="connsiteY8" fmla="*/ 141959 h 141877"/>
                <a:gd name="connsiteX9" fmla="*/ 80258 w 102756"/>
                <a:gd name="connsiteY9" fmla="*/ 106909 h 141877"/>
                <a:gd name="connsiteX10" fmla="*/ 103043 w 102756"/>
                <a:gd name="connsiteY10" fmla="*/ 106909 h 141877"/>
                <a:gd name="connsiteX11" fmla="*/ 103043 w 102756"/>
                <a:gd name="connsiteY11" fmla="*/ 93477 h 141877"/>
                <a:gd name="connsiteX12" fmla="*/ 62834 w 102756"/>
                <a:gd name="connsiteY12" fmla="*/ 93477 h 141877"/>
                <a:gd name="connsiteX13" fmla="*/ 9222 w 102756"/>
                <a:gd name="connsiteY13" fmla="*/ 93477 h 141877"/>
                <a:gd name="connsiteX14" fmla="*/ 62834 w 102756"/>
                <a:gd name="connsiteY14" fmla="*/ 21489 h 141877"/>
                <a:gd name="connsiteX15" fmla="*/ 62834 w 102756"/>
                <a:gd name="connsiteY15" fmla="*/ 93477 h 14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2756" h="141877">
                  <a:moveTo>
                    <a:pt x="103043" y="93477"/>
                  </a:moveTo>
                  <a:lnTo>
                    <a:pt x="80258" y="93477"/>
                  </a:lnTo>
                  <a:lnTo>
                    <a:pt x="80258" y="81"/>
                  </a:lnTo>
                  <a:lnTo>
                    <a:pt x="70429" y="81"/>
                  </a:lnTo>
                  <a:lnTo>
                    <a:pt x="286" y="93477"/>
                  </a:lnTo>
                  <a:lnTo>
                    <a:pt x="286" y="106909"/>
                  </a:lnTo>
                  <a:lnTo>
                    <a:pt x="63057" y="106909"/>
                  </a:lnTo>
                  <a:lnTo>
                    <a:pt x="63057" y="141959"/>
                  </a:lnTo>
                  <a:lnTo>
                    <a:pt x="80258" y="141959"/>
                  </a:lnTo>
                  <a:lnTo>
                    <a:pt x="80258" y="106909"/>
                  </a:lnTo>
                  <a:lnTo>
                    <a:pt x="103043" y="106909"/>
                  </a:lnTo>
                  <a:lnTo>
                    <a:pt x="103043" y="93477"/>
                  </a:lnTo>
                  <a:close/>
                  <a:moveTo>
                    <a:pt x="62834" y="93477"/>
                  </a:moveTo>
                  <a:lnTo>
                    <a:pt x="9222" y="93477"/>
                  </a:lnTo>
                  <a:lnTo>
                    <a:pt x="62834" y="21489"/>
                  </a:lnTo>
                  <a:lnTo>
                    <a:pt x="62834" y="93477"/>
                  </a:lnTo>
                  <a:close/>
                </a:path>
              </a:pathLst>
            </a:custGeom>
            <a:grpFill/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37" name="Group 436" descr="\documentclass{article}&#10;\usepackage{amsmath,amsfonts,amssymb,xcolor,mathptmx}&#10;\newcommand{\dbar}{{d\mkern-7mu\mathchar'26\mkern-2mu}}&#10;\usepackage{times}&#10;\usepackage{mathptmx}&#10;\usepackage{bm}&#10;\usepackage{xcolor}&#10;\pagestyle{empty}&#10;\usepackage{tabularx}&#10;\begin{document}&#10;\color{white}{&#10;\begin{tabular}{|&gt;{\centering\arraybackslash}m{1cm}|&gt;{\centering\arraybackslash}m{1cm}|&gt;{\centering\arraybackslash}m{1cm}|&gt;{\centering\arraybackslash}m{1cm}|&gt;{\centering\arraybackslash}m{1cm}|}&#10;\hline&#10;$x$ &amp; 1 &amp; 3 &amp; 5 &amp; 7 \\&#10;\hline&#10;$y$ &amp; 0.5  &amp; 3.4 &amp; 8.4 &amp; 15.2 \\&#10;\hline&#10;$y_f$ &amp; 0.4984 &amp; 3.425 &amp; 8.393 &amp; 15.146 \\&#10;\hline&#10;\end{tabular}&#10;}&#10;\end{document}" title="IguanaTex Shape Display">
            <a:extLst>
              <a:ext uri="{FF2B5EF4-FFF2-40B4-BE49-F238E27FC236}">
                <a16:creationId xmlns:a16="http://schemas.microsoft.com/office/drawing/2014/main" id="{ABDF0C23-A72B-6013-C499-1A35D5597E89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3205018" y="4025900"/>
            <a:ext cx="6214843" cy="1157194"/>
            <a:chOff x="4878191" y="4171153"/>
            <a:chExt cx="6214843" cy="1157194"/>
          </a:xfrm>
        </p:grpSpPr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41694D3-F751-64B6-D981-7FC10B039F66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878191" y="4171153"/>
              <a:ext cx="6214843" cy="12310"/>
            </a:xfrm>
            <a:custGeom>
              <a:avLst/>
              <a:gdLst>
                <a:gd name="connsiteX0" fmla="*/ 0 w 6214843"/>
                <a:gd name="connsiteY0" fmla="*/ 0 h 12310"/>
                <a:gd name="connsiteX1" fmla="*/ 6214844 w 6214843"/>
                <a:gd name="connsiteY1" fmla="*/ 0 h 12310"/>
                <a:gd name="connsiteX2" fmla="*/ 6214844 w 6214843"/>
                <a:gd name="connsiteY2" fmla="*/ 12310 h 12310"/>
                <a:gd name="connsiteX3" fmla="*/ 0 w 6214843"/>
                <a:gd name="connsiteY3" fmla="*/ 12310 h 1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310">
                  <a:moveTo>
                    <a:pt x="0" y="0"/>
                  </a:moveTo>
                  <a:lnTo>
                    <a:pt x="6214844" y="0"/>
                  </a:lnTo>
                  <a:lnTo>
                    <a:pt x="6214844" y="12310"/>
                  </a:lnTo>
                  <a:lnTo>
                    <a:pt x="0" y="1231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294D1F7-1FF9-823B-0AAF-4B27B78E8AD0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878191" y="4183463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36302445-BA5B-E917-64A4-58736AE4FF4D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428500" y="4306767"/>
              <a:ext cx="143397" cy="138589"/>
            </a:xfrm>
            <a:custGeom>
              <a:avLst/>
              <a:gdLst>
                <a:gd name="connsiteX0" fmla="*/ 129880 w 143397"/>
                <a:gd name="connsiteY0" fmla="*/ 101244 h 138589"/>
                <a:gd name="connsiteX1" fmla="*/ 123224 w 143397"/>
                <a:gd name="connsiteY1" fmla="*/ 109523 h 138589"/>
                <a:gd name="connsiteX2" fmla="*/ 109308 w 143397"/>
                <a:gd name="connsiteY2" fmla="*/ 121787 h 138589"/>
                <a:gd name="connsiteX3" fmla="*/ 99929 w 143397"/>
                <a:gd name="connsiteY3" fmla="*/ 109216 h 138589"/>
                <a:gd name="connsiteX4" fmla="*/ 98719 w 143397"/>
                <a:gd name="connsiteY4" fmla="*/ 104003 h 138589"/>
                <a:gd name="connsiteX5" fmla="*/ 87828 w 143397"/>
                <a:gd name="connsiteY5" fmla="*/ 54332 h 138589"/>
                <a:gd name="connsiteX6" fmla="*/ 117476 w 143397"/>
                <a:gd name="connsiteY6" fmla="*/ 17231 h 138589"/>
                <a:gd name="connsiteX7" fmla="*/ 124737 w 143397"/>
                <a:gd name="connsiteY7" fmla="*/ 19684 h 138589"/>
                <a:gd name="connsiteX8" fmla="*/ 132905 w 143397"/>
                <a:gd name="connsiteY8" fmla="*/ 22444 h 138589"/>
                <a:gd name="connsiteX9" fmla="*/ 143493 w 143397"/>
                <a:gd name="connsiteY9" fmla="*/ 11406 h 138589"/>
                <a:gd name="connsiteX10" fmla="*/ 131090 w 143397"/>
                <a:gd name="connsiteY10" fmla="*/ 61 h 138589"/>
                <a:gd name="connsiteX11" fmla="*/ 85408 w 143397"/>
                <a:gd name="connsiteY11" fmla="*/ 43907 h 138589"/>
                <a:gd name="connsiteX12" fmla="*/ 82080 w 143397"/>
                <a:gd name="connsiteY12" fmla="*/ 27043 h 138589"/>
                <a:gd name="connsiteX13" fmla="*/ 66349 w 143397"/>
                <a:gd name="connsiteY13" fmla="*/ 61 h 138589"/>
                <a:gd name="connsiteX14" fmla="*/ 30953 w 143397"/>
                <a:gd name="connsiteY14" fmla="*/ 8953 h 138589"/>
                <a:gd name="connsiteX15" fmla="*/ 27625 w 143397"/>
                <a:gd name="connsiteY15" fmla="*/ 10179 h 138589"/>
                <a:gd name="connsiteX16" fmla="*/ 28836 w 143397"/>
                <a:gd name="connsiteY16" fmla="*/ 14779 h 138589"/>
                <a:gd name="connsiteX17" fmla="*/ 45777 w 143397"/>
                <a:gd name="connsiteY17" fmla="*/ 11406 h 138589"/>
                <a:gd name="connsiteX18" fmla="*/ 59391 w 143397"/>
                <a:gd name="connsiteY18" fmla="*/ 32562 h 138589"/>
                <a:gd name="connsiteX19" fmla="*/ 68164 w 143397"/>
                <a:gd name="connsiteY19" fmla="*/ 70276 h 138589"/>
                <a:gd name="connsiteX20" fmla="*/ 43357 w 143397"/>
                <a:gd name="connsiteY20" fmla="*/ 106150 h 138589"/>
                <a:gd name="connsiteX21" fmla="*/ 27928 w 143397"/>
                <a:gd name="connsiteY21" fmla="*/ 120867 h 138589"/>
                <a:gd name="connsiteX22" fmla="*/ 20062 w 143397"/>
                <a:gd name="connsiteY22" fmla="*/ 118108 h 138589"/>
                <a:gd name="connsiteX23" fmla="*/ 10382 w 143397"/>
                <a:gd name="connsiteY23" fmla="*/ 115042 h 138589"/>
                <a:gd name="connsiteX24" fmla="*/ 96 w 143397"/>
                <a:gd name="connsiteY24" fmla="*/ 125773 h 138589"/>
                <a:gd name="connsiteX25" fmla="*/ 15222 w 143397"/>
                <a:gd name="connsiteY25" fmla="*/ 138651 h 138589"/>
                <a:gd name="connsiteX26" fmla="*/ 43357 w 143397"/>
                <a:gd name="connsiteY26" fmla="*/ 117188 h 138589"/>
                <a:gd name="connsiteX27" fmla="*/ 70584 w 143397"/>
                <a:gd name="connsiteY27" fmla="*/ 81314 h 138589"/>
                <a:gd name="connsiteX28" fmla="*/ 79660 w 143397"/>
                <a:gd name="connsiteY28" fmla="*/ 118108 h 138589"/>
                <a:gd name="connsiteX29" fmla="*/ 97207 w 143397"/>
                <a:gd name="connsiteY29" fmla="*/ 138651 h 138589"/>
                <a:gd name="connsiteX30" fmla="*/ 134115 w 143397"/>
                <a:gd name="connsiteY30" fmla="*/ 103697 h 138589"/>
                <a:gd name="connsiteX31" fmla="*/ 129880 w 143397"/>
                <a:gd name="connsiteY31" fmla="*/ 101244 h 138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8589">
                  <a:moveTo>
                    <a:pt x="129880" y="101244"/>
                  </a:moveTo>
                  <a:cubicBezTo>
                    <a:pt x="127459" y="104003"/>
                    <a:pt x="125947" y="105843"/>
                    <a:pt x="123224" y="109523"/>
                  </a:cubicBezTo>
                  <a:cubicBezTo>
                    <a:pt x="116266" y="118721"/>
                    <a:pt x="112636" y="121787"/>
                    <a:pt x="109308" y="121787"/>
                  </a:cubicBezTo>
                  <a:cubicBezTo>
                    <a:pt x="104770" y="121787"/>
                    <a:pt x="102047" y="117801"/>
                    <a:pt x="99929" y="109216"/>
                  </a:cubicBezTo>
                  <a:cubicBezTo>
                    <a:pt x="99324" y="106763"/>
                    <a:pt x="99022" y="104923"/>
                    <a:pt x="98719" y="104003"/>
                  </a:cubicBezTo>
                  <a:cubicBezTo>
                    <a:pt x="91156" y="73035"/>
                    <a:pt x="87828" y="58931"/>
                    <a:pt x="87828" y="54332"/>
                  </a:cubicBezTo>
                  <a:cubicBezTo>
                    <a:pt x="101140" y="30723"/>
                    <a:pt x="112030" y="17231"/>
                    <a:pt x="117476" y="17231"/>
                  </a:cubicBezTo>
                  <a:cubicBezTo>
                    <a:pt x="119291" y="17231"/>
                    <a:pt x="121711" y="18151"/>
                    <a:pt x="124737" y="19684"/>
                  </a:cubicBezTo>
                  <a:cubicBezTo>
                    <a:pt x="128367" y="21831"/>
                    <a:pt x="130485" y="22444"/>
                    <a:pt x="132905" y="22444"/>
                  </a:cubicBezTo>
                  <a:cubicBezTo>
                    <a:pt x="139258" y="22444"/>
                    <a:pt x="143493" y="17845"/>
                    <a:pt x="143493" y="11406"/>
                  </a:cubicBezTo>
                  <a:cubicBezTo>
                    <a:pt x="143493" y="4967"/>
                    <a:pt x="138350" y="61"/>
                    <a:pt x="131090" y="61"/>
                  </a:cubicBezTo>
                  <a:cubicBezTo>
                    <a:pt x="117778" y="61"/>
                    <a:pt x="106282" y="11099"/>
                    <a:pt x="85408" y="43907"/>
                  </a:cubicBezTo>
                  <a:lnTo>
                    <a:pt x="82080" y="27043"/>
                  </a:lnTo>
                  <a:cubicBezTo>
                    <a:pt x="77845" y="6193"/>
                    <a:pt x="74517" y="61"/>
                    <a:pt x="66349" y="61"/>
                  </a:cubicBezTo>
                  <a:cubicBezTo>
                    <a:pt x="59693" y="61"/>
                    <a:pt x="49407" y="2821"/>
                    <a:pt x="30953" y="8953"/>
                  </a:cubicBezTo>
                  <a:lnTo>
                    <a:pt x="27625" y="10179"/>
                  </a:lnTo>
                  <a:lnTo>
                    <a:pt x="28836" y="14779"/>
                  </a:lnTo>
                  <a:cubicBezTo>
                    <a:pt x="40332" y="12019"/>
                    <a:pt x="43054" y="11406"/>
                    <a:pt x="45777" y="11406"/>
                  </a:cubicBezTo>
                  <a:cubicBezTo>
                    <a:pt x="53340" y="11406"/>
                    <a:pt x="55155" y="14165"/>
                    <a:pt x="59391" y="32562"/>
                  </a:cubicBezTo>
                  <a:lnTo>
                    <a:pt x="68164" y="70276"/>
                  </a:lnTo>
                  <a:lnTo>
                    <a:pt x="43357" y="106150"/>
                  </a:lnTo>
                  <a:cubicBezTo>
                    <a:pt x="37306" y="115348"/>
                    <a:pt x="31256" y="120867"/>
                    <a:pt x="27928" y="120867"/>
                  </a:cubicBezTo>
                  <a:cubicBezTo>
                    <a:pt x="26113" y="120867"/>
                    <a:pt x="23088" y="119947"/>
                    <a:pt x="20062" y="118108"/>
                  </a:cubicBezTo>
                  <a:cubicBezTo>
                    <a:pt x="16130" y="115961"/>
                    <a:pt x="12802" y="115042"/>
                    <a:pt x="10382" y="115042"/>
                  </a:cubicBezTo>
                  <a:cubicBezTo>
                    <a:pt x="4633" y="115042"/>
                    <a:pt x="96" y="119641"/>
                    <a:pt x="96" y="125773"/>
                  </a:cubicBezTo>
                  <a:cubicBezTo>
                    <a:pt x="96" y="133745"/>
                    <a:pt x="6146" y="138651"/>
                    <a:pt x="15222" y="138651"/>
                  </a:cubicBezTo>
                  <a:cubicBezTo>
                    <a:pt x="24600" y="138651"/>
                    <a:pt x="28231" y="135891"/>
                    <a:pt x="43357" y="117188"/>
                  </a:cubicBezTo>
                  <a:cubicBezTo>
                    <a:pt x="51525" y="107376"/>
                    <a:pt x="57878" y="99098"/>
                    <a:pt x="70584" y="81314"/>
                  </a:cubicBezTo>
                  <a:lnTo>
                    <a:pt x="79660" y="118108"/>
                  </a:lnTo>
                  <a:cubicBezTo>
                    <a:pt x="83593" y="133745"/>
                    <a:pt x="87526" y="138651"/>
                    <a:pt x="97207" y="138651"/>
                  </a:cubicBezTo>
                  <a:cubicBezTo>
                    <a:pt x="108703" y="138651"/>
                    <a:pt x="116568" y="131292"/>
                    <a:pt x="134115" y="103697"/>
                  </a:cubicBezTo>
                  <a:lnTo>
                    <a:pt x="129880" y="101244"/>
                  </a:lnTo>
                  <a:close/>
                </a:path>
              </a:pathLst>
            </a:custGeom>
            <a:solidFill>
              <a:srgbClr val="FFFFFF"/>
            </a:solidFill>
            <a:ln w="4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6F85786D-1015-6F05-01E6-F6C5CD78FC4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118731" y="4183463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8D40A6AE-579D-898C-FA59-5FF76E7211D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702739" y="4234713"/>
              <a:ext cx="85615" cy="207271"/>
            </a:xfrm>
            <a:custGeom>
              <a:avLst/>
              <a:gdLst>
                <a:gd name="connsiteX0" fmla="*/ 54590 w 85615"/>
                <a:gd name="connsiteY0" fmla="*/ 62 h 207271"/>
                <a:gd name="connsiteX1" fmla="*/ 135 w 85615"/>
                <a:gd name="connsiteY1" fmla="*/ 27964 h 207271"/>
                <a:gd name="connsiteX2" fmla="*/ 135 w 85615"/>
                <a:gd name="connsiteY2" fmla="*/ 32256 h 207271"/>
                <a:gd name="connsiteX3" fmla="*/ 8304 w 85615"/>
                <a:gd name="connsiteY3" fmla="*/ 28883 h 207271"/>
                <a:gd name="connsiteX4" fmla="*/ 21917 w 85615"/>
                <a:gd name="connsiteY4" fmla="*/ 25511 h 207271"/>
                <a:gd name="connsiteX5" fmla="*/ 30993 w 85615"/>
                <a:gd name="connsiteY5" fmla="*/ 39922 h 207271"/>
                <a:gd name="connsiteX6" fmla="*/ 30993 w 85615"/>
                <a:gd name="connsiteY6" fmla="*/ 178818 h 207271"/>
                <a:gd name="connsiteX7" fmla="*/ 23733 w 85615"/>
                <a:gd name="connsiteY7" fmla="*/ 198748 h 207271"/>
                <a:gd name="connsiteX8" fmla="*/ 2253 w 85615"/>
                <a:gd name="connsiteY8" fmla="*/ 202734 h 207271"/>
                <a:gd name="connsiteX9" fmla="*/ 2253 w 85615"/>
                <a:gd name="connsiteY9" fmla="*/ 207333 h 207271"/>
                <a:gd name="connsiteX10" fmla="*/ 85751 w 85615"/>
                <a:gd name="connsiteY10" fmla="*/ 207333 h 207271"/>
                <a:gd name="connsiteX11" fmla="*/ 85751 w 85615"/>
                <a:gd name="connsiteY11" fmla="*/ 202734 h 207271"/>
                <a:gd name="connsiteX12" fmla="*/ 57011 w 85615"/>
                <a:gd name="connsiteY12" fmla="*/ 184644 h 207271"/>
                <a:gd name="connsiteX13" fmla="*/ 57011 w 85615"/>
                <a:gd name="connsiteY13" fmla="*/ 675 h 207271"/>
                <a:gd name="connsiteX14" fmla="*/ 54590 w 85615"/>
                <a:gd name="connsiteY14" fmla="*/ 62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7271">
                  <a:moveTo>
                    <a:pt x="54590" y="62"/>
                  </a:moveTo>
                  <a:lnTo>
                    <a:pt x="135" y="27964"/>
                  </a:lnTo>
                  <a:lnTo>
                    <a:pt x="135" y="32256"/>
                  </a:lnTo>
                  <a:cubicBezTo>
                    <a:pt x="3766" y="30723"/>
                    <a:pt x="7094" y="29497"/>
                    <a:pt x="8304" y="28883"/>
                  </a:cubicBezTo>
                  <a:cubicBezTo>
                    <a:pt x="13749" y="26737"/>
                    <a:pt x="18892" y="25511"/>
                    <a:pt x="21917" y="25511"/>
                  </a:cubicBezTo>
                  <a:cubicBezTo>
                    <a:pt x="28270" y="25511"/>
                    <a:pt x="30993" y="30110"/>
                    <a:pt x="30993" y="39922"/>
                  </a:cubicBezTo>
                  <a:lnTo>
                    <a:pt x="30993" y="178818"/>
                  </a:lnTo>
                  <a:cubicBezTo>
                    <a:pt x="30993" y="188936"/>
                    <a:pt x="28573" y="195989"/>
                    <a:pt x="23733" y="198748"/>
                  </a:cubicBezTo>
                  <a:cubicBezTo>
                    <a:pt x="19195" y="201508"/>
                    <a:pt x="14959" y="202427"/>
                    <a:pt x="2253" y="202734"/>
                  </a:cubicBezTo>
                  <a:lnTo>
                    <a:pt x="2253" y="207333"/>
                  </a:lnTo>
                  <a:lnTo>
                    <a:pt x="85751" y="207333"/>
                  </a:lnTo>
                  <a:lnTo>
                    <a:pt x="85751" y="202734"/>
                  </a:lnTo>
                  <a:cubicBezTo>
                    <a:pt x="61851" y="202427"/>
                    <a:pt x="57011" y="199361"/>
                    <a:pt x="57011" y="184644"/>
                  </a:cubicBezTo>
                  <a:lnTo>
                    <a:pt x="57011" y="675"/>
                  </a:lnTo>
                  <a:lnTo>
                    <a:pt x="54590" y="62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A0DC0A8-86BE-42D0-24AF-6EF6CE7B442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359270" y="4183463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7E7E2B4E-F21B-E117-619D-1C12C9730AC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922707" y="4234713"/>
              <a:ext cx="117682" cy="211564"/>
            </a:xfrm>
            <a:custGeom>
              <a:avLst/>
              <a:gdLst>
                <a:gd name="connsiteX0" fmla="*/ 33454 w 117682"/>
                <a:gd name="connsiteY0" fmla="*/ 106150 h 211564"/>
                <a:gd name="connsiteX1" fmla="*/ 65522 w 117682"/>
                <a:gd name="connsiteY1" fmla="*/ 109523 h 211564"/>
                <a:gd name="connsiteX2" fmla="*/ 96077 w 117682"/>
                <a:gd name="connsiteY2" fmla="*/ 154902 h 211564"/>
                <a:gd name="connsiteX3" fmla="*/ 56446 w 117682"/>
                <a:gd name="connsiteY3" fmla="*/ 200588 h 211564"/>
                <a:gd name="connsiteX4" fmla="*/ 31034 w 117682"/>
                <a:gd name="connsiteY4" fmla="*/ 191083 h 211564"/>
                <a:gd name="connsiteX5" fmla="*/ 11672 w 117682"/>
                <a:gd name="connsiteY5" fmla="*/ 183417 h 211564"/>
                <a:gd name="connsiteX6" fmla="*/ 176 w 117682"/>
                <a:gd name="connsiteY6" fmla="*/ 194149 h 211564"/>
                <a:gd name="connsiteX7" fmla="*/ 34362 w 117682"/>
                <a:gd name="connsiteY7" fmla="*/ 211626 h 211564"/>
                <a:gd name="connsiteX8" fmla="*/ 95775 w 117682"/>
                <a:gd name="connsiteY8" fmla="*/ 191083 h 211564"/>
                <a:gd name="connsiteX9" fmla="*/ 117859 w 117682"/>
                <a:gd name="connsiteY9" fmla="*/ 140185 h 211564"/>
                <a:gd name="connsiteX10" fmla="*/ 104245 w 117682"/>
                <a:gd name="connsiteY10" fmla="*/ 100631 h 211564"/>
                <a:gd name="connsiteX11" fmla="*/ 79136 w 117682"/>
                <a:gd name="connsiteY11" fmla="*/ 84381 h 211564"/>
                <a:gd name="connsiteX12" fmla="*/ 107573 w 117682"/>
                <a:gd name="connsiteY12" fmla="*/ 42068 h 211564"/>
                <a:gd name="connsiteX13" fmla="*/ 60379 w 117682"/>
                <a:gd name="connsiteY13" fmla="*/ 62 h 211564"/>
                <a:gd name="connsiteX14" fmla="*/ 21051 w 117682"/>
                <a:gd name="connsiteY14" fmla="*/ 15086 h 211564"/>
                <a:gd name="connsiteX15" fmla="*/ 781 w 117682"/>
                <a:gd name="connsiteY15" fmla="*/ 49733 h 211564"/>
                <a:gd name="connsiteX16" fmla="*/ 5319 w 117682"/>
                <a:gd name="connsiteY16" fmla="*/ 50960 h 211564"/>
                <a:gd name="connsiteX17" fmla="*/ 50396 w 117682"/>
                <a:gd name="connsiteY17" fmla="*/ 18458 h 211564"/>
                <a:gd name="connsiteX18" fmla="*/ 83674 w 117682"/>
                <a:gd name="connsiteY18" fmla="*/ 51266 h 211564"/>
                <a:gd name="connsiteX19" fmla="*/ 71572 w 117682"/>
                <a:gd name="connsiteY19" fmla="*/ 81008 h 211564"/>
                <a:gd name="connsiteX20" fmla="*/ 33454 w 117682"/>
                <a:gd name="connsiteY20" fmla="*/ 102164 h 211564"/>
                <a:gd name="connsiteX21" fmla="*/ 33454 w 117682"/>
                <a:gd name="connsiteY21" fmla="*/ 106150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11564">
                  <a:moveTo>
                    <a:pt x="33454" y="106150"/>
                  </a:moveTo>
                  <a:cubicBezTo>
                    <a:pt x="51303" y="106150"/>
                    <a:pt x="58261" y="106764"/>
                    <a:pt x="65522" y="109523"/>
                  </a:cubicBezTo>
                  <a:cubicBezTo>
                    <a:pt x="84279" y="116269"/>
                    <a:pt x="96077" y="133746"/>
                    <a:pt x="96077" y="154902"/>
                  </a:cubicBezTo>
                  <a:cubicBezTo>
                    <a:pt x="96077" y="180658"/>
                    <a:pt x="78833" y="200588"/>
                    <a:pt x="56446" y="200588"/>
                  </a:cubicBezTo>
                  <a:cubicBezTo>
                    <a:pt x="48278" y="200588"/>
                    <a:pt x="42227" y="198441"/>
                    <a:pt x="31034" y="191083"/>
                  </a:cubicBezTo>
                  <a:cubicBezTo>
                    <a:pt x="21958" y="185564"/>
                    <a:pt x="16815" y="183417"/>
                    <a:pt x="11672" y="183417"/>
                  </a:cubicBezTo>
                  <a:cubicBezTo>
                    <a:pt x="4714" y="183417"/>
                    <a:pt x="176" y="187710"/>
                    <a:pt x="176" y="194149"/>
                  </a:cubicBezTo>
                  <a:cubicBezTo>
                    <a:pt x="176" y="204880"/>
                    <a:pt x="13185" y="211626"/>
                    <a:pt x="34362" y="211626"/>
                  </a:cubicBezTo>
                  <a:cubicBezTo>
                    <a:pt x="57656" y="211626"/>
                    <a:pt x="81556" y="203654"/>
                    <a:pt x="95775" y="191083"/>
                  </a:cubicBezTo>
                  <a:cubicBezTo>
                    <a:pt x="109993" y="178512"/>
                    <a:pt x="117859" y="160728"/>
                    <a:pt x="117859" y="140185"/>
                  </a:cubicBezTo>
                  <a:cubicBezTo>
                    <a:pt x="117859" y="124547"/>
                    <a:pt x="113019" y="110136"/>
                    <a:pt x="104245" y="100631"/>
                  </a:cubicBezTo>
                  <a:cubicBezTo>
                    <a:pt x="98195" y="93886"/>
                    <a:pt x="92447" y="90206"/>
                    <a:pt x="79136" y="84381"/>
                  </a:cubicBezTo>
                  <a:cubicBezTo>
                    <a:pt x="100010" y="69970"/>
                    <a:pt x="107573" y="58625"/>
                    <a:pt x="107573" y="42068"/>
                  </a:cubicBezTo>
                  <a:cubicBezTo>
                    <a:pt x="107573" y="17232"/>
                    <a:pt x="88211" y="62"/>
                    <a:pt x="60379" y="62"/>
                  </a:cubicBezTo>
                  <a:cubicBezTo>
                    <a:pt x="45253" y="62"/>
                    <a:pt x="31941" y="5274"/>
                    <a:pt x="21051" y="15086"/>
                  </a:cubicBezTo>
                  <a:cubicBezTo>
                    <a:pt x="11975" y="23364"/>
                    <a:pt x="7437" y="31336"/>
                    <a:pt x="781" y="49733"/>
                  </a:cubicBezTo>
                  <a:lnTo>
                    <a:pt x="5319" y="50960"/>
                  </a:lnTo>
                  <a:cubicBezTo>
                    <a:pt x="17723" y="28577"/>
                    <a:pt x="31336" y="18458"/>
                    <a:pt x="50396" y="18458"/>
                  </a:cubicBezTo>
                  <a:cubicBezTo>
                    <a:pt x="70060" y="18458"/>
                    <a:pt x="83674" y="31950"/>
                    <a:pt x="83674" y="51266"/>
                  </a:cubicBezTo>
                  <a:cubicBezTo>
                    <a:pt x="83674" y="62304"/>
                    <a:pt x="79136" y="73343"/>
                    <a:pt x="71572" y="81008"/>
                  </a:cubicBezTo>
                  <a:cubicBezTo>
                    <a:pt x="62497" y="90206"/>
                    <a:pt x="54026" y="94806"/>
                    <a:pt x="33454" y="102164"/>
                  </a:cubicBezTo>
                  <a:lnTo>
                    <a:pt x="33454" y="10615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79DF5190-27C2-1B6D-878C-553D4282BEC3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599810" y="4183463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6EDADD7F-2F47-0CCB-08B1-26A06097E45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159918" y="4231034"/>
              <a:ext cx="122825" cy="215243"/>
            </a:xfrm>
            <a:custGeom>
              <a:avLst/>
              <a:gdLst>
                <a:gd name="connsiteX0" fmla="*/ 45293 w 122825"/>
                <a:gd name="connsiteY0" fmla="*/ 32256 h 215243"/>
                <a:gd name="connsiteX1" fmla="*/ 104589 w 122825"/>
                <a:gd name="connsiteY1" fmla="*/ 32256 h 215243"/>
                <a:gd name="connsiteX2" fmla="*/ 111547 w 122825"/>
                <a:gd name="connsiteY2" fmla="*/ 29497 h 215243"/>
                <a:gd name="connsiteX3" fmla="*/ 123043 w 122825"/>
                <a:gd name="connsiteY3" fmla="*/ 2208 h 215243"/>
                <a:gd name="connsiteX4" fmla="*/ 120320 w 122825"/>
                <a:gd name="connsiteY4" fmla="*/ 62 h 215243"/>
                <a:gd name="connsiteX5" fmla="*/ 106404 w 122825"/>
                <a:gd name="connsiteY5" fmla="*/ 8034 h 215243"/>
                <a:gd name="connsiteX6" fmla="*/ 43176 w 122825"/>
                <a:gd name="connsiteY6" fmla="*/ 8034 h 215243"/>
                <a:gd name="connsiteX7" fmla="*/ 10200 w 122825"/>
                <a:gd name="connsiteY7" fmla="*/ 80701 h 215243"/>
                <a:gd name="connsiteX8" fmla="*/ 9898 w 122825"/>
                <a:gd name="connsiteY8" fmla="*/ 82234 h 215243"/>
                <a:gd name="connsiteX9" fmla="*/ 13528 w 122825"/>
                <a:gd name="connsiteY9" fmla="*/ 84687 h 215243"/>
                <a:gd name="connsiteX10" fmla="*/ 47714 w 122825"/>
                <a:gd name="connsiteY10" fmla="*/ 90820 h 215243"/>
                <a:gd name="connsiteX11" fmla="*/ 98538 w 122825"/>
                <a:gd name="connsiteY11" fmla="*/ 151529 h 215243"/>
                <a:gd name="connsiteX12" fmla="*/ 56487 w 122825"/>
                <a:gd name="connsiteY12" fmla="*/ 203961 h 215243"/>
                <a:gd name="connsiteX13" fmla="*/ 36218 w 122825"/>
                <a:gd name="connsiteY13" fmla="*/ 195069 h 215243"/>
                <a:gd name="connsiteX14" fmla="*/ 13226 w 122825"/>
                <a:gd name="connsiteY14" fmla="*/ 184950 h 215243"/>
                <a:gd name="connsiteX15" fmla="*/ 217 w 122825"/>
                <a:gd name="connsiteY15" fmla="*/ 196295 h 215243"/>
                <a:gd name="connsiteX16" fmla="*/ 37125 w 122825"/>
                <a:gd name="connsiteY16" fmla="*/ 215305 h 215243"/>
                <a:gd name="connsiteX17" fmla="*/ 99446 w 122825"/>
                <a:gd name="connsiteY17" fmla="*/ 191389 h 215243"/>
                <a:gd name="connsiteX18" fmla="*/ 119715 w 122825"/>
                <a:gd name="connsiteY18" fmla="*/ 136812 h 215243"/>
                <a:gd name="connsiteX19" fmla="*/ 98841 w 122825"/>
                <a:gd name="connsiteY19" fmla="*/ 85301 h 215243"/>
                <a:gd name="connsiteX20" fmla="*/ 32587 w 122825"/>
                <a:gd name="connsiteY20" fmla="*/ 58318 h 215243"/>
                <a:gd name="connsiteX21" fmla="*/ 45293 w 122825"/>
                <a:gd name="connsiteY21" fmla="*/ 32256 h 21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5243">
                  <a:moveTo>
                    <a:pt x="45293" y="32256"/>
                  </a:moveTo>
                  <a:lnTo>
                    <a:pt x="104589" y="32256"/>
                  </a:lnTo>
                  <a:cubicBezTo>
                    <a:pt x="109429" y="32256"/>
                    <a:pt x="110639" y="31643"/>
                    <a:pt x="111547" y="29497"/>
                  </a:cubicBezTo>
                  <a:lnTo>
                    <a:pt x="123043" y="2208"/>
                  </a:lnTo>
                  <a:lnTo>
                    <a:pt x="120320" y="62"/>
                  </a:lnTo>
                  <a:cubicBezTo>
                    <a:pt x="115782" y="6500"/>
                    <a:pt x="112757" y="8034"/>
                    <a:pt x="106404" y="8034"/>
                  </a:cubicBezTo>
                  <a:lnTo>
                    <a:pt x="43176" y="8034"/>
                  </a:lnTo>
                  <a:lnTo>
                    <a:pt x="10200" y="80701"/>
                  </a:lnTo>
                  <a:cubicBezTo>
                    <a:pt x="9898" y="81315"/>
                    <a:pt x="9898" y="81621"/>
                    <a:pt x="9898" y="82234"/>
                  </a:cubicBezTo>
                  <a:cubicBezTo>
                    <a:pt x="9898" y="83767"/>
                    <a:pt x="11108" y="84687"/>
                    <a:pt x="13528" y="84687"/>
                  </a:cubicBezTo>
                  <a:cubicBezTo>
                    <a:pt x="23209" y="84687"/>
                    <a:pt x="35310" y="86834"/>
                    <a:pt x="47714" y="90820"/>
                  </a:cubicBezTo>
                  <a:cubicBezTo>
                    <a:pt x="82504" y="102164"/>
                    <a:pt x="98538" y="121175"/>
                    <a:pt x="98538" y="151529"/>
                  </a:cubicBezTo>
                  <a:cubicBezTo>
                    <a:pt x="98538" y="180964"/>
                    <a:pt x="80084" y="203961"/>
                    <a:pt x="56487" y="203961"/>
                  </a:cubicBezTo>
                  <a:cubicBezTo>
                    <a:pt x="50436" y="203961"/>
                    <a:pt x="45293" y="201814"/>
                    <a:pt x="36218" y="195069"/>
                  </a:cubicBezTo>
                  <a:cubicBezTo>
                    <a:pt x="26537" y="188017"/>
                    <a:pt x="19579" y="184950"/>
                    <a:pt x="13226" y="184950"/>
                  </a:cubicBezTo>
                  <a:cubicBezTo>
                    <a:pt x="4452" y="184950"/>
                    <a:pt x="217" y="188630"/>
                    <a:pt x="217" y="196295"/>
                  </a:cubicBezTo>
                  <a:cubicBezTo>
                    <a:pt x="217" y="207947"/>
                    <a:pt x="14436" y="215305"/>
                    <a:pt x="37125" y="215305"/>
                  </a:cubicBezTo>
                  <a:cubicBezTo>
                    <a:pt x="62537" y="215305"/>
                    <a:pt x="84319" y="207027"/>
                    <a:pt x="99446" y="191389"/>
                  </a:cubicBezTo>
                  <a:cubicBezTo>
                    <a:pt x="113362" y="177592"/>
                    <a:pt x="119715" y="160115"/>
                    <a:pt x="119715" y="136812"/>
                  </a:cubicBezTo>
                  <a:cubicBezTo>
                    <a:pt x="119715" y="114736"/>
                    <a:pt x="113967" y="100631"/>
                    <a:pt x="98841" y="85301"/>
                  </a:cubicBezTo>
                  <a:cubicBezTo>
                    <a:pt x="85529" y="71809"/>
                    <a:pt x="68285" y="64757"/>
                    <a:pt x="32587" y="58318"/>
                  </a:cubicBezTo>
                  <a:lnTo>
                    <a:pt x="45293" y="32256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ED8A1C29-22FA-5561-E3F4-E154E04A143E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840349" y="4183463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3C56A84-4D29-FD61-07FE-CB0F8AB02552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396827" y="4239006"/>
              <a:ext cx="129783" cy="205432"/>
            </a:xfrm>
            <a:custGeom>
              <a:avLst/>
              <a:gdLst>
                <a:gd name="connsiteX0" fmla="*/ 130042 w 129783"/>
                <a:gd name="connsiteY0" fmla="*/ 62 h 205432"/>
                <a:gd name="connsiteX1" fmla="*/ 18107 w 129783"/>
                <a:gd name="connsiteY1" fmla="*/ 62 h 205432"/>
                <a:gd name="connsiteX2" fmla="*/ 258 w 129783"/>
                <a:gd name="connsiteY2" fmla="*/ 45134 h 205432"/>
                <a:gd name="connsiteX3" fmla="*/ 5401 w 129783"/>
                <a:gd name="connsiteY3" fmla="*/ 47587 h 205432"/>
                <a:gd name="connsiteX4" fmla="*/ 40494 w 129783"/>
                <a:gd name="connsiteY4" fmla="*/ 22751 h 205432"/>
                <a:gd name="connsiteX5" fmla="*/ 106142 w 129783"/>
                <a:gd name="connsiteY5" fmla="*/ 22751 h 205432"/>
                <a:gd name="connsiteX6" fmla="*/ 46242 w 129783"/>
                <a:gd name="connsiteY6" fmla="*/ 205494 h 205432"/>
                <a:gd name="connsiteX7" fmla="*/ 65906 w 129783"/>
                <a:gd name="connsiteY7" fmla="*/ 205494 h 205432"/>
                <a:gd name="connsiteX8" fmla="*/ 130042 w 129783"/>
                <a:gd name="connsiteY8" fmla="*/ 4967 h 205432"/>
                <a:gd name="connsiteX9" fmla="*/ 130042 w 129783"/>
                <a:gd name="connsiteY9" fmla="*/ 62 h 2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5432">
                  <a:moveTo>
                    <a:pt x="130042" y="62"/>
                  </a:moveTo>
                  <a:lnTo>
                    <a:pt x="18107" y="62"/>
                  </a:lnTo>
                  <a:lnTo>
                    <a:pt x="258" y="45134"/>
                  </a:lnTo>
                  <a:lnTo>
                    <a:pt x="5401" y="47587"/>
                  </a:lnTo>
                  <a:cubicBezTo>
                    <a:pt x="18409" y="26737"/>
                    <a:pt x="23855" y="22751"/>
                    <a:pt x="40494" y="22751"/>
                  </a:cubicBezTo>
                  <a:lnTo>
                    <a:pt x="106142" y="22751"/>
                  </a:lnTo>
                  <a:lnTo>
                    <a:pt x="46242" y="205494"/>
                  </a:lnTo>
                  <a:lnTo>
                    <a:pt x="65906" y="205494"/>
                  </a:lnTo>
                  <a:lnTo>
                    <a:pt x="130042" y="4967"/>
                  </a:lnTo>
                  <a:lnTo>
                    <a:pt x="130042" y="62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E06A03D6-389C-9B86-ED2F-668D979C55FB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080888" y="4183463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28507FA1-484E-F3D3-67DF-77F40A272CE5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4878191" y="4552781"/>
              <a:ext cx="6214843" cy="12310"/>
            </a:xfrm>
            <a:custGeom>
              <a:avLst/>
              <a:gdLst>
                <a:gd name="connsiteX0" fmla="*/ 0 w 6214843"/>
                <a:gd name="connsiteY0" fmla="*/ 0 h 12310"/>
                <a:gd name="connsiteX1" fmla="*/ 6214844 w 6214843"/>
                <a:gd name="connsiteY1" fmla="*/ 0 h 12310"/>
                <a:gd name="connsiteX2" fmla="*/ 6214844 w 6214843"/>
                <a:gd name="connsiteY2" fmla="*/ 12310 h 12310"/>
                <a:gd name="connsiteX3" fmla="*/ 0 w 6214843"/>
                <a:gd name="connsiteY3" fmla="*/ 12310 h 1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310">
                  <a:moveTo>
                    <a:pt x="0" y="0"/>
                  </a:moveTo>
                  <a:lnTo>
                    <a:pt x="6214844" y="0"/>
                  </a:lnTo>
                  <a:lnTo>
                    <a:pt x="6214844" y="12310"/>
                  </a:lnTo>
                  <a:lnTo>
                    <a:pt x="0" y="1231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A2D9D1ED-0C61-5441-A9B7-68131509C11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4878191" y="4565092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9E829206-69BA-33E0-47C6-587107B10C4F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5429862" y="4688396"/>
              <a:ext cx="136137" cy="198379"/>
            </a:xfrm>
            <a:custGeom>
              <a:avLst/>
              <a:gdLst>
                <a:gd name="connsiteX0" fmla="*/ 11894 w 136137"/>
                <a:gd name="connsiteY0" fmla="*/ 12645 h 198379"/>
                <a:gd name="connsiteX1" fmla="*/ 21272 w 136137"/>
                <a:gd name="connsiteY1" fmla="*/ 11418 h 198379"/>
                <a:gd name="connsiteX2" fmla="*/ 56971 w 136137"/>
                <a:gd name="connsiteY2" fmla="*/ 71821 h 198379"/>
                <a:gd name="connsiteX3" fmla="*/ 69374 w 136137"/>
                <a:gd name="connsiteY3" fmla="*/ 132838 h 198379"/>
                <a:gd name="connsiteX4" fmla="*/ 63021 w 136137"/>
                <a:gd name="connsiteY4" fmla="*/ 148169 h 198379"/>
                <a:gd name="connsiteX5" fmla="*/ 44264 w 136137"/>
                <a:gd name="connsiteY5" fmla="*/ 172391 h 198379"/>
                <a:gd name="connsiteX6" fmla="*/ 30348 w 136137"/>
                <a:gd name="connsiteY6" fmla="*/ 181590 h 198379"/>
                <a:gd name="connsiteX7" fmla="*/ 23088 w 136137"/>
                <a:gd name="connsiteY7" fmla="*/ 178217 h 198379"/>
                <a:gd name="connsiteX8" fmla="*/ 11894 w 136137"/>
                <a:gd name="connsiteY8" fmla="*/ 173004 h 198379"/>
                <a:gd name="connsiteX9" fmla="*/ 96 w 136137"/>
                <a:gd name="connsiteY9" fmla="*/ 184962 h 198379"/>
                <a:gd name="connsiteX10" fmla="*/ 15524 w 136137"/>
                <a:gd name="connsiteY10" fmla="*/ 198453 h 198379"/>
                <a:gd name="connsiteX11" fmla="*/ 107190 w 136137"/>
                <a:gd name="connsiteY11" fmla="*/ 91751 h 198379"/>
                <a:gd name="connsiteX12" fmla="*/ 136233 w 136137"/>
                <a:gd name="connsiteY12" fmla="*/ 16937 h 198379"/>
                <a:gd name="connsiteX13" fmla="*/ 119594 w 136137"/>
                <a:gd name="connsiteY13" fmla="*/ 74 h 198379"/>
                <a:gd name="connsiteX14" fmla="*/ 107795 w 136137"/>
                <a:gd name="connsiteY14" fmla="*/ 11418 h 198379"/>
                <a:gd name="connsiteX15" fmla="*/ 116266 w 136137"/>
                <a:gd name="connsiteY15" fmla="*/ 23376 h 198379"/>
                <a:gd name="connsiteX16" fmla="*/ 124132 w 136137"/>
                <a:gd name="connsiteY16" fmla="*/ 33801 h 198379"/>
                <a:gd name="connsiteX17" fmla="*/ 87223 w 136137"/>
                <a:gd name="connsiteY17" fmla="*/ 113215 h 198379"/>
                <a:gd name="connsiteX18" fmla="*/ 81173 w 136137"/>
                <a:gd name="connsiteY18" fmla="*/ 77647 h 198379"/>
                <a:gd name="connsiteX19" fmla="*/ 55155 w 136137"/>
                <a:gd name="connsiteY19" fmla="*/ 74 h 198379"/>
                <a:gd name="connsiteX20" fmla="*/ 53945 w 136137"/>
                <a:gd name="connsiteY20" fmla="*/ 74 h 198379"/>
                <a:gd name="connsiteX21" fmla="*/ 51223 w 136137"/>
                <a:gd name="connsiteY21" fmla="*/ 380 h 198379"/>
                <a:gd name="connsiteX22" fmla="*/ 21575 w 136137"/>
                <a:gd name="connsiteY22" fmla="*/ 5593 h 198379"/>
                <a:gd name="connsiteX23" fmla="*/ 11894 w 136137"/>
                <a:gd name="connsiteY23" fmla="*/ 7432 h 198379"/>
                <a:gd name="connsiteX24" fmla="*/ 11894 w 136137"/>
                <a:gd name="connsiteY24" fmla="*/ 12645 h 19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137" h="198379">
                  <a:moveTo>
                    <a:pt x="11894" y="12645"/>
                  </a:moveTo>
                  <a:cubicBezTo>
                    <a:pt x="15827" y="11725"/>
                    <a:pt x="17945" y="11418"/>
                    <a:pt x="21272" y="11418"/>
                  </a:cubicBezTo>
                  <a:cubicBezTo>
                    <a:pt x="38516" y="11418"/>
                    <a:pt x="43054" y="19084"/>
                    <a:pt x="56971" y="71821"/>
                  </a:cubicBezTo>
                  <a:cubicBezTo>
                    <a:pt x="62114" y="91751"/>
                    <a:pt x="69374" y="127625"/>
                    <a:pt x="69374" y="132838"/>
                  </a:cubicBezTo>
                  <a:cubicBezTo>
                    <a:pt x="69374" y="137744"/>
                    <a:pt x="67559" y="142650"/>
                    <a:pt x="63021" y="148169"/>
                  </a:cubicBezTo>
                  <a:cubicBezTo>
                    <a:pt x="53643" y="160740"/>
                    <a:pt x="47592" y="168712"/>
                    <a:pt x="44264" y="172391"/>
                  </a:cubicBezTo>
                  <a:cubicBezTo>
                    <a:pt x="37911" y="179137"/>
                    <a:pt x="34281" y="181590"/>
                    <a:pt x="30348" y="181590"/>
                  </a:cubicBezTo>
                  <a:cubicBezTo>
                    <a:pt x="28533" y="181590"/>
                    <a:pt x="26415" y="180670"/>
                    <a:pt x="23088" y="178217"/>
                  </a:cubicBezTo>
                  <a:cubicBezTo>
                    <a:pt x="18550" y="174538"/>
                    <a:pt x="15222" y="173004"/>
                    <a:pt x="11894" y="173004"/>
                  </a:cubicBezTo>
                  <a:cubicBezTo>
                    <a:pt x="5238" y="173004"/>
                    <a:pt x="96" y="178217"/>
                    <a:pt x="96" y="184962"/>
                  </a:cubicBezTo>
                  <a:cubicBezTo>
                    <a:pt x="96" y="192628"/>
                    <a:pt x="6751" y="198453"/>
                    <a:pt x="15524" y="198453"/>
                  </a:cubicBezTo>
                  <a:cubicBezTo>
                    <a:pt x="34886" y="198453"/>
                    <a:pt x="74517" y="152461"/>
                    <a:pt x="107190" y="91751"/>
                  </a:cubicBezTo>
                  <a:cubicBezTo>
                    <a:pt x="127762" y="54038"/>
                    <a:pt x="136233" y="31962"/>
                    <a:pt x="136233" y="16937"/>
                  </a:cubicBezTo>
                  <a:cubicBezTo>
                    <a:pt x="136233" y="7739"/>
                    <a:pt x="128669" y="74"/>
                    <a:pt x="119594" y="74"/>
                  </a:cubicBezTo>
                  <a:cubicBezTo>
                    <a:pt x="112635" y="74"/>
                    <a:pt x="107795" y="4673"/>
                    <a:pt x="107795" y="11418"/>
                  </a:cubicBezTo>
                  <a:cubicBezTo>
                    <a:pt x="107795" y="16018"/>
                    <a:pt x="110215" y="19390"/>
                    <a:pt x="116266" y="23376"/>
                  </a:cubicBezTo>
                  <a:cubicBezTo>
                    <a:pt x="122014" y="26749"/>
                    <a:pt x="124132" y="29509"/>
                    <a:pt x="124132" y="33801"/>
                  </a:cubicBezTo>
                  <a:cubicBezTo>
                    <a:pt x="124132" y="46066"/>
                    <a:pt x="112938" y="69982"/>
                    <a:pt x="87223" y="113215"/>
                  </a:cubicBezTo>
                  <a:lnTo>
                    <a:pt x="81173" y="77647"/>
                  </a:lnTo>
                  <a:cubicBezTo>
                    <a:pt x="76635" y="50665"/>
                    <a:pt x="59693" y="74"/>
                    <a:pt x="55155" y="74"/>
                  </a:cubicBezTo>
                  <a:lnTo>
                    <a:pt x="53945" y="74"/>
                  </a:lnTo>
                  <a:cubicBezTo>
                    <a:pt x="53643" y="380"/>
                    <a:pt x="52433" y="380"/>
                    <a:pt x="51223" y="380"/>
                  </a:cubicBezTo>
                  <a:cubicBezTo>
                    <a:pt x="48500" y="687"/>
                    <a:pt x="37609" y="2527"/>
                    <a:pt x="21575" y="5593"/>
                  </a:cubicBezTo>
                  <a:cubicBezTo>
                    <a:pt x="20062" y="5899"/>
                    <a:pt x="16129" y="6819"/>
                    <a:pt x="11894" y="7432"/>
                  </a:cubicBezTo>
                  <a:lnTo>
                    <a:pt x="11894" y="12645"/>
                  </a:lnTo>
                  <a:close/>
                </a:path>
              </a:pathLst>
            </a:custGeom>
            <a:solidFill>
              <a:srgbClr val="FFFFFF"/>
            </a:solidFill>
            <a:ln w="4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1D644BEE-897D-A78F-2E8E-30FFD185A82B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118731" y="4565092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9AE648C7-2EFC-B3D7-61B9-64805C90285F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562546" y="4616341"/>
              <a:ext cx="136742" cy="211564"/>
            </a:xfrm>
            <a:custGeom>
              <a:avLst/>
              <a:gdLst>
                <a:gd name="connsiteX0" fmla="*/ 69713 w 136742"/>
                <a:gd name="connsiteY0" fmla="*/ 74 h 211564"/>
                <a:gd name="connsiteX1" fmla="*/ 29174 w 136742"/>
                <a:gd name="connsiteY1" fmla="*/ 16018 h 211564"/>
                <a:gd name="connsiteX2" fmla="*/ 132 w 136742"/>
                <a:gd name="connsiteY2" fmla="*/ 104323 h 211564"/>
                <a:gd name="connsiteX3" fmla="*/ 24334 w 136742"/>
                <a:gd name="connsiteY3" fmla="*/ 190788 h 211564"/>
                <a:gd name="connsiteX4" fmla="*/ 68503 w 136742"/>
                <a:gd name="connsiteY4" fmla="*/ 211638 h 211564"/>
                <a:gd name="connsiteX5" fmla="*/ 107831 w 136742"/>
                <a:gd name="connsiteY5" fmla="*/ 195694 h 211564"/>
                <a:gd name="connsiteX6" fmla="*/ 136874 w 136742"/>
                <a:gd name="connsiteY6" fmla="*/ 106163 h 211564"/>
                <a:gd name="connsiteX7" fmla="*/ 69713 w 136742"/>
                <a:gd name="connsiteY7" fmla="*/ 74 h 211564"/>
                <a:gd name="connsiteX8" fmla="*/ 68805 w 136742"/>
                <a:gd name="connsiteY8" fmla="*/ 8046 h 211564"/>
                <a:gd name="connsiteX9" fmla="*/ 107831 w 136742"/>
                <a:gd name="connsiteY9" fmla="*/ 106776 h 211564"/>
                <a:gd name="connsiteX10" fmla="*/ 68503 w 136742"/>
                <a:gd name="connsiteY10" fmla="*/ 203666 h 211564"/>
                <a:gd name="connsiteX11" fmla="*/ 29174 w 136742"/>
                <a:gd name="connsiteY11" fmla="*/ 107083 h 211564"/>
                <a:gd name="connsiteX12" fmla="*/ 68805 w 136742"/>
                <a:gd name="connsiteY12" fmla="*/ 8046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11564">
                  <a:moveTo>
                    <a:pt x="69713" y="74"/>
                  </a:moveTo>
                  <a:cubicBezTo>
                    <a:pt x="53074" y="74"/>
                    <a:pt x="40368" y="5286"/>
                    <a:pt x="29174" y="16018"/>
                  </a:cubicBezTo>
                  <a:cubicBezTo>
                    <a:pt x="11628" y="33188"/>
                    <a:pt x="132" y="68449"/>
                    <a:pt x="132" y="104323"/>
                  </a:cubicBezTo>
                  <a:cubicBezTo>
                    <a:pt x="132" y="137744"/>
                    <a:pt x="10115" y="173618"/>
                    <a:pt x="24334" y="190788"/>
                  </a:cubicBezTo>
                  <a:cubicBezTo>
                    <a:pt x="35527" y="204280"/>
                    <a:pt x="50956" y="211638"/>
                    <a:pt x="68503" y="211638"/>
                  </a:cubicBezTo>
                  <a:cubicBezTo>
                    <a:pt x="83932" y="211638"/>
                    <a:pt x="96940" y="206426"/>
                    <a:pt x="107831" y="195694"/>
                  </a:cubicBezTo>
                  <a:cubicBezTo>
                    <a:pt x="125378" y="178830"/>
                    <a:pt x="136874" y="143263"/>
                    <a:pt x="136874" y="106163"/>
                  </a:cubicBezTo>
                  <a:cubicBezTo>
                    <a:pt x="136874" y="43307"/>
                    <a:pt x="109344" y="74"/>
                    <a:pt x="69713" y="74"/>
                  </a:cubicBezTo>
                  <a:close/>
                  <a:moveTo>
                    <a:pt x="68805" y="8046"/>
                  </a:moveTo>
                  <a:cubicBezTo>
                    <a:pt x="94218" y="8046"/>
                    <a:pt x="107831" y="42693"/>
                    <a:pt x="107831" y="106776"/>
                  </a:cubicBezTo>
                  <a:cubicBezTo>
                    <a:pt x="107831" y="170858"/>
                    <a:pt x="94520" y="203666"/>
                    <a:pt x="68503" y="203666"/>
                  </a:cubicBezTo>
                  <a:cubicBezTo>
                    <a:pt x="42485" y="203666"/>
                    <a:pt x="29174" y="170858"/>
                    <a:pt x="29174" y="107083"/>
                  </a:cubicBezTo>
                  <a:cubicBezTo>
                    <a:pt x="29174" y="42080"/>
                    <a:pt x="42788" y="8046"/>
                    <a:pt x="68805" y="8046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9FE5B603-3D86-BF60-FE89-D7A5A2B3C2BC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728293" y="4792951"/>
              <a:ext cx="33580" cy="34034"/>
            </a:xfrm>
            <a:custGeom>
              <a:avLst/>
              <a:gdLst>
                <a:gd name="connsiteX0" fmla="*/ 16776 w 33580"/>
                <a:gd name="connsiteY0" fmla="*/ 74 h 34034"/>
                <a:gd name="connsiteX1" fmla="*/ 137 w 33580"/>
                <a:gd name="connsiteY1" fmla="*/ 17551 h 34034"/>
                <a:gd name="connsiteX2" fmla="*/ 16473 w 33580"/>
                <a:gd name="connsiteY2" fmla="*/ 34108 h 34034"/>
                <a:gd name="connsiteX3" fmla="*/ 33717 w 33580"/>
                <a:gd name="connsiteY3" fmla="*/ 17551 h 34034"/>
                <a:gd name="connsiteX4" fmla="*/ 16776 w 33580"/>
                <a:gd name="connsiteY4" fmla="*/ 74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776" y="74"/>
                  </a:moveTo>
                  <a:cubicBezTo>
                    <a:pt x="7700" y="74"/>
                    <a:pt x="137" y="8046"/>
                    <a:pt x="137" y="17551"/>
                  </a:cubicBezTo>
                  <a:cubicBezTo>
                    <a:pt x="137" y="26443"/>
                    <a:pt x="7700" y="34108"/>
                    <a:pt x="16473" y="34108"/>
                  </a:cubicBezTo>
                  <a:cubicBezTo>
                    <a:pt x="25852" y="34108"/>
                    <a:pt x="33717" y="26443"/>
                    <a:pt x="33717" y="17551"/>
                  </a:cubicBezTo>
                  <a:cubicBezTo>
                    <a:pt x="33717" y="8046"/>
                    <a:pt x="25852" y="74"/>
                    <a:pt x="16776" y="74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3B2A18FB-08D9-D7D5-9373-F67F70DA2643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792712" y="4612662"/>
              <a:ext cx="122825" cy="215243"/>
            </a:xfrm>
            <a:custGeom>
              <a:avLst/>
              <a:gdLst>
                <a:gd name="connsiteX0" fmla="*/ 45216 w 122825"/>
                <a:gd name="connsiteY0" fmla="*/ 32268 h 215243"/>
                <a:gd name="connsiteX1" fmla="*/ 104511 w 122825"/>
                <a:gd name="connsiteY1" fmla="*/ 32268 h 215243"/>
                <a:gd name="connsiteX2" fmla="*/ 111469 w 122825"/>
                <a:gd name="connsiteY2" fmla="*/ 29509 h 215243"/>
                <a:gd name="connsiteX3" fmla="*/ 122965 w 122825"/>
                <a:gd name="connsiteY3" fmla="*/ 2220 h 215243"/>
                <a:gd name="connsiteX4" fmla="*/ 120242 w 122825"/>
                <a:gd name="connsiteY4" fmla="*/ 74 h 215243"/>
                <a:gd name="connsiteX5" fmla="*/ 106326 w 122825"/>
                <a:gd name="connsiteY5" fmla="*/ 8046 h 215243"/>
                <a:gd name="connsiteX6" fmla="*/ 43098 w 122825"/>
                <a:gd name="connsiteY6" fmla="*/ 8046 h 215243"/>
                <a:gd name="connsiteX7" fmla="*/ 10123 w 122825"/>
                <a:gd name="connsiteY7" fmla="*/ 80714 h 215243"/>
                <a:gd name="connsiteX8" fmla="*/ 9820 w 122825"/>
                <a:gd name="connsiteY8" fmla="*/ 82247 h 215243"/>
                <a:gd name="connsiteX9" fmla="*/ 13450 w 122825"/>
                <a:gd name="connsiteY9" fmla="*/ 84700 h 215243"/>
                <a:gd name="connsiteX10" fmla="*/ 47636 w 122825"/>
                <a:gd name="connsiteY10" fmla="*/ 90832 h 215243"/>
                <a:gd name="connsiteX11" fmla="*/ 98460 w 122825"/>
                <a:gd name="connsiteY11" fmla="*/ 151542 h 215243"/>
                <a:gd name="connsiteX12" fmla="*/ 56409 w 122825"/>
                <a:gd name="connsiteY12" fmla="*/ 203973 h 215243"/>
                <a:gd name="connsiteX13" fmla="*/ 36140 w 122825"/>
                <a:gd name="connsiteY13" fmla="*/ 195081 h 215243"/>
                <a:gd name="connsiteX14" fmla="*/ 13148 w 122825"/>
                <a:gd name="connsiteY14" fmla="*/ 184963 h 215243"/>
                <a:gd name="connsiteX15" fmla="*/ 139 w 122825"/>
                <a:gd name="connsiteY15" fmla="*/ 196308 h 215243"/>
                <a:gd name="connsiteX16" fmla="*/ 37048 w 122825"/>
                <a:gd name="connsiteY16" fmla="*/ 215318 h 215243"/>
                <a:gd name="connsiteX17" fmla="*/ 99368 w 122825"/>
                <a:gd name="connsiteY17" fmla="*/ 191402 h 215243"/>
                <a:gd name="connsiteX18" fmla="*/ 119637 w 122825"/>
                <a:gd name="connsiteY18" fmla="*/ 136824 h 215243"/>
                <a:gd name="connsiteX19" fmla="*/ 98763 w 122825"/>
                <a:gd name="connsiteY19" fmla="*/ 85313 h 215243"/>
                <a:gd name="connsiteX20" fmla="*/ 32510 w 122825"/>
                <a:gd name="connsiteY20" fmla="*/ 58331 h 215243"/>
                <a:gd name="connsiteX21" fmla="*/ 45216 w 122825"/>
                <a:gd name="connsiteY21" fmla="*/ 32268 h 21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5243">
                  <a:moveTo>
                    <a:pt x="45216" y="32268"/>
                  </a:moveTo>
                  <a:lnTo>
                    <a:pt x="104511" y="32268"/>
                  </a:lnTo>
                  <a:cubicBezTo>
                    <a:pt x="109351" y="32268"/>
                    <a:pt x="110562" y="31655"/>
                    <a:pt x="111469" y="29509"/>
                  </a:cubicBezTo>
                  <a:lnTo>
                    <a:pt x="122965" y="2220"/>
                  </a:lnTo>
                  <a:lnTo>
                    <a:pt x="120242" y="74"/>
                  </a:lnTo>
                  <a:cubicBezTo>
                    <a:pt x="115704" y="6513"/>
                    <a:pt x="112679" y="8046"/>
                    <a:pt x="106326" y="8046"/>
                  </a:cubicBezTo>
                  <a:lnTo>
                    <a:pt x="43098" y="8046"/>
                  </a:lnTo>
                  <a:lnTo>
                    <a:pt x="10123" y="80714"/>
                  </a:lnTo>
                  <a:cubicBezTo>
                    <a:pt x="9820" y="81327"/>
                    <a:pt x="9820" y="81634"/>
                    <a:pt x="9820" y="82247"/>
                  </a:cubicBezTo>
                  <a:cubicBezTo>
                    <a:pt x="9820" y="83780"/>
                    <a:pt x="11030" y="84700"/>
                    <a:pt x="13450" y="84700"/>
                  </a:cubicBezTo>
                  <a:cubicBezTo>
                    <a:pt x="23131" y="84700"/>
                    <a:pt x="35232" y="86846"/>
                    <a:pt x="47636" y="90832"/>
                  </a:cubicBezTo>
                  <a:cubicBezTo>
                    <a:pt x="82427" y="102177"/>
                    <a:pt x="98460" y="121187"/>
                    <a:pt x="98460" y="151542"/>
                  </a:cubicBezTo>
                  <a:cubicBezTo>
                    <a:pt x="98460" y="180977"/>
                    <a:pt x="80006" y="203973"/>
                    <a:pt x="56409" y="203973"/>
                  </a:cubicBezTo>
                  <a:cubicBezTo>
                    <a:pt x="50359" y="203973"/>
                    <a:pt x="45216" y="201827"/>
                    <a:pt x="36140" y="195081"/>
                  </a:cubicBezTo>
                  <a:cubicBezTo>
                    <a:pt x="26459" y="188029"/>
                    <a:pt x="19501" y="184963"/>
                    <a:pt x="13148" y="184963"/>
                  </a:cubicBezTo>
                  <a:cubicBezTo>
                    <a:pt x="4375" y="184963"/>
                    <a:pt x="139" y="188642"/>
                    <a:pt x="139" y="196308"/>
                  </a:cubicBezTo>
                  <a:cubicBezTo>
                    <a:pt x="139" y="207959"/>
                    <a:pt x="14358" y="215318"/>
                    <a:pt x="37048" y="215318"/>
                  </a:cubicBezTo>
                  <a:cubicBezTo>
                    <a:pt x="62460" y="215318"/>
                    <a:pt x="84242" y="207039"/>
                    <a:pt x="99368" y="191402"/>
                  </a:cubicBezTo>
                  <a:cubicBezTo>
                    <a:pt x="113284" y="177604"/>
                    <a:pt x="119637" y="160127"/>
                    <a:pt x="119637" y="136824"/>
                  </a:cubicBezTo>
                  <a:cubicBezTo>
                    <a:pt x="119637" y="114748"/>
                    <a:pt x="113889" y="100644"/>
                    <a:pt x="98763" y="85313"/>
                  </a:cubicBezTo>
                  <a:cubicBezTo>
                    <a:pt x="85452" y="71822"/>
                    <a:pt x="68208" y="64770"/>
                    <a:pt x="32510" y="58331"/>
                  </a:cubicBezTo>
                  <a:lnTo>
                    <a:pt x="45216" y="3226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81D67985-9E28-457A-2526-062FD203D4B8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359270" y="4565092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CC93DD3A-962A-D7F9-AFEF-801E72D9177B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808834" y="4616341"/>
              <a:ext cx="117682" cy="211564"/>
            </a:xfrm>
            <a:custGeom>
              <a:avLst/>
              <a:gdLst>
                <a:gd name="connsiteX0" fmla="*/ 33450 w 117682"/>
                <a:gd name="connsiteY0" fmla="*/ 106163 h 211564"/>
                <a:gd name="connsiteX1" fmla="*/ 65518 w 117682"/>
                <a:gd name="connsiteY1" fmla="*/ 109535 h 211564"/>
                <a:gd name="connsiteX2" fmla="*/ 96073 w 117682"/>
                <a:gd name="connsiteY2" fmla="*/ 154915 h 211564"/>
                <a:gd name="connsiteX3" fmla="*/ 56442 w 117682"/>
                <a:gd name="connsiteY3" fmla="*/ 200600 h 211564"/>
                <a:gd name="connsiteX4" fmla="*/ 31030 w 117682"/>
                <a:gd name="connsiteY4" fmla="*/ 191095 h 211564"/>
                <a:gd name="connsiteX5" fmla="*/ 11668 w 117682"/>
                <a:gd name="connsiteY5" fmla="*/ 183430 h 211564"/>
                <a:gd name="connsiteX6" fmla="*/ 172 w 117682"/>
                <a:gd name="connsiteY6" fmla="*/ 194161 h 211564"/>
                <a:gd name="connsiteX7" fmla="*/ 34358 w 117682"/>
                <a:gd name="connsiteY7" fmla="*/ 211638 h 211564"/>
                <a:gd name="connsiteX8" fmla="*/ 95771 w 117682"/>
                <a:gd name="connsiteY8" fmla="*/ 191095 h 211564"/>
                <a:gd name="connsiteX9" fmla="*/ 117855 w 117682"/>
                <a:gd name="connsiteY9" fmla="*/ 140197 h 211564"/>
                <a:gd name="connsiteX10" fmla="*/ 104242 w 117682"/>
                <a:gd name="connsiteY10" fmla="*/ 100644 h 211564"/>
                <a:gd name="connsiteX11" fmla="*/ 79132 w 117682"/>
                <a:gd name="connsiteY11" fmla="*/ 84393 h 211564"/>
                <a:gd name="connsiteX12" fmla="*/ 107569 w 117682"/>
                <a:gd name="connsiteY12" fmla="*/ 42080 h 211564"/>
                <a:gd name="connsiteX13" fmla="*/ 60375 w 117682"/>
                <a:gd name="connsiteY13" fmla="*/ 74 h 211564"/>
                <a:gd name="connsiteX14" fmla="*/ 21047 w 117682"/>
                <a:gd name="connsiteY14" fmla="*/ 15098 h 211564"/>
                <a:gd name="connsiteX15" fmla="*/ 777 w 117682"/>
                <a:gd name="connsiteY15" fmla="*/ 49746 h 211564"/>
                <a:gd name="connsiteX16" fmla="*/ 5315 w 117682"/>
                <a:gd name="connsiteY16" fmla="*/ 50972 h 211564"/>
                <a:gd name="connsiteX17" fmla="*/ 50392 w 117682"/>
                <a:gd name="connsiteY17" fmla="*/ 18471 h 211564"/>
                <a:gd name="connsiteX18" fmla="*/ 83670 w 117682"/>
                <a:gd name="connsiteY18" fmla="*/ 51279 h 211564"/>
                <a:gd name="connsiteX19" fmla="*/ 71569 w 117682"/>
                <a:gd name="connsiteY19" fmla="*/ 81020 h 211564"/>
                <a:gd name="connsiteX20" fmla="*/ 33450 w 117682"/>
                <a:gd name="connsiteY20" fmla="*/ 102177 h 211564"/>
                <a:gd name="connsiteX21" fmla="*/ 33450 w 117682"/>
                <a:gd name="connsiteY21" fmla="*/ 106163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11564">
                  <a:moveTo>
                    <a:pt x="33450" y="106163"/>
                  </a:moveTo>
                  <a:cubicBezTo>
                    <a:pt x="51299" y="106163"/>
                    <a:pt x="58258" y="106776"/>
                    <a:pt x="65518" y="109535"/>
                  </a:cubicBezTo>
                  <a:cubicBezTo>
                    <a:pt x="84275" y="116281"/>
                    <a:pt x="96073" y="133758"/>
                    <a:pt x="96073" y="154915"/>
                  </a:cubicBezTo>
                  <a:cubicBezTo>
                    <a:pt x="96073" y="180670"/>
                    <a:pt x="78829" y="200600"/>
                    <a:pt x="56442" y="200600"/>
                  </a:cubicBezTo>
                  <a:cubicBezTo>
                    <a:pt x="48274" y="200600"/>
                    <a:pt x="42224" y="198454"/>
                    <a:pt x="31030" y="191095"/>
                  </a:cubicBezTo>
                  <a:cubicBezTo>
                    <a:pt x="21954" y="185576"/>
                    <a:pt x="16811" y="183430"/>
                    <a:pt x="11668" y="183430"/>
                  </a:cubicBezTo>
                  <a:cubicBezTo>
                    <a:pt x="4710" y="183430"/>
                    <a:pt x="172" y="187722"/>
                    <a:pt x="172" y="194161"/>
                  </a:cubicBezTo>
                  <a:cubicBezTo>
                    <a:pt x="172" y="204893"/>
                    <a:pt x="13181" y="211638"/>
                    <a:pt x="34358" y="211638"/>
                  </a:cubicBezTo>
                  <a:cubicBezTo>
                    <a:pt x="57653" y="211638"/>
                    <a:pt x="81552" y="203666"/>
                    <a:pt x="95771" y="191095"/>
                  </a:cubicBezTo>
                  <a:cubicBezTo>
                    <a:pt x="109990" y="178524"/>
                    <a:pt x="117855" y="160740"/>
                    <a:pt x="117855" y="140197"/>
                  </a:cubicBezTo>
                  <a:cubicBezTo>
                    <a:pt x="117855" y="124560"/>
                    <a:pt x="113015" y="110149"/>
                    <a:pt x="104242" y="100644"/>
                  </a:cubicBezTo>
                  <a:cubicBezTo>
                    <a:pt x="98191" y="93898"/>
                    <a:pt x="92443" y="90219"/>
                    <a:pt x="79132" y="84393"/>
                  </a:cubicBezTo>
                  <a:cubicBezTo>
                    <a:pt x="100006" y="69982"/>
                    <a:pt x="107569" y="58637"/>
                    <a:pt x="107569" y="42080"/>
                  </a:cubicBezTo>
                  <a:cubicBezTo>
                    <a:pt x="107569" y="17244"/>
                    <a:pt x="88208" y="74"/>
                    <a:pt x="60375" y="74"/>
                  </a:cubicBezTo>
                  <a:cubicBezTo>
                    <a:pt x="45249" y="74"/>
                    <a:pt x="31938" y="5286"/>
                    <a:pt x="21047" y="15098"/>
                  </a:cubicBezTo>
                  <a:cubicBezTo>
                    <a:pt x="11971" y="23377"/>
                    <a:pt x="7433" y="31349"/>
                    <a:pt x="777" y="49746"/>
                  </a:cubicBezTo>
                  <a:lnTo>
                    <a:pt x="5315" y="50972"/>
                  </a:lnTo>
                  <a:cubicBezTo>
                    <a:pt x="17719" y="28589"/>
                    <a:pt x="31333" y="18471"/>
                    <a:pt x="50392" y="18471"/>
                  </a:cubicBezTo>
                  <a:cubicBezTo>
                    <a:pt x="70056" y="18471"/>
                    <a:pt x="83670" y="31962"/>
                    <a:pt x="83670" y="51279"/>
                  </a:cubicBezTo>
                  <a:cubicBezTo>
                    <a:pt x="83670" y="62317"/>
                    <a:pt x="79132" y="73355"/>
                    <a:pt x="71569" y="81020"/>
                  </a:cubicBezTo>
                  <a:cubicBezTo>
                    <a:pt x="62493" y="90219"/>
                    <a:pt x="54022" y="94818"/>
                    <a:pt x="33450" y="102177"/>
                  </a:cubicBezTo>
                  <a:lnTo>
                    <a:pt x="33450" y="106163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DE1DC8D8-1F94-BCD7-FC67-1FB98D5D6212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968832" y="4792951"/>
              <a:ext cx="33580" cy="34034"/>
            </a:xfrm>
            <a:custGeom>
              <a:avLst/>
              <a:gdLst>
                <a:gd name="connsiteX0" fmla="*/ 16816 w 33580"/>
                <a:gd name="connsiteY0" fmla="*/ 74 h 34034"/>
                <a:gd name="connsiteX1" fmla="*/ 177 w 33580"/>
                <a:gd name="connsiteY1" fmla="*/ 17551 h 34034"/>
                <a:gd name="connsiteX2" fmla="*/ 16514 w 33580"/>
                <a:gd name="connsiteY2" fmla="*/ 34108 h 34034"/>
                <a:gd name="connsiteX3" fmla="*/ 33758 w 33580"/>
                <a:gd name="connsiteY3" fmla="*/ 17551 h 34034"/>
                <a:gd name="connsiteX4" fmla="*/ 16816 w 33580"/>
                <a:gd name="connsiteY4" fmla="*/ 74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816" y="74"/>
                  </a:moveTo>
                  <a:cubicBezTo>
                    <a:pt x="7741" y="74"/>
                    <a:pt x="177" y="8046"/>
                    <a:pt x="177" y="17551"/>
                  </a:cubicBezTo>
                  <a:cubicBezTo>
                    <a:pt x="177" y="26443"/>
                    <a:pt x="7741" y="34108"/>
                    <a:pt x="16514" y="34108"/>
                  </a:cubicBezTo>
                  <a:cubicBezTo>
                    <a:pt x="25892" y="34108"/>
                    <a:pt x="33758" y="26443"/>
                    <a:pt x="33758" y="17551"/>
                  </a:cubicBezTo>
                  <a:cubicBezTo>
                    <a:pt x="33758" y="8046"/>
                    <a:pt x="25892" y="74"/>
                    <a:pt x="16816" y="74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A011DBFE-0D15-065C-3BFD-E9BE15AB568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027201" y="4616341"/>
              <a:ext cx="139162" cy="207271"/>
            </a:xfrm>
            <a:custGeom>
              <a:avLst/>
              <a:gdLst>
                <a:gd name="connsiteX0" fmla="*/ 139342 w 139162"/>
                <a:gd name="connsiteY0" fmla="*/ 136518 h 207271"/>
                <a:gd name="connsiteX1" fmla="*/ 108484 w 139162"/>
                <a:gd name="connsiteY1" fmla="*/ 136518 h 207271"/>
                <a:gd name="connsiteX2" fmla="*/ 108484 w 139162"/>
                <a:gd name="connsiteY2" fmla="*/ 74 h 207271"/>
                <a:gd name="connsiteX3" fmla="*/ 95173 w 139162"/>
                <a:gd name="connsiteY3" fmla="*/ 74 h 207271"/>
                <a:gd name="connsiteX4" fmla="*/ 180 w 139162"/>
                <a:gd name="connsiteY4" fmla="*/ 136518 h 207271"/>
                <a:gd name="connsiteX5" fmla="*/ 180 w 139162"/>
                <a:gd name="connsiteY5" fmla="*/ 156141 h 207271"/>
                <a:gd name="connsiteX6" fmla="*/ 85190 w 139162"/>
                <a:gd name="connsiteY6" fmla="*/ 156141 h 207271"/>
                <a:gd name="connsiteX7" fmla="*/ 85190 w 139162"/>
                <a:gd name="connsiteY7" fmla="*/ 207346 h 207271"/>
                <a:gd name="connsiteX8" fmla="*/ 108484 w 139162"/>
                <a:gd name="connsiteY8" fmla="*/ 207346 h 207271"/>
                <a:gd name="connsiteX9" fmla="*/ 108484 w 139162"/>
                <a:gd name="connsiteY9" fmla="*/ 156141 h 207271"/>
                <a:gd name="connsiteX10" fmla="*/ 139342 w 139162"/>
                <a:gd name="connsiteY10" fmla="*/ 156141 h 207271"/>
                <a:gd name="connsiteX11" fmla="*/ 139342 w 139162"/>
                <a:gd name="connsiteY11" fmla="*/ 136518 h 207271"/>
                <a:gd name="connsiteX12" fmla="*/ 84887 w 139162"/>
                <a:gd name="connsiteY12" fmla="*/ 136518 h 207271"/>
                <a:gd name="connsiteX13" fmla="*/ 12281 w 139162"/>
                <a:gd name="connsiteY13" fmla="*/ 136518 h 207271"/>
                <a:gd name="connsiteX14" fmla="*/ 84887 w 139162"/>
                <a:gd name="connsiteY14" fmla="*/ 31349 h 207271"/>
                <a:gd name="connsiteX15" fmla="*/ 84887 w 139162"/>
                <a:gd name="connsiteY15" fmla="*/ 136518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7271">
                  <a:moveTo>
                    <a:pt x="139342" y="136518"/>
                  </a:moveTo>
                  <a:lnTo>
                    <a:pt x="108484" y="136518"/>
                  </a:lnTo>
                  <a:lnTo>
                    <a:pt x="108484" y="74"/>
                  </a:lnTo>
                  <a:lnTo>
                    <a:pt x="95173" y="74"/>
                  </a:lnTo>
                  <a:lnTo>
                    <a:pt x="180" y="136518"/>
                  </a:lnTo>
                  <a:lnTo>
                    <a:pt x="180" y="156141"/>
                  </a:lnTo>
                  <a:lnTo>
                    <a:pt x="85190" y="156141"/>
                  </a:lnTo>
                  <a:lnTo>
                    <a:pt x="85190" y="207346"/>
                  </a:lnTo>
                  <a:lnTo>
                    <a:pt x="108484" y="207346"/>
                  </a:lnTo>
                  <a:lnTo>
                    <a:pt x="108484" y="156141"/>
                  </a:lnTo>
                  <a:lnTo>
                    <a:pt x="139342" y="156141"/>
                  </a:lnTo>
                  <a:lnTo>
                    <a:pt x="139342" y="136518"/>
                  </a:lnTo>
                  <a:close/>
                  <a:moveTo>
                    <a:pt x="84887" y="136518"/>
                  </a:moveTo>
                  <a:lnTo>
                    <a:pt x="12281" y="136518"/>
                  </a:lnTo>
                  <a:lnTo>
                    <a:pt x="84887" y="31349"/>
                  </a:lnTo>
                  <a:lnTo>
                    <a:pt x="84887" y="1365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DE3F69D8-47E1-3C48-20B2-CE06A84A74F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599810" y="4565092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C8FE9E8C-EACB-6775-10E2-1FED6694BEB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9053306" y="4616341"/>
              <a:ext cx="117682" cy="211564"/>
            </a:xfrm>
            <a:custGeom>
              <a:avLst/>
              <a:gdLst>
                <a:gd name="connsiteX0" fmla="*/ 71004 w 117682"/>
                <a:gd name="connsiteY0" fmla="*/ 93592 h 211564"/>
                <a:gd name="connsiteX1" fmla="*/ 111543 w 117682"/>
                <a:gd name="connsiteY1" fmla="*/ 43613 h 211564"/>
                <a:gd name="connsiteX2" fmla="*/ 59508 w 117682"/>
                <a:gd name="connsiteY2" fmla="*/ 74 h 211564"/>
                <a:gd name="connsiteX3" fmla="*/ 2028 w 117682"/>
                <a:gd name="connsiteY3" fmla="*/ 48519 h 211564"/>
                <a:gd name="connsiteX4" fmla="*/ 39542 w 117682"/>
                <a:gd name="connsiteY4" fmla="*/ 105550 h 211564"/>
                <a:gd name="connsiteX5" fmla="*/ 213 w 117682"/>
                <a:gd name="connsiteY5" fmla="*/ 161047 h 211564"/>
                <a:gd name="connsiteX6" fmla="*/ 58298 w 117682"/>
                <a:gd name="connsiteY6" fmla="*/ 211638 h 211564"/>
                <a:gd name="connsiteX7" fmla="*/ 117896 w 117682"/>
                <a:gd name="connsiteY7" fmla="*/ 159820 h 211564"/>
                <a:gd name="connsiteX8" fmla="*/ 71004 w 117682"/>
                <a:gd name="connsiteY8" fmla="*/ 93592 h 211564"/>
                <a:gd name="connsiteX9" fmla="*/ 65559 w 117682"/>
                <a:gd name="connsiteY9" fmla="*/ 125173 h 211564"/>
                <a:gd name="connsiteX10" fmla="*/ 94904 w 117682"/>
                <a:gd name="connsiteY10" fmla="*/ 169325 h 211564"/>
                <a:gd name="connsiteX11" fmla="*/ 61626 w 117682"/>
                <a:gd name="connsiteY11" fmla="*/ 203053 h 211564"/>
                <a:gd name="connsiteX12" fmla="*/ 23205 w 117682"/>
                <a:gd name="connsiteY12" fmla="*/ 158594 h 211564"/>
                <a:gd name="connsiteX13" fmla="*/ 47407 w 117682"/>
                <a:gd name="connsiteY13" fmla="*/ 111682 h 211564"/>
                <a:gd name="connsiteX14" fmla="*/ 65559 w 117682"/>
                <a:gd name="connsiteY14" fmla="*/ 125173 h 211564"/>
                <a:gd name="connsiteX15" fmla="*/ 62231 w 117682"/>
                <a:gd name="connsiteY15" fmla="*/ 88072 h 211564"/>
                <a:gd name="connsiteX16" fmla="*/ 24415 w 117682"/>
                <a:gd name="connsiteY16" fmla="*/ 39014 h 211564"/>
                <a:gd name="connsiteX17" fmla="*/ 57088 w 117682"/>
                <a:gd name="connsiteY17" fmla="*/ 8659 h 211564"/>
                <a:gd name="connsiteX18" fmla="*/ 90669 w 117682"/>
                <a:gd name="connsiteY18" fmla="*/ 43307 h 211564"/>
                <a:gd name="connsiteX19" fmla="*/ 64954 w 117682"/>
                <a:gd name="connsiteY19" fmla="*/ 86233 h 211564"/>
                <a:gd name="connsiteX20" fmla="*/ 62231 w 117682"/>
                <a:gd name="connsiteY20" fmla="*/ 88072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11564">
                  <a:moveTo>
                    <a:pt x="71004" y="93592"/>
                  </a:moveTo>
                  <a:cubicBezTo>
                    <a:pt x="100955" y="77341"/>
                    <a:pt x="111543" y="64463"/>
                    <a:pt x="111543" y="43613"/>
                  </a:cubicBezTo>
                  <a:cubicBezTo>
                    <a:pt x="111543" y="18471"/>
                    <a:pt x="89761" y="74"/>
                    <a:pt x="59508" y="74"/>
                  </a:cubicBezTo>
                  <a:cubicBezTo>
                    <a:pt x="26533" y="74"/>
                    <a:pt x="2028" y="20617"/>
                    <a:pt x="2028" y="48519"/>
                  </a:cubicBezTo>
                  <a:cubicBezTo>
                    <a:pt x="2028" y="68449"/>
                    <a:pt x="7776" y="77341"/>
                    <a:pt x="39542" y="105550"/>
                  </a:cubicBezTo>
                  <a:cubicBezTo>
                    <a:pt x="6869" y="130692"/>
                    <a:pt x="213" y="140197"/>
                    <a:pt x="213" y="161047"/>
                  </a:cubicBezTo>
                  <a:cubicBezTo>
                    <a:pt x="213" y="190788"/>
                    <a:pt x="24113" y="211638"/>
                    <a:pt x="58298" y="211638"/>
                  </a:cubicBezTo>
                  <a:cubicBezTo>
                    <a:pt x="94601" y="211638"/>
                    <a:pt x="117896" y="191402"/>
                    <a:pt x="117896" y="159820"/>
                  </a:cubicBezTo>
                  <a:cubicBezTo>
                    <a:pt x="117896" y="136211"/>
                    <a:pt x="107610" y="121187"/>
                    <a:pt x="71004" y="93592"/>
                  </a:cubicBezTo>
                  <a:close/>
                  <a:moveTo>
                    <a:pt x="65559" y="125173"/>
                  </a:moveTo>
                  <a:cubicBezTo>
                    <a:pt x="87643" y="141117"/>
                    <a:pt x="94904" y="152155"/>
                    <a:pt x="94904" y="169325"/>
                  </a:cubicBezTo>
                  <a:cubicBezTo>
                    <a:pt x="94904" y="189255"/>
                    <a:pt x="81290" y="203053"/>
                    <a:pt x="61626" y="203053"/>
                  </a:cubicBezTo>
                  <a:cubicBezTo>
                    <a:pt x="38634" y="203053"/>
                    <a:pt x="23205" y="185269"/>
                    <a:pt x="23205" y="158594"/>
                  </a:cubicBezTo>
                  <a:cubicBezTo>
                    <a:pt x="23205" y="138971"/>
                    <a:pt x="29861" y="126093"/>
                    <a:pt x="47407" y="111682"/>
                  </a:cubicBezTo>
                  <a:lnTo>
                    <a:pt x="65559" y="125173"/>
                  </a:lnTo>
                  <a:close/>
                  <a:moveTo>
                    <a:pt x="62231" y="88072"/>
                  </a:moveTo>
                  <a:cubicBezTo>
                    <a:pt x="35306" y="70289"/>
                    <a:pt x="24415" y="56184"/>
                    <a:pt x="24415" y="39014"/>
                  </a:cubicBezTo>
                  <a:cubicBezTo>
                    <a:pt x="24415" y="21230"/>
                    <a:pt x="38029" y="8659"/>
                    <a:pt x="57088" y="8659"/>
                  </a:cubicBezTo>
                  <a:cubicBezTo>
                    <a:pt x="77660" y="8659"/>
                    <a:pt x="90669" y="22150"/>
                    <a:pt x="90669" y="43307"/>
                  </a:cubicBezTo>
                  <a:cubicBezTo>
                    <a:pt x="90669" y="60784"/>
                    <a:pt x="82198" y="74581"/>
                    <a:pt x="64954" y="86233"/>
                  </a:cubicBezTo>
                  <a:cubicBezTo>
                    <a:pt x="63441" y="87153"/>
                    <a:pt x="63441" y="87153"/>
                    <a:pt x="62231" y="88072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BAAF6EEA-DE50-4403-1C12-7CAA3A225B7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209372" y="4792951"/>
              <a:ext cx="33580" cy="34034"/>
            </a:xfrm>
            <a:custGeom>
              <a:avLst/>
              <a:gdLst>
                <a:gd name="connsiteX0" fmla="*/ 16857 w 33580"/>
                <a:gd name="connsiteY0" fmla="*/ 74 h 34034"/>
                <a:gd name="connsiteX1" fmla="*/ 218 w 33580"/>
                <a:gd name="connsiteY1" fmla="*/ 17551 h 34034"/>
                <a:gd name="connsiteX2" fmla="*/ 16555 w 33580"/>
                <a:gd name="connsiteY2" fmla="*/ 34108 h 34034"/>
                <a:gd name="connsiteX3" fmla="*/ 33799 w 33580"/>
                <a:gd name="connsiteY3" fmla="*/ 17551 h 34034"/>
                <a:gd name="connsiteX4" fmla="*/ 16857 w 33580"/>
                <a:gd name="connsiteY4" fmla="*/ 74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857" y="74"/>
                  </a:moveTo>
                  <a:cubicBezTo>
                    <a:pt x="7781" y="74"/>
                    <a:pt x="218" y="8046"/>
                    <a:pt x="218" y="17551"/>
                  </a:cubicBezTo>
                  <a:cubicBezTo>
                    <a:pt x="218" y="26443"/>
                    <a:pt x="7781" y="34108"/>
                    <a:pt x="16555" y="34108"/>
                  </a:cubicBezTo>
                  <a:cubicBezTo>
                    <a:pt x="25933" y="34108"/>
                    <a:pt x="33799" y="26443"/>
                    <a:pt x="33799" y="17551"/>
                  </a:cubicBezTo>
                  <a:cubicBezTo>
                    <a:pt x="33799" y="8046"/>
                    <a:pt x="25933" y="74"/>
                    <a:pt x="16857" y="74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89230BC-419F-12F9-D01B-0FCDAED3BED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267741" y="4616341"/>
              <a:ext cx="139162" cy="207271"/>
            </a:xfrm>
            <a:custGeom>
              <a:avLst/>
              <a:gdLst>
                <a:gd name="connsiteX0" fmla="*/ 139383 w 139162"/>
                <a:gd name="connsiteY0" fmla="*/ 136518 h 207271"/>
                <a:gd name="connsiteX1" fmla="*/ 108525 w 139162"/>
                <a:gd name="connsiteY1" fmla="*/ 136518 h 207271"/>
                <a:gd name="connsiteX2" fmla="*/ 108525 w 139162"/>
                <a:gd name="connsiteY2" fmla="*/ 74 h 207271"/>
                <a:gd name="connsiteX3" fmla="*/ 95214 w 139162"/>
                <a:gd name="connsiteY3" fmla="*/ 74 h 207271"/>
                <a:gd name="connsiteX4" fmla="*/ 221 w 139162"/>
                <a:gd name="connsiteY4" fmla="*/ 136518 h 207271"/>
                <a:gd name="connsiteX5" fmla="*/ 221 w 139162"/>
                <a:gd name="connsiteY5" fmla="*/ 156141 h 207271"/>
                <a:gd name="connsiteX6" fmla="*/ 85231 w 139162"/>
                <a:gd name="connsiteY6" fmla="*/ 156141 h 207271"/>
                <a:gd name="connsiteX7" fmla="*/ 85231 w 139162"/>
                <a:gd name="connsiteY7" fmla="*/ 207346 h 207271"/>
                <a:gd name="connsiteX8" fmla="*/ 108525 w 139162"/>
                <a:gd name="connsiteY8" fmla="*/ 207346 h 207271"/>
                <a:gd name="connsiteX9" fmla="*/ 108525 w 139162"/>
                <a:gd name="connsiteY9" fmla="*/ 156141 h 207271"/>
                <a:gd name="connsiteX10" fmla="*/ 139383 w 139162"/>
                <a:gd name="connsiteY10" fmla="*/ 156141 h 207271"/>
                <a:gd name="connsiteX11" fmla="*/ 139383 w 139162"/>
                <a:gd name="connsiteY11" fmla="*/ 136518 h 207271"/>
                <a:gd name="connsiteX12" fmla="*/ 84928 w 139162"/>
                <a:gd name="connsiteY12" fmla="*/ 136518 h 207271"/>
                <a:gd name="connsiteX13" fmla="*/ 12322 w 139162"/>
                <a:gd name="connsiteY13" fmla="*/ 136518 h 207271"/>
                <a:gd name="connsiteX14" fmla="*/ 84928 w 139162"/>
                <a:gd name="connsiteY14" fmla="*/ 31349 h 207271"/>
                <a:gd name="connsiteX15" fmla="*/ 84928 w 139162"/>
                <a:gd name="connsiteY15" fmla="*/ 136518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7271">
                  <a:moveTo>
                    <a:pt x="139383" y="136518"/>
                  </a:moveTo>
                  <a:lnTo>
                    <a:pt x="108525" y="136518"/>
                  </a:lnTo>
                  <a:lnTo>
                    <a:pt x="108525" y="74"/>
                  </a:lnTo>
                  <a:lnTo>
                    <a:pt x="95214" y="74"/>
                  </a:lnTo>
                  <a:lnTo>
                    <a:pt x="221" y="136518"/>
                  </a:lnTo>
                  <a:lnTo>
                    <a:pt x="221" y="156141"/>
                  </a:lnTo>
                  <a:lnTo>
                    <a:pt x="85231" y="156141"/>
                  </a:lnTo>
                  <a:lnTo>
                    <a:pt x="85231" y="207346"/>
                  </a:lnTo>
                  <a:lnTo>
                    <a:pt x="108525" y="207346"/>
                  </a:lnTo>
                  <a:lnTo>
                    <a:pt x="108525" y="156141"/>
                  </a:lnTo>
                  <a:lnTo>
                    <a:pt x="139383" y="156141"/>
                  </a:lnTo>
                  <a:lnTo>
                    <a:pt x="139383" y="136518"/>
                  </a:lnTo>
                  <a:close/>
                  <a:moveTo>
                    <a:pt x="84928" y="136518"/>
                  </a:moveTo>
                  <a:lnTo>
                    <a:pt x="12322" y="136518"/>
                  </a:lnTo>
                  <a:lnTo>
                    <a:pt x="84928" y="31349"/>
                  </a:lnTo>
                  <a:lnTo>
                    <a:pt x="84928" y="1365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CDEE7E35-5334-89BA-C819-3DC9A30894EA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840349" y="4565092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42010BEE-4880-DDCD-E848-732B2BF1680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0234569" y="4616341"/>
              <a:ext cx="85615" cy="207271"/>
            </a:xfrm>
            <a:custGeom>
              <a:avLst/>
              <a:gdLst>
                <a:gd name="connsiteX0" fmla="*/ 54706 w 85615"/>
                <a:gd name="connsiteY0" fmla="*/ 74 h 207271"/>
                <a:gd name="connsiteX1" fmla="*/ 251 w 85615"/>
                <a:gd name="connsiteY1" fmla="*/ 27976 h 207271"/>
                <a:gd name="connsiteX2" fmla="*/ 251 w 85615"/>
                <a:gd name="connsiteY2" fmla="*/ 32268 h 207271"/>
                <a:gd name="connsiteX3" fmla="*/ 8420 w 85615"/>
                <a:gd name="connsiteY3" fmla="*/ 28896 h 207271"/>
                <a:gd name="connsiteX4" fmla="*/ 22033 w 85615"/>
                <a:gd name="connsiteY4" fmla="*/ 25523 h 207271"/>
                <a:gd name="connsiteX5" fmla="*/ 31109 w 85615"/>
                <a:gd name="connsiteY5" fmla="*/ 39934 h 207271"/>
                <a:gd name="connsiteX6" fmla="*/ 31109 w 85615"/>
                <a:gd name="connsiteY6" fmla="*/ 178830 h 207271"/>
                <a:gd name="connsiteX7" fmla="*/ 23848 w 85615"/>
                <a:gd name="connsiteY7" fmla="*/ 198760 h 207271"/>
                <a:gd name="connsiteX8" fmla="*/ 2369 w 85615"/>
                <a:gd name="connsiteY8" fmla="*/ 202746 h 207271"/>
                <a:gd name="connsiteX9" fmla="*/ 2369 w 85615"/>
                <a:gd name="connsiteY9" fmla="*/ 207346 h 207271"/>
                <a:gd name="connsiteX10" fmla="*/ 85866 w 85615"/>
                <a:gd name="connsiteY10" fmla="*/ 207346 h 207271"/>
                <a:gd name="connsiteX11" fmla="*/ 85866 w 85615"/>
                <a:gd name="connsiteY11" fmla="*/ 202746 h 207271"/>
                <a:gd name="connsiteX12" fmla="*/ 57126 w 85615"/>
                <a:gd name="connsiteY12" fmla="*/ 184656 h 207271"/>
                <a:gd name="connsiteX13" fmla="*/ 57126 w 85615"/>
                <a:gd name="connsiteY13" fmla="*/ 687 h 207271"/>
                <a:gd name="connsiteX14" fmla="*/ 54706 w 85615"/>
                <a:gd name="connsiteY14" fmla="*/ 74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7271">
                  <a:moveTo>
                    <a:pt x="54706" y="74"/>
                  </a:moveTo>
                  <a:lnTo>
                    <a:pt x="251" y="27976"/>
                  </a:lnTo>
                  <a:lnTo>
                    <a:pt x="251" y="32268"/>
                  </a:lnTo>
                  <a:cubicBezTo>
                    <a:pt x="3882" y="30735"/>
                    <a:pt x="7209" y="29509"/>
                    <a:pt x="8420" y="28896"/>
                  </a:cubicBezTo>
                  <a:cubicBezTo>
                    <a:pt x="13865" y="26749"/>
                    <a:pt x="19008" y="25523"/>
                    <a:pt x="22033" y="25523"/>
                  </a:cubicBezTo>
                  <a:cubicBezTo>
                    <a:pt x="28386" y="25523"/>
                    <a:pt x="31109" y="30122"/>
                    <a:pt x="31109" y="39934"/>
                  </a:cubicBezTo>
                  <a:lnTo>
                    <a:pt x="31109" y="178830"/>
                  </a:lnTo>
                  <a:cubicBezTo>
                    <a:pt x="31109" y="188949"/>
                    <a:pt x="28689" y="196001"/>
                    <a:pt x="23848" y="198760"/>
                  </a:cubicBezTo>
                  <a:cubicBezTo>
                    <a:pt x="19311" y="201520"/>
                    <a:pt x="15075" y="202440"/>
                    <a:pt x="2369" y="202746"/>
                  </a:cubicBezTo>
                  <a:lnTo>
                    <a:pt x="2369" y="207346"/>
                  </a:lnTo>
                  <a:lnTo>
                    <a:pt x="85866" y="207346"/>
                  </a:lnTo>
                  <a:lnTo>
                    <a:pt x="85866" y="202746"/>
                  </a:lnTo>
                  <a:cubicBezTo>
                    <a:pt x="61967" y="202440"/>
                    <a:pt x="57126" y="199374"/>
                    <a:pt x="57126" y="184656"/>
                  </a:cubicBezTo>
                  <a:lnTo>
                    <a:pt x="57126" y="687"/>
                  </a:lnTo>
                  <a:lnTo>
                    <a:pt x="54706" y="74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8BAA17C1-D42B-2907-0C9A-B160B6334CE7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0362500" y="4612662"/>
              <a:ext cx="122825" cy="215243"/>
            </a:xfrm>
            <a:custGeom>
              <a:avLst/>
              <a:gdLst>
                <a:gd name="connsiteX0" fmla="*/ 45333 w 122825"/>
                <a:gd name="connsiteY0" fmla="*/ 32268 h 215243"/>
                <a:gd name="connsiteX1" fmla="*/ 104628 w 122825"/>
                <a:gd name="connsiteY1" fmla="*/ 32268 h 215243"/>
                <a:gd name="connsiteX2" fmla="*/ 111586 w 122825"/>
                <a:gd name="connsiteY2" fmla="*/ 29509 h 215243"/>
                <a:gd name="connsiteX3" fmla="*/ 123082 w 122825"/>
                <a:gd name="connsiteY3" fmla="*/ 2220 h 215243"/>
                <a:gd name="connsiteX4" fmla="*/ 120359 w 122825"/>
                <a:gd name="connsiteY4" fmla="*/ 74 h 215243"/>
                <a:gd name="connsiteX5" fmla="*/ 106443 w 122825"/>
                <a:gd name="connsiteY5" fmla="*/ 8046 h 215243"/>
                <a:gd name="connsiteX6" fmla="*/ 43215 w 122825"/>
                <a:gd name="connsiteY6" fmla="*/ 8046 h 215243"/>
                <a:gd name="connsiteX7" fmla="*/ 10240 w 122825"/>
                <a:gd name="connsiteY7" fmla="*/ 80714 h 215243"/>
                <a:gd name="connsiteX8" fmla="*/ 9937 w 122825"/>
                <a:gd name="connsiteY8" fmla="*/ 82247 h 215243"/>
                <a:gd name="connsiteX9" fmla="*/ 13568 w 122825"/>
                <a:gd name="connsiteY9" fmla="*/ 84700 h 215243"/>
                <a:gd name="connsiteX10" fmla="*/ 47753 w 122825"/>
                <a:gd name="connsiteY10" fmla="*/ 90832 h 215243"/>
                <a:gd name="connsiteX11" fmla="*/ 98578 w 122825"/>
                <a:gd name="connsiteY11" fmla="*/ 151542 h 215243"/>
                <a:gd name="connsiteX12" fmla="*/ 56526 w 122825"/>
                <a:gd name="connsiteY12" fmla="*/ 203973 h 215243"/>
                <a:gd name="connsiteX13" fmla="*/ 36257 w 122825"/>
                <a:gd name="connsiteY13" fmla="*/ 195081 h 215243"/>
                <a:gd name="connsiteX14" fmla="*/ 13265 w 122825"/>
                <a:gd name="connsiteY14" fmla="*/ 184963 h 215243"/>
                <a:gd name="connsiteX15" fmla="*/ 256 w 122825"/>
                <a:gd name="connsiteY15" fmla="*/ 196308 h 215243"/>
                <a:gd name="connsiteX16" fmla="*/ 37165 w 122825"/>
                <a:gd name="connsiteY16" fmla="*/ 215318 h 215243"/>
                <a:gd name="connsiteX17" fmla="*/ 99485 w 122825"/>
                <a:gd name="connsiteY17" fmla="*/ 191402 h 215243"/>
                <a:gd name="connsiteX18" fmla="*/ 119754 w 122825"/>
                <a:gd name="connsiteY18" fmla="*/ 136824 h 215243"/>
                <a:gd name="connsiteX19" fmla="*/ 98880 w 122825"/>
                <a:gd name="connsiteY19" fmla="*/ 85313 h 215243"/>
                <a:gd name="connsiteX20" fmla="*/ 32627 w 122825"/>
                <a:gd name="connsiteY20" fmla="*/ 58331 h 215243"/>
                <a:gd name="connsiteX21" fmla="*/ 45333 w 122825"/>
                <a:gd name="connsiteY21" fmla="*/ 32268 h 21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5243">
                  <a:moveTo>
                    <a:pt x="45333" y="32268"/>
                  </a:moveTo>
                  <a:lnTo>
                    <a:pt x="104628" y="32268"/>
                  </a:lnTo>
                  <a:cubicBezTo>
                    <a:pt x="109469" y="32268"/>
                    <a:pt x="110679" y="31655"/>
                    <a:pt x="111586" y="29509"/>
                  </a:cubicBezTo>
                  <a:lnTo>
                    <a:pt x="123082" y="2220"/>
                  </a:lnTo>
                  <a:lnTo>
                    <a:pt x="120359" y="74"/>
                  </a:lnTo>
                  <a:cubicBezTo>
                    <a:pt x="115822" y="6513"/>
                    <a:pt x="112796" y="8046"/>
                    <a:pt x="106443" y="8046"/>
                  </a:cubicBezTo>
                  <a:lnTo>
                    <a:pt x="43215" y="8046"/>
                  </a:lnTo>
                  <a:lnTo>
                    <a:pt x="10240" y="80714"/>
                  </a:lnTo>
                  <a:cubicBezTo>
                    <a:pt x="9937" y="81327"/>
                    <a:pt x="9937" y="81634"/>
                    <a:pt x="9937" y="82247"/>
                  </a:cubicBezTo>
                  <a:cubicBezTo>
                    <a:pt x="9937" y="83780"/>
                    <a:pt x="11147" y="84700"/>
                    <a:pt x="13568" y="84700"/>
                  </a:cubicBezTo>
                  <a:cubicBezTo>
                    <a:pt x="23248" y="84700"/>
                    <a:pt x="35349" y="86846"/>
                    <a:pt x="47753" y="90832"/>
                  </a:cubicBezTo>
                  <a:cubicBezTo>
                    <a:pt x="82544" y="102177"/>
                    <a:pt x="98578" y="121187"/>
                    <a:pt x="98578" y="151542"/>
                  </a:cubicBezTo>
                  <a:cubicBezTo>
                    <a:pt x="98578" y="180977"/>
                    <a:pt x="80123" y="203973"/>
                    <a:pt x="56526" y="203973"/>
                  </a:cubicBezTo>
                  <a:cubicBezTo>
                    <a:pt x="50476" y="203973"/>
                    <a:pt x="45333" y="201827"/>
                    <a:pt x="36257" y="195081"/>
                  </a:cubicBezTo>
                  <a:cubicBezTo>
                    <a:pt x="26576" y="188029"/>
                    <a:pt x="19618" y="184963"/>
                    <a:pt x="13265" y="184963"/>
                  </a:cubicBezTo>
                  <a:cubicBezTo>
                    <a:pt x="4492" y="184963"/>
                    <a:pt x="256" y="188642"/>
                    <a:pt x="256" y="196308"/>
                  </a:cubicBezTo>
                  <a:cubicBezTo>
                    <a:pt x="256" y="207959"/>
                    <a:pt x="14475" y="215318"/>
                    <a:pt x="37165" y="215318"/>
                  </a:cubicBezTo>
                  <a:cubicBezTo>
                    <a:pt x="62577" y="215318"/>
                    <a:pt x="84359" y="207039"/>
                    <a:pt x="99485" y="191402"/>
                  </a:cubicBezTo>
                  <a:cubicBezTo>
                    <a:pt x="113401" y="177604"/>
                    <a:pt x="119754" y="160127"/>
                    <a:pt x="119754" y="136824"/>
                  </a:cubicBezTo>
                  <a:cubicBezTo>
                    <a:pt x="119754" y="114748"/>
                    <a:pt x="114006" y="100644"/>
                    <a:pt x="98880" y="85313"/>
                  </a:cubicBezTo>
                  <a:cubicBezTo>
                    <a:pt x="85569" y="71822"/>
                    <a:pt x="68325" y="64770"/>
                    <a:pt x="32627" y="58331"/>
                  </a:cubicBezTo>
                  <a:lnTo>
                    <a:pt x="45333" y="3226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AD184C1-BBC0-35DE-2BC9-7A0F8E0201B1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0525827" y="4792951"/>
              <a:ext cx="33580" cy="34034"/>
            </a:xfrm>
            <a:custGeom>
              <a:avLst/>
              <a:gdLst>
                <a:gd name="connsiteX0" fmla="*/ 16900 w 33580"/>
                <a:gd name="connsiteY0" fmla="*/ 74 h 34034"/>
                <a:gd name="connsiteX1" fmla="*/ 261 w 33580"/>
                <a:gd name="connsiteY1" fmla="*/ 17551 h 34034"/>
                <a:gd name="connsiteX2" fmla="*/ 16598 w 33580"/>
                <a:gd name="connsiteY2" fmla="*/ 34108 h 34034"/>
                <a:gd name="connsiteX3" fmla="*/ 33842 w 33580"/>
                <a:gd name="connsiteY3" fmla="*/ 17551 h 34034"/>
                <a:gd name="connsiteX4" fmla="*/ 16900 w 33580"/>
                <a:gd name="connsiteY4" fmla="*/ 74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900" y="74"/>
                  </a:moveTo>
                  <a:cubicBezTo>
                    <a:pt x="7824" y="74"/>
                    <a:pt x="261" y="8046"/>
                    <a:pt x="261" y="17551"/>
                  </a:cubicBezTo>
                  <a:cubicBezTo>
                    <a:pt x="261" y="26443"/>
                    <a:pt x="7824" y="34108"/>
                    <a:pt x="16598" y="34108"/>
                  </a:cubicBezTo>
                  <a:cubicBezTo>
                    <a:pt x="25976" y="34108"/>
                    <a:pt x="33842" y="26443"/>
                    <a:pt x="33842" y="17551"/>
                  </a:cubicBezTo>
                  <a:cubicBezTo>
                    <a:pt x="33842" y="8046"/>
                    <a:pt x="25976" y="74"/>
                    <a:pt x="16900" y="74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A80C5AE9-A95B-8DD4-6CDC-6C66751195C7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589641" y="4616341"/>
              <a:ext cx="134624" cy="207271"/>
            </a:xfrm>
            <a:custGeom>
              <a:avLst/>
              <a:gdLst>
                <a:gd name="connsiteX0" fmla="*/ 134888 w 134624"/>
                <a:gd name="connsiteY0" fmla="*/ 165339 h 207271"/>
                <a:gd name="connsiteX1" fmla="*/ 130955 w 134624"/>
                <a:gd name="connsiteY1" fmla="*/ 163806 h 207271"/>
                <a:gd name="connsiteX2" fmla="*/ 102215 w 134624"/>
                <a:gd name="connsiteY2" fmla="*/ 184043 h 207271"/>
                <a:gd name="connsiteX3" fmla="*/ 29911 w 134624"/>
                <a:gd name="connsiteY3" fmla="*/ 184043 h 207271"/>
                <a:gd name="connsiteX4" fmla="*/ 80736 w 134624"/>
                <a:gd name="connsiteY4" fmla="*/ 130079 h 207271"/>
                <a:gd name="connsiteX5" fmla="*/ 119459 w 134624"/>
                <a:gd name="connsiteY5" fmla="*/ 54345 h 207271"/>
                <a:gd name="connsiteX6" fmla="*/ 63492 w 134624"/>
                <a:gd name="connsiteY6" fmla="*/ 74 h 207271"/>
                <a:gd name="connsiteX7" fmla="*/ 19928 w 134624"/>
                <a:gd name="connsiteY7" fmla="*/ 19084 h 207271"/>
                <a:gd name="connsiteX8" fmla="*/ 566 w 134624"/>
                <a:gd name="connsiteY8" fmla="*/ 61090 h 207271"/>
                <a:gd name="connsiteX9" fmla="*/ 6919 w 134624"/>
                <a:gd name="connsiteY9" fmla="*/ 62623 h 207271"/>
                <a:gd name="connsiteX10" fmla="*/ 50786 w 134624"/>
                <a:gd name="connsiteY10" fmla="*/ 22763 h 207271"/>
                <a:gd name="connsiteX11" fmla="*/ 93442 w 134624"/>
                <a:gd name="connsiteY11" fmla="*/ 65996 h 207271"/>
                <a:gd name="connsiteX12" fmla="*/ 54114 w 134624"/>
                <a:gd name="connsiteY12" fmla="*/ 145716 h 207271"/>
                <a:gd name="connsiteX13" fmla="*/ 264 w 134624"/>
                <a:gd name="connsiteY13" fmla="*/ 203666 h 207271"/>
                <a:gd name="connsiteX14" fmla="*/ 264 w 134624"/>
                <a:gd name="connsiteY14" fmla="*/ 207346 h 207271"/>
                <a:gd name="connsiteX15" fmla="*/ 118249 w 134624"/>
                <a:gd name="connsiteY15" fmla="*/ 207346 h 207271"/>
                <a:gd name="connsiteX16" fmla="*/ 134888 w 134624"/>
                <a:gd name="connsiteY16" fmla="*/ 165339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7271">
                  <a:moveTo>
                    <a:pt x="134888" y="165339"/>
                  </a:moveTo>
                  <a:lnTo>
                    <a:pt x="130955" y="163806"/>
                  </a:lnTo>
                  <a:cubicBezTo>
                    <a:pt x="119762" y="181283"/>
                    <a:pt x="115829" y="184043"/>
                    <a:pt x="102215" y="184043"/>
                  </a:cubicBezTo>
                  <a:lnTo>
                    <a:pt x="29911" y="184043"/>
                  </a:lnTo>
                  <a:lnTo>
                    <a:pt x="80736" y="130079"/>
                  </a:lnTo>
                  <a:cubicBezTo>
                    <a:pt x="107661" y="101564"/>
                    <a:pt x="119459" y="78261"/>
                    <a:pt x="119459" y="54345"/>
                  </a:cubicBezTo>
                  <a:cubicBezTo>
                    <a:pt x="119459" y="23683"/>
                    <a:pt x="94955" y="74"/>
                    <a:pt x="63492" y="74"/>
                  </a:cubicBezTo>
                  <a:cubicBezTo>
                    <a:pt x="46853" y="74"/>
                    <a:pt x="31122" y="6819"/>
                    <a:pt x="19928" y="19084"/>
                  </a:cubicBezTo>
                  <a:cubicBezTo>
                    <a:pt x="10247" y="29509"/>
                    <a:pt x="5709" y="39321"/>
                    <a:pt x="566" y="61090"/>
                  </a:cubicBezTo>
                  <a:lnTo>
                    <a:pt x="6919" y="62623"/>
                  </a:lnTo>
                  <a:cubicBezTo>
                    <a:pt x="19020" y="32575"/>
                    <a:pt x="29911" y="22763"/>
                    <a:pt x="50786" y="22763"/>
                  </a:cubicBezTo>
                  <a:cubicBezTo>
                    <a:pt x="76198" y="22763"/>
                    <a:pt x="93442" y="40240"/>
                    <a:pt x="93442" y="65996"/>
                  </a:cubicBezTo>
                  <a:cubicBezTo>
                    <a:pt x="93442" y="89912"/>
                    <a:pt x="79526" y="118427"/>
                    <a:pt x="54114" y="145716"/>
                  </a:cubicBezTo>
                  <a:lnTo>
                    <a:pt x="264" y="203666"/>
                  </a:lnTo>
                  <a:lnTo>
                    <a:pt x="264" y="207346"/>
                  </a:lnTo>
                  <a:lnTo>
                    <a:pt x="118249" y="207346"/>
                  </a:lnTo>
                  <a:lnTo>
                    <a:pt x="134888" y="165339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AA84903E-C157-6F2A-66F0-6EEC5B5B1A91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1080888" y="4565092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5C0D11BF-EFBF-68BD-01C8-B38D808B514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4878191" y="4934409"/>
              <a:ext cx="6214843" cy="12310"/>
            </a:xfrm>
            <a:custGeom>
              <a:avLst/>
              <a:gdLst>
                <a:gd name="connsiteX0" fmla="*/ 0 w 6214843"/>
                <a:gd name="connsiteY0" fmla="*/ 0 h 12310"/>
                <a:gd name="connsiteX1" fmla="*/ 6214844 w 6214843"/>
                <a:gd name="connsiteY1" fmla="*/ 0 h 12310"/>
                <a:gd name="connsiteX2" fmla="*/ 6214844 w 6214843"/>
                <a:gd name="connsiteY2" fmla="*/ 12310 h 12310"/>
                <a:gd name="connsiteX3" fmla="*/ 0 w 6214843"/>
                <a:gd name="connsiteY3" fmla="*/ 12310 h 1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310">
                  <a:moveTo>
                    <a:pt x="0" y="0"/>
                  </a:moveTo>
                  <a:lnTo>
                    <a:pt x="6214844" y="0"/>
                  </a:lnTo>
                  <a:lnTo>
                    <a:pt x="6214844" y="12310"/>
                  </a:lnTo>
                  <a:lnTo>
                    <a:pt x="0" y="1231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8ACD21D1-4B86-3E5C-588C-23B1632E9A8A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4878191" y="4946720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BC5044F3-DD14-8290-9229-9EA59057A2D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5357780" y="5070024"/>
              <a:ext cx="136137" cy="198379"/>
            </a:xfrm>
            <a:custGeom>
              <a:avLst/>
              <a:gdLst>
                <a:gd name="connsiteX0" fmla="*/ 11892 w 136137"/>
                <a:gd name="connsiteY0" fmla="*/ 12657 h 198379"/>
                <a:gd name="connsiteX1" fmla="*/ 21270 w 136137"/>
                <a:gd name="connsiteY1" fmla="*/ 11431 h 198379"/>
                <a:gd name="connsiteX2" fmla="*/ 56968 w 136137"/>
                <a:gd name="connsiteY2" fmla="*/ 71834 h 198379"/>
                <a:gd name="connsiteX3" fmla="*/ 69372 w 136137"/>
                <a:gd name="connsiteY3" fmla="*/ 132850 h 198379"/>
                <a:gd name="connsiteX4" fmla="*/ 63019 w 136137"/>
                <a:gd name="connsiteY4" fmla="*/ 148181 h 198379"/>
                <a:gd name="connsiteX5" fmla="*/ 44262 w 136137"/>
                <a:gd name="connsiteY5" fmla="*/ 172404 h 198379"/>
                <a:gd name="connsiteX6" fmla="*/ 30346 w 136137"/>
                <a:gd name="connsiteY6" fmla="*/ 181602 h 198379"/>
                <a:gd name="connsiteX7" fmla="*/ 23085 w 136137"/>
                <a:gd name="connsiteY7" fmla="*/ 178229 h 198379"/>
                <a:gd name="connsiteX8" fmla="*/ 11892 w 136137"/>
                <a:gd name="connsiteY8" fmla="*/ 173017 h 198379"/>
                <a:gd name="connsiteX9" fmla="*/ 93 w 136137"/>
                <a:gd name="connsiteY9" fmla="*/ 184975 h 198379"/>
                <a:gd name="connsiteX10" fmla="*/ 15522 w 136137"/>
                <a:gd name="connsiteY10" fmla="*/ 198466 h 198379"/>
                <a:gd name="connsiteX11" fmla="*/ 107188 w 136137"/>
                <a:gd name="connsiteY11" fmla="*/ 91764 h 198379"/>
                <a:gd name="connsiteX12" fmla="*/ 136230 w 136137"/>
                <a:gd name="connsiteY12" fmla="*/ 16950 h 198379"/>
                <a:gd name="connsiteX13" fmla="*/ 119591 w 136137"/>
                <a:gd name="connsiteY13" fmla="*/ 86 h 198379"/>
                <a:gd name="connsiteX14" fmla="*/ 107793 w 136137"/>
                <a:gd name="connsiteY14" fmla="*/ 11431 h 198379"/>
                <a:gd name="connsiteX15" fmla="*/ 116263 w 136137"/>
                <a:gd name="connsiteY15" fmla="*/ 23389 h 198379"/>
                <a:gd name="connsiteX16" fmla="*/ 124129 w 136137"/>
                <a:gd name="connsiteY16" fmla="*/ 33814 h 198379"/>
                <a:gd name="connsiteX17" fmla="*/ 87221 w 136137"/>
                <a:gd name="connsiteY17" fmla="*/ 113227 h 198379"/>
                <a:gd name="connsiteX18" fmla="*/ 81170 w 136137"/>
                <a:gd name="connsiteY18" fmla="*/ 77660 h 198379"/>
                <a:gd name="connsiteX19" fmla="*/ 55153 w 136137"/>
                <a:gd name="connsiteY19" fmla="*/ 86 h 198379"/>
                <a:gd name="connsiteX20" fmla="*/ 53943 w 136137"/>
                <a:gd name="connsiteY20" fmla="*/ 86 h 198379"/>
                <a:gd name="connsiteX21" fmla="*/ 51220 w 136137"/>
                <a:gd name="connsiteY21" fmla="*/ 393 h 198379"/>
                <a:gd name="connsiteX22" fmla="*/ 21573 w 136137"/>
                <a:gd name="connsiteY22" fmla="*/ 5605 h 198379"/>
                <a:gd name="connsiteX23" fmla="*/ 11892 w 136137"/>
                <a:gd name="connsiteY23" fmla="*/ 7445 h 198379"/>
                <a:gd name="connsiteX24" fmla="*/ 11892 w 136137"/>
                <a:gd name="connsiteY24" fmla="*/ 12657 h 19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137" h="198379">
                  <a:moveTo>
                    <a:pt x="11892" y="12657"/>
                  </a:moveTo>
                  <a:cubicBezTo>
                    <a:pt x="15825" y="11737"/>
                    <a:pt x="17942" y="11431"/>
                    <a:pt x="21270" y="11431"/>
                  </a:cubicBezTo>
                  <a:cubicBezTo>
                    <a:pt x="38514" y="11431"/>
                    <a:pt x="43052" y="19096"/>
                    <a:pt x="56968" y="71834"/>
                  </a:cubicBezTo>
                  <a:cubicBezTo>
                    <a:pt x="62111" y="91764"/>
                    <a:pt x="69372" y="127638"/>
                    <a:pt x="69372" y="132850"/>
                  </a:cubicBezTo>
                  <a:cubicBezTo>
                    <a:pt x="69372" y="137756"/>
                    <a:pt x="67557" y="142662"/>
                    <a:pt x="63019" y="148181"/>
                  </a:cubicBezTo>
                  <a:cubicBezTo>
                    <a:pt x="53640" y="160752"/>
                    <a:pt x="47590" y="168724"/>
                    <a:pt x="44262" y="172404"/>
                  </a:cubicBezTo>
                  <a:cubicBezTo>
                    <a:pt x="37909" y="179149"/>
                    <a:pt x="34279" y="181602"/>
                    <a:pt x="30346" y="181602"/>
                  </a:cubicBezTo>
                  <a:cubicBezTo>
                    <a:pt x="28531" y="181602"/>
                    <a:pt x="26413" y="180682"/>
                    <a:pt x="23085" y="178229"/>
                  </a:cubicBezTo>
                  <a:cubicBezTo>
                    <a:pt x="18547" y="174550"/>
                    <a:pt x="15220" y="173017"/>
                    <a:pt x="11892" y="173017"/>
                  </a:cubicBezTo>
                  <a:cubicBezTo>
                    <a:pt x="5236" y="173017"/>
                    <a:pt x="93" y="178229"/>
                    <a:pt x="93" y="184975"/>
                  </a:cubicBezTo>
                  <a:cubicBezTo>
                    <a:pt x="93" y="192640"/>
                    <a:pt x="6749" y="198466"/>
                    <a:pt x="15522" y="198466"/>
                  </a:cubicBezTo>
                  <a:cubicBezTo>
                    <a:pt x="34884" y="198466"/>
                    <a:pt x="74515" y="152474"/>
                    <a:pt x="107188" y="91764"/>
                  </a:cubicBezTo>
                  <a:cubicBezTo>
                    <a:pt x="127759" y="54050"/>
                    <a:pt x="136230" y="31974"/>
                    <a:pt x="136230" y="16950"/>
                  </a:cubicBezTo>
                  <a:cubicBezTo>
                    <a:pt x="136230" y="7751"/>
                    <a:pt x="128667" y="86"/>
                    <a:pt x="119591" y="86"/>
                  </a:cubicBezTo>
                  <a:cubicBezTo>
                    <a:pt x="112633" y="86"/>
                    <a:pt x="107793" y="4685"/>
                    <a:pt x="107793" y="11431"/>
                  </a:cubicBezTo>
                  <a:cubicBezTo>
                    <a:pt x="107793" y="16030"/>
                    <a:pt x="110213" y="19403"/>
                    <a:pt x="116263" y="23389"/>
                  </a:cubicBezTo>
                  <a:cubicBezTo>
                    <a:pt x="122011" y="26761"/>
                    <a:pt x="124129" y="29521"/>
                    <a:pt x="124129" y="33814"/>
                  </a:cubicBezTo>
                  <a:cubicBezTo>
                    <a:pt x="124129" y="46078"/>
                    <a:pt x="112936" y="69994"/>
                    <a:pt x="87221" y="113227"/>
                  </a:cubicBezTo>
                  <a:lnTo>
                    <a:pt x="81170" y="77660"/>
                  </a:lnTo>
                  <a:cubicBezTo>
                    <a:pt x="76632" y="50677"/>
                    <a:pt x="59691" y="86"/>
                    <a:pt x="55153" y="86"/>
                  </a:cubicBezTo>
                  <a:lnTo>
                    <a:pt x="53943" y="86"/>
                  </a:lnTo>
                  <a:cubicBezTo>
                    <a:pt x="53640" y="393"/>
                    <a:pt x="52430" y="393"/>
                    <a:pt x="51220" y="393"/>
                  </a:cubicBezTo>
                  <a:cubicBezTo>
                    <a:pt x="48497" y="699"/>
                    <a:pt x="37606" y="2539"/>
                    <a:pt x="21573" y="5605"/>
                  </a:cubicBezTo>
                  <a:cubicBezTo>
                    <a:pt x="20060" y="5912"/>
                    <a:pt x="16127" y="6832"/>
                    <a:pt x="11892" y="7445"/>
                  </a:cubicBezTo>
                  <a:lnTo>
                    <a:pt x="11892" y="12657"/>
                  </a:lnTo>
                  <a:close/>
                </a:path>
              </a:pathLst>
            </a:custGeom>
            <a:solidFill>
              <a:srgbClr val="FFFFFF"/>
            </a:solidFill>
            <a:ln w="41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524C376-8E61-948D-7204-82C504D6274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5500662" y="5098580"/>
              <a:ext cx="127829" cy="200802"/>
            </a:xfrm>
            <a:custGeom>
              <a:avLst/>
              <a:gdLst>
                <a:gd name="connsiteX0" fmla="*/ 40842 w 127829"/>
                <a:gd name="connsiteY0" fmla="*/ 64072 h 200802"/>
                <a:gd name="connsiteX1" fmla="*/ 60991 w 127829"/>
                <a:gd name="connsiteY1" fmla="*/ 64072 h 200802"/>
                <a:gd name="connsiteX2" fmla="*/ 41290 w 127829"/>
                <a:gd name="connsiteY2" fmla="*/ 159368 h 200802"/>
                <a:gd name="connsiteX3" fmla="*/ 19575 w 127829"/>
                <a:gd name="connsiteY3" fmla="*/ 196125 h 200802"/>
                <a:gd name="connsiteX4" fmla="*/ 15097 w 127829"/>
                <a:gd name="connsiteY4" fmla="*/ 192495 h 200802"/>
                <a:gd name="connsiteX5" fmla="*/ 15993 w 127829"/>
                <a:gd name="connsiteY5" fmla="*/ 189999 h 200802"/>
                <a:gd name="connsiteX6" fmla="*/ 17112 w 127829"/>
                <a:gd name="connsiteY6" fmla="*/ 186369 h 200802"/>
                <a:gd name="connsiteX7" fmla="*/ 8381 w 127829"/>
                <a:gd name="connsiteY7" fmla="*/ 177747 h 200802"/>
                <a:gd name="connsiteX8" fmla="*/ 98 w 127829"/>
                <a:gd name="connsiteY8" fmla="*/ 187049 h 200802"/>
                <a:gd name="connsiteX9" fmla="*/ 17784 w 127829"/>
                <a:gd name="connsiteY9" fmla="*/ 200890 h 200802"/>
                <a:gd name="connsiteX10" fmla="*/ 62558 w 127829"/>
                <a:gd name="connsiteY10" fmla="*/ 136679 h 200802"/>
                <a:gd name="connsiteX11" fmla="*/ 78676 w 127829"/>
                <a:gd name="connsiteY11" fmla="*/ 64072 h 200802"/>
                <a:gd name="connsiteX12" fmla="*/ 103078 w 127829"/>
                <a:gd name="connsiteY12" fmla="*/ 64072 h 200802"/>
                <a:gd name="connsiteX13" fmla="*/ 104421 w 127829"/>
                <a:gd name="connsiteY13" fmla="*/ 56812 h 200802"/>
                <a:gd name="connsiteX14" fmla="*/ 80244 w 127829"/>
                <a:gd name="connsiteY14" fmla="*/ 56812 h 200802"/>
                <a:gd name="connsiteX15" fmla="*/ 107556 w 127829"/>
                <a:gd name="connsiteY15" fmla="*/ 5079 h 200802"/>
                <a:gd name="connsiteX16" fmla="*/ 112481 w 127829"/>
                <a:gd name="connsiteY16" fmla="*/ 7802 h 200802"/>
                <a:gd name="connsiteX17" fmla="*/ 111585 w 127829"/>
                <a:gd name="connsiteY17" fmla="*/ 10071 h 200802"/>
                <a:gd name="connsiteX18" fmla="*/ 110242 w 127829"/>
                <a:gd name="connsiteY18" fmla="*/ 14836 h 200802"/>
                <a:gd name="connsiteX19" fmla="*/ 118525 w 127829"/>
                <a:gd name="connsiteY19" fmla="*/ 23912 h 200802"/>
                <a:gd name="connsiteX20" fmla="*/ 127928 w 127829"/>
                <a:gd name="connsiteY20" fmla="*/ 14836 h 200802"/>
                <a:gd name="connsiteX21" fmla="*/ 108675 w 127829"/>
                <a:gd name="connsiteY21" fmla="*/ 88 h 200802"/>
                <a:gd name="connsiteX22" fmla="*/ 80915 w 127829"/>
                <a:gd name="connsiteY22" fmla="*/ 15744 h 200802"/>
                <a:gd name="connsiteX23" fmla="*/ 63006 w 127829"/>
                <a:gd name="connsiteY23" fmla="*/ 56812 h 200802"/>
                <a:gd name="connsiteX24" fmla="*/ 42410 w 127829"/>
                <a:gd name="connsiteY24" fmla="*/ 56812 h 200802"/>
                <a:gd name="connsiteX25" fmla="*/ 40842 w 127829"/>
                <a:gd name="connsiteY25" fmla="*/ 64072 h 20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829" h="200802">
                  <a:moveTo>
                    <a:pt x="40842" y="64072"/>
                  </a:moveTo>
                  <a:lnTo>
                    <a:pt x="60991" y="64072"/>
                  </a:lnTo>
                  <a:lnTo>
                    <a:pt x="41290" y="159368"/>
                  </a:lnTo>
                  <a:cubicBezTo>
                    <a:pt x="36365" y="183646"/>
                    <a:pt x="28977" y="196125"/>
                    <a:pt x="19575" y="196125"/>
                  </a:cubicBezTo>
                  <a:cubicBezTo>
                    <a:pt x="16888" y="196125"/>
                    <a:pt x="15097" y="194537"/>
                    <a:pt x="15097" y="192495"/>
                  </a:cubicBezTo>
                  <a:cubicBezTo>
                    <a:pt x="15097" y="191814"/>
                    <a:pt x="15321" y="191133"/>
                    <a:pt x="15993" y="189999"/>
                  </a:cubicBezTo>
                  <a:cubicBezTo>
                    <a:pt x="16888" y="188637"/>
                    <a:pt x="17112" y="187730"/>
                    <a:pt x="17112" y="186369"/>
                  </a:cubicBezTo>
                  <a:cubicBezTo>
                    <a:pt x="17112" y="181604"/>
                    <a:pt x="13083" y="177747"/>
                    <a:pt x="8381" y="177747"/>
                  </a:cubicBezTo>
                  <a:cubicBezTo>
                    <a:pt x="3680" y="177747"/>
                    <a:pt x="98" y="181831"/>
                    <a:pt x="98" y="187049"/>
                  </a:cubicBezTo>
                  <a:cubicBezTo>
                    <a:pt x="98" y="194764"/>
                    <a:pt x="7934" y="200890"/>
                    <a:pt x="17784" y="200890"/>
                  </a:cubicBezTo>
                  <a:cubicBezTo>
                    <a:pt x="37708" y="200890"/>
                    <a:pt x="53379" y="178427"/>
                    <a:pt x="62558" y="136679"/>
                  </a:cubicBezTo>
                  <a:lnTo>
                    <a:pt x="78676" y="64072"/>
                  </a:lnTo>
                  <a:lnTo>
                    <a:pt x="103078" y="64072"/>
                  </a:lnTo>
                  <a:lnTo>
                    <a:pt x="104421" y="56812"/>
                  </a:lnTo>
                  <a:lnTo>
                    <a:pt x="80244" y="56812"/>
                  </a:lnTo>
                  <a:cubicBezTo>
                    <a:pt x="86736" y="21189"/>
                    <a:pt x="95019" y="5079"/>
                    <a:pt x="107556" y="5079"/>
                  </a:cubicBezTo>
                  <a:cubicBezTo>
                    <a:pt x="110466" y="5079"/>
                    <a:pt x="112481" y="6214"/>
                    <a:pt x="112481" y="7802"/>
                  </a:cubicBezTo>
                  <a:cubicBezTo>
                    <a:pt x="112481" y="8483"/>
                    <a:pt x="112257" y="8937"/>
                    <a:pt x="111585" y="10071"/>
                  </a:cubicBezTo>
                  <a:cubicBezTo>
                    <a:pt x="110690" y="12113"/>
                    <a:pt x="110242" y="13248"/>
                    <a:pt x="110242" y="14836"/>
                  </a:cubicBezTo>
                  <a:cubicBezTo>
                    <a:pt x="110242" y="20281"/>
                    <a:pt x="113600" y="23912"/>
                    <a:pt x="118525" y="23912"/>
                  </a:cubicBezTo>
                  <a:cubicBezTo>
                    <a:pt x="123674" y="23912"/>
                    <a:pt x="127928" y="19828"/>
                    <a:pt x="127928" y="14836"/>
                  </a:cubicBezTo>
                  <a:cubicBezTo>
                    <a:pt x="127928" y="6441"/>
                    <a:pt x="119645" y="88"/>
                    <a:pt x="108675" y="88"/>
                  </a:cubicBezTo>
                  <a:cubicBezTo>
                    <a:pt x="97705" y="88"/>
                    <a:pt x="88974" y="5079"/>
                    <a:pt x="80915" y="15744"/>
                  </a:cubicBezTo>
                  <a:cubicBezTo>
                    <a:pt x="74199" y="24592"/>
                    <a:pt x="69722" y="35030"/>
                    <a:pt x="63006" y="56812"/>
                  </a:cubicBezTo>
                  <a:lnTo>
                    <a:pt x="42410" y="56812"/>
                  </a:lnTo>
                  <a:lnTo>
                    <a:pt x="40842" y="64072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BDE41962-6405-5341-010F-3BED51CD645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6118731" y="4946720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60CE2FE0-06C3-D386-76CC-BCEB3BE93E7F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334800" y="4997969"/>
              <a:ext cx="136742" cy="211564"/>
            </a:xfrm>
            <a:custGeom>
              <a:avLst/>
              <a:gdLst>
                <a:gd name="connsiteX0" fmla="*/ 69705 w 136742"/>
                <a:gd name="connsiteY0" fmla="*/ 86 h 211564"/>
                <a:gd name="connsiteX1" fmla="*/ 29167 w 136742"/>
                <a:gd name="connsiteY1" fmla="*/ 16030 h 211564"/>
                <a:gd name="connsiteX2" fmla="*/ 124 w 136742"/>
                <a:gd name="connsiteY2" fmla="*/ 104335 h 211564"/>
                <a:gd name="connsiteX3" fmla="*/ 24326 w 136742"/>
                <a:gd name="connsiteY3" fmla="*/ 190801 h 211564"/>
                <a:gd name="connsiteX4" fmla="*/ 68495 w 136742"/>
                <a:gd name="connsiteY4" fmla="*/ 211651 h 211564"/>
                <a:gd name="connsiteX5" fmla="*/ 107824 w 136742"/>
                <a:gd name="connsiteY5" fmla="*/ 195707 h 211564"/>
                <a:gd name="connsiteX6" fmla="*/ 136866 w 136742"/>
                <a:gd name="connsiteY6" fmla="*/ 106175 h 211564"/>
                <a:gd name="connsiteX7" fmla="*/ 69705 w 136742"/>
                <a:gd name="connsiteY7" fmla="*/ 86 h 211564"/>
                <a:gd name="connsiteX8" fmla="*/ 68798 w 136742"/>
                <a:gd name="connsiteY8" fmla="*/ 8058 h 211564"/>
                <a:gd name="connsiteX9" fmla="*/ 107824 w 136742"/>
                <a:gd name="connsiteY9" fmla="*/ 106788 h 211564"/>
                <a:gd name="connsiteX10" fmla="*/ 68495 w 136742"/>
                <a:gd name="connsiteY10" fmla="*/ 203679 h 211564"/>
                <a:gd name="connsiteX11" fmla="*/ 29167 w 136742"/>
                <a:gd name="connsiteY11" fmla="*/ 107095 h 211564"/>
                <a:gd name="connsiteX12" fmla="*/ 68798 w 136742"/>
                <a:gd name="connsiteY12" fmla="*/ 8058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11564">
                  <a:moveTo>
                    <a:pt x="69705" y="86"/>
                  </a:moveTo>
                  <a:cubicBezTo>
                    <a:pt x="53066" y="86"/>
                    <a:pt x="40360" y="5299"/>
                    <a:pt x="29167" y="16030"/>
                  </a:cubicBezTo>
                  <a:cubicBezTo>
                    <a:pt x="11620" y="33201"/>
                    <a:pt x="124" y="68461"/>
                    <a:pt x="124" y="104335"/>
                  </a:cubicBezTo>
                  <a:cubicBezTo>
                    <a:pt x="124" y="137756"/>
                    <a:pt x="10108" y="173630"/>
                    <a:pt x="24326" y="190801"/>
                  </a:cubicBezTo>
                  <a:cubicBezTo>
                    <a:pt x="35520" y="204292"/>
                    <a:pt x="50949" y="211651"/>
                    <a:pt x="68495" y="211651"/>
                  </a:cubicBezTo>
                  <a:cubicBezTo>
                    <a:pt x="83924" y="211651"/>
                    <a:pt x="96933" y="206438"/>
                    <a:pt x="107824" y="195707"/>
                  </a:cubicBezTo>
                  <a:cubicBezTo>
                    <a:pt x="125370" y="178843"/>
                    <a:pt x="136866" y="143275"/>
                    <a:pt x="136866" y="106175"/>
                  </a:cubicBezTo>
                  <a:cubicBezTo>
                    <a:pt x="136866" y="43319"/>
                    <a:pt x="109336" y="86"/>
                    <a:pt x="69705" y="86"/>
                  </a:cubicBezTo>
                  <a:close/>
                  <a:moveTo>
                    <a:pt x="68798" y="8058"/>
                  </a:moveTo>
                  <a:cubicBezTo>
                    <a:pt x="94210" y="8058"/>
                    <a:pt x="107824" y="42706"/>
                    <a:pt x="107824" y="106788"/>
                  </a:cubicBezTo>
                  <a:cubicBezTo>
                    <a:pt x="107824" y="170871"/>
                    <a:pt x="94513" y="203679"/>
                    <a:pt x="68495" y="203679"/>
                  </a:cubicBezTo>
                  <a:cubicBezTo>
                    <a:pt x="42478" y="203679"/>
                    <a:pt x="29167" y="170871"/>
                    <a:pt x="29167" y="107095"/>
                  </a:cubicBezTo>
                  <a:cubicBezTo>
                    <a:pt x="29167" y="42093"/>
                    <a:pt x="42781" y="8058"/>
                    <a:pt x="68798" y="8058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9CDB8AC5-6BA6-1218-716A-387C08800C2A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500547" y="5174579"/>
              <a:ext cx="33580" cy="34034"/>
            </a:xfrm>
            <a:custGeom>
              <a:avLst/>
              <a:gdLst>
                <a:gd name="connsiteX0" fmla="*/ 16768 w 33580"/>
                <a:gd name="connsiteY0" fmla="*/ 86 h 34034"/>
                <a:gd name="connsiteX1" fmla="*/ 129 w 33580"/>
                <a:gd name="connsiteY1" fmla="*/ 17563 h 34034"/>
                <a:gd name="connsiteX2" fmla="*/ 16466 w 33580"/>
                <a:gd name="connsiteY2" fmla="*/ 34121 h 34034"/>
                <a:gd name="connsiteX3" fmla="*/ 33710 w 33580"/>
                <a:gd name="connsiteY3" fmla="*/ 17563 h 34034"/>
                <a:gd name="connsiteX4" fmla="*/ 16768 w 33580"/>
                <a:gd name="connsiteY4" fmla="*/ 86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768" y="86"/>
                  </a:moveTo>
                  <a:cubicBezTo>
                    <a:pt x="7692" y="86"/>
                    <a:pt x="129" y="8058"/>
                    <a:pt x="129" y="17563"/>
                  </a:cubicBezTo>
                  <a:cubicBezTo>
                    <a:pt x="129" y="26455"/>
                    <a:pt x="7692" y="34121"/>
                    <a:pt x="16466" y="34121"/>
                  </a:cubicBezTo>
                  <a:cubicBezTo>
                    <a:pt x="25844" y="34121"/>
                    <a:pt x="33710" y="26455"/>
                    <a:pt x="33710" y="17563"/>
                  </a:cubicBezTo>
                  <a:cubicBezTo>
                    <a:pt x="33710" y="8058"/>
                    <a:pt x="25844" y="86"/>
                    <a:pt x="16768" y="86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3FE474DC-9BB9-F7FC-A948-9BFB7D3C45F9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558916" y="4997969"/>
              <a:ext cx="139162" cy="207271"/>
            </a:xfrm>
            <a:custGeom>
              <a:avLst/>
              <a:gdLst>
                <a:gd name="connsiteX0" fmla="*/ 139294 w 139162"/>
                <a:gd name="connsiteY0" fmla="*/ 136530 h 207271"/>
                <a:gd name="connsiteX1" fmla="*/ 108436 w 139162"/>
                <a:gd name="connsiteY1" fmla="*/ 136530 h 207271"/>
                <a:gd name="connsiteX2" fmla="*/ 108436 w 139162"/>
                <a:gd name="connsiteY2" fmla="*/ 86 h 207271"/>
                <a:gd name="connsiteX3" fmla="*/ 95125 w 139162"/>
                <a:gd name="connsiteY3" fmla="*/ 86 h 207271"/>
                <a:gd name="connsiteX4" fmla="*/ 132 w 139162"/>
                <a:gd name="connsiteY4" fmla="*/ 136530 h 207271"/>
                <a:gd name="connsiteX5" fmla="*/ 132 w 139162"/>
                <a:gd name="connsiteY5" fmla="*/ 156153 h 207271"/>
                <a:gd name="connsiteX6" fmla="*/ 85142 w 139162"/>
                <a:gd name="connsiteY6" fmla="*/ 156153 h 207271"/>
                <a:gd name="connsiteX7" fmla="*/ 85142 w 139162"/>
                <a:gd name="connsiteY7" fmla="*/ 207358 h 207271"/>
                <a:gd name="connsiteX8" fmla="*/ 108436 w 139162"/>
                <a:gd name="connsiteY8" fmla="*/ 207358 h 207271"/>
                <a:gd name="connsiteX9" fmla="*/ 108436 w 139162"/>
                <a:gd name="connsiteY9" fmla="*/ 156153 h 207271"/>
                <a:gd name="connsiteX10" fmla="*/ 139294 w 139162"/>
                <a:gd name="connsiteY10" fmla="*/ 156153 h 207271"/>
                <a:gd name="connsiteX11" fmla="*/ 139294 w 139162"/>
                <a:gd name="connsiteY11" fmla="*/ 136530 h 207271"/>
                <a:gd name="connsiteX12" fmla="*/ 84839 w 139162"/>
                <a:gd name="connsiteY12" fmla="*/ 136530 h 207271"/>
                <a:gd name="connsiteX13" fmla="*/ 12233 w 139162"/>
                <a:gd name="connsiteY13" fmla="*/ 136530 h 207271"/>
                <a:gd name="connsiteX14" fmla="*/ 84839 w 139162"/>
                <a:gd name="connsiteY14" fmla="*/ 31361 h 207271"/>
                <a:gd name="connsiteX15" fmla="*/ 84839 w 139162"/>
                <a:gd name="connsiteY15" fmla="*/ 136530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7271">
                  <a:moveTo>
                    <a:pt x="139294" y="136530"/>
                  </a:moveTo>
                  <a:lnTo>
                    <a:pt x="108436" y="136530"/>
                  </a:lnTo>
                  <a:lnTo>
                    <a:pt x="108436" y="86"/>
                  </a:lnTo>
                  <a:lnTo>
                    <a:pt x="95125" y="86"/>
                  </a:lnTo>
                  <a:lnTo>
                    <a:pt x="132" y="136530"/>
                  </a:lnTo>
                  <a:lnTo>
                    <a:pt x="132" y="156153"/>
                  </a:lnTo>
                  <a:lnTo>
                    <a:pt x="85142" y="156153"/>
                  </a:lnTo>
                  <a:lnTo>
                    <a:pt x="85142" y="207358"/>
                  </a:lnTo>
                  <a:lnTo>
                    <a:pt x="108436" y="207358"/>
                  </a:lnTo>
                  <a:lnTo>
                    <a:pt x="108436" y="156153"/>
                  </a:lnTo>
                  <a:lnTo>
                    <a:pt x="139294" y="156153"/>
                  </a:lnTo>
                  <a:lnTo>
                    <a:pt x="139294" y="136530"/>
                  </a:lnTo>
                  <a:close/>
                  <a:moveTo>
                    <a:pt x="84839" y="136530"/>
                  </a:moveTo>
                  <a:lnTo>
                    <a:pt x="12233" y="136530"/>
                  </a:lnTo>
                  <a:lnTo>
                    <a:pt x="84839" y="31361"/>
                  </a:lnTo>
                  <a:lnTo>
                    <a:pt x="84839" y="13653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DAA97E73-FCD8-0497-B0ED-89E7BB8EEC7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716192" y="4997969"/>
              <a:ext cx="129783" cy="214017"/>
            </a:xfrm>
            <a:custGeom>
              <a:avLst/>
              <a:gdLst>
                <a:gd name="connsiteX0" fmla="*/ 8910 w 129783"/>
                <a:gd name="connsiteY0" fmla="*/ 214104 h 214017"/>
                <a:gd name="connsiteX1" fmla="*/ 80004 w 129783"/>
                <a:gd name="connsiteY1" fmla="*/ 189268 h 214017"/>
                <a:gd name="connsiteX2" fmla="*/ 129921 w 129783"/>
                <a:gd name="connsiteY2" fmla="*/ 86552 h 214017"/>
                <a:gd name="connsiteX3" fmla="*/ 63062 w 129783"/>
                <a:gd name="connsiteY3" fmla="*/ 86 h 214017"/>
                <a:gd name="connsiteX4" fmla="*/ 137 w 129783"/>
                <a:gd name="connsiteY4" fmla="*/ 72447 h 214017"/>
                <a:gd name="connsiteX5" fmla="*/ 54592 w 129783"/>
                <a:gd name="connsiteY5" fmla="*/ 134690 h 214017"/>
                <a:gd name="connsiteX6" fmla="*/ 99971 w 129783"/>
                <a:gd name="connsiteY6" fmla="*/ 117213 h 214017"/>
                <a:gd name="connsiteX7" fmla="*/ 8002 w 129783"/>
                <a:gd name="connsiteY7" fmla="*/ 207971 h 214017"/>
                <a:gd name="connsiteX8" fmla="*/ 8910 w 129783"/>
                <a:gd name="connsiteY8" fmla="*/ 214104 h 214017"/>
                <a:gd name="connsiteX9" fmla="*/ 100576 w 129783"/>
                <a:gd name="connsiteY9" fmla="*/ 98510 h 214017"/>
                <a:gd name="connsiteX10" fmla="*/ 96038 w 129783"/>
                <a:gd name="connsiteY10" fmla="*/ 110161 h 214017"/>
                <a:gd name="connsiteX11" fmla="*/ 65482 w 129783"/>
                <a:gd name="connsiteY11" fmla="*/ 121506 h 214017"/>
                <a:gd name="connsiteX12" fmla="*/ 27969 w 129783"/>
                <a:gd name="connsiteY12" fmla="*/ 62023 h 214017"/>
                <a:gd name="connsiteX13" fmla="*/ 39163 w 129783"/>
                <a:gd name="connsiteY13" fmla="*/ 18177 h 214017"/>
                <a:gd name="connsiteX14" fmla="*/ 60642 w 129783"/>
                <a:gd name="connsiteY14" fmla="*/ 8672 h 214017"/>
                <a:gd name="connsiteX15" fmla="*/ 100576 w 129783"/>
                <a:gd name="connsiteY15" fmla="*/ 86552 h 214017"/>
                <a:gd name="connsiteX16" fmla="*/ 100576 w 129783"/>
                <a:gd name="connsiteY16" fmla="*/ 98510 h 21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4017">
                  <a:moveTo>
                    <a:pt x="8910" y="214104"/>
                  </a:moveTo>
                  <a:cubicBezTo>
                    <a:pt x="42793" y="210118"/>
                    <a:pt x="59432" y="204292"/>
                    <a:pt x="80004" y="189268"/>
                  </a:cubicBezTo>
                  <a:cubicBezTo>
                    <a:pt x="111467" y="165965"/>
                    <a:pt x="129921" y="127945"/>
                    <a:pt x="129921" y="86552"/>
                  </a:cubicBezTo>
                  <a:cubicBezTo>
                    <a:pt x="129921" y="35960"/>
                    <a:pt x="102088" y="86"/>
                    <a:pt x="63062" y="86"/>
                  </a:cubicBezTo>
                  <a:cubicBezTo>
                    <a:pt x="27062" y="86"/>
                    <a:pt x="137" y="31054"/>
                    <a:pt x="137" y="72447"/>
                  </a:cubicBezTo>
                  <a:cubicBezTo>
                    <a:pt x="137" y="109854"/>
                    <a:pt x="21919" y="134690"/>
                    <a:pt x="54592" y="134690"/>
                  </a:cubicBezTo>
                  <a:cubicBezTo>
                    <a:pt x="71230" y="134690"/>
                    <a:pt x="83937" y="129784"/>
                    <a:pt x="99971" y="117213"/>
                  </a:cubicBezTo>
                  <a:cubicBezTo>
                    <a:pt x="87567" y="167191"/>
                    <a:pt x="53986" y="199999"/>
                    <a:pt x="8002" y="207971"/>
                  </a:cubicBezTo>
                  <a:lnTo>
                    <a:pt x="8910" y="214104"/>
                  </a:lnTo>
                  <a:close/>
                  <a:moveTo>
                    <a:pt x="100576" y="98510"/>
                  </a:moveTo>
                  <a:cubicBezTo>
                    <a:pt x="100576" y="104642"/>
                    <a:pt x="99365" y="107402"/>
                    <a:pt x="96038" y="110161"/>
                  </a:cubicBezTo>
                  <a:cubicBezTo>
                    <a:pt x="87567" y="117520"/>
                    <a:pt x="76373" y="121506"/>
                    <a:pt x="65482" y="121506"/>
                  </a:cubicBezTo>
                  <a:cubicBezTo>
                    <a:pt x="42490" y="121506"/>
                    <a:pt x="27969" y="98510"/>
                    <a:pt x="27969" y="62023"/>
                  </a:cubicBezTo>
                  <a:cubicBezTo>
                    <a:pt x="27969" y="44545"/>
                    <a:pt x="32810" y="26149"/>
                    <a:pt x="39163" y="18177"/>
                  </a:cubicBezTo>
                  <a:cubicBezTo>
                    <a:pt x="44306" y="12044"/>
                    <a:pt x="51869" y="8672"/>
                    <a:pt x="60642" y="8672"/>
                  </a:cubicBezTo>
                  <a:cubicBezTo>
                    <a:pt x="86962" y="8672"/>
                    <a:pt x="100576" y="35040"/>
                    <a:pt x="100576" y="86552"/>
                  </a:cubicBezTo>
                  <a:lnTo>
                    <a:pt x="100576" y="9851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58416800-4387-B290-395F-05B3F1E268EB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875888" y="4997969"/>
              <a:ext cx="117682" cy="211564"/>
            </a:xfrm>
            <a:custGeom>
              <a:avLst/>
              <a:gdLst>
                <a:gd name="connsiteX0" fmla="*/ 70933 w 117682"/>
                <a:gd name="connsiteY0" fmla="*/ 93604 h 211564"/>
                <a:gd name="connsiteX1" fmla="*/ 111472 w 117682"/>
                <a:gd name="connsiteY1" fmla="*/ 43626 h 211564"/>
                <a:gd name="connsiteX2" fmla="*/ 59437 w 117682"/>
                <a:gd name="connsiteY2" fmla="*/ 86 h 211564"/>
                <a:gd name="connsiteX3" fmla="*/ 1957 w 117682"/>
                <a:gd name="connsiteY3" fmla="*/ 48531 h 211564"/>
                <a:gd name="connsiteX4" fmla="*/ 39470 w 117682"/>
                <a:gd name="connsiteY4" fmla="*/ 105562 h 211564"/>
                <a:gd name="connsiteX5" fmla="*/ 142 w 117682"/>
                <a:gd name="connsiteY5" fmla="*/ 161059 h 211564"/>
                <a:gd name="connsiteX6" fmla="*/ 58227 w 117682"/>
                <a:gd name="connsiteY6" fmla="*/ 211651 h 211564"/>
                <a:gd name="connsiteX7" fmla="*/ 117825 w 117682"/>
                <a:gd name="connsiteY7" fmla="*/ 159833 h 211564"/>
                <a:gd name="connsiteX8" fmla="*/ 70933 w 117682"/>
                <a:gd name="connsiteY8" fmla="*/ 93604 h 211564"/>
                <a:gd name="connsiteX9" fmla="*/ 65487 w 117682"/>
                <a:gd name="connsiteY9" fmla="*/ 125185 h 211564"/>
                <a:gd name="connsiteX10" fmla="*/ 94833 w 117682"/>
                <a:gd name="connsiteY10" fmla="*/ 169338 h 211564"/>
                <a:gd name="connsiteX11" fmla="*/ 61555 w 117682"/>
                <a:gd name="connsiteY11" fmla="*/ 203065 h 211564"/>
                <a:gd name="connsiteX12" fmla="*/ 23134 w 117682"/>
                <a:gd name="connsiteY12" fmla="*/ 158606 h 211564"/>
                <a:gd name="connsiteX13" fmla="*/ 47336 w 117682"/>
                <a:gd name="connsiteY13" fmla="*/ 111694 h 211564"/>
                <a:gd name="connsiteX14" fmla="*/ 65487 w 117682"/>
                <a:gd name="connsiteY14" fmla="*/ 125185 h 211564"/>
                <a:gd name="connsiteX15" fmla="*/ 62160 w 117682"/>
                <a:gd name="connsiteY15" fmla="*/ 88085 h 211564"/>
                <a:gd name="connsiteX16" fmla="*/ 24344 w 117682"/>
                <a:gd name="connsiteY16" fmla="*/ 39026 h 211564"/>
                <a:gd name="connsiteX17" fmla="*/ 57017 w 117682"/>
                <a:gd name="connsiteY17" fmla="*/ 8672 h 211564"/>
                <a:gd name="connsiteX18" fmla="*/ 90597 w 117682"/>
                <a:gd name="connsiteY18" fmla="*/ 43319 h 211564"/>
                <a:gd name="connsiteX19" fmla="*/ 64882 w 117682"/>
                <a:gd name="connsiteY19" fmla="*/ 86245 h 211564"/>
                <a:gd name="connsiteX20" fmla="*/ 62160 w 117682"/>
                <a:gd name="connsiteY20" fmla="*/ 88085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11564">
                  <a:moveTo>
                    <a:pt x="70933" y="93604"/>
                  </a:moveTo>
                  <a:cubicBezTo>
                    <a:pt x="100883" y="77353"/>
                    <a:pt x="111472" y="64475"/>
                    <a:pt x="111472" y="43626"/>
                  </a:cubicBezTo>
                  <a:cubicBezTo>
                    <a:pt x="111472" y="18483"/>
                    <a:pt x="89690" y="86"/>
                    <a:pt x="59437" y="86"/>
                  </a:cubicBezTo>
                  <a:cubicBezTo>
                    <a:pt x="26462" y="86"/>
                    <a:pt x="1957" y="20629"/>
                    <a:pt x="1957" y="48531"/>
                  </a:cubicBezTo>
                  <a:cubicBezTo>
                    <a:pt x="1957" y="68461"/>
                    <a:pt x="7705" y="77353"/>
                    <a:pt x="39470" y="105562"/>
                  </a:cubicBezTo>
                  <a:cubicBezTo>
                    <a:pt x="6797" y="130704"/>
                    <a:pt x="142" y="140209"/>
                    <a:pt x="142" y="161059"/>
                  </a:cubicBezTo>
                  <a:cubicBezTo>
                    <a:pt x="142" y="190801"/>
                    <a:pt x="24041" y="211651"/>
                    <a:pt x="58227" y="211651"/>
                  </a:cubicBezTo>
                  <a:cubicBezTo>
                    <a:pt x="94530" y="211651"/>
                    <a:pt x="117825" y="191414"/>
                    <a:pt x="117825" y="159833"/>
                  </a:cubicBezTo>
                  <a:cubicBezTo>
                    <a:pt x="117825" y="136223"/>
                    <a:pt x="107539" y="121199"/>
                    <a:pt x="70933" y="93604"/>
                  </a:cubicBezTo>
                  <a:close/>
                  <a:moveTo>
                    <a:pt x="65487" y="125185"/>
                  </a:moveTo>
                  <a:cubicBezTo>
                    <a:pt x="87572" y="141129"/>
                    <a:pt x="94833" y="152167"/>
                    <a:pt x="94833" y="169338"/>
                  </a:cubicBezTo>
                  <a:cubicBezTo>
                    <a:pt x="94833" y="189268"/>
                    <a:pt x="81219" y="203065"/>
                    <a:pt x="61555" y="203065"/>
                  </a:cubicBezTo>
                  <a:cubicBezTo>
                    <a:pt x="38563" y="203065"/>
                    <a:pt x="23134" y="185282"/>
                    <a:pt x="23134" y="158606"/>
                  </a:cubicBezTo>
                  <a:cubicBezTo>
                    <a:pt x="23134" y="138983"/>
                    <a:pt x="29789" y="126105"/>
                    <a:pt x="47336" y="111694"/>
                  </a:cubicBezTo>
                  <a:lnTo>
                    <a:pt x="65487" y="125185"/>
                  </a:lnTo>
                  <a:close/>
                  <a:moveTo>
                    <a:pt x="62160" y="88085"/>
                  </a:moveTo>
                  <a:cubicBezTo>
                    <a:pt x="35235" y="70301"/>
                    <a:pt x="24344" y="56197"/>
                    <a:pt x="24344" y="39026"/>
                  </a:cubicBezTo>
                  <a:cubicBezTo>
                    <a:pt x="24344" y="21243"/>
                    <a:pt x="37958" y="8672"/>
                    <a:pt x="57017" y="8672"/>
                  </a:cubicBezTo>
                  <a:cubicBezTo>
                    <a:pt x="77589" y="8672"/>
                    <a:pt x="90597" y="22163"/>
                    <a:pt x="90597" y="43319"/>
                  </a:cubicBezTo>
                  <a:cubicBezTo>
                    <a:pt x="90597" y="60796"/>
                    <a:pt x="82126" y="74594"/>
                    <a:pt x="64882" y="86245"/>
                  </a:cubicBezTo>
                  <a:cubicBezTo>
                    <a:pt x="63370" y="87165"/>
                    <a:pt x="63370" y="87165"/>
                    <a:pt x="62160" y="88085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01F5C64-CAAB-2813-DA24-2E59C132D683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7014408" y="4997969"/>
              <a:ext cx="139162" cy="207271"/>
            </a:xfrm>
            <a:custGeom>
              <a:avLst/>
              <a:gdLst>
                <a:gd name="connsiteX0" fmla="*/ 139309 w 139162"/>
                <a:gd name="connsiteY0" fmla="*/ 136530 h 207271"/>
                <a:gd name="connsiteX1" fmla="*/ 108451 w 139162"/>
                <a:gd name="connsiteY1" fmla="*/ 136530 h 207271"/>
                <a:gd name="connsiteX2" fmla="*/ 108451 w 139162"/>
                <a:gd name="connsiteY2" fmla="*/ 86 h 207271"/>
                <a:gd name="connsiteX3" fmla="*/ 95140 w 139162"/>
                <a:gd name="connsiteY3" fmla="*/ 86 h 207271"/>
                <a:gd name="connsiteX4" fmla="*/ 147 w 139162"/>
                <a:gd name="connsiteY4" fmla="*/ 136530 h 207271"/>
                <a:gd name="connsiteX5" fmla="*/ 147 w 139162"/>
                <a:gd name="connsiteY5" fmla="*/ 156153 h 207271"/>
                <a:gd name="connsiteX6" fmla="*/ 85157 w 139162"/>
                <a:gd name="connsiteY6" fmla="*/ 156153 h 207271"/>
                <a:gd name="connsiteX7" fmla="*/ 85157 w 139162"/>
                <a:gd name="connsiteY7" fmla="*/ 207358 h 207271"/>
                <a:gd name="connsiteX8" fmla="*/ 108451 w 139162"/>
                <a:gd name="connsiteY8" fmla="*/ 207358 h 207271"/>
                <a:gd name="connsiteX9" fmla="*/ 108451 w 139162"/>
                <a:gd name="connsiteY9" fmla="*/ 156153 h 207271"/>
                <a:gd name="connsiteX10" fmla="*/ 139309 w 139162"/>
                <a:gd name="connsiteY10" fmla="*/ 156153 h 207271"/>
                <a:gd name="connsiteX11" fmla="*/ 139309 w 139162"/>
                <a:gd name="connsiteY11" fmla="*/ 136530 h 207271"/>
                <a:gd name="connsiteX12" fmla="*/ 84854 w 139162"/>
                <a:gd name="connsiteY12" fmla="*/ 136530 h 207271"/>
                <a:gd name="connsiteX13" fmla="*/ 12248 w 139162"/>
                <a:gd name="connsiteY13" fmla="*/ 136530 h 207271"/>
                <a:gd name="connsiteX14" fmla="*/ 84854 w 139162"/>
                <a:gd name="connsiteY14" fmla="*/ 31361 h 207271"/>
                <a:gd name="connsiteX15" fmla="*/ 84854 w 139162"/>
                <a:gd name="connsiteY15" fmla="*/ 136530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7271">
                  <a:moveTo>
                    <a:pt x="139309" y="136530"/>
                  </a:moveTo>
                  <a:lnTo>
                    <a:pt x="108451" y="136530"/>
                  </a:lnTo>
                  <a:lnTo>
                    <a:pt x="108451" y="86"/>
                  </a:lnTo>
                  <a:lnTo>
                    <a:pt x="95140" y="86"/>
                  </a:lnTo>
                  <a:lnTo>
                    <a:pt x="147" y="136530"/>
                  </a:lnTo>
                  <a:lnTo>
                    <a:pt x="147" y="156153"/>
                  </a:lnTo>
                  <a:lnTo>
                    <a:pt x="85157" y="156153"/>
                  </a:lnTo>
                  <a:lnTo>
                    <a:pt x="85157" y="207358"/>
                  </a:lnTo>
                  <a:lnTo>
                    <a:pt x="108451" y="207358"/>
                  </a:lnTo>
                  <a:lnTo>
                    <a:pt x="108451" y="156153"/>
                  </a:lnTo>
                  <a:lnTo>
                    <a:pt x="139309" y="156153"/>
                  </a:lnTo>
                  <a:lnTo>
                    <a:pt x="139309" y="136530"/>
                  </a:lnTo>
                  <a:close/>
                  <a:moveTo>
                    <a:pt x="84854" y="136530"/>
                  </a:moveTo>
                  <a:lnTo>
                    <a:pt x="12248" y="136530"/>
                  </a:lnTo>
                  <a:lnTo>
                    <a:pt x="84854" y="31361"/>
                  </a:lnTo>
                  <a:lnTo>
                    <a:pt x="84854" y="13653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3D1CA2E5-163D-F5AC-29D1-79407EF4C532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359270" y="4946720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F95A7225-120B-7C8B-16BC-BFAF359B6767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657003" y="4997969"/>
              <a:ext cx="117682" cy="211564"/>
            </a:xfrm>
            <a:custGeom>
              <a:avLst/>
              <a:gdLst>
                <a:gd name="connsiteX0" fmla="*/ 33445 w 117682"/>
                <a:gd name="connsiteY0" fmla="*/ 106175 h 211564"/>
                <a:gd name="connsiteX1" fmla="*/ 65513 w 117682"/>
                <a:gd name="connsiteY1" fmla="*/ 109548 h 211564"/>
                <a:gd name="connsiteX2" fmla="*/ 96068 w 117682"/>
                <a:gd name="connsiteY2" fmla="*/ 154927 h 211564"/>
                <a:gd name="connsiteX3" fmla="*/ 56437 w 117682"/>
                <a:gd name="connsiteY3" fmla="*/ 200613 h 211564"/>
                <a:gd name="connsiteX4" fmla="*/ 31025 w 117682"/>
                <a:gd name="connsiteY4" fmla="*/ 191107 h 211564"/>
                <a:gd name="connsiteX5" fmla="*/ 11663 w 117682"/>
                <a:gd name="connsiteY5" fmla="*/ 183442 h 211564"/>
                <a:gd name="connsiteX6" fmla="*/ 167 w 117682"/>
                <a:gd name="connsiteY6" fmla="*/ 194174 h 211564"/>
                <a:gd name="connsiteX7" fmla="*/ 34353 w 117682"/>
                <a:gd name="connsiteY7" fmla="*/ 211651 h 211564"/>
                <a:gd name="connsiteX8" fmla="*/ 95766 w 117682"/>
                <a:gd name="connsiteY8" fmla="*/ 191107 h 211564"/>
                <a:gd name="connsiteX9" fmla="*/ 117850 w 117682"/>
                <a:gd name="connsiteY9" fmla="*/ 140209 h 211564"/>
                <a:gd name="connsiteX10" fmla="*/ 104237 w 117682"/>
                <a:gd name="connsiteY10" fmla="*/ 100656 h 211564"/>
                <a:gd name="connsiteX11" fmla="*/ 79127 w 117682"/>
                <a:gd name="connsiteY11" fmla="*/ 84405 h 211564"/>
                <a:gd name="connsiteX12" fmla="*/ 107564 w 117682"/>
                <a:gd name="connsiteY12" fmla="*/ 42093 h 211564"/>
                <a:gd name="connsiteX13" fmla="*/ 60370 w 117682"/>
                <a:gd name="connsiteY13" fmla="*/ 86 h 211564"/>
                <a:gd name="connsiteX14" fmla="*/ 21042 w 117682"/>
                <a:gd name="connsiteY14" fmla="*/ 15110 h 211564"/>
                <a:gd name="connsiteX15" fmla="*/ 773 w 117682"/>
                <a:gd name="connsiteY15" fmla="*/ 49758 h 211564"/>
                <a:gd name="connsiteX16" fmla="*/ 5310 w 117682"/>
                <a:gd name="connsiteY16" fmla="*/ 50984 h 211564"/>
                <a:gd name="connsiteX17" fmla="*/ 50387 w 117682"/>
                <a:gd name="connsiteY17" fmla="*/ 18483 h 211564"/>
                <a:gd name="connsiteX18" fmla="*/ 83665 w 117682"/>
                <a:gd name="connsiteY18" fmla="*/ 51291 h 211564"/>
                <a:gd name="connsiteX19" fmla="*/ 71564 w 117682"/>
                <a:gd name="connsiteY19" fmla="*/ 81033 h 211564"/>
                <a:gd name="connsiteX20" fmla="*/ 33445 w 117682"/>
                <a:gd name="connsiteY20" fmla="*/ 102189 h 211564"/>
                <a:gd name="connsiteX21" fmla="*/ 33445 w 117682"/>
                <a:gd name="connsiteY21" fmla="*/ 106175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11564">
                  <a:moveTo>
                    <a:pt x="33445" y="106175"/>
                  </a:moveTo>
                  <a:cubicBezTo>
                    <a:pt x="51294" y="106175"/>
                    <a:pt x="58253" y="106788"/>
                    <a:pt x="65513" y="109548"/>
                  </a:cubicBezTo>
                  <a:cubicBezTo>
                    <a:pt x="84270" y="116293"/>
                    <a:pt x="96068" y="133770"/>
                    <a:pt x="96068" y="154927"/>
                  </a:cubicBezTo>
                  <a:cubicBezTo>
                    <a:pt x="96068" y="180683"/>
                    <a:pt x="78824" y="200613"/>
                    <a:pt x="56437" y="200613"/>
                  </a:cubicBezTo>
                  <a:cubicBezTo>
                    <a:pt x="48269" y="200613"/>
                    <a:pt x="42219" y="198466"/>
                    <a:pt x="31025" y="191107"/>
                  </a:cubicBezTo>
                  <a:cubicBezTo>
                    <a:pt x="21949" y="185588"/>
                    <a:pt x="16806" y="183442"/>
                    <a:pt x="11663" y="183442"/>
                  </a:cubicBezTo>
                  <a:cubicBezTo>
                    <a:pt x="4705" y="183442"/>
                    <a:pt x="167" y="187735"/>
                    <a:pt x="167" y="194174"/>
                  </a:cubicBezTo>
                  <a:cubicBezTo>
                    <a:pt x="167" y="204905"/>
                    <a:pt x="13176" y="211651"/>
                    <a:pt x="34353" y="211651"/>
                  </a:cubicBezTo>
                  <a:cubicBezTo>
                    <a:pt x="57648" y="211651"/>
                    <a:pt x="81547" y="203679"/>
                    <a:pt x="95766" y="191107"/>
                  </a:cubicBezTo>
                  <a:cubicBezTo>
                    <a:pt x="109985" y="178536"/>
                    <a:pt x="117850" y="160753"/>
                    <a:pt x="117850" y="140209"/>
                  </a:cubicBezTo>
                  <a:cubicBezTo>
                    <a:pt x="117850" y="124572"/>
                    <a:pt x="113010" y="110161"/>
                    <a:pt x="104237" y="100656"/>
                  </a:cubicBezTo>
                  <a:cubicBezTo>
                    <a:pt x="98186" y="93910"/>
                    <a:pt x="92438" y="90231"/>
                    <a:pt x="79127" y="84405"/>
                  </a:cubicBezTo>
                  <a:cubicBezTo>
                    <a:pt x="100001" y="69995"/>
                    <a:pt x="107564" y="58650"/>
                    <a:pt x="107564" y="42093"/>
                  </a:cubicBezTo>
                  <a:cubicBezTo>
                    <a:pt x="107564" y="17257"/>
                    <a:pt x="88203" y="86"/>
                    <a:pt x="60370" y="86"/>
                  </a:cubicBezTo>
                  <a:cubicBezTo>
                    <a:pt x="45244" y="86"/>
                    <a:pt x="31933" y="5299"/>
                    <a:pt x="21042" y="15110"/>
                  </a:cubicBezTo>
                  <a:cubicBezTo>
                    <a:pt x="11966" y="23389"/>
                    <a:pt x="7428" y="31361"/>
                    <a:pt x="773" y="49758"/>
                  </a:cubicBezTo>
                  <a:lnTo>
                    <a:pt x="5310" y="50984"/>
                  </a:lnTo>
                  <a:cubicBezTo>
                    <a:pt x="17714" y="28601"/>
                    <a:pt x="31328" y="18483"/>
                    <a:pt x="50387" y="18483"/>
                  </a:cubicBezTo>
                  <a:cubicBezTo>
                    <a:pt x="70051" y="18483"/>
                    <a:pt x="83665" y="31974"/>
                    <a:pt x="83665" y="51291"/>
                  </a:cubicBezTo>
                  <a:cubicBezTo>
                    <a:pt x="83665" y="62329"/>
                    <a:pt x="79127" y="73367"/>
                    <a:pt x="71564" y="81033"/>
                  </a:cubicBezTo>
                  <a:cubicBezTo>
                    <a:pt x="62488" y="90231"/>
                    <a:pt x="54017" y="94830"/>
                    <a:pt x="33445" y="102189"/>
                  </a:cubicBezTo>
                  <a:lnTo>
                    <a:pt x="33445" y="106175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3888F696-52EC-C32E-6EF5-09D79746F377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817002" y="5174579"/>
              <a:ext cx="33580" cy="34034"/>
            </a:xfrm>
            <a:custGeom>
              <a:avLst/>
              <a:gdLst>
                <a:gd name="connsiteX0" fmla="*/ 16811 w 33580"/>
                <a:gd name="connsiteY0" fmla="*/ 86 h 34034"/>
                <a:gd name="connsiteX1" fmla="*/ 172 w 33580"/>
                <a:gd name="connsiteY1" fmla="*/ 17563 h 34034"/>
                <a:gd name="connsiteX2" fmla="*/ 16509 w 33580"/>
                <a:gd name="connsiteY2" fmla="*/ 34121 h 34034"/>
                <a:gd name="connsiteX3" fmla="*/ 33753 w 33580"/>
                <a:gd name="connsiteY3" fmla="*/ 17563 h 34034"/>
                <a:gd name="connsiteX4" fmla="*/ 16811 w 33580"/>
                <a:gd name="connsiteY4" fmla="*/ 86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811" y="86"/>
                  </a:moveTo>
                  <a:cubicBezTo>
                    <a:pt x="7736" y="86"/>
                    <a:pt x="172" y="8058"/>
                    <a:pt x="172" y="17563"/>
                  </a:cubicBezTo>
                  <a:cubicBezTo>
                    <a:pt x="172" y="26455"/>
                    <a:pt x="7736" y="34121"/>
                    <a:pt x="16509" y="34121"/>
                  </a:cubicBezTo>
                  <a:cubicBezTo>
                    <a:pt x="25887" y="34121"/>
                    <a:pt x="33753" y="26455"/>
                    <a:pt x="33753" y="17563"/>
                  </a:cubicBezTo>
                  <a:cubicBezTo>
                    <a:pt x="33753" y="8058"/>
                    <a:pt x="25887" y="86"/>
                    <a:pt x="16811" y="86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5ADEFBE-3990-44EA-C499-6B38AFB20FDD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7875371" y="4997969"/>
              <a:ext cx="139162" cy="207271"/>
            </a:xfrm>
            <a:custGeom>
              <a:avLst/>
              <a:gdLst>
                <a:gd name="connsiteX0" fmla="*/ 139337 w 139162"/>
                <a:gd name="connsiteY0" fmla="*/ 136530 h 207271"/>
                <a:gd name="connsiteX1" fmla="*/ 108480 w 139162"/>
                <a:gd name="connsiteY1" fmla="*/ 136530 h 207271"/>
                <a:gd name="connsiteX2" fmla="*/ 108480 w 139162"/>
                <a:gd name="connsiteY2" fmla="*/ 86 h 207271"/>
                <a:gd name="connsiteX3" fmla="*/ 95168 w 139162"/>
                <a:gd name="connsiteY3" fmla="*/ 86 h 207271"/>
                <a:gd name="connsiteX4" fmla="*/ 175 w 139162"/>
                <a:gd name="connsiteY4" fmla="*/ 136530 h 207271"/>
                <a:gd name="connsiteX5" fmla="*/ 175 w 139162"/>
                <a:gd name="connsiteY5" fmla="*/ 156153 h 207271"/>
                <a:gd name="connsiteX6" fmla="*/ 85185 w 139162"/>
                <a:gd name="connsiteY6" fmla="*/ 156153 h 207271"/>
                <a:gd name="connsiteX7" fmla="*/ 85185 w 139162"/>
                <a:gd name="connsiteY7" fmla="*/ 207358 h 207271"/>
                <a:gd name="connsiteX8" fmla="*/ 108480 w 139162"/>
                <a:gd name="connsiteY8" fmla="*/ 207358 h 207271"/>
                <a:gd name="connsiteX9" fmla="*/ 108480 w 139162"/>
                <a:gd name="connsiteY9" fmla="*/ 156153 h 207271"/>
                <a:gd name="connsiteX10" fmla="*/ 139337 w 139162"/>
                <a:gd name="connsiteY10" fmla="*/ 156153 h 207271"/>
                <a:gd name="connsiteX11" fmla="*/ 139337 w 139162"/>
                <a:gd name="connsiteY11" fmla="*/ 136530 h 207271"/>
                <a:gd name="connsiteX12" fmla="*/ 84882 w 139162"/>
                <a:gd name="connsiteY12" fmla="*/ 136530 h 207271"/>
                <a:gd name="connsiteX13" fmla="*/ 12276 w 139162"/>
                <a:gd name="connsiteY13" fmla="*/ 136530 h 207271"/>
                <a:gd name="connsiteX14" fmla="*/ 84882 w 139162"/>
                <a:gd name="connsiteY14" fmla="*/ 31361 h 207271"/>
                <a:gd name="connsiteX15" fmla="*/ 84882 w 139162"/>
                <a:gd name="connsiteY15" fmla="*/ 136530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7271">
                  <a:moveTo>
                    <a:pt x="139337" y="136530"/>
                  </a:moveTo>
                  <a:lnTo>
                    <a:pt x="108480" y="136530"/>
                  </a:lnTo>
                  <a:lnTo>
                    <a:pt x="108480" y="86"/>
                  </a:lnTo>
                  <a:lnTo>
                    <a:pt x="95168" y="86"/>
                  </a:lnTo>
                  <a:lnTo>
                    <a:pt x="175" y="136530"/>
                  </a:lnTo>
                  <a:lnTo>
                    <a:pt x="175" y="156153"/>
                  </a:lnTo>
                  <a:lnTo>
                    <a:pt x="85185" y="156153"/>
                  </a:lnTo>
                  <a:lnTo>
                    <a:pt x="85185" y="207358"/>
                  </a:lnTo>
                  <a:lnTo>
                    <a:pt x="108480" y="207358"/>
                  </a:lnTo>
                  <a:lnTo>
                    <a:pt x="108480" y="156153"/>
                  </a:lnTo>
                  <a:lnTo>
                    <a:pt x="139337" y="156153"/>
                  </a:lnTo>
                  <a:lnTo>
                    <a:pt x="139337" y="136530"/>
                  </a:lnTo>
                  <a:close/>
                  <a:moveTo>
                    <a:pt x="84882" y="136530"/>
                  </a:moveTo>
                  <a:lnTo>
                    <a:pt x="12276" y="136530"/>
                  </a:lnTo>
                  <a:lnTo>
                    <a:pt x="84882" y="31361"/>
                  </a:lnTo>
                  <a:lnTo>
                    <a:pt x="84882" y="13653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175E1503-CED1-FE10-40F0-288B6446F361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032647" y="4997969"/>
              <a:ext cx="134624" cy="207271"/>
            </a:xfrm>
            <a:custGeom>
              <a:avLst/>
              <a:gdLst>
                <a:gd name="connsiteX0" fmla="*/ 134804 w 134624"/>
                <a:gd name="connsiteY0" fmla="*/ 165352 h 207271"/>
                <a:gd name="connsiteX1" fmla="*/ 130871 w 134624"/>
                <a:gd name="connsiteY1" fmla="*/ 163819 h 207271"/>
                <a:gd name="connsiteX2" fmla="*/ 102131 w 134624"/>
                <a:gd name="connsiteY2" fmla="*/ 184055 h 207271"/>
                <a:gd name="connsiteX3" fmla="*/ 29828 w 134624"/>
                <a:gd name="connsiteY3" fmla="*/ 184055 h 207271"/>
                <a:gd name="connsiteX4" fmla="*/ 80652 w 134624"/>
                <a:gd name="connsiteY4" fmla="*/ 130091 h 207271"/>
                <a:gd name="connsiteX5" fmla="*/ 119375 w 134624"/>
                <a:gd name="connsiteY5" fmla="*/ 54357 h 207271"/>
                <a:gd name="connsiteX6" fmla="*/ 63408 w 134624"/>
                <a:gd name="connsiteY6" fmla="*/ 86 h 207271"/>
                <a:gd name="connsiteX7" fmla="*/ 19844 w 134624"/>
                <a:gd name="connsiteY7" fmla="*/ 19096 h 207271"/>
                <a:gd name="connsiteX8" fmla="*/ 482 w 134624"/>
                <a:gd name="connsiteY8" fmla="*/ 61103 h 207271"/>
                <a:gd name="connsiteX9" fmla="*/ 6835 w 134624"/>
                <a:gd name="connsiteY9" fmla="*/ 62636 h 207271"/>
                <a:gd name="connsiteX10" fmla="*/ 50702 w 134624"/>
                <a:gd name="connsiteY10" fmla="*/ 22776 h 207271"/>
                <a:gd name="connsiteX11" fmla="*/ 93358 w 134624"/>
                <a:gd name="connsiteY11" fmla="*/ 66008 h 207271"/>
                <a:gd name="connsiteX12" fmla="*/ 54030 w 134624"/>
                <a:gd name="connsiteY12" fmla="*/ 145728 h 207271"/>
                <a:gd name="connsiteX13" fmla="*/ 180 w 134624"/>
                <a:gd name="connsiteY13" fmla="*/ 203679 h 207271"/>
                <a:gd name="connsiteX14" fmla="*/ 180 w 134624"/>
                <a:gd name="connsiteY14" fmla="*/ 207358 h 207271"/>
                <a:gd name="connsiteX15" fmla="*/ 118165 w 134624"/>
                <a:gd name="connsiteY15" fmla="*/ 207358 h 207271"/>
                <a:gd name="connsiteX16" fmla="*/ 134804 w 134624"/>
                <a:gd name="connsiteY16" fmla="*/ 165352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7271">
                  <a:moveTo>
                    <a:pt x="134804" y="165352"/>
                  </a:moveTo>
                  <a:lnTo>
                    <a:pt x="130871" y="163819"/>
                  </a:lnTo>
                  <a:cubicBezTo>
                    <a:pt x="119678" y="181296"/>
                    <a:pt x="115745" y="184055"/>
                    <a:pt x="102131" y="184055"/>
                  </a:cubicBezTo>
                  <a:lnTo>
                    <a:pt x="29828" y="184055"/>
                  </a:lnTo>
                  <a:lnTo>
                    <a:pt x="80652" y="130091"/>
                  </a:lnTo>
                  <a:cubicBezTo>
                    <a:pt x="107577" y="101576"/>
                    <a:pt x="119375" y="78273"/>
                    <a:pt x="119375" y="54357"/>
                  </a:cubicBezTo>
                  <a:cubicBezTo>
                    <a:pt x="119375" y="23696"/>
                    <a:pt x="94871" y="86"/>
                    <a:pt x="63408" y="86"/>
                  </a:cubicBezTo>
                  <a:cubicBezTo>
                    <a:pt x="46769" y="86"/>
                    <a:pt x="31038" y="6832"/>
                    <a:pt x="19844" y="19096"/>
                  </a:cubicBezTo>
                  <a:cubicBezTo>
                    <a:pt x="10163" y="29521"/>
                    <a:pt x="5625" y="39333"/>
                    <a:pt x="482" y="61103"/>
                  </a:cubicBezTo>
                  <a:lnTo>
                    <a:pt x="6835" y="62636"/>
                  </a:lnTo>
                  <a:cubicBezTo>
                    <a:pt x="18937" y="32587"/>
                    <a:pt x="29828" y="22776"/>
                    <a:pt x="50702" y="22776"/>
                  </a:cubicBezTo>
                  <a:cubicBezTo>
                    <a:pt x="76114" y="22776"/>
                    <a:pt x="93358" y="40253"/>
                    <a:pt x="93358" y="66008"/>
                  </a:cubicBezTo>
                  <a:cubicBezTo>
                    <a:pt x="93358" y="89924"/>
                    <a:pt x="79442" y="118440"/>
                    <a:pt x="54030" y="145728"/>
                  </a:cubicBezTo>
                  <a:lnTo>
                    <a:pt x="180" y="203679"/>
                  </a:lnTo>
                  <a:lnTo>
                    <a:pt x="180" y="207358"/>
                  </a:lnTo>
                  <a:lnTo>
                    <a:pt x="118165" y="207358"/>
                  </a:lnTo>
                  <a:lnTo>
                    <a:pt x="134804" y="165352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296DB232-02C6-268B-82B7-6269FAC172EA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8185082" y="4994290"/>
              <a:ext cx="122825" cy="215243"/>
            </a:xfrm>
            <a:custGeom>
              <a:avLst/>
              <a:gdLst>
                <a:gd name="connsiteX0" fmla="*/ 45261 w 122825"/>
                <a:gd name="connsiteY0" fmla="*/ 32281 h 215243"/>
                <a:gd name="connsiteX1" fmla="*/ 104557 w 122825"/>
                <a:gd name="connsiteY1" fmla="*/ 32281 h 215243"/>
                <a:gd name="connsiteX2" fmla="*/ 111515 w 122825"/>
                <a:gd name="connsiteY2" fmla="*/ 29521 h 215243"/>
                <a:gd name="connsiteX3" fmla="*/ 123011 w 122825"/>
                <a:gd name="connsiteY3" fmla="*/ 2233 h 215243"/>
                <a:gd name="connsiteX4" fmla="*/ 120288 w 122825"/>
                <a:gd name="connsiteY4" fmla="*/ 86 h 215243"/>
                <a:gd name="connsiteX5" fmla="*/ 106372 w 122825"/>
                <a:gd name="connsiteY5" fmla="*/ 8058 h 215243"/>
                <a:gd name="connsiteX6" fmla="*/ 43144 w 122825"/>
                <a:gd name="connsiteY6" fmla="*/ 8058 h 215243"/>
                <a:gd name="connsiteX7" fmla="*/ 10168 w 122825"/>
                <a:gd name="connsiteY7" fmla="*/ 80726 h 215243"/>
                <a:gd name="connsiteX8" fmla="*/ 9866 w 122825"/>
                <a:gd name="connsiteY8" fmla="*/ 82259 h 215243"/>
                <a:gd name="connsiteX9" fmla="*/ 13496 w 122825"/>
                <a:gd name="connsiteY9" fmla="*/ 84712 h 215243"/>
                <a:gd name="connsiteX10" fmla="*/ 47682 w 122825"/>
                <a:gd name="connsiteY10" fmla="*/ 90844 h 215243"/>
                <a:gd name="connsiteX11" fmla="*/ 98506 w 122825"/>
                <a:gd name="connsiteY11" fmla="*/ 151554 h 215243"/>
                <a:gd name="connsiteX12" fmla="*/ 56455 w 122825"/>
                <a:gd name="connsiteY12" fmla="*/ 203985 h 215243"/>
                <a:gd name="connsiteX13" fmla="*/ 36186 w 122825"/>
                <a:gd name="connsiteY13" fmla="*/ 195093 h 215243"/>
                <a:gd name="connsiteX14" fmla="*/ 13194 w 122825"/>
                <a:gd name="connsiteY14" fmla="*/ 184975 h 215243"/>
                <a:gd name="connsiteX15" fmla="*/ 185 w 122825"/>
                <a:gd name="connsiteY15" fmla="*/ 196320 h 215243"/>
                <a:gd name="connsiteX16" fmla="*/ 37093 w 122825"/>
                <a:gd name="connsiteY16" fmla="*/ 215330 h 215243"/>
                <a:gd name="connsiteX17" fmla="*/ 99414 w 122825"/>
                <a:gd name="connsiteY17" fmla="*/ 191414 h 215243"/>
                <a:gd name="connsiteX18" fmla="*/ 119683 w 122825"/>
                <a:gd name="connsiteY18" fmla="*/ 136837 h 215243"/>
                <a:gd name="connsiteX19" fmla="*/ 98809 w 122825"/>
                <a:gd name="connsiteY19" fmla="*/ 85325 h 215243"/>
                <a:gd name="connsiteX20" fmla="*/ 32555 w 122825"/>
                <a:gd name="connsiteY20" fmla="*/ 58343 h 215243"/>
                <a:gd name="connsiteX21" fmla="*/ 45261 w 122825"/>
                <a:gd name="connsiteY21" fmla="*/ 32281 h 21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5243">
                  <a:moveTo>
                    <a:pt x="45261" y="32281"/>
                  </a:moveTo>
                  <a:lnTo>
                    <a:pt x="104557" y="32281"/>
                  </a:lnTo>
                  <a:cubicBezTo>
                    <a:pt x="109397" y="32281"/>
                    <a:pt x="110607" y="31668"/>
                    <a:pt x="111515" y="29521"/>
                  </a:cubicBezTo>
                  <a:lnTo>
                    <a:pt x="123011" y="2233"/>
                  </a:lnTo>
                  <a:lnTo>
                    <a:pt x="120288" y="86"/>
                  </a:lnTo>
                  <a:cubicBezTo>
                    <a:pt x="115750" y="6525"/>
                    <a:pt x="112725" y="8058"/>
                    <a:pt x="106372" y="8058"/>
                  </a:cubicBezTo>
                  <a:lnTo>
                    <a:pt x="43144" y="8058"/>
                  </a:lnTo>
                  <a:lnTo>
                    <a:pt x="10168" y="80726"/>
                  </a:lnTo>
                  <a:cubicBezTo>
                    <a:pt x="9866" y="81339"/>
                    <a:pt x="9866" y="81646"/>
                    <a:pt x="9866" y="82259"/>
                  </a:cubicBezTo>
                  <a:cubicBezTo>
                    <a:pt x="9866" y="83792"/>
                    <a:pt x="11076" y="84712"/>
                    <a:pt x="13496" y="84712"/>
                  </a:cubicBezTo>
                  <a:cubicBezTo>
                    <a:pt x="23177" y="84712"/>
                    <a:pt x="35278" y="86858"/>
                    <a:pt x="47682" y="90844"/>
                  </a:cubicBezTo>
                  <a:cubicBezTo>
                    <a:pt x="82472" y="102189"/>
                    <a:pt x="98506" y="121199"/>
                    <a:pt x="98506" y="151554"/>
                  </a:cubicBezTo>
                  <a:cubicBezTo>
                    <a:pt x="98506" y="180989"/>
                    <a:pt x="80052" y="203985"/>
                    <a:pt x="56455" y="203985"/>
                  </a:cubicBezTo>
                  <a:cubicBezTo>
                    <a:pt x="50404" y="203985"/>
                    <a:pt x="45261" y="201839"/>
                    <a:pt x="36186" y="195093"/>
                  </a:cubicBezTo>
                  <a:cubicBezTo>
                    <a:pt x="26505" y="188041"/>
                    <a:pt x="19547" y="184975"/>
                    <a:pt x="13194" y="184975"/>
                  </a:cubicBezTo>
                  <a:cubicBezTo>
                    <a:pt x="4420" y="184975"/>
                    <a:pt x="185" y="188655"/>
                    <a:pt x="185" y="196320"/>
                  </a:cubicBezTo>
                  <a:cubicBezTo>
                    <a:pt x="185" y="207971"/>
                    <a:pt x="14404" y="215330"/>
                    <a:pt x="37093" y="215330"/>
                  </a:cubicBezTo>
                  <a:cubicBezTo>
                    <a:pt x="62505" y="215330"/>
                    <a:pt x="84287" y="207051"/>
                    <a:pt x="99414" y="191414"/>
                  </a:cubicBezTo>
                  <a:cubicBezTo>
                    <a:pt x="113330" y="177616"/>
                    <a:pt x="119683" y="160139"/>
                    <a:pt x="119683" y="136837"/>
                  </a:cubicBezTo>
                  <a:cubicBezTo>
                    <a:pt x="119683" y="114760"/>
                    <a:pt x="113935" y="100656"/>
                    <a:pt x="98809" y="85325"/>
                  </a:cubicBezTo>
                  <a:cubicBezTo>
                    <a:pt x="85497" y="71834"/>
                    <a:pt x="68253" y="64782"/>
                    <a:pt x="32555" y="58343"/>
                  </a:cubicBezTo>
                  <a:lnTo>
                    <a:pt x="45261" y="32281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066ED984-A31A-7F27-3E90-70991368E5D5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8599810" y="4946720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2E19B7BF-5CA2-A8A0-60B6-2CD502D38D6E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8901475" y="4997969"/>
              <a:ext cx="117682" cy="211564"/>
            </a:xfrm>
            <a:custGeom>
              <a:avLst/>
              <a:gdLst>
                <a:gd name="connsiteX0" fmla="*/ 70999 w 117682"/>
                <a:gd name="connsiteY0" fmla="*/ 93604 h 211564"/>
                <a:gd name="connsiteX1" fmla="*/ 111538 w 117682"/>
                <a:gd name="connsiteY1" fmla="*/ 43626 h 211564"/>
                <a:gd name="connsiteX2" fmla="*/ 59503 w 117682"/>
                <a:gd name="connsiteY2" fmla="*/ 86 h 211564"/>
                <a:gd name="connsiteX3" fmla="*/ 2023 w 117682"/>
                <a:gd name="connsiteY3" fmla="*/ 48531 h 211564"/>
                <a:gd name="connsiteX4" fmla="*/ 39537 w 117682"/>
                <a:gd name="connsiteY4" fmla="*/ 105562 h 211564"/>
                <a:gd name="connsiteX5" fmla="*/ 208 w 117682"/>
                <a:gd name="connsiteY5" fmla="*/ 161059 h 211564"/>
                <a:gd name="connsiteX6" fmla="*/ 58293 w 117682"/>
                <a:gd name="connsiteY6" fmla="*/ 211651 h 211564"/>
                <a:gd name="connsiteX7" fmla="*/ 117891 w 117682"/>
                <a:gd name="connsiteY7" fmla="*/ 159833 h 211564"/>
                <a:gd name="connsiteX8" fmla="*/ 70999 w 117682"/>
                <a:gd name="connsiteY8" fmla="*/ 93604 h 211564"/>
                <a:gd name="connsiteX9" fmla="*/ 65554 w 117682"/>
                <a:gd name="connsiteY9" fmla="*/ 125185 h 211564"/>
                <a:gd name="connsiteX10" fmla="*/ 94899 w 117682"/>
                <a:gd name="connsiteY10" fmla="*/ 169338 h 211564"/>
                <a:gd name="connsiteX11" fmla="*/ 61621 w 117682"/>
                <a:gd name="connsiteY11" fmla="*/ 203065 h 211564"/>
                <a:gd name="connsiteX12" fmla="*/ 23200 w 117682"/>
                <a:gd name="connsiteY12" fmla="*/ 158606 h 211564"/>
                <a:gd name="connsiteX13" fmla="*/ 47402 w 117682"/>
                <a:gd name="connsiteY13" fmla="*/ 111694 h 211564"/>
                <a:gd name="connsiteX14" fmla="*/ 65554 w 117682"/>
                <a:gd name="connsiteY14" fmla="*/ 125185 h 211564"/>
                <a:gd name="connsiteX15" fmla="*/ 62226 w 117682"/>
                <a:gd name="connsiteY15" fmla="*/ 88085 h 211564"/>
                <a:gd name="connsiteX16" fmla="*/ 24410 w 117682"/>
                <a:gd name="connsiteY16" fmla="*/ 39026 h 211564"/>
                <a:gd name="connsiteX17" fmla="*/ 57083 w 117682"/>
                <a:gd name="connsiteY17" fmla="*/ 8672 h 211564"/>
                <a:gd name="connsiteX18" fmla="*/ 90664 w 117682"/>
                <a:gd name="connsiteY18" fmla="*/ 43319 h 211564"/>
                <a:gd name="connsiteX19" fmla="*/ 64949 w 117682"/>
                <a:gd name="connsiteY19" fmla="*/ 86245 h 211564"/>
                <a:gd name="connsiteX20" fmla="*/ 62226 w 117682"/>
                <a:gd name="connsiteY20" fmla="*/ 88085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11564">
                  <a:moveTo>
                    <a:pt x="70999" y="93604"/>
                  </a:moveTo>
                  <a:cubicBezTo>
                    <a:pt x="100950" y="77353"/>
                    <a:pt x="111538" y="64475"/>
                    <a:pt x="111538" y="43626"/>
                  </a:cubicBezTo>
                  <a:cubicBezTo>
                    <a:pt x="111538" y="18483"/>
                    <a:pt x="89756" y="86"/>
                    <a:pt x="59503" y="86"/>
                  </a:cubicBezTo>
                  <a:cubicBezTo>
                    <a:pt x="26528" y="86"/>
                    <a:pt x="2023" y="20629"/>
                    <a:pt x="2023" y="48531"/>
                  </a:cubicBezTo>
                  <a:cubicBezTo>
                    <a:pt x="2023" y="68461"/>
                    <a:pt x="7771" y="77353"/>
                    <a:pt x="39537" y="105562"/>
                  </a:cubicBezTo>
                  <a:cubicBezTo>
                    <a:pt x="6864" y="130704"/>
                    <a:pt x="208" y="140209"/>
                    <a:pt x="208" y="161059"/>
                  </a:cubicBezTo>
                  <a:cubicBezTo>
                    <a:pt x="208" y="190801"/>
                    <a:pt x="24108" y="211651"/>
                    <a:pt x="58293" y="211651"/>
                  </a:cubicBezTo>
                  <a:cubicBezTo>
                    <a:pt x="94596" y="211651"/>
                    <a:pt x="117891" y="191414"/>
                    <a:pt x="117891" y="159833"/>
                  </a:cubicBezTo>
                  <a:cubicBezTo>
                    <a:pt x="117891" y="136223"/>
                    <a:pt x="107605" y="121199"/>
                    <a:pt x="70999" y="93604"/>
                  </a:cubicBezTo>
                  <a:close/>
                  <a:moveTo>
                    <a:pt x="65554" y="125185"/>
                  </a:moveTo>
                  <a:cubicBezTo>
                    <a:pt x="87638" y="141129"/>
                    <a:pt x="94899" y="152167"/>
                    <a:pt x="94899" y="169338"/>
                  </a:cubicBezTo>
                  <a:cubicBezTo>
                    <a:pt x="94899" y="189268"/>
                    <a:pt x="81285" y="203065"/>
                    <a:pt x="61621" y="203065"/>
                  </a:cubicBezTo>
                  <a:cubicBezTo>
                    <a:pt x="38629" y="203065"/>
                    <a:pt x="23200" y="185282"/>
                    <a:pt x="23200" y="158606"/>
                  </a:cubicBezTo>
                  <a:cubicBezTo>
                    <a:pt x="23200" y="138983"/>
                    <a:pt x="29856" y="126105"/>
                    <a:pt x="47402" y="111694"/>
                  </a:cubicBezTo>
                  <a:lnTo>
                    <a:pt x="65554" y="125185"/>
                  </a:lnTo>
                  <a:close/>
                  <a:moveTo>
                    <a:pt x="62226" y="88085"/>
                  </a:moveTo>
                  <a:cubicBezTo>
                    <a:pt x="35301" y="70301"/>
                    <a:pt x="24410" y="56197"/>
                    <a:pt x="24410" y="39026"/>
                  </a:cubicBezTo>
                  <a:cubicBezTo>
                    <a:pt x="24410" y="21243"/>
                    <a:pt x="38024" y="8672"/>
                    <a:pt x="57083" y="8672"/>
                  </a:cubicBezTo>
                  <a:cubicBezTo>
                    <a:pt x="77655" y="8672"/>
                    <a:pt x="90664" y="22163"/>
                    <a:pt x="90664" y="43319"/>
                  </a:cubicBezTo>
                  <a:cubicBezTo>
                    <a:pt x="90664" y="60796"/>
                    <a:pt x="82193" y="74594"/>
                    <a:pt x="64949" y="86245"/>
                  </a:cubicBezTo>
                  <a:cubicBezTo>
                    <a:pt x="63436" y="87165"/>
                    <a:pt x="63436" y="87165"/>
                    <a:pt x="62226" y="88085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08433D9F-A5F5-16C2-BEA0-7CBD445C6978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9057541" y="5174579"/>
              <a:ext cx="33580" cy="34034"/>
            </a:xfrm>
            <a:custGeom>
              <a:avLst/>
              <a:gdLst>
                <a:gd name="connsiteX0" fmla="*/ 16852 w 33580"/>
                <a:gd name="connsiteY0" fmla="*/ 86 h 34034"/>
                <a:gd name="connsiteX1" fmla="*/ 213 w 33580"/>
                <a:gd name="connsiteY1" fmla="*/ 17563 h 34034"/>
                <a:gd name="connsiteX2" fmla="*/ 16550 w 33580"/>
                <a:gd name="connsiteY2" fmla="*/ 34121 h 34034"/>
                <a:gd name="connsiteX3" fmla="*/ 33794 w 33580"/>
                <a:gd name="connsiteY3" fmla="*/ 17563 h 34034"/>
                <a:gd name="connsiteX4" fmla="*/ 16852 w 33580"/>
                <a:gd name="connsiteY4" fmla="*/ 86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852" y="86"/>
                  </a:moveTo>
                  <a:cubicBezTo>
                    <a:pt x="7776" y="86"/>
                    <a:pt x="213" y="8058"/>
                    <a:pt x="213" y="17563"/>
                  </a:cubicBezTo>
                  <a:cubicBezTo>
                    <a:pt x="213" y="26455"/>
                    <a:pt x="7776" y="34121"/>
                    <a:pt x="16550" y="34121"/>
                  </a:cubicBezTo>
                  <a:cubicBezTo>
                    <a:pt x="25928" y="34121"/>
                    <a:pt x="33794" y="26455"/>
                    <a:pt x="33794" y="17563"/>
                  </a:cubicBezTo>
                  <a:cubicBezTo>
                    <a:pt x="33794" y="8058"/>
                    <a:pt x="25928" y="86"/>
                    <a:pt x="16852" y="86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952364FF-CD46-AF02-69FD-316F455A9231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9125288" y="4997969"/>
              <a:ext cx="117682" cy="211564"/>
            </a:xfrm>
            <a:custGeom>
              <a:avLst/>
              <a:gdLst>
                <a:gd name="connsiteX0" fmla="*/ 33494 w 117682"/>
                <a:gd name="connsiteY0" fmla="*/ 106175 h 211564"/>
                <a:gd name="connsiteX1" fmla="*/ 65561 w 117682"/>
                <a:gd name="connsiteY1" fmla="*/ 109548 h 211564"/>
                <a:gd name="connsiteX2" fmla="*/ 96117 w 117682"/>
                <a:gd name="connsiteY2" fmla="*/ 154927 h 211564"/>
                <a:gd name="connsiteX3" fmla="*/ 56486 w 117682"/>
                <a:gd name="connsiteY3" fmla="*/ 200613 h 211564"/>
                <a:gd name="connsiteX4" fmla="*/ 31073 w 117682"/>
                <a:gd name="connsiteY4" fmla="*/ 191107 h 211564"/>
                <a:gd name="connsiteX5" fmla="*/ 11712 w 117682"/>
                <a:gd name="connsiteY5" fmla="*/ 183442 h 211564"/>
                <a:gd name="connsiteX6" fmla="*/ 216 w 117682"/>
                <a:gd name="connsiteY6" fmla="*/ 194174 h 211564"/>
                <a:gd name="connsiteX7" fmla="*/ 34401 w 117682"/>
                <a:gd name="connsiteY7" fmla="*/ 211651 h 211564"/>
                <a:gd name="connsiteX8" fmla="*/ 95814 w 117682"/>
                <a:gd name="connsiteY8" fmla="*/ 191107 h 211564"/>
                <a:gd name="connsiteX9" fmla="*/ 117899 w 117682"/>
                <a:gd name="connsiteY9" fmla="*/ 140209 h 211564"/>
                <a:gd name="connsiteX10" fmla="*/ 104285 w 117682"/>
                <a:gd name="connsiteY10" fmla="*/ 100656 h 211564"/>
                <a:gd name="connsiteX11" fmla="*/ 79175 w 117682"/>
                <a:gd name="connsiteY11" fmla="*/ 84405 h 211564"/>
                <a:gd name="connsiteX12" fmla="*/ 107613 w 117682"/>
                <a:gd name="connsiteY12" fmla="*/ 42093 h 211564"/>
                <a:gd name="connsiteX13" fmla="*/ 60418 w 117682"/>
                <a:gd name="connsiteY13" fmla="*/ 86 h 211564"/>
                <a:gd name="connsiteX14" fmla="*/ 21090 w 117682"/>
                <a:gd name="connsiteY14" fmla="*/ 15110 h 211564"/>
                <a:gd name="connsiteX15" fmla="*/ 821 w 117682"/>
                <a:gd name="connsiteY15" fmla="*/ 49758 h 211564"/>
                <a:gd name="connsiteX16" fmla="*/ 5359 w 117682"/>
                <a:gd name="connsiteY16" fmla="*/ 50984 h 211564"/>
                <a:gd name="connsiteX17" fmla="*/ 50435 w 117682"/>
                <a:gd name="connsiteY17" fmla="*/ 18483 h 211564"/>
                <a:gd name="connsiteX18" fmla="*/ 83713 w 117682"/>
                <a:gd name="connsiteY18" fmla="*/ 51291 h 211564"/>
                <a:gd name="connsiteX19" fmla="*/ 71612 w 117682"/>
                <a:gd name="connsiteY19" fmla="*/ 81033 h 211564"/>
                <a:gd name="connsiteX20" fmla="*/ 33494 w 117682"/>
                <a:gd name="connsiteY20" fmla="*/ 102189 h 211564"/>
                <a:gd name="connsiteX21" fmla="*/ 33494 w 117682"/>
                <a:gd name="connsiteY21" fmla="*/ 106175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11564">
                  <a:moveTo>
                    <a:pt x="33494" y="106175"/>
                  </a:moveTo>
                  <a:cubicBezTo>
                    <a:pt x="51343" y="106175"/>
                    <a:pt x="58301" y="106788"/>
                    <a:pt x="65561" y="109548"/>
                  </a:cubicBezTo>
                  <a:cubicBezTo>
                    <a:pt x="84318" y="116293"/>
                    <a:pt x="96117" y="133770"/>
                    <a:pt x="96117" y="154927"/>
                  </a:cubicBezTo>
                  <a:cubicBezTo>
                    <a:pt x="96117" y="180683"/>
                    <a:pt x="78873" y="200613"/>
                    <a:pt x="56486" y="200613"/>
                  </a:cubicBezTo>
                  <a:cubicBezTo>
                    <a:pt x="48317" y="200613"/>
                    <a:pt x="42267" y="198466"/>
                    <a:pt x="31073" y="191107"/>
                  </a:cubicBezTo>
                  <a:cubicBezTo>
                    <a:pt x="21998" y="185588"/>
                    <a:pt x="16855" y="183442"/>
                    <a:pt x="11712" y="183442"/>
                  </a:cubicBezTo>
                  <a:cubicBezTo>
                    <a:pt x="4754" y="183442"/>
                    <a:pt x="216" y="187735"/>
                    <a:pt x="216" y="194174"/>
                  </a:cubicBezTo>
                  <a:cubicBezTo>
                    <a:pt x="216" y="204905"/>
                    <a:pt x="13224" y="211651"/>
                    <a:pt x="34401" y="211651"/>
                  </a:cubicBezTo>
                  <a:cubicBezTo>
                    <a:pt x="57696" y="211651"/>
                    <a:pt x="81595" y="203679"/>
                    <a:pt x="95814" y="191107"/>
                  </a:cubicBezTo>
                  <a:cubicBezTo>
                    <a:pt x="110033" y="178536"/>
                    <a:pt x="117899" y="160753"/>
                    <a:pt x="117899" y="140209"/>
                  </a:cubicBezTo>
                  <a:cubicBezTo>
                    <a:pt x="117899" y="124572"/>
                    <a:pt x="113058" y="110161"/>
                    <a:pt x="104285" y="100656"/>
                  </a:cubicBezTo>
                  <a:cubicBezTo>
                    <a:pt x="98234" y="93910"/>
                    <a:pt x="92486" y="90231"/>
                    <a:pt x="79175" y="84405"/>
                  </a:cubicBezTo>
                  <a:cubicBezTo>
                    <a:pt x="100049" y="69995"/>
                    <a:pt x="107613" y="58650"/>
                    <a:pt x="107613" y="42093"/>
                  </a:cubicBezTo>
                  <a:cubicBezTo>
                    <a:pt x="107613" y="17257"/>
                    <a:pt x="88251" y="86"/>
                    <a:pt x="60418" y="86"/>
                  </a:cubicBezTo>
                  <a:cubicBezTo>
                    <a:pt x="45292" y="86"/>
                    <a:pt x="31981" y="5299"/>
                    <a:pt x="21090" y="15110"/>
                  </a:cubicBezTo>
                  <a:cubicBezTo>
                    <a:pt x="12014" y="23389"/>
                    <a:pt x="7476" y="31361"/>
                    <a:pt x="821" y="49758"/>
                  </a:cubicBezTo>
                  <a:lnTo>
                    <a:pt x="5359" y="50984"/>
                  </a:lnTo>
                  <a:cubicBezTo>
                    <a:pt x="17762" y="28601"/>
                    <a:pt x="31376" y="18483"/>
                    <a:pt x="50435" y="18483"/>
                  </a:cubicBezTo>
                  <a:cubicBezTo>
                    <a:pt x="70099" y="18483"/>
                    <a:pt x="83713" y="31974"/>
                    <a:pt x="83713" y="51291"/>
                  </a:cubicBezTo>
                  <a:cubicBezTo>
                    <a:pt x="83713" y="62329"/>
                    <a:pt x="79175" y="73367"/>
                    <a:pt x="71612" y="81033"/>
                  </a:cubicBezTo>
                  <a:cubicBezTo>
                    <a:pt x="62536" y="90231"/>
                    <a:pt x="54065" y="94830"/>
                    <a:pt x="33494" y="102189"/>
                  </a:cubicBezTo>
                  <a:lnTo>
                    <a:pt x="33494" y="106175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DAA4FA06-4726-ABA3-078C-4734D8BC8A47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9273186" y="4997969"/>
              <a:ext cx="129783" cy="214017"/>
            </a:xfrm>
            <a:custGeom>
              <a:avLst/>
              <a:gdLst>
                <a:gd name="connsiteX0" fmla="*/ 8994 w 129783"/>
                <a:gd name="connsiteY0" fmla="*/ 214104 h 214017"/>
                <a:gd name="connsiteX1" fmla="*/ 80088 w 129783"/>
                <a:gd name="connsiteY1" fmla="*/ 189268 h 214017"/>
                <a:gd name="connsiteX2" fmla="*/ 130005 w 129783"/>
                <a:gd name="connsiteY2" fmla="*/ 86552 h 214017"/>
                <a:gd name="connsiteX3" fmla="*/ 63146 w 129783"/>
                <a:gd name="connsiteY3" fmla="*/ 86 h 214017"/>
                <a:gd name="connsiteX4" fmla="*/ 221 w 129783"/>
                <a:gd name="connsiteY4" fmla="*/ 72447 h 214017"/>
                <a:gd name="connsiteX5" fmla="*/ 54675 w 129783"/>
                <a:gd name="connsiteY5" fmla="*/ 134690 h 214017"/>
                <a:gd name="connsiteX6" fmla="*/ 100054 w 129783"/>
                <a:gd name="connsiteY6" fmla="*/ 117213 h 214017"/>
                <a:gd name="connsiteX7" fmla="*/ 8086 w 129783"/>
                <a:gd name="connsiteY7" fmla="*/ 207971 h 214017"/>
                <a:gd name="connsiteX8" fmla="*/ 8994 w 129783"/>
                <a:gd name="connsiteY8" fmla="*/ 214104 h 214017"/>
                <a:gd name="connsiteX9" fmla="*/ 100659 w 129783"/>
                <a:gd name="connsiteY9" fmla="*/ 98510 h 214017"/>
                <a:gd name="connsiteX10" fmla="*/ 96122 w 129783"/>
                <a:gd name="connsiteY10" fmla="*/ 110161 h 214017"/>
                <a:gd name="connsiteX11" fmla="*/ 65566 w 129783"/>
                <a:gd name="connsiteY11" fmla="*/ 121506 h 214017"/>
                <a:gd name="connsiteX12" fmla="*/ 28053 w 129783"/>
                <a:gd name="connsiteY12" fmla="*/ 62023 h 214017"/>
                <a:gd name="connsiteX13" fmla="*/ 39247 w 129783"/>
                <a:gd name="connsiteY13" fmla="*/ 18177 h 214017"/>
                <a:gd name="connsiteX14" fmla="*/ 60726 w 129783"/>
                <a:gd name="connsiteY14" fmla="*/ 8672 h 214017"/>
                <a:gd name="connsiteX15" fmla="*/ 100659 w 129783"/>
                <a:gd name="connsiteY15" fmla="*/ 86552 h 214017"/>
                <a:gd name="connsiteX16" fmla="*/ 100659 w 129783"/>
                <a:gd name="connsiteY16" fmla="*/ 98510 h 21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783" h="214017">
                  <a:moveTo>
                    <a:pt x="8994" y="214104"/>
                  </a:moveTo>
                  <a:cubicBezTo>
                    <a:pt x="42877" y="210118"/>
                    <a:pt x="59516" y="204292"/>
                    <a:pt x="80088" y="189268"/>
                  </a:cubicBezTo>
                  <a:cubicBezTo>
                    <a:pt x="111550" y="165965"/>
                    <a:pt x="130005" y="127945"/>
                    <a:pt x="130005" y="86552"/>
                  </a:cubicBezTo>
                  <a:cubicBezTo>
                    <a:pt x="130005" y="35960"/>
                    <a:pt x="102172" y="86"/>
                    <a:pt x="63146" y="86"/>
                  </a:cubicBezTo>
                  <a:cubicBezTo>
                    <a:pt x="27145" y="86"/>
                    <a:pt x="221" y="31054"/>
                    <a:pt x="221" y="72447"/>
                  </a:cubicBezTo>
                  <a:cubicBezTo>
                    <a:pt x="221" y="109854"/>
                    <a:pt x="22003" y="134690"/>
                    <a:pt x="54675" y="134690"/>
                  </a:cubicBezTo>
                  <a:cubicBezTo>
                    <a:pt x="71314" y="134690"/>
                    <a:pt x="84021" y="129784"/>
                    <a:pt x="100054" y="117213"/>
                  </a:cubicBezTo>
                  <a:cubicBezTo>
                    <a:pt x="87651" y="167191"/>
                    <a:pt x="54070" y="199999"/>
                    <a:pt x="8086" y="207971"/>
                  </a:cubicBezTo>
                  <a:lnTo>
                    <a:pt x="8994" y="214104"/>
                  </a:lnTo>
                  <a:close/>
                  <a:moveTo>
                    <a:pt x="100659" y="98510"/>
                  </a:moveTo>
                  <a:cubicBezTo>
                    <a:pt x="100659" y="104642"/>
                    <a:pt x="99449" y="107402"/>
                    <a:pt x="96122" y="110161"/>
                  </a:cubicBezTo>
                  <a:cubicBezTo>
                    <a:pt x="87651" y="117520"/>
                    <a:pt x="76457" y="121506"/>
                    <a:pt x="65566" y="121506"/>
                  </a:cubicBezTo>
                  <a:cubicBezTo>
                    <a:pt x="42574" y="121506"/>
                    <a:pt x="28053" y="98510"/>
                    <a:pt x="28053" y="62023"/>
                  </a:cubicBezTo>
                  <a:cubicBezTo>
                    <a:pt x="28053" y="44545"/>
                    <a:pt x="32893" y="26149"/>
                    <a:pt x="39247" y="18177"/>
                  </a:cubicBezTo>
                  <a:cubicBezTo>
                    <a:pt x="44390" y="12044"/>
                    <a:pt x="51953" y="8672"/>
                    <a:pt x="60726" y="8672"/>
                  </a:cubicBezTo>
                  <a:cubicBezTo>
                    <a:pt x="87046" y="8672"/>
                    <a:pt x="100659" y="35040"/>
                    <a:pt x="100659" y="86552"/>
                  </a:cubicBezTo>
                  <a:lnTo>
                    <a:pt x="100659" y="9851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49DEC06C-29E1-4908-BD20-A1F26632D832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9428950" y="4997969"/>
              <a:ext cx="117682" cy="211564"/>
            </a:xfrm>
            <a:custGeom>
              <a:avLst/>
              <a:gdLst>
                <a:gd name="connsiteX0" fmla="*/ 33504 w 117682"/>
                <a:gd name="connsiteY0" fmla="*/ 106175 h 211564"/>
                <a:gd name="connsiteX1" fmla="*/ 65571 w 117682"/>
                <a:gd name="connsiteY1" fmla="*/ 109548 h 211564"/>
                <a:gd name="connsiteX2" fmla="*/ 96127 w 117682"/>
                <a:gd name="connsiteY2" fmla="*/ 154927 h 211564"/>
                <a:gd name="connsiteX3" fmla="*/ 56496 w 117682"/>
                <a:gd name="connsiteY3" fmla="*/ 200613 h 211564"/>
                <a:gd name="connsiteX4" fmla="*/ 31083 w 117682"/>
                <a:gd name="connsiteY4" fmla="*/ 191107 h 211564"/>
                <a:gd name="connsiteX5" fmla="*/ 11722 w 117682"/>
                <a:gd name="connsiteY5" fmla="*/ 183442 h 211564"/>
                <a:gd name="connsiteX6" fmla="*/ 226 w 117682"/>
                <a:gd name="connsiteY6" fmla="*/ 194174 h 211564"/>
                <a:gd name="connsiteX7" fmla="*/ 34411 w 117682"/>
                <a:gd name="connsiteY7" fmla="*/ 211651 h 211564"/>
                <a:gd name="connsiteX8" fmla="*/ 95824 w 117682"/>
                <a:gd name="connsiteY8" fmla="*/ 191107 h 211564"/>
                <a:gd name="connsiteX9" fmla="*/ 117908 w 117682"/>
                <a:gd name="connsiteY9" fmla="*/ 140209 h 211564"/>
                <a:gd name="connsiteX10" fmla="*/ 104295 w 117682"/>
                <a:gd name="connsiteY10" fmla="*/ 100656 h 211564"/>
                <a:gd name="connsiteX11" fmla="*/ 79185 w 117682"/>
                <a:gd name="connsiteY11" fmla="*/ 84405 h 211564"/>
                <a:gd name="connsiteX12" fmla="*/ 107623 w 117682"/>
                <a:gd name="connsiteY12" fmla="*/ 42093 h 211564"/>
                <a:gd name="connsiteX13" fmla="*/ 60428 w 117682"/>
                <a:gd name="connsiteY13" fmla="*/ 86 h 211564"/>
                <a:gd name="connsiteX14" fmla="*/ 21100 w 117682"/>
                <a:gd name="connsiteY14" fmla="*/ 15110 h 211564"/>
                <a:gd name="connsiteX15" fmla="*/ 831 w 117682"/>
                <a:gd name="connsiteY15" fmla="*/ 49758 h 211564"/>
                <a:gd name="connsiteX16" fmla="*/ 5369 w 117682"/>
                <a:gd name="connsiteY16" fmla="*/ 50984 h 211564"/>
                <a:gd name="connsiteX17" fmla="*/ 50445 w 117682"/>
                <a:gd name="connsiteY17" fmla="*/ 18483 h 211564"/>
                <a:gd name="connsiteX18" fmla="*/ 83723 w 117682"/>
                <a:gd name="connsiteY18" fmla="*/ 51291 h 211564"/>
                <a:gd name="connsiteX19" fmla="*/ 71622 w 117682"/>
                <a:gd name="connsiteY19" fmla="*/ 81033 h 211564"/>
                <a:gd name="connsiteX20" fmla="*/ 33504 w 117682"/>
                <a:gd name="connsiteY20" fmla="*/ 102189 h 211564"/>
                <a:gd name="connsiteX21" fmla="*/ 33504 w 117682"/>
                <a:gd name="connsiteY21" fmla="*/ 106175 h 21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11564">
                  <a:moveTo>
                    <a:pt x="33504" y="106175"/>
                  </a:moveTo>
                  <a:cubicBezTo>
                    <a:pt x="51353" y="106175"/>
                    <a:pt x="58311" y="106788"/>
                    <a:pt x="65571" y="109548"/>
                  </a:cubicBezTo>
                  <a:cubicBezTo>
                    <a:pt x="84328" y="116293"/>
                    <a:pt x="96127" y="133770"/>
                    <a:pt x="96127" y="154927"/>
                  </a:cubicBezTo>
                  <a:cubicBezTo>
                    <a:pt x="96127" y="180683"/>
                    <a:pt x="78883" y="200613"/>
                    <a:pt x="56496" y="200613"/>
                  </a:cubicBezTo>
                  <a:cubicBezTo>
                    <a:pt x="48327" y="200613"/>
                    <a:pt x="42277" y="198466"/>
                    <a:pt x="31083" y="191107"/>
                  </a:cubicBezTo>
                  <a:cubicBezTo>
                    <a:pt x="22008" y="185588"/>
                    <a:pt x="16865" y="183442"/>
                    <a:pt x="11722" y="183442"/>
                  </a:cubicBezTo>
                  <a:cubicBezTo>
                    <a:pt x="4763" y="183442"/>
                    <a:pt x="226" y="187735"/>
                    <a:pt x="226" y="194174"/>
                  </a:cubicBezTo>
                  <a:cubicBezTo>
                    <a:pt x="226" y="204905"/>
                    <a:pt x="13234" y="211651"/>
                    <a:pt x="34411" y="211651"/>
                  </a:cubicBezTo>
                  <a:cubicBezTo>
                    <a:pt x="57706" y="211651"/>
                    <a:pt x="81605" y="203679"/>
                    <a:pt x="95824" y="191107"/>
                  </a:cubicBezTo>
                  <a:cubicBezTo>
                    <a:pt x="110043" y="178536"/>
                    <a:pt x="117908" y="160753"/>
                    <a:pt x="117908" y="140209"/>
                  </a:cubicBezTo>
                  <a:cubicBezTo>
                    <a:pt x="117908" y="124572"/>
                    <a:pt x="113068" y="110161"/>
                    <a:pt x="104295" y="100656"/>
                  </a:cubicBezTo>
                  <a:cubicBezTo>
                    <a:pt x="98244" y="93910"/>
                    <a:pt x="92496" y="90231"/>
                    <a:pt x="79185" y="84405"/>
                  </a:cubicBezTo>
                  <a:cubicBezTo>
                    <a:pt x="100059" y="69995"/>
                    <a:pt x="107623" y="58650"/>
                    <a:pt x="107623" y="42093"/>
                  </a:cubicBezTo>
                  <a:cubicBezTo>
                    <a:pt x="107623" y="17257"/>
                    <a:pt x="88261" y="86"/>
                    <a:pt x="60428" y="86"/>
                  </a:cubicBezTo>
                  <a:cubicBezTo>
                    <a:pt x="45302" y="86"/>
                    <a:pt x="31991" y="5299"/>
                    <a:pt x="21100" y="15110"/>
                  </a:cubicBezTo>
                  <a:cubicBezTo>
                    <a:pt x="12024" y="23389"/>
                    <a:pt x="7486" y="31361"/>
                    <a:pt x="831" y="49758"/>
                  </a:cubicBezTo>
                  <a:lnTo>
                    <a:pt x="5369" y="50984"/>
                  </a:lnTo>
                  <a:cubicBezTo>
                    <a:pt x="17772" y="28601"/>
                    <a:pt x="31386" y="18483"/>
                    <a:pt x="50445" y="18483"/>
                  </a:cubicBezTo>
                  <a:cubicBezTo>
                    <a:pt x="70109" y="18483"/>
                    <a:pt x="83723" y="31974"/>
                    <a:pt x="83723" y="51291"/>
                  </a:cubicBezTo>
                  <a:cubicBezTo>
                    <a:pt x="83723" y="62329"/>
                    <a:pt x="79185" y="73367"/>
                    <a:pt x="71622" y="81033"/>
                  </a:cubicBezTo>
                  <a:cubicBezTo>
                    <a:pt x="62546" y="90231"/>
                    <a:pt x="54075" y="94830"/>
                    <a:pt x="33504" y="102189"/>
                  </a:cubicBezTo>
                  <a:lnTo>
                    <a:pt x="33504" y="106175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F37EAE36-3F86-01AD-64F0-8656F719C372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9840349" y="4946720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20E078E3-9F74-D260-F40E-97DAD6313B27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082738" y="4997969"/>
              <a:ext cx="85615" cy="207271"/>
            </a:xfrm>
            <a:custGeom>
              <a:avLst/>
              <a:gdLst>
                <a:gd name="connsiteX0" fmla="*/ 54701 w 85615"/>
                <a:gd name="connsiteY0" fmla="*/ 86 h 207271"/>
                <a:gd name="connsiteX1" fmla="*/ 246 w 85615"/>
                <a:gd name="connsiteY1" fmla="*/ 27988 h 207271"/>
                <a:gd name="connsiteX2" fmla="*/ 246 w 85615"/>
                <a:gd name="connsiteY2" fmla="*/ 32281 h 207271"/>
                <a:gd name="connsiteX3" fmla="*/ 8415 w 85615"/>
                <a:gd name="connsiteY3" fmla="*/ 28908 h 207271"/>
                <a:gd name="connsiteX4" fmla="*/ 22028 w 85615"/>
                <a:gd name="connsiteY4" fmla="*/ 25535 h 207271"/>
                <a:gd name="connsiteX5" fmla="*/ 31104 w 85615"/>
                <a:gd name="connsiteY5" fmla="*/ 39946 h 207271"/>
                <a:gd name="connsiteX6" fmla="*/ 31104 w 85615"/>
                <a:gd name="connsiteY6" fmla="*/ 178843 h 207271"/>
                <a:gd name="connsiteX7" fmla="*/ 23843 w 85615"/>
                <a:gd name="connsiteY7" fmla="*/ 198773 h 207271"/>
                <a:gd name="connsiteX8" fmla="*/ 2364 w 85615"/>
                <a:gd name="connsiteY8" fmla="*/ 202759 h 207271"/>
                <a:gd name="connsiteX9" fmla="*/ 2364 w 85615"/>
                <a:gd name="connsiteY9" fmla="*/ 207358 h 207271"/>
                <a:gd name="connsiteX10" fmla="*/ 85861 w 85615"/>
                <a:gd name="connsiteY10" fmla="*/ 207358 h 207271"/>
                <a:gd name="connsiteX11" fmla="*/ 85861 w 85615"/>
                <a:gd name="connsiteY11" fmla="*/ 202759 h 207271"/>
                <a:gd name="connsiteX12" fmla="*/ 57121 w 85615"/>
                <a:gd name="connsiteY12" fmla="*/ 184669 h 207271"/>
                <a:gd name="connsiteX13" fmla="*/ 57121 w 85615"/>
                <a:gd name="connsiteY13" fmla="*/ 700 h 207271"/>
                <a:gd name="connsiteX14" fmla="*/ 54701 w 85615"/>
                <a:gd name="connsiteY14" fmla="*/ 86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7271">
                  <a:moveTo>
                    <a:pt x="54701" y="86"/>
                  </a:moveTo>
                  <a:lnTo>
                    <a:pt x="246" y="27988"/>
                  </a:lnTo>
                  <a:lnTo>
                    <a:pt x="246" y="32281"/>
                  </a:lnTo>
                  <a:cubicBezTo>
                    <a:pt x="3877" y="30748"/>
                    <a:pt x="7204" y="29521"/>
                    <a:pt x="8415" y="28908"/>
                  </a:cubicBezTo>
                  <a:cubicBezTo>
                    <a:pt x="13860" y="26762"/>
                    <a:pt x="19003" y="25535"/>
                    <a:pt x="22028" y="25535"/>
                  </a:cubicBezTo>
                  <a:cubicBezTo>
                    <a:pt x="28381" y="25535"/>
                    <a:pt x="31104" y="30135"/>
                    <a:pt x="31104" y="39946"/>
                  </a:cubicBezTo>
                  <a:lnTo>
                    <a:pt x="31104" y="178843"/>
                  </a:lnTo>
                  <a:cubicBezTo>
                    <a:pt x="31104" y="188961"/>
                    <a:pt x="28684" y="196013"/>
                    <a:pt x="23843" y="198773"/>
                  </a:cubicBezTo>
                  <a:cubicBezTo>
                    <a:pt x="19306" y="201532"/>
                    <a:pt x="15070" y="202452"/>
                    <a:pt x="2364" y="202759"/>
                  </a:cubicBezTo>
                  <a:lnTo>
                    <a:pt x="2364" y="207358"/>
                  </a:lnTo>
                  <a:lnTo>
                    <a:pt x="85861" y="207358"/>
                  </a:lnTo>
                  <a:lnTo>
                    <a:pt x="85861" y="202759"/>
                  </a:lnTo>
                  <a:cubicBezTo>
                    <a:pt x="61962" y="202452"/>
                    <a:pt x="57121" y="199386"/>
                    <a:pt x="57121" y="184669"/>
                  </a:cubicBezTo>
                  <a:lnTo>
                    <a:pt x="57121" y="700"/>
                  </a:lnTo>
                  <a:lnTo>
                    <a:pt x="54701" y="86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C2C080E-8931-4A9E-1D03-2F063AF43111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210669" y="4994290"/>
              <a:ext cx="122825" cy="215243"/>
            </a:xfrm>
            <a:custGeom>
              <a:avLst/>
              <a:gdLst>
                <a:gd name="connsiteX0" fmla="*/ 45328 w 122825"/>
                <a:gd name="connsiteY0" fmla="*/ 32281 h 215243"/>
                <a:gd name="connsiteX1" fmla="*/ 104623 w 122825"/>
                <a:gd name="connsiteY1" fmla="*/ 32281 h 215243"/>
                <a:gd name="connsiteX2" fmla="*/ 111581 w 122825"/>
                <a:gd name="connsiteY2" fmla="*/ 29521 h 215243"/>
                <a:gd name="connsiteX3" fmla="*/ 123077 w 122825"/>
                <a:gd name="connsiteY3" fmla="*/ 2233 h 215243"/>
                <a:gd name="connsiteX4" fmla="*/ 120355 w 122825"/>
                <a:gd name="connsiteY4" fmla="*/ 86 h 215243"/>
                <a:gd name="connsiteX5" fmla="*/ 106438 w 122825"/>
                <a:gd name="connsiteY5" fmla="*/ 8058 h 215243"/>
                <a:gd name="connsiteX6" fmla="*/ 43210 w 122825"/>
                <a:gd name="connsiteY6" fmla="*/ 8058 h 215243"/>
                <a:gd name="connsiteX7" fmla="*/ 10235 w 122825"/>
                <a:gd name="connsiteY7" fmla="*/ 80726 h 215243"/>
                <a:gd name="connsiteX8" fmla="*/ 9932 w 122825"/>
                <a:gd name="connsiteY8" fmla="*/ 82259 h 215243"/>
                <a:gd name="connsiteX9" fmla="*/ 13563 w 122825"/>
                <a:gd name="connsiteY9" fmla="*/ 84712 h 215243"/>
                <a:gd name="connsiteX10" fmla="*/ 47748 w 122825"/>
                <a:gd name="connsiteY10" fmla="*/ 90844 h 215243"/>
                <a:gd name="connsiteX11" fmla="*/ 98573 w 122825"/>
                <a:gd name="connsiteY11" fmla="*/ 151554 h 215243"/>
                <a:gd name="connsiteX12" fmla="*/ 56521 w 122825"/>
                <a:gd name="connsiteY12" fmla="*/ 203985 h 215243"/>
                <a:gd name="connsiteX13" fmla="*/ 36252 w 122825"/>
                <a:gd name="connsiteY13" fmla="*/ 195093 h 215243"/>
                <a:gd name="connsiteX14" fmla="*/ 13260 w 122825"/>
                <a:gd name="connsiteY14" fmla="*/ 184975 h 215243"/>
                <a:gd name="connsiteX15" fmla="*/ 251 w 122825"/>
                <a:gd name="connsiteY15" fmla="*/ 196320 h 215243"/>
                <a:gd name="connsiteX16" fmla="*/ 37160 w 122825"/>
                <a:gd name="connsiteY16" fmla="*/ 215330 h 215243"/>
                <a:gd name="connsiteX17" fmla="*/ 99480 w 122825"/>
                <a:gd name="connsiteY17" fmla="*/ 191414 h 215243"/>
                <a:gd name="connsiteX18" fmla="*/ 119749 w 122825"/>
                <a:gd name="connsiteY18" fmla="*/ 136837 h 215243"/>
                <a:gd name="connsiteX19" fmla="*/ 98875 w 122825"/>
                <a:gd name="connsiteY19" fmla="*/ 85325 h 215243"/>
                <a:gd name="connsiteX20" fmla="*/ 32622 w 122825"/>
                <a:gd name="connsiteY20" fmla="*/ 58343 h 215243"/>
                <a:gd name="connsiteX21" fmla="*/ 45328 w 122825"/>
                <a:gd name="connsiteY21" fmla="*/ 32281 h 21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5243">
                  <a:moveTo>
                    <a:pt x="45328" y="32281"/>
                  </a:moveTo>
                  <a:lnTo>
                    <a:pt x="104623" y="32281"/>
                  </a:lnTo>
                  <a:cubicBezTo>
                    <a:pt x="109464" y="32281"/>
                    <a:pt x="110674" y="31668"/>
                    <a:pt x="111581" y="29521"/>
                  </a:cubicBezTo>
                  <a:lnTo>
                    <a:pt x="123077" y="2233"/>
                  </a:lnTo>
                  <a:lnTo>
                    <a:pt x="120355" y="86"/>
                  </a:lnTo>
                  <a:cubicBezTo>
                    <a:pt x="115817" y="6525"/>
                    <a:pt x="112791" y="8058"/>
                    <a:pt x="106438" y="8058"/>
                  </a:cubicBezTo>
                  <a:lnTo>
                    <a:pt x="43210" y="8058"/>
                  </a:lnTo>
                  <a:lnTo>
                    <a:pt x="10235" y="80726"/>
                  </a:lnTo>
                  <a:cubicBezTo>
                    <a:pt x="9932" y="81339"/>
                    <a:pt x="9932" y="81646"/>
                    <a:pt x="9932" y="82259"/>
                  </a:cubicBezTo>
                  <a:cubicBezTo>
                    <a:pt x="9932" y="83792"/>
                    <a:pt x="11142" y="84712"/>
                    <a:pt x="13563" y="84712"/>
                  </a:cubicBezTo>
                  <a:cubicBezTo>
                    <a:pt x="23243" y="84712"/>
                    <a:pt x="35344" y="86858"/>
                    <a:pt x="47748" y="90844"/>
                  </a:cubicBezTo>
                  <a:cubicBezTo>
                    <a:pt x="82539" y="102189"/>
                    <a:pt x="98573" y="121199"/>
                    <a:pt x="98573" y="151554"/>
                  </a:cubicBezTo>
                  <a:cubicBezTo>
                    <a:pt x="98573" y="180989"/>
                    <a:pt x="80118" y="203985"/>
                    <a:pt x="56521" y="203985"/>
                  </a:cubicBezTo>
                  <a:cubicBezTo>
                    <a:pt x="50471" y="203985"/>
                    <a:pt x="45328" y="201839"/>
                    <a:pt x="36252" y="195093"/>
                  </a:cubicBezTo>
                  <a:cubicBezTo>
                    <a:pt x="26571" y="188041"/>
                    <a:pt x="19613" y="184975"/>
                    <a:pt x="13260" y="184975"/>
                  </a:cubicBezTo>
                  <a:cubicBezTo>
                    <a:pt x="4487" y="184975"/>
                    <a:pt x="251" y="188655"/>
                    <a:pt x="251" y="196320"/>
                  </a:cubicBezTo>
                  <a:cubicBezTo>
                    <a:pt x="251" y="207971"/>
                    <a:pt x="14470" y="215330"/>
                    <a:pt x="37160" y="215330"/>
                  </a:cubicBezTo>
                  <a:cubicBezTo>
                    <a:pt x="62572" y="215330"/>
                    <a:pt x="84354" y="207051"/>
                    <a:pt x="99480" y="191414"/>
                  </a:cubicBezTo>
                  <a:cubicBezTo>
                    <a:pt x="113396" y="177616"/>
                    <a:pt x="119749" y="160139"/>
                    <a:pt x="119749" y="136837"/>
                  </a:cubicBezTo>
                  <a:cubicBezTo>
                    <a:pt x="119749" y="114760"/>
                    <a:pt x="114001" y="100656"/>
                    <a:pt x="98875" y="85325"/>
                  </a:cubicBezTo>
                  <a:cubicBezTo>
                    <a:pt x="85564" y="71834"/>
                    <a:pt x="68320" y="64782"/>
                    <a:pt x="32622" y="58343"/>
                  </a:cubicBezTo>
                  <a:lnTo>
                    <a:pt x="45328" y="32281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6E0ED202-B107-00AF-0B6D-511D7E501B30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0373996" y="5174579"/>
              <a:ext cx="33580" cy="34034"/>
            </a:xfrm>
            <a:custGeom>
              <a:avLst/>
              <a:gdLst>
                <a:gd name="connsiteX0" fmla="*/ 16895 w 33580"/>
                <a:gd name="connsiteY0" fmla="*/ 86 h 34034"/>
                <a:gd name="connsiteX1" fmla="*/ 256 w 33580"/>
                <a:gd name="connsiteY1" fmla="*/ 17563 h 34034"/>
                <a:gd name="connsiteX2" fmla="*/ 16593 w 33580"/>
                <a:gd name="connsiteY2" fmla="*/ 34121 h 34034"/>
                <a:gd name="connsiteX3" fmla="*/ 33837 w 33580"/>
                <a:gd name="connsiteY3" fmla="*/ 17563 h 34034"/>
                <a:gd name="connsiteX4" fmla="*/ 16895 w 33580"/>
                <a:gd name="connsiteY4" fmla="*/ 86 h 34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80" h="34034">
                  <a:moveTo>
                    <a:pt x="16895" y="86"/>
                  </a:moveTo>
                  <a:cubicBezTo>
                    <a:pt x="7820" y="86"/>
                    <a:pt x="256" y="8058"/>
                    <a:pt x="256" y="17563"/>
                  </a:cubicBezTo>
                  <a:cubicBezTo>
                    <a:pt x="256" y="26455"/>
                    <a:pt x="7820" y="34121"/>
                    <a:pt x="16593" y="34121"/>
                  </a:cubicBezTo>
                  <a:cubicBezTo>
                    <a:pt x="25971" y="34121"/>
                    <a:pt x="33837" y="26455"/>
                    <a:pt x="33837" y="17563"/>
                  </a:cubicBezTo>
                  <a:cubicBezTo>
                    <a:pt x="33837" y="8058"/>
                    <a:pt x="25971" y="86"/>
                    <a:pt x="16895" y="86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75E508A7-6BD9-C55B-CEEC-261A84F6E818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0462315" y="4997969"/>
              <a:ext cx="85615" cy="207271"/>
            </a:xfrm>
            <a:custGeom>
              <a:avLst/>
              <a:gdLst>
                <a:gd name="connsiteX0" fmla="*/ 54714 w 85615"/>
                <a:gd name="connsiteY0" fmla="*/ 86 h 207271"/>
                <a:gd name="connsiteX1" fmla="*/ 259 w 85615"/>
                <a:gd name="connsiteY1" fmla="*/ 27988 h 207271"/>
                <a:gd name="connsiteX2" fmla="*/ 259 w 85615"/>
                <a:gd name="connsiteY2" fmla="*/ 32281 h 207271"/>
                <a:gd name="connsiteX3" fmla="*/ 8427 w 85615"/>
                <a:gd name="connsiteY3" fmla="*/ 28908 h 207271"/>
                <a:gd name="connsiteX4" fmla="*/ 22041 w 85615"/>
                <a:gd name="connsiteY4" fmla="*/ 25535 h 207271"/>
                <a:gd name="connsiteX5" fmla="*/ 31117 w 85615"/>
                <a:gd name="connsiteY5" fmla="*/ 39946 h 207271"/>
                <a:gd name="connsiteX6" fmla="*/ 31117 w 85615"/>
                <a:gd name="connsiteY6" fmla="*/ 178843 h 207271"/>
                <a:gd name="connsiteX7" fmla="*/ 23856 w 85615"/>
                <a:gd name="connsiteY7" fmla="*/ 198773 h 207271"/>
                <a:gd name="connsiteX8" fmla="*/ 2377 w 85615"/>
                <a:gd name="connsiteY8" fmla="*/ 202759 h 207271"/>
                <a:gd name="connsiteX9" fmla="*/ 2377 w 85615"/>
                <a:gd name="connsiteY9" fmla="*/ 207358 h 207271"/>
                <a:gd name="connsiteX10" fmla="*/ 85874 w 85615"/>
                <a:gd name="connsiteY10" fmla="*/ 207358 h 207271"/>
                <a:gd name="connsiteX11" fmla="*/ 85874 w 85615"/>
                <a:gd name="connsiteY11" fmla="*/ 202759 h 207271"/>
                <a:gd name="connsiteX12" fmla="*/ 57134 w 85615"/>
                <a:gd name="connsiteY12" fmla="*/ 184669 h 207271"/>
                <a:gd name="connsiteX13" fmla="*/ 57134 w 85615"/>
                <a:gd name="connsiteY13" fmla="*/ 700 h 207271"/>
                <a:gd name="connsiteX14" fmla="*/ 54714 w 85615"/>
                <a:gd name="connsiteY14" fmla="*/ 86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7271">
                  <a:moveTo>
                    <a:pt x="54714" y="86"/>
                  </a:moveTo>
                  <a:lnTo>
                    <a:pt x="259" y="27988"/>
                  </a:lnTo>
                  <a:lnTo>
                    <a:pt x="259" y="32281"/>
                  </a:lnTo>
                  <a:cubicBezTo>
                    <a:pt x="3889" y="30748"/>
                    <a:pt x="7217" y="29521"/>
                    <a:pt x="8427" y="28908"/>
                  </a:cubicBezTo>
                  <a:cubicBezTo>
                    <a:pt x="13872" y="26762"/>
                    <a:pt x="19015" y="25535"/>
                    <a:pt x="22041" y="25535"/>
                  </a:cubicBezTo>
                  <a:cubicBezTo>
                    <a:pt x="28394" y="25535"/>
                    <a:pt x="31117" y="30135"/>
                    <a:pt x="31117" y="39946"/>
                  </a:cubicBezTo>
                  <a:lnTo>
                    <a:pt x="31117" y="178843"/>
                  </a:lnTo>
                  <a:cubicBezTo>
                    <a:pt x="31117" y="188961"/>
                    <a:pt x="28696" y="196013"/>
                    <a:pt x="23856" y="198773"/>
                  </a:cubicBezTo>
                  <a:cubicBezTo>
                    <a:pt x="19318" y="201532"/>
                    <a:pt x="15083" y="202452"/>
                    <a:pt x="2377" y="202759"/>
                  </a:cubicBezTo>
                  <a:lnTo>
                    <a:pt x="2377" y="207358"/>
                  </a:lnTo>
                  <a:lnTo>
                    <a:pt x="85874" y="207358"/>
                  </a:lnTo>
                  <a:lnTo>
                    <a:pt x="85874" y="202759"/>
                  </a:lnTo>
                  <a:cubicBezTo>
                    <a:pt x="61974" y="202452"/>
                    <a:pt x="57134" y="199386"/>
                    <a:pt x="57134" y="184669"/>
                  </a:cubicBezTo>
                  <a:lnTo>
                    <a:pt x="57134" y="700"/>
                  </a:lnTo>
                  <a:lnTo>
                    <a:pt x="54714" y="86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BEE0DEB-D977-9D26-E607-D0FD1AD4CB36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0584195" y="4997969"/>
              <a:ext cx="139162" cy="207271"/>
            </a:xfrm>
            <a:custGeom>
              <a:avLst/>
              <a:gdLst>
                <a:gd name="connsiteX0" fmla="*/ 139426 w 139162"/>
                <a:gd name="connsiteY0" fmla="*/ 136530 h 207271"/>
                <a:gd name="connsiteX1" fmla="*/ 108568 w 139162"/>
                <a:gd name="connsiteY1" fmla="*/ 136530 h 207271"/>
                <a:gd name="connsiteX2" fmla="*/ 108568 w 139162"/>
                <a:gd name="connsiteY2" fmla="*/ 86 h 207271"/>
                <a:gd name="connsiteX3" fmla="*/ 95257 w 139162"/>
                <a:gd name="connsiteY3" fmla="*/ 86 h 207271"/>
                <a:gd name="connsiteX4" fmla="*/ 264 w 139162"/>
                <a:gd name="connsiteY4" fmla="*/ 136530 h 207271"/>
                <a:gd name="connsiteX5" fmla="*/ 264 w 139162"/>
                <a:gd name="connsiteY5" fmla="*/ 156153 h 207271"/>
                <a:gd name="connsiteX6" fmla="*/ 85274 w 139162"/>
                <a:gd name="connsiteY6" fmla="*/ 156153 h 207271"/>
                <a:gd name="connsiteX7" fmla="*/ 85274 w 139162"/>
                <a:gd name="connsiteY7" fmla="*/ 207358 h 207271"/>
                <a:gd name="connsiteX8" fmla="*/ 108568 w 139162"/>
                <a:gd name="connsiteY8" fmla="*/ 207358 h 207271"/>
                <a:gd name="connsiteX9" fmla="*/ 108568 w 139162"/>
                <a:gd name="connsiteY9" fmla="*/ 156153 h 207271"/>
                <a:gd name="connsiteX10" fmla="*/ 139426 w 139162"/>
                <a:gd name="connsiteY10" fmla="*/ 156153 h 207271"/>
                <a:gd name="connsiteX11" fmla="*/ 139426 w 139162"/>
                <a:gd name="connsiteY11" fmla="*/ 136530 h 207271"/>
                <a:gd name="connsiteX12" fmla="*/ 84971 w 139162"/>
                <a:gd name="connsiteY12" fmla="*/ 136530 h 207271"/>
                <a:gd name="connsiteX13" fmla="*/ 12365 w 139162"/>
                <a:gd name="connsiteY13" fmla="*/ 136530 h 207271"/>
                <a:gd name="connsiteX14" fmla="*/ 84971 w 139162"/>
                <a:gd name="connsiteY14" fmla="*/ 31361 h 207271"/>
                <a:gd name="connsiteX15" fmla="*/ 84971 w 139162"/>
                <a:gd name="connsiteY15" fmla="*/ 136530 h 207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7271">
                  <a:moveTo>
                    <a:pt x="139426" y="136530"/>
                  </a:moveTo>
                  <a:lnTo>
                    <a:pt x="108568" y="136530"/>
                  </a:lnTo>
                  <a:lnTo>
                    <a:pt x="108568" y="86"/>
                  </a:lnTo>
                  <a:lnTo>
                    <a:pt x="95257" y="86"/>
                  </a:lnTo>
                  <a:lnTo>
                    <a:pt x="264" y="136530"/>
                  </a:lnTo>
                  <a:lnTo>
                    <a:pt x="264" y="156153"/>
                  </a:lnTo>
                  <a:lnTo>
                    <a:pt x="85274" y="156153"/>
                  </a:lnTo>
                  <a:lnTo>
                    <a:pt x="85274" y="207358"/>
                  </a:lnTo>
                  <a:lnTo>
                    <a:pt x="108568" y="207358"/>
                  </a:lnTo>
                  <a:lnTo>
                    <a:pt x="108568" y="156153"/>
                  </a:lnTo>
                  <a:lnTo>
                    <a:pt x="139426" y="156153"/>
                  </a:lnTo>
                  <a:lnTo>
                    <a:pt x="139426" y="136530"/>
                  </a:lnTo>
                  <a:close/>
                  <a:moveTo>
                    <a:pt x="84971" y="136530"/>
                  </a:moveTo>
                  <a:lnTo>
                    <a:pt x="12365" y="136530"/>
                  </a:lnTo>
                  <a:lnTo>
                    <a:pt x="84971" y="31361"/>
                  </a:lnTo>
                  <a:lnTo>
                    <a:pt x="84971" y="13653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6159D792-8A25-7531-19E2-8AEA32BBBFD5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0742682" y="4995516"/>
              <a:ext cx="131296" cy="214017"/>
            </a:xfrm>
            <a:custGeom>
              <a:avLst/>
              <a:gdLst>
                <a:gd name="connsiteX0" fmla="*/ 124910 w 131296"/>
                <a:gd name="connsiteY0" fmla="*/ 86 h 214017"/>
                <a:gd name="connsiteX1" fmla="*/ 50791 w 131296"/>
                <a:gd name="connsiteY1" fmla="*/ 24615 h 214017"/>
                <a:gd name="connsiteX2" fmla="*/ 269 w 131296"/>
                <a:gd name="connsiteY2" fmla="*/ 124265 h 214017"/>
                <a:gd name="connsiteX3" fmla="*/ 21446 w 131296"/>
                <a:gd name="connsiteY3" fmla="*/ 193254 h 214017"/>
                <a:gd name="connsiteX4" fmla="*/ 68035 w 131296"/>
                <a:gd name="connsiteY4" fmla="*/ 214104 h 214017"/>
                <a:gd name="connsiteX5" fmla="*/ 131565 w 131296"/>
                <a:gd name="connsiteY5" fmla="*/ 142662 h 214017"/>
                <a:gd name="connsiteX6" fmla="*/ 74690 w 131296"/>
                <a:gd name="connsiteY6" fmla="*/ 78580 h 214017"/>
                <a:gd name="connsiteX7" fmla="*/ 35967 w 131296"/>
                <a:gd name="connsiteY7" fmla="*/ 92377 h 214017"/>
                <a:gd name="connsiteX8" fmla="*/ 125515 w 131296"/>
                <a:gd name="connsiteY8" fmla="*/ 4992 h 214017"/>
                <a:gd name="connsiteX9" fmla="*/ 124910 w 131296"/>
                <a:gd name="connsiteY9" fmla="*/ 86 h 214017"/>
                <a:gd name="connsiteX10" fmla="*/ 63194 w 131296"/>
                <a:gd name="connsiteY10" fmla="*/ 92684 h 214017"/>
                <a:gd name="connsiteX11" fmla="*/ 104338 w 131296"/>
                <a:gd name="connsiteY11" fmla="*/ 153087 h 214017"/>
                <a:gd name="connsiteX12" fmla="*/ 71363 w 131296"/>
                <a:gd name="connsiteY12" fmla="*/ 205518 h 214017"/>
                <a:gd name="connsiteX13" fmla="*/ 28404 w 131296"/>
                <a:gd name="connsiteY13" fmla="*/ 129171 h 214017"/>
                <a:gd name="connsiteX14" fmla="*/ 36875 w 131296"/>
                <a:gd name="connsiteY14" fmla="*/ 100349 h 214017"/>
                <a:gd name="connsiteX15" fmla="*/ 63194 w 131296"/>
                <a:gd name="connsiteY15" fmla="*/ 92684 h 21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4017">
                  <a:moveTo>
                    <a:pt x="124910" y="86"/>
                  </a:moveTo>
                  <a:cubicBezTo>
                    <a:pt x="90422" y="3152"/>
                    <a:pt x="72875" y="8978"/>
                    <a:pt x="50791" y="24615"/>
                  </a:cubicBezTo>
                  <a:cubicBezTo>
                    <a:pt x="18118" y="48225"/>
                    <a:pt x="269" y="83179"/>
                    <a:pt x="269" y="124265"/>
                  </a:cubicBezTo>
                  <a:cubicBezTo>
                    <a:pt x="269" y="150941"/>
                    <a:pt x="8437" y="177923"/>
                    <a:pt x="21446" y="193254"/>
                  </a:cubicBezTo>
                  <a:cubicBezTo>
                    <a:pt x="32942" y="206745"/>
                    <a:pt x="49278" y="214104"/>
                    <a:pt x="68035" y="214104"/>
                  </a:cubicBezTo>
                  <a:cubicBezTo>
                    <a:pt x="105548" y="214104"/>
                    <a:pt x="131565" y="184975"/>
                    <a:pt x="131565" y="142662"/>
                  </a:cubicBezTo>
                  <a:cubicBezTo>
                    <a:pt x="131565" y="103416"/>
                    <a:pt x="109481" y="78580"/>
                    <a:pt x="74690" y="78580"/>
                  </a:cubicBezTo>
                  <a:cubicBezTo>
                    <a:pt x="61379" y="78580"/>
                    <a:pt x="55026" y="80726"/>
                    <a:pt x="35967" y="92377"/>
                  </a:cubicBezTo>
                  <a:cubicBezTo>
                    <a:pt x="44135" y="46079"/>
                    <a:pt x="78018" y="12964"/>
                    <a:pt x="125515" y="4992"/>
                  </a:cubicBezTo>
                  <a:lnTo>
                    <a:pt x="124910" y="86"/>
                  </a:lnTo>
                  <a:close/>
                  <a:moveTo>
                    <a:pt x="63194" y="92684"/>
                  </a:moveTo>
                  <a:cubicBezTo>
                    <a:pt x="89212" y="92684"/>
                    <a:pt x="104338" y="114760"/>
                    <a:pt x="104338" y="153087"/>
                  </a:cubicBezTo>
                  <a:cubicBezTo>
                    <a:pt x="104338" y="186815"/>
                    <a:pt x="92539" y="205518"/>
                    <a:pt x="71363" y="205518"/>
                  </a:cubicBezTo>
                  <a:cubicBezTo>
                    <a:pt x="44740" y="205518"/>
                    <a:pt x="28404" y="176697"/>
                    <a:pt x="28404" y="129171"/>
                  </a:cubicBezTo>
                  <a:cubicBezTo>
                    <a:pt x="28404" y="113534"/>
                    <a:pt x="30824" y="104949"/>
                    <a:pt x="36875" y="100349"/>
                  </a:cubicBezTo>
                  <a:cubicBezTo>
                    <a:pt x="43228" y="95444"/>
                    <a:pt x="52606" y="92684"/>
                    <a:pt x="63194" y="92684"/>
                  </a:cubicBez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B246861F-98CC-E4C6-962C-B046577A1FA8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1080888" y="4946720"/>
              <a:ext cx="12146" cy="369317"/>
            </a:xfrm>
            <a:custGeom>
              <a:avLst/>
              <a:gdLst>
                <a:gd name="connsiteX0" fmla="*/ 0 w 12146"/>
                <a:gd name="connsiteY0" fmla="*/ 0 h 369317"/>
                <a:gd name="connsiteX1" fmla="*/ 12146 w 12146"/>
                <a:gd name="connsiteY1" fmla="*/ 0 h 369317"/>
                <a:gd name="connsiteX2" fmla="*/ 12146 w 12146"/>
                <a:gd name="connsiteY2" fmla="*/ 369318 h 369317"/>
                <a:gd name="connsiteX3" fmla="*/ 0 w 12146"/>
                <a:gd name="connsiteY3" fmla="*/ 369318 h 369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46" h="369317">
                  <a:moveTo>
                    <a:pt x="0" y="0"/>
                  </a:moveTo>
                  <a:lnTo>
                    <a:pt x="12146" y="0"/>
                  </a:lnTo>
                  <a:lnTo>
                    <a:pt x="12146" y="369318"/>
                  </a:lnTo>
                  <a:lnTo>
                    <a:pt x="0" y="369318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8D238297-8918-5BD5-4FE6-B8B694655984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4878191" y="5316037"/>
              <a:ext cx="6214843" cy="12310"/>
            </a:xfrm>
            <a:custGeom>
              <a:avLst/>
              <a:gdLst>
                <a:gd name="connsiteX0" fmla="*/ 0 w 6214843"/>
                <a:gd name="connsiteY0" fmla="*/ 0 h 12310"/>
                <a:gd name="connsiteX1" fmla="*/ 6214844 w 6214843"/>
                <a:gd name="connsiteY1" fmla="*/ 0 h 12310"/>
                <a:gd name="connsiteX2" fmla="*/ 6214844 w 6214843"/>
                <a:gd name="connsiteY2" fmla="*/ 12310 h 12310"/>
                <a:gd name="connsiteX3" fmla="*/ 0 w 6214843"/>
                <a:gd name="connsiteY3" fmla="*/ 12310 h 1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4843" h="12310">
                  <a:moveTo>
                    <a:pt x="0" y="0"/>
                  </a:moveTo>
                  <a:lnTo>
                    <a:pt x="6214844" y="0"/>
                  </a:lnTo>
                  <a:lnTo>
                    <a:pt x="6214844" y="12310"/>
                  </a:lnTo>
                  <a:lnTo>
                    <a:pt x="0" y="12310"/>
                  </a:lnTo>
                  <a:close/>
                </a:path>
              </a:pathLst>
            </a:custGeom>
            <a:solidFill>
              <a:srgbClr val="FFFFFF"/>
            </a:solidFill>
            <a:ln w="30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0" name="Group 46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Error:} \,\, R = \sum (y_i-y_i^f)^2 = 3.574\times 10^{-3}&#10;\end{align*}&#10;}&#10;\end{document}" title="IguanaTex Shape Display">
            <a:extLst>
              <a:ext uri="{FF2B5EF4-FFF2-40B4-BE49-F238E27FC236}">
                <a16:creationId xmlns:a16="http://schemas.microsoft.com/office/drawing/2014/main" id="{A9BE2EB1-84F9-E4CD-07D0-9671998206B4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384048" y="5718748"/>
            <a:ext cx="4774329" cy="437835"/>
            <a:chOff x="7237603" y="4905528"/>
            <a:chExt cx="4774329" cy="437835"/>
          </a:xfrm>
          <a:solidFill>
            <a:srgbClr val="FF9966"/>
          </a:solidFill>
        </p:grpSpPr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99D1691B-BAAA-0E88-EE35-860176C90A4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237603" y="5012419"/>
              <a:ext cx="176418" cy="207975"/>
            </a:xfrm>
            <a:custGeom>
              <a:avLst/>
              <a:gdLst>
                <a:gd name="connsiteX0" fmla="*/ 176573 w 176418"/>
                <a:gd name="connsiteY0" fmla="*/ 154966 h 207975"/>
                <a:gd name="connsiteX1" fmla="*/ 168129 w 176418"/>
                <a:gd name="connsiteY1" fmla="*/ 154966 h 207975"/>
                <a:gd name="connsiteX2" fmla="*/ 96959 w 176418"/>
                <a:gd name="connsiteY2" fmla="*/ 196435 h 207975"/>
                <a:gd name="connsiteX3" fmla="*/ 88817 w 176418"/>
                <a:gd name="connsiteY3" fmla="*/ 196435 h 207975"/>
                <a:gd name="connsiteX4" fmla="*/ 59263 w 176418"/>
                <a:gd name="connsiteY4" fmla="*/ 192665 h 207975"/>
                <a:gd name="connsiteX5" fmla="*/ 57152 w 176418"/>
                <a:gd name="connsiteY5" fmla="*/ 182926 h 207975"/>
                <a:gd name="connsiteX6" fmla="*/ 57152 w 176418"/>
                <a:gd name="connsiteY6" fmla="*/ 105328 h 207975"/>
                <a:gd name="connsiteX7" fmla="*/ 103594 w 176418"/>
                <a:gd name="connsiteY7" fmla="*/ 105328 h 207975"/>
                <a:gd name="connsiteX8" fmla="*/ 136766 w 176418"/>
                <a:gd name="connsiteY8" fmla="*/ 135488 h 207975"/>
                <a:gd name="connsiteX9" fmla="*/ 143702 w 176418"/>
                <a:gd name="connsiteY9" fmla="*/ 135488 h 207975"/>
                <a:gd name="connsiteX10" fmla="*/ 143702 w 176418"/>
                <a:gd name="connsiteY10" fmla="*/ 62602 h 207975"/>
                <a:gd name="connsiteX11" fmla="*/ 136766 w 176418"/>
                <a:gd name="connsiteY11" fmla="*/ 62602 h 207975"/>
                <a:gd name="connsiteX12" fmla="*/ 130132 w 176418"/>
                <a:gd name="connsiteY12" fmla="*/ 84594 h 207975"/>
                <a:gd name="connsiteX13" fmla="*/ 103594 w 176418"/>
                <a:gd name="connsiteY13" fmla="*/ 92448 h 207975"/>
                <a:gd name="connsiteX14" fmla="*/ 57152 w 176418"/>
                <a:gd name="connsiteY14" fmla="*/ 92448 h 207975"/>
                <a:gd name="connsiteX15" fmla="*/ 57152 w 176418"/>
                <a:gd name="connsiteY15" fmla="*/ 22704 h 207975"/>
                <a:gd name="connsiteX16" fmla="*/ 67104 w 176418"/>
                <a:gd name="connsiteY16" fmla="*/ 12022 h 207975"/>
                <a:gd name="connsiteX17" fmla="*/ 107816 w 176418"/>
                <a:gd name="connsiteY17" fmla="*/ 12022 h 207975"/>
                <a:gd name="connsiteX18" fmla="*/ 153654 w 176418"/>
                <a:gd name="connsiteY18" fmla="*/ 45009 h 207975"/>
                <a:gd name="connsiteX19" fmla="*/ 161193 w 176418"/>
                <a:gd name="connsiteY19" fmla="*/ 45009 h 207975"/>
                <a:gd name="connsiteX20" fmla="*/ 160289 w 176418"/>
                <a:gd name="connsiteY20" fmla="*/ 84 h 207975"/>
                <a:gd name="connsiteX21" fmla="*/ 155 w 176418"/>
                <a:gd name="connsiteY21" fmla="*/ 84 h 207975"/>
                <a:gd name="connsiteX22" fmla="*/ 155 w 176418"/>
                <a:gd name="connsiteY22" fmla="*/ 6053 h 207975"/>
                <a:gd name="connsiteX23" fmla="*/ 26392 w 176418"/>
                <a:gd name="connsiteY23" fmla="*/ 34328 h 207975"/>
                <a:gd name="connsiteX24" fmla="*/ 26392 w 176418"/>
                <a:gd name="connsiteY24" fmla="*/ 173816 h 207975"/>
                <a:gd name="connsiteX25" fmla="*/ 155 w 176418"/>
                <a:gd name="connsiteY25" fmla="*/ 202090 h 207975"/>
                <a:gd name="connsiteX26" fmla="*/ 155 w 176418"/>
                <a:gd name="connsiteY26" fmla="*/ 208059 h 207975"/>
                <a:gd name="connsiteX27" fmla="*/ 163003 w 176418"/>
                <a:gd name="connsiteY27" fmla="*/ 208059 h 207975"/>
                <a:gd name="connsiteX28" fmla="*/ 176573 w 176418"/>
                <a:gd name="connsiteY28" fmla="*/ 154966 h 20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418" h="207975">
                  <a:moveTo>
                    <a:pt x="176573" y="154966"/>
                  </a:moveTo>
                  <a:lnTo>
                    <a:pt x="168129" y="154966"/>
                  </a:lnTo>
                  <a:cubicBezTo>
                    <a:pt x="153051" y="188895"/>
                    <a:pt x="140083" y="196435"/>
                    <a:pt x="96959" y="196435"/>
                  </a:cubicBezTo>
                  <a:lnTo>
                    <a:pt x="88817" y="196435"/>
                  </a:lnTo>
                  <a:cubicBezTo>
                    <a:pt x="74040" y="196435"/>
                    <a:pt x="61374" y="194864"/>
                    <a:pt x="59263" y="192665"/>
                  </a:cubicBezTo>
                  <a:cubicBezTo>
                    <a:pt x="57755" y="191723"/>
                    <a:pt x="57152" y="188267"/>
                    <a:pt x="57152" y="182926"/>
                  </a:cubicBezTo>
                  <a:lnTo>
                    <a:pt x="57152" y="105328"/>
                  </a:lnTo>
                  <a:lnTo>
                    <a:pt x="103594" y="105328"/>
                  </a:lnTo>
                  <a:cubicBezTo>
                    <a:pt x="128322" y="105328"/>
                    <a:pt x="132846" y="109412"/>
                    <a:pt x="136766" y="135488"/>
                  </a:cubicBezTo>
                  <a:lnTo>
                    <a:pt x="143702" y="135488"/>
                  </a:lnTo>
                  <a:lnTo>
                    <a:pt x="143702" y="62602"/>
                  </a:lnTo>
                  <a:lnTo>
                    <a:pt x="136766" y="62602"/>
                  </a:lnTo>
                  <a:cubicBezTo>
                    <a:pt x="134655" y="75483"/>
                    <a:pt x="133449" y="80195"/>
                    <a:pt x="130132" y="84594"/>
                  </a:cubicBezTo>
                  <a:cubicBezTo>
                    <a:pt x="126211" y="89934"/>
                    <a:pt x="117767" y="92448"/>
                    <a:pt x="103594" y="92448"/>
                  </a:cubicBezTo>
                  <a:lnTo>
                    <a:pt x="57152" y="92448"/>
                  </a:lnTo>
                  <a:lnTo>
                    <a:pt x="57152" y="22704"/>
                  </a:lnTo>
                  <a:cubicBezTo>
                    <a:pt x="57152" y="13907"/>
                    <a:pt x="58961" y="12022"/>
                    <a:pt x="67104" y="12022"/>
                  </a:cubicBezTo>
                  <a:lnTo>
                    <a:pt x="107816" y="12022"/>
                  </a:lnTo>
                  <a:cubicBezTo>
                    <a:pt x="141893" y="12022"/>
                    <a:pt x="148527" y="16734"/>
                    <a:pt x="153654" y="45009"/>
                  </a:cubicBezTo>
                  <a:lnTo>
                    <a:pt x="161193" y="45009"/>
                  </a:lnTo>
                  <a:lnTo>
                    <a:pt x="160289" y="84"/>
                  </a:lnTo>
                  <a:lnTo>
                    <a:pt x="155" y="84"/>
                  </a:lnTo>
                  <a:lnTo>
                    <a:pt x="155" y="6053"/>
                  </a:lnTo>
                  <a:cubicBezTo>
                    <a:pt x="22471" y="7938"/>
                    <a:pt x="26392" y="12336"/>
                    <a:pt x="26392" y="34328"/>
                  </a:cubicBezTo>
                  <a:lnTo>
                    <a:pt x="26392" y="173816"/>
                  </a:lnTo>
                  <a:cubicBezTo>
                    <a:pt x="26392" y="195807"/>
                    <a:pt x="22170" y="200519"/>
                    <a:pt x="155" y="202090"/>
                  </a:cubicBezTo>
                  <a:lnTo>
                    <a:pt x="155" y="208059"/>
                  </a:lnTo>
                  <a:lnTo>
                    <a:pt x="163003" y="208059"/>
                  </a:lnTo>
                  <a:lnTo>
                    <a:pt x="176573" y="154966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D9CF9ED9-C276-92EB-D417-DD2E043A2FF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420442" y="5075880"/>
              <a:ext cx="99517" cy="144514"/>
            </a:xfrm>
            <a:custGeom>
              <a:avLst/>
              <a:gdLst>
                <a:gd name="connsiteX0" fmla="*/ 764 w 99517"/>
                <a:gd name="connsiteY0" fmla="*/ 22075 h 144514"/>
                <a:gd name="connsiteX1" fmla="*/ 11319 w 99517"/>
                <a:gd name="connsiteY1" fmla="*/ 20819 h 144514"/>
                <a:gd name="connsiteX2" fmla="*/ 21572 w 99517"/>
                <a:gd name="connsiteY2" fmla="*/ 39669 h 144514"/>
                <a:gd name="connsiteX3" fmla="*/ 21572 w 99517"/>
                <a:gd name="connsiteY3" fmla="*/ 118209 h 144514"/>
                <a:gd name="connsiteX4" fmla="*/ 161 w 99517"/>
                <a:gd name="connsiteY4" fmla="*/ 139886 h 144514"/>
                <a:gd name="connsiteX5" fmla="*/ 161 w 99517"/>
                <a:gd name="connsiteY5" fmla="*/ 144599 h 144514"/>
                <a:gd name="connsiteX6" fmla="*/ 72538 w 99517"/>
                <a:gd name="connsiteY6" fmla="*/ 144599 h 144514"/>
                <a:gd name="connsiteX7" fmla="*/ 72538 w 99517"/>
                <a:gd name="connsiteY7" fmla="*/ 139886 h 144514"/>
                <a:gd name="connsiteX8" fmla="*/ 46904 w 99517"/>
                <a:gd name="connsiteY8" fmla="*/ 116324 h 144514"/>
                <a:gd name="connsiteX9" fmla="*/ 46904 w 99517"/>
                <a:gd name="connsiteY9" fmla="*/ 45638 h 144514"/>
                <a:gd name="connsiteX10" fmla="*/ 68014 w 99517"/>
                <a:gd name="connsiteY10" fmla="*/ 19876 h 144514"/>
                <a:gd name="connsiteX11" fmla="*/ 75855 w 99517"/>
                <a:gd name="connsiteY11" fmla="*/ 24589 h 144514"/>
                <a:gd name="connsiteX12" fmla="*/ 87918 w 99517"/>
                <a:gd name="connsiteY12" fmla="*/ 30872 h 144514"/>
                <a:gd name="connsiteX13" fmla="*/ 99679 w 99517"/>
                <a:gd name="connsiteY13" fmla="*/ 16735 h 144514"/>
                <a:gd name="connsiteX14" fmla="*/ 83093 w 99517"/>
                <a:gd name="connsiteY14" fmla="*/ 84 h 144514"/>
                <a:gd name="connsiteX15" fmla="*/ 46904 w 99517"/>
                <a:gd name="connsiteY15" fmla="*/ 29615 h 144514"/>
                <a:gd name="connsiteX16" fmla="*/ 46904 w 99517"/>
                <a:gd name="connsiteY16" fmla="*/ 712 h 144514"/>
                <a:gd name="connsiteX17" fmla="*/ 45396 w 99517"/>
                <a:gd name="connsiteY17" fmla="*/ 84 h 144514"/>
                <a:gd name="connsiteX18" fmla="*/ 764 w 99517"/>
                <a:gd name="connsiteY18" fmla="*/ 17049 h 144514"/>
                <a:gd name="connsiteX19" fmla="*/ 764 w 99517"/>
                <a:gd name="connsiteY19" fmla="*/ 2207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517" h="144514">
                  <a:moveTo>
                    <a:pt x="764" y="22075"/>
                  </a:moveTo>
                  <a:cubicBezTo>
                    <a:pt x="4986" y="21133"/>
                    <a:pt x="7700" y="20819"/>
                    <a:pt x="11319" y="20819"/>
                  </a:cubicBezTo>
                  <a:cubicBezTo>
                    <a:pt x="18858" y="20819"/>
                    <a:pt x="21572" y="25845"/>
                    <a:pt x="21572" y="39669"/>
                  </a:cubicBezTo>
                  <a:lnTo>
                    <a:pt x="21572" y="118209"/>
                  </a:lnTo>
                  <a:cubicBezTo>
                    <a:pt x="21572" y="133917"/>
                    <a:pt x="19461" y="136116"/>
                    <a:pt x="161" y="139886"/>
                  </a:cubicBezTo>
                  <a:lnTo>
                    <a:pt x="161" y="144599"/>
                  </a:lnTo>
                  <a:lnTo>
                    <a:pt x="72538" y="144599"/>
                  </a:lnTo>
                  <a:lnTo>
                    <a:pt x="72538" y="139886"/>
                  </a:lnTo>
                  <a:cubicBezTo>
                    <a:pt x="52031" y="138944"/>
                    <a:pt x="46904" y="134231"/>
                    <a:pt x="46904" y="116324"/>
                  </a:cubicBezTo>
                  <a:lnTo>
                    <a:pt x="46904" y="45638"/>
                  </a:lnTo>
                  <a:cubicBezTo>
                    <a:pt x="46904" y="35584"/>
                    <a:pt x="59872" y="19876"/>
                    <a:pt x="68014" y="19876"/>
                  </a:cubicBezTo>
                  <a:cubicBezTo>
                    <a:pt x="69824" y="19876"/>
                    <a:pt x="72538" y="21447"/>
                    <a:pt x="75855" y="24589"/>
                  </a:cubicBezTo>
                  <a:cubicBezTo>
                    <a:pt x="80680" y="28987"/>
                    <a:pt x="83997" y="30872"/>
                    <a:pt x="87918" y="30872"/>
                  </a:cubicBezTo>
                  <a:cubicBezTo>
                    <a:pt x="95155" y="30872"/>
                    <a:pt x="99679" y="25531"/>
                    <a:pt x="99679" y="16735"/>
                  </a:cubicBezTo>
                  <a:cubicBezTo>
                    <a:pt x="99679" y="6367"/>
                    <a:pt x="93346" y="84"/>
                    <a:pt x="83093" y="84"/>
                  </a:cubicBezTo>
                  <a:cubicBezTo>
                    <a:pt x="70427" y="84"/>
                    <a:pt x="61681" y="7310"/>
                    <a:pt x="46904" y="29615"/>
                  </a:cubicBezTo>
                  <a:lnTo>
                    <a:pt x="46904" y="712"/>
                  </a:lnTo>
                  <a:lnTo>
                    <a:pt x="45396" y="84"/>
                  </a:lnTo>
                  <a:cubicBezTo>
                    <a:pt x="29413" y="6996"/>
                    <a:pt x="18557" y="11080"/>
                    <a:pt x="764" y="17049"/>
                  </a:cubicBezTo>
                  <a:lnTo>
                    <a:pt x="764" y="22075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985C7DA0-E8AA-E870-FDDD-AAF6533CE38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521240" y="5075880"/>
              <a:ext cx="99517" cy="144514"/>
            </a:xfrm>
            <a:custGeom>
              <a:avLst/>
              <a:gdLst>
                <a:gd name="connsiteX0" fmla="*/ 767 w 99517"/>
                <a:gd name="connsiteY0" fmla="*/ 22075 h 144514"/>
                <a:gd name="connsiteX1" fmla="*/ 11322 w 99517"/>
                <a:gd name="connsiteY1" fmla="*/ 20819 h 144514"/>
                <a:gd name="connsiteX2" fmla="*/ 21576 w 99517"/>
                <a:gd name="connsiteY2" fmla="*/ 39669 h 144514"/>
                <a:gd name="connsiteX3" fmla="*/ 21576 w 99517"/>
                <a:gd name="connsiteY3" fmla="*/ 118209 h 144514"/>
                <a:gd name="connsiteX4" fmla="*/ 164 w 99517"/>
                <a:gd name="connsiteY4" fmla="*/ 139886 h 144514"/>
                <a:gd name="connsiteX5" fmla="*/ 164 w 99517"/>
                <a:gd name="connsiteY5" fmla="*/ 144599 h 144514"/>
                <a:gd name="connsiteX6" fmla="*/ 72541 w 99517"/>
                <a:gd name="connsiteY6" fmla="*/ 144599 h 144514"/>
                <a:gd name="connsiteX7" fmla="*/ 72541 w 99517"/>
                <a:gd name="connsiteY7" fmla="*/ 139886 h 144514"/>
                <a:gd name="connsiteX8" fmla="*/ 46908 w 99517"/>
                <a:gd name="connsiteY8" fmla="*/ 116324 h 144514"/>
                <a:gd name="connsiteX9" fmla="*/ 46908 w 99517"/>
                <a:gd name="connsiteY9" fmla="*/ 45638 h 144514"/>
                <a:gd name="connsiteX10" fmla="*/ 68017 w 99517"/>
                <a:gd name="connsiteY10" fmla="*/ 19876 h 144514"/>
                <a:gd name="connsiteX11" fmla="*/ 75858 w 99517"/>
                <a:gd name="connsiteY11" fmla="*/ 24589 h 144514"/>
                <a:gd name="connsiteX12" fmla="*/ 87921 w 99517"/>
                <a:gd name="connsiteY12" fmla="*/ 30872 h 144514"/>
                <a:gd name="connsiteX13" fmla="*/ 99682 w 99517"/>
                <a:gd name="connsiteY13" fmla="*/ 16735 h 144514"/>
                <a:gd name="connsiteX14" fmla="*/ 83096 w 99517"/>
                <a:gd name="connsiteY14" fmla="*/ 84 h 144514"/>
                <a:gd name="connsiteX15" fmla="*/ 46908 w 99517"/>
                <a:gd name="connsiteY15" fmla="*/ 29615 h 144514"/>
                <a:gd name="connsiteX16" fmla="*/ 46908 w 99517"/>
                <a:gd name="connsiteY16" fmla="*/ 712 h 144514"/>
                <a:gd name="connsiteX17" fmla="*/ 45400 w 99517"/>
                <a:gd name="connsiteY17" fmla="*/ 84 h 144514"/>
                <a:gd name="connsiteX18" fmla="*/ 767 w 99517"/>
                <a:gd name="connsiteY18" fmla="*/ 17049 h 144514"/>
                <a:gd name="connsiteX19" fmla="*/ 767 w 99517"/>
                <a:gd name="connsiteY19" fmla="*/ 2207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517" h="144514">
                  <a:moveTo>
                    <a:pt x="767" y="22075"/>
                  </a:moveTo>
                  <a:cubicBezTo>
                    <a:pt x="4989" y="21133"/>
                    <a:pt x="7704" y="20819"/>
                    <a:pt x="11322" y="20819"/>
                  </a:cubicBezTo>
                  <a:cubicBezTo>
                    <a:pt x="18862" y="20819"/>
                    <a:pt x="21576" y="25845"/>
                    <a:pt x="21576" y="39669"/>
                  </a:cubicBezTo>
                  <a:lnTo>
                    <a:pt x="21576" y="118209"/>
                  </a:lnTo>
                  <a:cubicBezTo>
                    <a:pt x="21576" y="133917"/>
                    <a:pt x="19465" y="136116"/>
                    <a:pt x="164" y="139886"/>
                  </a:cubicBezTo>
                  <a:lnTo>
                    <a:pt x="164" y="144599"/>
                  </a:lnTo>
                  <a:lnTo>
                    <a:pt x="72541" y="144599"/>
                  </a:lnTo>
                  <a:lnTo>
                    <a:pt x="72541" y="139886"/>
                  </a:lnTo>
                  <a:cubicBezTo>
                    <a:pt x="52034" y="138944"/>
                    <a:pt x="46908" y="134231"/>
                    <a:pt x="46908" y="116324"/>
                  </a:cubicBezTo>
                  <a:lnTo>
                    <a:pt x="46908" y="45638"/>
                  </a:lnTo>
                  <a:cubicBezTo>
                    <a:pt x="46908" y="35584"/>
                    <a:pt x="59875" y="19876"/>
                    <a:pt x="68017" y="19876"/>
                  </a:cubicBezTo>
                  <a:cubicBezTo>
                    <a:pt x="69827" y="19876"/>
                    <a:pt x="72541" y="21447"/>
                    <a:pt x="75858" y="24589"/>
                  </a:cubicBezTo>
                  <a:cubicBezTo>
                    <a:pt x="80683" y="28987"/>
                    <a:pt x="84001" y="30872"/>
                    <a:pt x="87921" y="30872"/>
                  </a:cubicBezTo>
                  <a:cubicBezTo>
                    <a:pt x="95159" y="30872"/>
                    <a:pt x="99682" y="25531"/>
                    <a:pt x="99682" y="16735"/>
                  </a:cubicBezTo>
                  <a:cubicBezTo>
                    <a:pt x="99682" y="6367"/>
                    <a:pt x="93349" y="84"/>
                    <a:pt x="83096" y="84"/>
                  </a:cubicBezTo>
                  <a:cubicBezTo>
                    <a:pt x="70430" y="84"/>
                    <a:pt x="61684" y="7310"/>
                    <a:pt x="46908" y="29615"/>
                  </a:cubicBezTo>
                  <a:lnTo>
                    <a:pt x="46908" y="712"/>
                  </a:lnTo>
                  <a:lnTo>
                    <a:pt x="45400" y="84"/>
                  </a:lnTo>
                  <a:cubicBezTo>
                    <a:pt x="29417" y="6996"/>
                    <a:pt x="18560" y="11080"/>
                    <a:pt x="767" y="17049"/>
                  </a:cubicBezTo>
                  <a:lnTo>
                    <a:pt x="767" y="22075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B5595874-AC46-7E11-1BA9-16D158CB8E4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629275" y="5075880"/>
              <a:ext cx="132992" cy="147656"/>
            </a:xfrm>
            <a:custGeom>
              <a:avLst/>
              <a:gdLst>
                <a:gd name="connsiteX0" fmla="*/ 66815 w 132992"/>
                <a:gd name="connsiteY0" fmla="*/ 84 h 147656"/>
                <a:gd name="connsiteX1" fmla="*/ 168 w 132992"/>
                <a:gd name="connsiteY1" fmla="*/ 73598 h 147656"/>
                <a:gd name="connsiteX2" fmla="*/ 66212 w 132992"/>
                <a:gd name="connsiteY2" fmla="*/ 147740 h 147656"/>
                <a:gd name="connsiteX3" fmla="*/ 133160 w 132992"/>
                <a:gd name="connsiteY3" fmla="*/ 71085 h 147656"/>
                <a:gd name="connsiteX4" fmla="*/ 66815 w 132992"/>
                <a:gd name="connsiteY4" fmla="*/ 84 h 147656"/>
                <a:gd name="connsiteX5" fmla="*/ 62894 w 132992"/>
                <a:gd name="connsiteY5" fmla="*/ 8881 h 147656"/>
                <a:gd name="connsiteX6" fmla="*/ 106019 w 132992"/>
                <a:gd name="connsiteY6" fmla="*/ 82080 h 147656"/>
                <a:gd name="connsiteX7" fmla="*/ 69830 w 132992"/>
                <a:gd name="connsiteY7" fmla="*/ 138944 h 147656"/>
                <a:gd name="connsiteX8" fmla="*/ 40578 w 132992"/>
                <a:gd name="connsiteY8" fmla="*/ 118837 h 147656"/>
                <a:gd name="connsiteX9" fmla="*/ 27309 w 132992"/>
                <a:gd name="connsiteY9" fmla="*/ 58204 h 147656"/>
                <a:gd name="connsiteX10" fmla="*/ 62894 w 132992"/>
                <a:gd name="connsiteY10" fmla="*/ 8881 h 14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992" h="147656">
                  <a:moveTo>
                    <a:pt x="66815" y="84"/>
                  </a:moveTo>
                  <a:cubicBezTo>
                    <a:pt x="27611" y="84"/>
                    <a:pt x="168" y="30244"/>
                    <a:pt x="168" y="73598"/>
                  </a:cubicBezTo>
                  <a:cubicBezTo>
                    <a:pt x="168" y="116010"/>
                    <a:pt x="28214" y="147740"/>
                    <a:pt x="66212" y="147740"/>
                  </a:cubicBezTo>
                  <a:cubicBezTo>
                    <a:pt x="104209" y="147740"/>
                    <a:pt x="133160" y="114439"/>
                    <a:pt x="133160" y="71085"/>
                  </a:cubicBezTo>
                  <a:cubicBezTo>
                    <a:pt x="133160" y="29929"/>
                    <a:pt x="105416" y="84"/>
                    <a:pt x="66815" y="84"/>
                  </a:cubicBezTo>
                  <a:close/>
                  <a:moveTo>
                    <a:pt x="62894" y="8881"/>
                  </a:moveTo>
                  <a:cubicBezTo>
                    <a:pt x="88226" y="8881"/>
                    <a:pt x="106019" y="39040"/>
                    <a:pt x="106019" y="82080"/>
                  </a:cubicBezTo>
                  <a:cubicBezTo>
                    <a:pt x="106019" y="117581"/>
                    <a:pt x="92448" y="138944"/>
                    <a:pt x="69830" y="138944"/>
                  </a:cubicBezTo>
                  <a:cubicBezTo>
                    <a:pt x="58069" y="138944"/>
                    <a:pt x="46911" y="131404"/>
                    <a:pt x="40578" y="118837"/>
                  </a:cubicBezTo>
                  <a:cubicBezTo>
                    <a:pt x="32134" y="102501"/>
                    <a:pt x="27309" y="80510"/>
                    <a:pt x="27309" y="58204"/>
                  </a:cubicBezTo>
                  <a:cubicBezTo>
                    <a:pt x="27309" y="28359"/>
                    <a:pt x="41483" y="8881"/>
                    <a:pt x="62894" y="8881"/>
                  </a:cubicBez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1FD49E83-42F0-7B9E-2A59-C0D9963F2C7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7773388" y="5075880"/>
              <a:ext cx="99517" cy="144514"/>
            </a:xfrm>
            <a:custGeom>
              <a:avLst/>
              <a:gdLst>
                <a:gd name="connsiteX0" fmla="*/ 776 w 99517"/>
                <a:gd name="connsiteY0" fmla="*/ 22075 h 144514"/>
                <a:gd name="connsiteX1" fmla="*/ 11331 w 99517"/>
                <a:gd name="connsiteY1" fmla="*/ 20819 h 144514"/>
                <a:gd name="connsiteX2" fmla="*/ 21584 w 99517"/>
                <a:gd name="connsiteY2" fmla="*/ 39669 h 144514"/>
                <a:gd name="connsiteX3" fmla="*/ 21584 w 99517"/>
                <a:gd name="connsiteY3" fmla="*/ 118209 h 144514"/>
                <a:gd name="connsiteX4" fmla="*/ 173 w 99517"/>
                <a:gd name="connsiteY4" fmla="*/ 139886 h 144514"/>
                <a:gd name="connsiteX5" fmla="*/ 173 w 99517"/>
                <a:gd name="connsiteY5" fmla="*/ 144599 h 144514"/>
                <a:gd name="connsiteX6" fmla="*/ 72549 w 99517"/>
                <a:gd name="connsiteY6" fmla="*/ 144599 h 144514"/>
                <a:gd name="connsiteX7" fmla="*/ 72549 w 99517"/>
                <a:gd name="connsiteY7" fmla="*/ 139886 h 144514"/>
                <a:gd name="connsiteX8" fmla="*/ 46916 w 99517"/>
                <a:gd name="connsiteY8" fmla="*/ 116324 h 144514"/>
                <a:gd name="connsiteX9" fmla="*/ 46916 w 99517"/>
                <a:gd name="connsiteY9" fmla="*/ 45638 h 144514"/>
                <a:gd name="connsiteX10" fmla="*/ 68026 w 99517"/>
                <a:gd name="connsiteY10" fmla="*/ 19876 h 144514"/>
                <a:gd name="connsiteX11" fmla="*/ 75867 w 99517"/>
                <a:gd name="connsiteY11" fmla="*/ 24589 h 144514"/>
                <a:gd name="connsiteX12" fmla="*/ 87929 w 99517"/>
                <a:gd name="connsiteY12" fmla="*/ 30872 h 144514"/>
                <a:gd name="connsiteX13" fmla="*/ 99691 w 99517"/>
                <a:gd name="connsiteY13" fmla="*/ 16735 h 144514"/>
                <a:gd name="connsiteX14" fmla="*/ 83104 w 99517"/>
                <a:gd name="connsiteY14" fmla="*/ 84 h 144514"/>
                <a:gd name="connsiteX15" fmla="*/ 46916 w 99517"/>
                <a:gd name="connsiteY15" fmla="*/ 29615 h 144514"/>
                <a:gd name="connsiteX16" fmla="*/ 46916 w 99517"/>
                <a:gd name="connsiteY16" fmla="*/ 712 h 144514"/>
                <a:gd name="connsiteX17" fmla="*/ 45408 w 99517"/>
                <a:gd name="connsiteY17" fmla="*/ 84 h 144514"/>
                <a:gd name="connsiteX18" fmla="*/ 776 w 99517"/>
                <a:gd name="connsiteY18" fmla="*/ 17049 h 144514"/>
                <a:gd name="connsiteX19" fmla="*/ 776 w 99517"/>
                <a:gd name="connsiteY19" fmla="*/ 2207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517" h="144514">
                  <a:moveTo>
                    <a:pt x="776" y="22075"/>
                  </a:moveTo>
                  <a:cubicBezTo>
                    <a:pt x="4998" y="21133"/>
                    <a:pt x="7712" y="20819"/>
                    <a:pt x="11331" y="20819"/>
                  </a:cubicBezTo>
                  <a:cubicBezTo>
                    <a:pt x="18870" y="20819"/>
                    <a:pt x="21584" y="25845"/>
                    <a:pt x="21584" y="39669"/>
                  </a:cubicBezTo>
                  <a:lnTo>
                    <a:pt x="21584" y="118209"/>
                  </a:lnTo>
                  <a:cubicBezTo>
                    <a:pt x="21584" y="133917"/>
                    <a:pt x="19473" y="136116"/>
                    <a:pt x="173" y="139886"/>
                  </a:cubicBezTo>
                  <a:lnTo>
                    <a:pt x="173" y="144599"/>
                  </a:lnTo>
                  <a:lnTo>
                    <a:pt x="72549" y="144599"/>
                  </a:lnTo>
                  <a:lnTo>
                    <a:pt x="72549" y="139886"/>
                  </a:lnTo>
                  <a:cubicBezTo>
                    <a:pt x="52043" y="138944"/>
                    <a:pt x="46916" y="134231"/>
                    <a:pt x="46916" y="116324"/>
                  </a:cubicBezTo>
                  <a:lnTo>
                    <a:pt x="46916" y="45638"/>
                  </a:lnTo>
                  <a:cubicBezTo>
                    <a:pt x="46916" y="35584"/>
                    <a:pt x="59883" y="19876"/>
                    <a:pt x="68026" y="19876"/>
                  </a:cubicBezTo>
                  <a:cubicBezTo>
                    <a:pt x="69835" y="19876"/>
                    <a:pt x="72549" y="21447"/>
                    <a:pt x="75867" y="24589"/>
                  </a:cubicBezTo>
                  <a:cubicBezTo>
                    <a:pt x="80692" y="28987"/>
                    <a:pt x="84009" y="30872"/>
                    <a:pt x="87929" y="30872"/>
                  </a:cubicBezTo>
                  <a:cubicBezTo>
                    <a:pt x="95167" y="30872"/>
                    <a:pt x="99691" y="25531"/>
                    <a:pt x="99691" y="16735"/>
                  </a:cubicBezTo>
                  <a:cubicBezTo>
                    <a:pt x="99691" y="6367"/>
                    <a:pt x="93358" y="84"/>
                    <a:pt x="83104" y="84"/>
                  </a:cubicBezTo>
                  <a:cubicBezTo>
                    <a:pt x="70438" y="84"/>
                    <a:pt x="61693" y="7310"/>
                    <a:pt x="46916" y="29615"/>
                  </a:cubicBezTo>
                  <a:lnTo>
                    <a:pt x="46916" y="712"/>
                  </a:lnTo>
                  <a:lnTo>
                    <a:pt x="45408" y="84"/>
                  </a:lnTo>
                  <a:cubicBezTo>
                    <a:pt x="29425" y="6996"/>
                    <a:pt x="18568" y="11080"/>
                    <a:pt x="776" y="17049"/>
                  </a:cubicBezTo>
                  <a:lnTo>
                    <a:pt x="776" y="22075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A2446A26-FBFA-DF3A-C3C1-E25E3C3F84F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7897105" y="5076194"/>
              <a:ext cx="33474" cy="147656"/>
            </a:xfrm>
            <a:custGeom>
              <a:avLst/>
              <a:gdLst>
                <a:gd name="connsiteX0" fmla="*/ 16762 w 33474"/>
                <a:gd name="connsiteY0" fmla="*/ 84 h 147656"/>
                <a:gd name="connsiteX1" fmla="*/ 176 w 33474"/>
                <a:gd name="connsiteY1" fmla="*/ 17991 h 147656"/>
                <a:gd name="connsiteX2" fmla="*/ 16461 w 33474"/>
                <a:gd name="connsiteY2" fmla="*/ 34956 h 147656"/>
                <a:gd name="connsiteX3" fmla="*/ 33650 w 33474"/>
                <a:gd name="connsiteY3" fmla="*/ 17991 h 147656"/>
                <a:gd name="connsiteX4" fmla="*/ 16762 w 33474"/>
                <a:gd name="connsiteY4" fmla="*/ 84 h 147656"/>
                <a:gd name="connsiteX5" fmla="*/ 16762 w 33474"/>
                <a:gd name="connsiteY5" fmla="*/ 112868 h 147656"/>
                <a:gd name="connsiteX6" fmla="*/ 176 w 33474"/>
                <a:gd name="connsiteY6" fmla="*/ 130776 h 147656"/>
                <a:gd name="connsiteX7" fmla="*/ 16461 w 33474"/>
                <a:gd name="connsiteY7" fmla="*/ 147740 h 147656"/>
                <a:gd name="connsiteX8" fmla="*/ 33650 w 33474"/>
                <a:gd name="connsiteY8" fmla="*/ 130776 h 147656"/>
                <a:gd name="connsiteX9" fmla="*/ 16762 w 33474"/>
                <a:gd name="connsiteY9" fmla="*/ 112868 h 14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74" h="147656">
                  <a:moveTo>
                    <a:pt x="16762" y="84"/>
                  </a:moveTo>
                  <a:cubicBezTo>
                    <a:pt x="7715" y="84"/>
                    <a:pt x="176" y="8252"/>
                    <a:pt x="176" y="17991"/>
                  </a:cubicBezTo>
                  <a:cubicBezTo>
                    <a:pt x="176" y="27102"/>
                    <a:pt x="7715" y="34956"/>
                    <a:pt x="16461" y="34956"/>
                  </a:cubicBezTo>
                  <a:cubicBezTo>
                    <a:pt x="25809" y="34956"/>
                    <a:pt x="33650" y="27102"/>
                    <a:pt x="33650" y="17991"/>
                  </a:cubicBezTo>
                  <a:cubicBezTo>
                    <a:pt x="33650" y="8252"/>
                    <a:pt x="25809" y="84"/>
                    <a:pt x="16762" y="84"/>
                  </a:cubicBezTo>
                  <a:close/>
                  <a:moveTo>
                    <a:pt x="16762" y="112868"/>
                  </a:moveTo>
                  <a:cubicBezTo>
                    <a:pt x="7715" y="112868"/>
                    <a:pt x="176" y="121037"/>
                    <a:pt x="176" y="130776"/>
                  </a:cubicBezTo>
                  <a:cubicBezTo>
                    <a:pt x="176" y="139886"/>
                    <a:pt x="7715" y="147740"/>
                    <a:pt x="16461" y="147740"/>
                  </a:cubicBezTo>
                  <a:cubicBezTo>
                    <a:pt x="25809" y="147740"/>
                    <a:pt x="33650" y="139886"/>
                    <a:pt x="33650" y="130776"/>
                  </a:cubicBezTo>
                  <a:cubicBezTo>
                    <a:pt x="33650" y="121037"/>
                    <a:pt x="25809" y="112868"/>
                    <a:pt x="16762" y="112868"/>
                  </a:cubicBez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3E31A0EA-DCED-981A-C17E-D06CDB36DF2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020170" y="5015246"/>
              <a:ext cx="181243" cy="205147"/>
            </a:xfrm>
            <a:custGeom>
              <a:avLst/>
              <a:gdLst>
                <a:gd name="connsiteX0" fmla="*/ 175091 w 181243"/>
                <a:gd name="connsiteY0" fmla="*/ 200205 h 205147"/>
                <a:gd name="connsiteX1" fmla="*/ 150061 w 181243"/>
                <a:gd name="connsiteY1" fmla="*/ 177586 h 205147"/>
                <a:gd name="connsiteX2" fmla="*/ 122015 w 181243"/>
                <a:gd name="connsiteY2" fmla="*/ 100616 h 205147"/>
                <a:gd name="connsiteX3" fmla="*/ 166044 w 181243"/>
                <a:gd name="connsiteY3" fmla="*/ 80824 h 205147"/>
                <a:gd name="connsiteX4" fmla="*/ 181424 w 181243"/>
                <a:gd name="connsiteY4" fmla="*/ 45323 h 205147"/>
                <a:gd name="connsiteX5" fmla="*/ 118698 w 181243"/>
                <a:gd name="connsiteY5" fmla="*/ 84 h 205147"/>
                <a:gd name="connsiteX6" fmla="*/ 43909 w 181243"/>
                <a:gd name="connsiteY6" fmla="*/ 84 h 205147"/>
                <a:gd name="connsiteX7" fmla="*/ 43909 w 181243"/>
                <a:gd name="connsiteY7" fmla="*/ 5110 h 205147"/>
                <a:gd name="connsiteX8" fmla="*/ 61098 w 181243"/>
                <a:gd name="connsiteY8" fmla="*/ 9509 h 205147"/>
                <a:gd name="connsiteX9" fmla="*/ 65320 w 181243"/>
                <a:gd name="connsiteY9" fmla="*/ 18305 h 205147"/>
                <a:gd name="connsiteX10" fmla="*/ 61701 w 181243"/>
                <a:gd name="connsiteY10" fmla="*/ 38097 h 205147"/>
                <a:gd name="connsiteX11" fmla="*/ 24608 w 181243"/>
                <a:gd name="connsiteY11" fmla="*/ 176957 h 205147"/>
                <a:gd name="connsiteX12" fmla="*/ 181 w 181243"/>
                <a:gd name="connsiteY12" fmla="*/ 200205 h 205147"/>
                <a:gd name="connsiteX13" fmla="*/ 181 w 181243"/>
                <a:gd name="connsiteY13" fmla="*/ 205232 h 205147"/>
                <a:gd name="connsiteX14" fmla="*/ 73764 w 181243"/>
                <a:gd name="connsiteY14" fmla="*/ 205232 h 205147"/>
                <a:gd name="connsiteX15" fmla="*/ 73764 w 181243"/>
                <a:gd name="connsiteY15" fmla="*/ 200205 h 205147"/>
                <a:gd name="connsiteX16" fmla="*/ 53257 w 181243"/>
                <a:gd name="connsiteY16" fmla="*/ 185754 h 205147"/>
                <a:gd name="connsiteX17" fmla="*/ 56876 w 181243"/>
                <a:gd name="connsiteY17" fmla="*/ 167532 h 205147"/>
                <a:gd name="connsiteX18" fmla="*/ 73764 w 181243"/>
                <a:gd name="connsiteY18" fmla="*/ 101872 h 205147"/>
                <a:gd name="connsiteX19" fmla="*/ 93366 w 181243"/>
                <a:gd name="connsiteY19" fmla="*/ 103443 h 205147"/>
                <a:gd name="connsiteX20" fmla="*/ 130459 w 181243"/>
                <a:gd name="connsiteY20" fmla="*/ 205232 h 205147"/>
                <a:gd name="connsiteX21" fmla="*/ 175091 w 181243"/>
                <a:gd name="connsiteY21" fmla="*/ 205232 h 205147"/>
                <a:gd name="connsiteX22" fmla="*/ 175091 w 181243"/>
                <a:gd name="connsiteY22" fmla="*/ 200205 h 205147"/>
                <a:gd name="connsiteX23" fmla="*/ 96985 w 181243"/>
                <a:gd name="connsiteY23" fmla="*/ 18305 h 205147"/>
                <a:gd name="connsiteX24" fmla="*/ 112365 w 181243"/>
                <a:gd name="connsiteY24" fmla="*/ 9509 h 205147"/>
                <a:gd name="connsiteX25" fmla="*/ 149760 w 181243"/>
                <a:gd name="connsiteY25" fmla="*/ 44695 h 205147"/>
                <a:gd name="connsiteX26" fmla="*/ 92763 w 181243"/>
                <a:gd name="connsiteY26" fmla="*/ 91819 h 205147"/>
                <a:gd name="connsiteX27" fmla="*/ 77383 w 181243"/>
                <a:gd name="connsiteY27" fmla="*/ 90248 h 205147"/>
                <a:gd name="connsiteX28" fmla="*/ 96985 w 181243"/>
                <a:gd name="connsiteY28" fmla="*/ 18305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1243" h="205147">
                  <a:moveTo>
                    <a:pt x="175091" y="200205"/>
                  </a:moveTo>
                  <a:cubicBezTo>
                    <a:pt x="161822" y="199263"/>
                    <a:pt x="155791" y="193922"/>
                    <a:pt x="150061" y="177586"/>
                  </a:cubicBezTo>
                  <a:lnTo>
                    <a:pt x="122015" y="100616"/>
                  </a:lnTo>
                  <a:cubicBezTo>
                    <a:pt x="145236" y="95275"/>
                    <a:pt x="155188" y="90877"/>
                    <a:pt x="166044" y="80824"/>
                  </a:cubicBezTo>
                  <a:cubicBezTo>
                    <a:pt x="175996" y="71713"/>
                    <a:pt x="181424" y="59461"/>
                    <a:pt x="181424" y="45323"/>
                  </a:cubicBezTo>
                  <a:cubicBezTo>
                    <a:pt x="181424" y="16106"/>
                    <a:pt x="159108" y="84"/>
                    <a:pt x="118698" y="84"/>
                  </a:cubicBezTo>
                  <a:lnTo>
                    <a:pt x="43909" y="84"/>
                  </a:lnTo>
                  <a:lnTo>
                    <a:pt x="43909" y="5110"/>
                  </a:lnTo>
                  <a:cubicBezTo>
                    <a:pt x="56575" y="6995"/>
                    <a:pt x="58083" y="7310"/>
                    <a:pt x="61098" y="9509"/>
                  </a:cubicBezTo>
                  <a:cubicBezTo>
                    <a:pt x="63511" y="11080"/>
                    <a:pt x="65320" y="14849"/>
                    <a:pt x="65320" y="18305"/>
                  </a:cubicBezTo>
                  <a:cubicBezTo>
                    <a:pt x="65320" y="22075"/>
                    <a:pt x="63812" y="29615"/>
                    <a:pt x="61701" y="38097"/>
                  </a:cubicBezTo>
                  <a:lnTo>
                    <a:pt x="24608" y="176957"/>
                  </a:lnTo>
                  <a:cubicBezTo>
                    <a:pt x="19180" y="195493"/>
                    <a:pt x="17069" y="197378"/>
                    <a:pt x="181" y="200205"/>
                  </a:cubicBezTo>
                  <a:lnTo>
                    <a:pt x="181" y="205232"/>
                  </a:lnTo>
                  <a:lnTo>
                    <a:pt x="73764" y="205232"/>
                  </a:lnTo>
                  <a:lnTo>
                    <a:pt x="73764" y="200205"/>
                  </a:lnTo>
                  <a:cubicBezTo>
                    <a:pt x="55368" y="197692"/>
                    <a:pt x="53257" y="196121"/>
                    <a:pt x="53257" y="185754"/>
                  </a:cubicBezTo>
                  <a:cubicBezTo>
                    <a:pt x="53257" y="182612"/>
                    <a:pt x="54162" y="178528"/>
                    <a:pt x="56876" y="167532"/>
                  </a:cubicBezTo>
                  <a:lnTo>
                    <a:pt x="73764" y="101872"/>
                  </a:lnTo>
                  <a:lnTo>
                    <a:pt x="93366" y="103443"/>
                  </a:lnTo>
                  <a:lnTo>
                    <a:pt x="130459" y="205232"/>
                  </a:lnTo>
                  <a:lnTo>
                    <a:pt x="175091" y="205232"/>
                  </a:lnTo>
                  <a:lnTo>
                    <a:pt x="175091" y="200205"/>
                  </a:lnTo>
                  <a:close/>
                  <a:moveTo>
                    <a:pt x="96985" y="18305"/>
                  </a:moveTo>
                  <a:cubicBezTo>
                    <a:pt x="98794" y="11708"/>
                    <a:pt x="102715" y="9509"/>
                    <a:pt x="112365" y="9509"/>
                  </a:cubicBezTo>
                  <a:cubicBezTo>
                    <a:pt x="137395" y="9509"/>
                    <a:pt x="149760" y="21447"/>
                    <a:pt x="149760" y="44695"/>
                  </a:cubicBezTo>
                  <a:cubicBezTo>
                    <a:pt x="149760" y="75797"/>
                    <a:pt x="130459" y="91819"/>
                    <a:pt x="92763" y="91819"/>
                  </a:cubicBezTo>
                  <a:cubicBezTo>
                    <a:pt x="87938" y="91819"/>
                    <a:pt x="84621" y="91505"/>
                    <a:pt x="77383" y="90248"/>
                  </a:cubicBezTo>
                  <a:lnTo>
                    <a:pt x="96985" y="18305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937EE3F-A051-C0B6-C64E-BA3E11D5C5D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293193" y="5105097"/>
              <a:ext cx="200543" cy="73513"/>
            </a:xfrm>
            <a:custGeom>
              <a:avLst/>
              <a:gdLst>
                <a:gd name="connsiteX0" fmla="*/ 190480 w 200543"/>
                <a:gd name="connsiteY0" fmla="*/ 12651 h 73513"/>
                <a:gd name="connsiteX1" fmla="*/ 200733 w 200543"/>
                <a:gd name="connsiteY1" fmla="*/ 6367 h 73513"/>
                <a:gd name="connsiteX2" fmla="*/ 190782 w 200543"/>
                <a:gd name="connsiteY2" fmla="*/ 84 h 73513"/>
                <a:gd name="connsiteX3" fmla="*/ 10142 w 200543"/>
                <a:gd name="connsiteY3" fmla="*/ 84 h 73513"/>
                <a:gd name="connsiteX4" fmla="*/ 190 w 200543"/>
                <a:gd name="connsiteY4" fmla="*/ 6367 h 73513"/>
                <a:gd name="connsiteX5" fmla="*/ 10443 w 200543"/>
                <a:gd name="connsiteY5" fmla="*/ 12651 h 73513"/>
                <a:gd name="connsiteX6" fmla="*/ 190480 w 200543"/>
                <a:gd name="connsiteY6" fmla="*/ 12651 h 73513"/>
                <a:gd name="connsiteX7" fmla="*/ 190782 w 200543"/>
                <a:gd name="connsiteY7" fmla="*/ 73598 h 73513"/>
                <a:gd name="connsiteX8" fmla="*/ 200733 w 200543"/>
                <a:gd name="connsiteY8" fmla="*/ 67315 h 73513"/>
                <a:gd name="connsiteX9" fmla="*/ 190480 w 200543"/>
                <a:gd name="connsiteY9" fmla="*/ 61032 h 73513"/>
                <a:gd name="connsiteX10" fmla="*/ 10443 w 200543"/>
                <a:gd name="connsiteY10" fmla="*/ 61032 h 73513"/>
                <a:gd name="connsiteX11" fmla="*/ 190 w 200543"/>
                <a:gd name="connsiteY11" fmla="*/ 67315 h 73513"/>
                <a:gd name="connsiteX12" fmla="*/ 10142 w 200543"/>
                <a:gd name="connsiteY12" fmla="*/ 73598 h 73513"/>
                <a:gd name="connsiteX13" fmla="*/ 190782 w 200543"/>
                <a:gd name="connsiteY13" fmla="*/ 73598 h 73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543" h="73513">
                  <a:moveTo>
                    <a:pt x="190480" y="12651"/>
                  </a:moveTo>
                  <a:cubicBezTo>
                    <a:pt x="195004" y="12651"/>
                    <a:pt x="200733" y="12651"/>
                    <a:pt x="200733" y="6367"/>
                  </a:cubicBezTo>
                  <a:cubicBezTo>
                    <a:pt x="200733" y="84"/>
                    <a:pt x="195004" y="84"/>
                    <a:pt x="190782" y="84"/>
                  </a:cubicBezTo>
                  <a:lnTo>
                    <a:pt x="10142" y="84"/>
                  </a:lnTo>
                  <a:cubicBezTo>
                    <a:pt x="5920" y="84"/>
                    <a:pt x="190" y="84"/>
                    <a:pt x="190" y="6367"/>
                  </a:cubicBezTo>
                  <a:cubicBezTo>
                    <a:pt x="190" y="12651"/>
                    <a:pt x="5920" y="12651"/>
                    <a:pt x="10443" y="12651"/>
                  </a:cubicBezTo>
                  <a:lnTo>
                    <a:pt x="190480" y="12651"/>
                  </a:lnTo>
                  <a:close/>
                  <a:moveTo>
                    <a:pt x="190782" y="73598"/>
                  </a:moveTo>
                  <a:cubicBezTo>
                    <a:pt x="195004" y="73598"/>
                    <a:pt x="200733" y="73598"/>
                    <a:pt x="200733" y="67315"/>
                  </a:cubicBezTo>
                  <a:cubicBezTo>
                    <a:pt x="200733" y="61032"/>
                    <a:pt x="195004" y="61032"/>
                    <a:pt x="190480" y="61032"/>
                  </a:cubicBezTo>
                  <a:lnTo>
                    <a:pt x="10443" y="61032"/>
                  </a:lnTo>
                  <a:cubicBezTo>
                    <a:pt x="5920" y="61032"/>
                    <a:pt x="190" y="61032"/>
                    <a:pt x="190" y="67315"/>
                  </a:cubicBezTo>
                  <a:cubicBezTo>
                    <a:pt x="190" y="73598"/>
                    <a:pt x="5920" y="73598"/>
                    <a:pt x="10142" y="73598"/>
                  </a:cubicBezTo>
                  <a:lnTo>
                    <a:pt x="190782" y="73598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5259F889-7179-B0BB-D7C0-6A1B1F80437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584844" y="4947522"/>
              <a:ext cx="295729" cy="395841"/>
            </a:xfrm>
            <a:custGeom>
              <a:avLst/>
              <a:gdLst>
                <a:gd name="connsiteX0" fmla="*/ 70550 w 295729"/>
                <a:gd name="connsiteY0" fmla="*/ 18633 h 395841"/>
                <a:gd name="connsiteX1" fmla="*/ 186931 w 295729"/>
                <a:gd name="connsiteY1" fmla="*/ 18633 h 395841"/>
                <a:gd name="connsiteX2" fmla="*/ 257280 w 295729"/>
                <a:gd name="connsiteY2" fmla="*/ 74730 h 395841"/>
                <a:gd name="connsiteX3" fmla="*/ 268571 w 295729"/>
                <a:gd name="connsiteY3" fmla="*/ 74730 h 395841"/>
                <a:gd name="connsiteX4" fmla="*/ 264229 w 295729"/>
                <a:gd name="connsiteY4" fmla="*/ 85 h 395841"/>
                <a:gd name="connsiteX5" fmla="*/ 4109 w 295729"/>
                <a:gd name="connsiteY5" fmla="*/ 85 h 395841"/>
                <a:gd name="connsiteX6" fmla="*/ 105290 w 295729"/>
                <a:gd name="connsiteY6" fmla="*/ 211352 h 395841"/>
                <a:gd name="connsiteX7" fmla="*/ 200 w 295729"/>
                <a:gd name="connsiteY7" fmla="*/ 395927 h 395841"/>
                <a:gd name="connsiteX8" fmla="*/ 272479 w 295729"/>
                <a:gd name="connsiteY8" fmla="*/ 395927 h 395841"/>
                <a:gd name="connsiteX9" fmla="*/ 295929 w 295729"/>
                <a:gd name="connsiteY9" fmla="*/ 300925 h 395841"/>
                <a:gd name="connsiteX10" fmla="*/ 284639 w 295729"/>
                <a:gd name="connsiteY10" fmla="*/ 300925 h 395841"/>
                <a:gd name="connsiteX11" fmla="*/ 207341 w 295729"/>
                <a:gd name="connsiteY11" fmla="*/ 345260 h 395841"/>
                <a:gd name="connsiteX12" fmla="*/ 64905 w 295729"/>
                <a:gd name="connsiteY12" fmla="*/ 345260 h 395841"/>
                <a:gd name="connsiteX13" fmla="*/ 152190 w 295729"/>
                <a:gd name="connsiteY13" fmla="*/ 186018 h 395841"/>
                <a:gd name="connsiteX14" fmla="*/ 70550 w 295729"/>
                <a:gd name="connsiteY14" fmla="*/ 18633 h 39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729" h="395841">
                  <a:moveTo>
                    <a:pt x="70550" y="18633"/>
                  </a:moveTo>
                  <a:lnTo>
                    <a:pt x="186931" y="18633"/>
                  </a:lnTo>
                  <a:cubicBezTo>
                    <a:pt x="236870" y="18633"/>
                    <a:pt x="249898" y="29038"/>
                    <a:pt x="257280" y="74730"/>
                  </a:cubicBezTo>
                  <a:lnTo>
                    <a:pt x="268571" y="74730"/>
                  </a:lnTo>
                  <a:lnTo>
                    <a:pt x="264229" y="85"/>
                  </a:lnTo>
                  <a:lnTo>
                    <a:pt x="4109" y="85"/>
                  </a:lnTo>
                  <a:lnTo>
                    <a:pt x="105290" y="211352"/>
                  </a:lnTo>
                  <a:lnTo>
                    <a:pt x="200" y="395927"/>
                  </a:lnTo>
                  <a:lnTo>
                    <a:pt x="272479" y="395927"/>
                  </a:lnTo>
                  <a:lnTo>
                    <a:pt x="295929" y="300925"/>
                  </a:lnTo>
                  <a:lnTo>
                    <a:pt x="284639" y="300925"/>
                  </a:lnTo>
                  <a:cubicBezTo>
                    <a:pt x="270742" y="337569"/>
                    <a:pt x="257715" y="345260"/>
                    <a:pt x="207341" y="345260"/>
                  </a:cubicBezTo>
                  <a:lnTo>
                    <a:pt x="64905" y="345260"/>
                  </a:lnTo>
                  <a:lnTo>
                    <a:pt x="152190" y="186018"/>
                  </a:lnTo>
                  <a:lnTo>
                    <a:pt x="70550" y="18633"/>
                  </a:lnTo>
                  <a:close/>
                </a:path>
              </a:pathLst>
            </a:custGeom>
            <a:grpFill/>
            <a:ln w="437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49ED0D7F-2FB3-A880-92F8-879B3F147AE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919187" y="4984772"/>
              <a:ext cx="69964" cy="314162"/>
            </a:xfrm>
            <a:custGeom>
              <a:avLst/>
              <a:gdLst>
                <a:gd name="connsiteX0" fmla="*/ 70174 w 69964"/>
                <a:gd name="connsiteY0" fmla="*/ 311105 h 314162"/>
                <a:gd name="connsiteX1" fmla="*/ 65047 w 69964"/>
                <a:gd name="connsiteY1" fmla="*/ 304193 h 314162"/>
                <a:gd name="connsiteX2" fmla="*/ 17701 w 69964"/>
                <a:gd name="connsiteY2" fmla="*/ 157165 h 314162"/>
                <a:gd name="connsiteX3" fmla="*/ 66253 w 69964"/>
                <a:gd name="connsiteY3" fmla="*/ 8566 h 314162"/>
                <a:gd name="connsiteX4" fmla="*/ 70174 w 69964"/>
                <a:gd name="connsiteY4" fmla="*/ 3226 h 314162"/>
                <a:gd name="connsiteX5" fmla="*/ 67158 w 69964"/>
                <a:gd name="connsiteY5" fmla="*/ 84 h 314162"/>
                <a:gd name="connsiteX6" fmla="*/ 19208 w 69964"/>
                <a:gd name="connsiteY6" fmla="*/ 61346 h 314162"/>
                <a:gd name="connsiteX7" fmla="*/ 210 w 69964"/>
                <a:gd name="connsiteY7" fmla="*/ 157165 h 314162"/>
                <a:gd name="connsiteX8" fmla="*/ 20113 w 69964"/>
                <a:gd name="connsiteY8" fmla="*/ 255184 h 314162"/>
                <a:gd name="connsiteX9" fmla="*/ 67158 w 69964"/>
                <a:gd name="connsiteY9" fmla="*/ 314246 h 314162"/>
                <a:gd name="connsiteX10" fmla="*/ 70174 w 69964"/>
                <a:gd name="connsiteY10" fmla="*/ 311105 h 314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964" h="314162">
                  <a:moveTo>
                    <a:pt x="70174" y="311105"/>
                  </a:moveTo>
                  <a:cubicBezTo>
                    <a:pt x="70174" y="310162"/>
                    <a:pt x="70174" y="309534"/>
                    <a:pt x="65047" y="304193"/>
                  </a:cubicBezTo>
                  <a:cubicBezTo>
                    <a:pt x="27351" y="264609"/>
                    <a:pt x="17701" y="205232"/>
                    <a:pt x="17701" y="157165"/>
                  </a:cubicBezTo>
                  <a:cubicBezTo>
                    <a:pt x="17701" y="102501"/>
                    <a:pt x="29160" y="47837"/>
                    <a:pt x="66253" y="8566"/>
                  </a:cubicBezTo>
                  <a:cubicBezTo>
                    <a:pt x="70174" y="4796"/>
                    <a:pt x="70174" y="4168"/>
                    <a:pt x="70174" y="3226"/>
                  </a:cubicBezTo>
                  <a:cubicBezTo>
                    <a:pt x="70174" y="1027"/>
                    <a:pt x="68967" y="84"/>
                    <a:pt x="67158" y="84"/>
                  </a:cubicBezTo>
                  <a:cubicBezTo>
                    <a:pt x="64142" y="84"/>
                    <a:pt x="37001" y="21447"/>
                    <a:pt x="19208" y="61346"/>
                  </a:cubicBezTo>
                  <a:cubicBezTo>
                    <a:pt x="3828" y="95904"/>
                    <a:pt x="210" y="130776"/>
                    <a:pt x="210" y="157165"/>
                  </a:cubicBezTo>
                  <a:cubicBezTo>
                    <a:pt x="210" y="181670"/>
                    <a:pt x="3527" y="219684"/>
                    <a:pt x="20113" y="255184"/>
                  </a:cubicBezTo>
                  <a:cubicBezTo>
                    <a:pt x="38207" y="293826"/>
                    <a:pt x="64142" y="314246"/>
                    <a:pt x="67158" y="314246"/>
                  </a:cubicBezTo>
                  <a:cubicBezTo>
                    <a:pt x="68967" y="314246"/>
                    <a:pt x="70174" y="313304"/>
                    <a:pt x="70174" y="311105"/>
                  </a:cubicBez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B98BF391-3F7D-C733-820A-4ABA3D38E52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999538" y="5081849"/>
              <a:ext cx="135706" cy="203263"/>
            </a:xfrm>
            <a:custGeom>
              <a:avLst/>
              <a:gdLst>
                <a:gd name="connsiteX0" fmla="*/ 11975 w 135706"/>
                <a:gd name="connsiteY0" fmla="*/ 12965 h 203263"/>
                <a:gd name="connsiteX1" fmla="*/ 21323 w 135706"/>
                <a:gd name="connsiteY1" fmla="*/ 11708 h 203263"/>
                <a:gd name="connsiteX2" fmla="*/ 56908 w 135706"/>
                <a:gd name="connsiteY2" fmla="*/ 73598 h 203263"/>
                <a:gd name="connsiteX3" fmla="*/ 69273 w 135706"/>
                <a:gd name="connsiteY3" fmla="*/ 136117 h 203263"/>
                <a:gd name="connsiteX4" fmla="*/ 62940 w 135706"/>
                <a:gd name="connsiteY4" fmla="*/ 151825 h 203263"/>
                <a:gd name="connsiteX5" fmla="*/ 44242 w 135706"/>
                <a:gd name="connsiteY5" fmla="*/ 176644 h 203263"/>
                <a:gd name="connsiteX6" fmla="*/ 30370 w 135706"/>
                <a:gd name="connsiteY6" fmla="*/ 186068 h 203263"/>
                <a:gd name="connsiteX7" fmla="*/ 23133 w 135706"/>
                <a:gd name="connsiteY7" fmla="*/ 182613 h 203263"/>
                <a:gd name="connsiteX8" fmla="*/ 11975 w 135706"/>
                <a:gd name="connsiteY8" fmla="*/ 177272 h 203263"/>
                <a:gd name="connsiteX9" fmla="*/ 213 w 135706"/>
                <a:gd name="connsiteY9" fmla="*/ 189524 h 203263"/>
                <a:gd name="connsiteX10" fmla="*/ 15593 w 135706"/>
                <a:gd name="connsiteY10" fmla="*/ 203347 h 203263"/>
                <a:gd name="connsiteX11" fmla="*/ 106969 w 135706"/>
                <a:gd name="connsiteY11" fmla="*/ 94019 h 203263"/>
                <a:gd name="connsiteX12" fmla="*/ 135920 w 135706"/>
                <a:gd name="connsiteY12" fmla="*/ 17363 h 203263"/>
                <a:gd name="connsiteX13" fmla="*/ 119333 w 135706"/>
                <a:gd name="connsiteY13" fmla="*/ 84 h 203263"/>
                <a:gd name="connsiteX14" fmla="*/ 107572 w 135706"/>
                <a:gd name="connsiteY14" fmla="*/ 11708 h 203263"/>
                <a:gd name="connsiteX15" fmla="*/ 116016 w 135706"/>
                <a:gd name="connsiteY15" fmla="*/ 23961 h 203263"/>
                <a:gd name="connsiteX16" fmla="*/ 123857 w 135706"/>
                <a:gd name="connsiteY16" fmla="*/ 34642 h 203263"/>
                <a:gd name="connsiteX17" fmla="*/ 87065 w 135706"/>
                <a:gd name="connsiteY17" fmla="*/ 116010 h 203263"/>
                <a:gd name="connsiteX18" fmla="*/ 81034 w 135706"/>
                <a:gd name="connsiteY18" fmla="*/ 79567 h 203263"/>
                <a:gd name="connsiteX19" fmla="*/ 55099 w 135706"/>
                <a:gd name="connsiteY19" fmla="*/ 84 h 203263"/>
                <a:gd name="connsiteX20" fmla="*/ 53893 w 135706"/>
                <a:gd name="connsiteY20" fmla="*/ 84 h 203263"/>
                <a:gd name="connsiteX21" fmla="*/ 51179 w 135706"/>
                <a:gd name="connsiteY21" fmla="*/ 399 h 203263"/>
                <a:gd name="connsiteX22" fmla="*/ 21625 w 135706"/>
                <a:gd name="connsiteY22" fmla="*/ 5739 h 203263"/>
                <a:gd name="connsiteX23" fmla="*/ 11975 w 135706"/>
                <a:gd name="connsiteY23" fmla="*/ 7624 h 203263"/>
                <a:gd name="connsiteX24" fmla="*/ 11975 w 135706"/>
                <a:gd name="connsiteY24" fmla="*/ 12965 h 20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706" h="203263">
                  <a:moveTo>
                    <a:pt x="11975" y="12965"/>
                  </a:moveTo>
                  <a:cubicBezTo>
                    <a:pt x="15895" y="12023"/>
                    <a:pt x="18006" y="11708"/>
                    <a:pt x="21323" y="11708"/>
                  </a:cubicBezTo>
                  <a:cubicBezTo>
                    <a:pt x="38513" y="11708"/>
                    <a:pt x="43036" y="19562"/>
                    <a:pt x="56908" y="73598"/>
                  </a:cubicBezTo>
                  <a:cubicBezTo>
                    <a:pt x="62035" y="94019"/>
                    <a:pt x="69273" y="130776"/>
                    <a:pt x="69273" y="136117"/>
                  </a:cubicBezTo>
                  <a:cubicBezTo>
                    <a:pt x="69273" y="141143"/>
                    <a:pt x="67463" y="146170"/>
                    <a:pt x="62940" y="151825"/>
                  </a:cubicBezTo>
                  <a:cubicBezTo>
                    <a:pt x="53591" y="164705"/>
                    <a:pt x="47560" y="172874"/>
                    <a:pt x="44242" y="176644"/>
                  </a:cubicBezTo>
                  <a:cubicBezTo>
                    <a:pt x="37910" y="183555"/>
                    <a:pt x="34291" y="186068"/>
                    <a:pt x="30370" y="186068"/>
                  </a:cubicBezTo>
                  <a:cubicBezTo>
                    <a:pt x="28561" y="186068"/>
                    <a:pt x="26450" y="185126"/>
                    <a:pt x="23133" y="182613"/>
                  </a:cubicBezTo>
                  <a:cubicBezTo>
                    <a:pt x="18609" y="178843"/>
                    <a:pt x="15292" y="177272"/>
                    <a:pt x="11975" y="177272"/>
                  </a:cubicBezTo>
                  <a:cubicBezTo>
                    <a:pt x="5340" y="177272"/>
                    <a:pt x="213" y="182613"/>
                    <a:pt x="213" y="189524"/>
                  </a:cubicBezTo>
                  <a:cubicBezTo>
                    <a:pt x="213" y="197378"/>
                    <a:pt x="6848" y="203347"/>
                    <a:pt x="15593" y="203347"/>
                  </a:cubicBezTo>
                  <a:cubicBezTo>
                    <a:pt x="34894" y="203347"/>
                    <a:pt x="74399" y="156223"/>
                    <a:pt x="106969" y="94019"/>
                  </a:cubicBezTo>
                  <a:cubicBezTo>
                    <a:pt x="127476" y="55377"/>
                    <a:pt x="135920" y="32757"/>
                    <a:pt x="135920" y="17363"/>
                  </a:cubicBezTo>
                  <a:cubicBezTo>
                    <a:pt x="135920" y="7938"/>
                    <a:pt x="128380" y="84"/>
                    <a:pt x="119333" y="84"/>
                  </a:cubicBezTo>
                  <a:cubicBezTo>
                    <a:pt x="112397" y="84"/>
                    <a:pt x="107572" y="4797"/>
                    <a:pt x="107572" y="11708"/>
                  </a:cubicBezTo>
                  <a:cubicBezTo>
                    <a:pt x="107572" y="16421"/>
                    <a:pt x="109985" y="19877"/>
                    <a:pt x="116016" y="23961"/>
                  </a:cubicBezTo>
                  <a:cubicBezTo>
                    <a:pt x="121746" y="27417"/>
                    <a:pt x="123857" y="30244"/>
                    <a:pt x="123857" y="34642"/>
                  </a:cubicBezTo>
                  <a:cubicBezTo>
                    <a:pt x="123857" y="47209"/>
                    <a:pt x="112699" y="71713"/>
                    <a:pt x="87065" y="116010"/>
                  </a:cubicBezTo>
                  <a:lnTo>
                    <a:pt x="81034" y="79567"/>
                  </a:lnTo>
                  <a:cubicBezTo>
                    <a:pt x="76510" y="51921"/>
                    <a:pt x="59622" y="84"/>
                    <a:pt x="55099" y="84"/>
                  </a:cubicBezTo>
                  <a:lnTo>
                    <a:pt x="53893" y="84"/>
                  </a:lnTo>
                  <a:cubicBezTo>
                    <a:pt x="53591" y="399"/>
                    <a:pt x="52385" y="399"/>
                    <a:pt x="51179" y="399"/>
                  </a:cubicBezTo>
                  <a:cubicBezTo>
                    <a:pt x="48464" y="713"/>
                    <a:pt x="37608" y="2598"/>
                    <a:pt x="21625" y="5739"/>
                  </a:cubicBezTo>
                  <a:cubicBezTo>
                    <a:pt x="20117" y="6053"/>
                    <a:pt x="16197" y="6996"/>
                    <a:pt x="11975" y="7624"/>
                  </a:cubicBezTo>
                  <a:lnTo>
                    <a:pt x="11975" y="12965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B2D54F43-C1AD-A61F-776B-B8AD0DA17BA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152108" y="5115653"/>
              <a:ext cx="47979" cy="154599"/>
            </a:xfrm>
            <a:custGeom>
              <a:avLst/>
              <a:gdLst>
                <a:gd name="connsiteX0" fmla="*/ 38824 w 47979"/>
                <a:gd name="connsiteY0" fmla="*/ 125625 h 154599"/>
                <a:gd name="connsiteX1" fmla="*/ 29675 w 47979"/>
                <a:gd name="connsiteY1" fmla="*/ 137482 h 154599"/>
                <a:gd name="connsiteX2" fmla="*/ 20525 w 47979"/>
                <a:gd name="connsiteY2" fmla="*/ 143759 h 154599"/>
                <a:gd name="connsiteX3" fmla="*/ 16954 w 47979"/>
                <a:gd name="connsiteY3" fmla="*/ 140272 h 154599"/>
                <a:gd name="connsiteX4" fmla="*/ 19186 w 47979"/>
                <a:gd name="connsiteY4" fmla="*/ 130043 h 154599"/>
                <a:gd name="connsiteX5" fmla="*/ 20302 w 47979"/>
                <a:gd name="connsiteY5" fmla="*/ 125858 h 154599"/>
                <a:gd name="connsiteX6" fmla="*/ 20302 w 47979"/>
                <a:gd name="connsiteY6" fmla="*/ 125393 h 154599"/>
                <a:gd name="connsiteX7" fmla="*/ 20525 w 47979"/>
                <a:gd name="connsiteY7" fmla="*/ 124928 h 154599"/>
                <a:gd name="connsiteX8" fmla="*/ 40163 w 47979"/>
                <a:gd name="connsiteY8" fmla="*/ 50069 h 154599"/>
                <a:gd name="connsiteX9" fmla="*/ 39494 w 47979"/>
                <a:gd name="connsiteY9" fmla="*/ 49604 h 154599"/>
                <a:gd name="connsiteX10" fmla="*/ 3788 w 47979"/>
                <a:gd name="connsiteY10" fmla="*/ 55416 h 154599"/>
                <a:gd name="connsiteX11" fmla="*/ 3788 w 47979"/>
                <a:gd name="connsiteY11" fmla="*/ 59136 h 154599"/>
                <a:gd name="connsiteX12" fmla="*/ 17847 w 47979"/>
                <a:gd name="connsiteY12" fmla="*/ 64716 h 154599"/>
                <a:gd name="connsiteX13" fmla="*/ 15839 w 47979"/>
                <a:gd name="connsiteY13" fmla="*/ 74945 h 154599"/>
                <a:gd name="connsiteX14" fmla="*/ 5127 w 47979"/>
                <a:gd name="connsiteY14" fmla="*/ 116094 h 154599"/>
                <a:gd name="connsiteX15" fmla="*/ 217 w 47979"/>
                <a:gd name="connsiteY15" fmla="*/ 141434 h 154599"/>
                <a:gd name="connsiteX16" fmla="*/ 10483 w 47979"/>
                <a:gd name="connsiteY16" fmla="*/ 154685 h 154599"/>
                <a:gd name="connsiteX17" fmla="*/ 41725 w 47979"/>
                <a:gd name="connsiteY17" fmla="*/ 128183 h 154599"/>
                <a:gd name="connsiteX18" fmla="*/ 38824 w 47979"/>
                <a:gd name="connsiteY18" fmla="*/ 125625 h 154599"/>
                <a:gd name="connsiteX19" fmla="*/ 37039 w 47979"/>
                <a:gd name="connsiteY19" fmla="*/ 86 h 154599"/>
                <a:gd name="connsiteX20" fmla="*/ 26550 w 47979"/>
                <a:gd name="connsiteY20" fmla="*/ 12408 h 154599"/>
                <a:gd name="connsiteX21" fmla="*/ 37262 w 47979"/>
                <a:gd name="connsiteY21" fmla="*/ 24729 h 154599"/>
                <a:gd name="connsiteX22" fmla="*/ 48197 w 47979"/>
                <a:gd name="connsiteY22" fmla="*/ 12873 h 154599"/>
                <a:gd name="connsiteX23" fmla="*/ 37039 w 47979"/>
                <a:gd name="connsiteY23" fmla="*/ 86 h 154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979" h="154599">
                  <a:moveTo>
                    <a:pt x="38824" y="125625"/>
                  </a:moveTo>
                  <a:cubicBezTo>
                    <a:pt x="33468" y="133065"/>
                    <a:pt x="31906" y="134925"/>
                    <a:pt x="29675" y="137482"/>
                  </a:cubicBezTo>
                  <a:cubicBezTo>
                    <a:pt x="25881" y="141434"/>
                    <a:pt x="22533" y="143759"/>
                    <a:pt x="20525" y="143759"/>
                  </a:cubicBezTo>
                  <a:cubicBezTo>
                    <a:pt x="18740" y="143759"/>
                    <a:pt x="16954" y="141899"/>
                    <a:pt x="16954" y="140272"/>
                  </a:cubicBezTo>
                  <a:cubicBezTo>
                    <a:pt x="16954" y="137947"/>
                    <a:pt x="17624" y="134460"/>
                    <a:pt x="19186" y="130043"/>
                  </a:cubicBezTo>
                  <a:cubicBezTo>
                    <a:pt x="19186" y="129345"/>
                    <a:pt x="19855" y="127718"/>
                    <a:pt x="20302" y="125858"/>
                  </a:cubicBezTo>
                  <a:lnTo>
                    <a:pt x="20302" y="125393"/>
                  </a:lnTo>
                  <a:lnTo>
                    <a:pt x="20525" y="124928"/>
                  </a:lnTo>
                  <a:lnTo>
                    <a:pt x="40163" y="50069"/>
                  </a:lnTo>
                  <a:lnTo>
                    <a:pt x="39494" y="49604"/>
                  </a:lnTo>
                  <a:cubicBezTo>
                    <a:pt x="16954" y="54022"/>
                    <a:pt x="12491" y="54719"/>
                    <a:pt x="3788" y="55416"/>
                  </a:cubicBezTo>
                  <a:lnTo>
                    <a:pt x="3788" y="59136"/>
                  </a:lnTo>
                  <a:cubicBezTo>
                    <a:pt x="15615" y="59369"/>
                    <a:pt x="17847" y="60066"/>
                    <a:pt x="17847" y="64716"/>
                  </a:cubicBezTo>
                  <a:cubicBezTo>
                    <a:pt x="17847" y="66575"/>
                    <a:pt x="17178" y="70295"/>
                    <a:pt x="15839" y="74945"/>
                  </a:cubicBezTo>
                  <a:lnTo>
                    <a:pt x="5127" y="116094"/>
                  </a:lnTo>
                  <a:cubicBezTo>
                    <a:pt x="1556" y="129578"/>
                    <a:pt x="217" y="136784"/>
                    <a:pt x="217" y="141434"/>
                  </a:cubicBezTo>
                  <a:cubicBezTo>
                    <a:pt x="217" y="150036"/>
                    <a:pt x="3788" y="154685"/>
                    <a:pt x="10483" y="154685"/>
                  </a:cubicBezTo>
                  <a:cubicBezTo>
                    <a:pt x="20748" y="154685"/>
                    <a:pt x="29005" y="147711"/>
                    <a:pt x="41725" y="128183"/>
                  </a:cubicBezTo>
                  <a:lnTo>
                    <a:pt x="38824" y="125625"/>
                  </a:lnTo>
                  <a:close/>
                  <a:moveTo>
                    <a:pt x="37039" y="86"/>
                  </a:moveTo>
                  <a:cubicBezTo>
                    <a:pt x="31014" y="86"/>
                    <a:pt x="26550" y="5433"/>
                    <a:pt x="26550" y="12408"/>
                  </a:cubicBezTo>
                  <a:cubicBezTo>
                    <a:pt x="26550" y="19847"/>
                    <a:pt x="30790" y="24729"/>
                    <a:pt x="37262" y="24729"/>
                  </a:cubicBezTo>
                  <a:cubicBezTo>
                    <a:pt x="43064" y="24729"/>
                    <a:pt x="48197" y="19382"/>
                    <a:pt x="48197" y="12873"/>
                  </a:cubicBezTo>
                  <a:cubicBezTo>
                    <a:pt x="48197" y="6131"/>
                    <a:pt x="43064" y="86"/>
                    <a:pt x="37039" y="86"/>
                  </a:cubicBezTo>
                  <a:close/>
                </a:path>
              </a:pathLst>
            </a:custGeom>
            <a:grpFill/>
            <a:ln w="303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DEFEDAE-A326-C73C-3255-AE900A0C8E8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285648" y="5135570"/>
              <a:ext cx="184258" cy="12566"/>
            </a:xfrm>
            <a:custGeom>
              <a:avLst/>
              <a:gdLst>
                <a:gd name="connsiteX0" fmla="*/ 173926 w 184258"/>
                <a:gd name="connsiteY0" fmla="*/ 12651 h 12566"/>
                <a:gd name="connsiteX1" fmla="*/ 184481 w 184258"/>
                <a:gd name="connsiteY1" fmla="*/ 6367 h 12566"/>
                <a:gd name="connsiteX2" fmla="*/ 173926 w 184258"/>
                <a:gd name="connsiteY2" fmla="*/ 84 h 12566"/>
                <a:gd name="connsiteX3" fmla="*/ 10777 w 184258"/>
                <a:gd name="connsiteY3" fmla="*/ 84 h 12566"/>
                <a:gd name="connsiteX4" fmla="*/ 222 w 184258"/>
                <a:gd name="connsiteY4" fmla="*/ 6367 h 12566"/>
                <a:gd name="connsiteX5" fmla="*/ 10777 w 184258"/>
                <a:gd name="connsiteY5" fmla="*/ 12651 h 12566"/>
                <a:gd name="connsiteX6" fmla="*/ 173926 w 184258"/>
                <a:gd name="connsiteY6" fmla="*/ 12651 h 1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258" h="12566">
                  <a:moveTo>
                    <a:pt x="173926" y="12651"/>
                  </a:moveTo>
                  <a:cubicBezTo>
                    <a:pt x="179053" y="12651"/>
                    <a:pt x="184481" y="12651"/>
                    <a:pt x="184481" y="6367"/>
                  </a:cubicBezTo>
                  <a:cubicBezTo>
                    <a:pt x="184481" y="84"/>
                    <a:pt x="179053" y="84"/>
                    <a:pt x="173926" y="84"/>
                  </a:cubicBezTo>
                  <a:lnTo>
                    <a:pt x="10777" y="84"/>
                  </a:lnTo>
                  <a:cubicBezTo>
                    <a:pt x="5650" y="84"/>
                    <a:pt x="222" y="84"/>
                    <a:pt x="222" y="6367"/>
                  </a:cubicBezTo>
                  <a:cubicBezTo>
                    <a:pt x="222" y="12651"/>
                    <a:pt x="5650" y="12651"/>
                    <a:pt x="10777" y="12651"/>
                  </a:cubicBezTo>
                  <a:lnTo>
                    <a:pt x="173926" y="12651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645F9DED-26E9-6E7C-74C2-9EB25ACAF2E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530616" y="5081849"/>
              <a:ext cx="135706" cy="203263"/>
            </a:xfrm>
            <a:custGeom>
              <a:avLst/>
              <a:gdLst>
                <a:gd name="connsiteX0" fmla="*/ 11992 w 135706"/>
                <a:gd name="connsiteY0" fmla="*/ 12965 h 203263"/>
                <a:gd name="connsiteX1" fmla="*/ 21341 w 135706"/>
                <a:gd name="connsiteY1" fmla="*/ 11708 h 203263"/>
                <a:gd name="connsiteX2" fmla="*/ 56926 w 135706"/>
                <a:gd name="connsiteY2" fmla="*/ 73598 h 203263"/>
                <a:gd name="connsiteX3" fmla="*/ 69290 w 135706"/>
                <a:gd name="connsiteY3" fmla="*/ 136117 h 203263"/>
                <a:gd name="connsiteX4" fmla="*/ 62957 w 135706"/>
                <a:gd name="connsiteY4" fmla="*/ 151825 h 203263"/>
                <a:gd name="connsiteX5" fmla="*/ 44260 w 135706"/>
                <a:gd name="connsiteY5" fmla="*/ 176644 h 203263"/>
                <a:gd name="connsiteX6" fmla="*/ 30388 w 135706"/>
                <a:gd name="connsiteY6" fmla="*/ 186068 h 203263"/>
                <a:gd name="connsiteX7" fmla="*/ 23150 w 135706"/>
                <a:gd name="connsiteY7" fmla="*/ 182613 h 203263"/>
                <a:gd name="connsiteX8" fmla="*/ 11992 w 135706"/>
                <a:gd name="connsiteY8" fmla="*/ 177272 h 203263"/>
                <a:gd name="connsiteX9" fmla="*/ 231 w 135706"/>
                <a:gd name="connsiteY9" fmla="*/ 189524 h 203263"/>
                <a:gd name="connsiteX10" fmla="*/ 15611 w 135706"/>
                <a:gd name="connsiteY10" fmla="*/ 203347 h 203263"/>
                <a:gd name="connsiteX11" fmla="*/ 106986 w 135706"/>
                <a:gd name="connsiteY11" fmla="*/ 94019 h 203263"/>
                <a:gd name="connsiteX12" fmla="*/ 135937 w 135706"/>
                <a:gd name="connsiteY12" fmla="*/ 17363 h 203263"/>
                <a:gd name="connsiteX13" fmla="*/ 119351 w 135706"/>
                <a:gd name="connsiteY13" fmla="*/ 84 h 203263"/>
                <a:gd name="connsiteX14" fmla="*/ 107589 w 135706"/>
                <a:gd name="connsiteY14" fmla="*/ 11708 h 203263"/>
                <a:gd name="connsiteX15" fmla="*/ 116033 w 135706"/>
                <a:gd name="connsiteY15" fmla="*/ 23961 h 203263"/>
                <a:gd name="connsiteX16" fmla="*/ 123874 w 135706"/>
                <a:gd name="connsiteY16" fmla="*/ 34642 h 203263"/>
                <a:gd name="connsiteX17" fmla="*/ 87083 w 135706"/>
                <a:gd name="connsiteY17" fmla="*/ 116010 h 203263"/>
                <a:gd name="connsiteX18" fmla="*/ 81051 w 135706"/>
                <a:gd name="connsiteY18" fmla="*/ 79567 h 203263"/>
                <a:gd name="connsiteX19" fmla="*/ 55116 w 135706"/>
                <a:gd name="connsiteY19" fmla="*/ 84 h 203263"/>
                <a:gd name="connsiteX20" fmla="*/ 53910 w 135706"/>
                <a:gd name="connsiteY20" fmla="*/ 84 h 203263"/>
                <a:gd name="connsiteX21" fmla="*/ 51196 w 135706"/>
                <a:gd name="connsiteY21" fmla="*/ 399 h 203263"/>
                <a:gd name="connsiteX22" fmla="*/ 21642 w 135706"/>
                <a:gd name="connsiteY22" fmla="*/ 5739 h 203263"/>
                <a:gd name="connsiteX23" fmla="*/ 11992 w 135706"/>
                <a:gd name="connsiteY23" fmla="*/ 7624 h 203263"/>
                <a:gd name="connsiteX24" fmla="*/ 11992 w 135706"/>
                <a:gd name="connsiteY24" fmla="*/ 12965 h 20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706" h="203263">
                  <a:moveTo>
                    <a:pt x="11992" y="12965"/>
                  </a:moveTo>
                  <a:cubicBezTo>
                    <a:pt x="15912" y="12023"/>
                    <a:pt x="18023" y="11708"/>
                    <a:pt x="21341" y="11708"/>
                  </a:cubicBezTo>
                  <a:cubicBezTo>
                    <a:pt x="38530" y="11708"/>
                    <a:pt x="43054" y="19562"/>
                    <a:pt x="56926" y="73598"/>
                  </a:cubicBezTo>
                  <a:cubicBezTo>
                    <a:pt x="62053" y="94019"/>
                    <a:pt x="69290" y="130776"/>
                    <a:pt x="69290" y="136117"/>
                  </a:cubicBezTo>
                  <a:cubicBezTo>
                    <a:pt x="69290" y="141143"/>
                    <a:pt x="67481" y="146170"/>
                    <a:pt x="62957" y="151825"/>
                  </a:cubicBezTo>
                  <a:cubicBezTo>
                    <a:pt x="53609" y="164705"/>
                    <a:pt x="47577" y="172874"/>
                    <a:pt x="44260" y="176644"/>
                  </a:cubicBezTo>
                  <a:cubicBezTo>
                    <a:pt x="37927" y="183555"/>
                    <a:pt x="34308" y="186068"/>
                    <a:pt x="30388" y="186068"/>
                  </a:cubicBezTo>
                  <a:cubicBezTo>
                    <a:pt x="28578" y="186068"/>
                    <a:pt x="26467" y="185126"/>
                    <a:pt x="23150" y="182613"/>
                  </a:cubicBezTo>
                  <a:cubicBezTo>
                    <a:pt x="18627" y="178843"/>
                    <a:pt x="15309" y="177272"/>
                    <a:pt x="11992" y="177272"/>
                  </a:cubicBezTo>
                  <a:cubicBezTo>
                    <a:pt x="5357" y="177272"/>
                    <a:pt x="231" y="182613"/>
                    <a:pt x="231" y="189524"/>
                  </a:cubicBezTo>
                  <a:cubicBezTo>
                    <a:pt x="231" y="197378"/>
                    <a:pt x="6865" y="203347"/>
                    <a:pt x="15611" y="203347"/>
                  </a:cubicBezTo>
                  <a:cubicBezTo>
                    <a:pt x="34911" y="203347"/>
                    <a:pt x="74417" y="156223"/>
                    <a:pt x="106986" y="94019"/>
                  </a:cubicBezTo>
                  <a:cubicBezTo>
                    <a:pt x="127493" y="55377"/>
                    <a:pt x="135937" y="32757"/>
                    <a:pt x="135937" y="17363"/>
                  </a:cubicBezTo>
                  <a:cubicBezTo>
                    <a:pt x="135937" y="7938"/>
                    <a:pt x="128398" y="84"/>
                    <a:pt x="119351" y="84"/>
                  </a:cubicBezTo>
                  <a:cubicBezTo>
                    <a:pt x="112415" y="84"/>
                    <a:pt x="107589" y="4797"/>
                    <a:pt x="107589" y="11708"/>
                  </a:cubicBezTo>
                  <a:cubicBezTo>
                    <a:pt x="107589" y="16421"/>
                    <a:pt x="110002" y="19877"/>
                    <a:pt x="116033" y="23961"/>
                  </a:cubicBezTo>
                  <a:cubicBezTo>
                    <a:pt x="121763" y="27417"/>
                    <a:pt x="123874" y="30244"/>
                    <a:pt x="123874" y="34642"/>
                  </a:cubicBezTo>
                  <a:cubicBezTo>
                    <a:pt x="123874" y="47209"/>
                    <a:pt x="112716" y="71713"/>
                    <a:pt x="87083" y="116010"/>
                  </a:cubicBezTo>
                  <a:lnTo>
                    <a:pt x="81051" y="79567"/>
                  </a:lnTo>
                  <a:cubicBezTo>
                    <a:pt x="76528" y="51921"/>
                    <a:pt x="59640" y="84"/>
                    <a:pt x="55116" y="84"/>
                  </a:cubicBezTo>
                  <a:lnTo>
                    <a:pt x="53910" y="84"/>
                  </a:lnTo>
                  <a:cubicBezTo>
                    <a:pt x="53609" y="399"/>
                    <a:pt x="52402" y="399"/>
                    <a:pt x="51196" y="399"/>
                  </a:cubicBezTo>
                  <a:cubicBezTo>
                    <a:pt x="48482" y="713"/>
                    <a:pt x="37625" y="2598"/>
                    <a:pt x="21642" y="5739"/>
                  </a:cubicBezTo>
                  <a:cubicBezTo>
                    <a:pt x="20134" y="6053"/>
                    <a:pt x="16214" y="6996"/>
                    <a:pt x="11992" y="7624"/>
                  </a:cubicBezTo>
                  <a:lnTo>
                    <a:pt x="11992" y="12965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E4848C4C-D2D6-FA4E-65A8-C349E1E7A15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673045" y="4905528"/>
              <a:ext cx="127425" cy="205744"/>
            </a:xfrm>
            <a:custGeom>
              <a:avLst/>
              <a:gdLst>
                <a:gd name="connsiteX0" fmla="*/ 40851 w 127425"/>
                <a:gd name="connsiteY0" fmla="*/ 65639 h 205744"/>
                <a:gd name="connsiteX1" fmla="*/ 60936 w 127425"/>
                <a:gd name="connsiteY1" fmla="*/ 65639 h 205744"/>
                <a:gd name="connsiteX2" fmla="*/ 41298 w 127425"/>
                <a:gd name="connsiteY2" fmla="*/ 163281 h 205744"/>
                <a:gd name="connsiteX3" fmla="*/ 19651 w 127425"/>
                <a:gd name="connsiteY3" fmla="*/ 200942 h 205744"/>
                <a:gd name="connsiteX4" fmla="*/ 15188 w 127425"/>
                <a:gd name="connsiteY4" fmla="*/ 197223 h 205744"/>
                <a:gd name="connsiteX5" fmla="*/ 16080 w 127425"/>
                <a:gd name="connsiteY5" fmla="*/ 194666 h 205744"/>
                <a:gd name="connsiteX6" fmla="*/ 17196 w 127425"/>
                <a:gd name="connsiteY6" fmla="*/ 190946 h 205744"/>
                <a:gd name="connsiteX7" fmla="*/ 8493 w 127425"/>
                <a:gd name="connsiteY7" fmla="*/ 182112 h 205744"/>
                <a:gd name="connsiteX8" fmla="*/ 236 w 127425"/>
                <a:gd name="connsiteY8" fmla="*/ 191643 h 205744"/>
                <a:gd name="connsiteX9" fmla="*/ 17866 w 127425"/>
                <a:gd name="connsiteY9" fmla="*/ 205825 h 205744"/>
                <a:gd name="connsiteX10" fmla="*/ 62498 w 127425"/>
                <a:gd name="connsiteY10" fmla="*/ 140033 h 205744"/>
                <a:gd name="connsiteX11" fmla="*/ 78565 w 127425"/>
                <a:gd name="connsiteY11" fmla="*/ 65639 h 205744"/>
                <a:gd name="connsiteX12" fmla="*/ 102890 w 127425"/>
                <a:gd name="connsiteY12" fmla="*/ 65639 h 205744"/>
                <a:gd name="connsiteX13" fmla="*/ 104229 w 127425"/>
                <a:gd name="connsiteY13" fmla="*/ 58200 h 205744"/>
                <a:gd name="connsiteX14" fmla="*/ 80128 w 127425"/>
                <a:gd name="connsiteY14" fmla="*/ 58200 h 205744"/>
                <a:gd name="connsiteX15" fmla="*/ 107353 w 127425"/>
                <a:gd name="connsiteY15" fmla="*/ 5194 h 205744"/>
                <a:gd name="connsiteX16" fmla="*/ 112263 w 127425"/>
                <a:gd name="connsiteY16" fmla="*/ 7984 h 205744"/>
                <a:gd name="connsiteX17" fmla="*/ 111370 w 127425"/>
                <a:gd name="connsiteY17" fmla="*/ 10309 h 205744"/>
                <a:gd name="connsiteX18" fmla="*/ 110031 w 127425"/>
                <a:gd name="connsiteY18" fmla="*/ 15191 h 205744"/>
                <a:gd name="connsiteX19" fmla="*/ 118288 w 127425"/>
                <a:gd name="connsiteY19" fmla="*/ 24490 h 205744"/>
                <a:gd name="connsiteX20" fmla="*/ 127661 w 127425"/>
                <a:gd name="connsiteY20" fmla="*/ 15191 h 205744"/>
                <a:gd name="connsiteX21" fmla="*/ 108469 w 127425"/>
                <a:gd name="connsiteY21" fmla="*/ 80 h 205744"/>
                <a:gd name="connsiteX22" fmla="*/ 80797 w 127425"/>
                <a:gd name="connsiteY22" fmla="*/ 16121 h 205744"/>
                <a:gd name="connsiteX23" fmla="*/ 62944 w 127425"/>
                <a:gd name="connsiteY23" fmla="*/ 58200 h 205744"/>
                <a:gd name="connsiteX24" fmla="*/ 42413 w 127425"/>
                <a:gd name="connsiteY24" fmla="*/ 58200 h 205744"/>
                <a:gd name="connsiteX25" fmla="*/ 40851 w 127425"/>
                <a:gd name="connsiteY25" fmla="*/ 65639 h 20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7425" h="205744">
                  <a:moveTo>
                    <a:pt x="40851" y="65639"/>
                  </a:moveTo>
                  <a:lnTo>
                    <a:pt x="60936" y="65639"/>
                  </a:lnTo>
                  <a:lnTo>
                    <a:pt x="41298" y="163281"/>
                  </a:lnTo>
                  <a:cubicBezTo>
                    <a:pt x="36388" y="188156"/>
                    <a:pt x="29024" y="200942"/>
                    <a:pt x="19651" y="200942"/>
                  </a:cubicBezTo>
                  <a:cubicBezTo>
                    <a:pt x="16973" y="200942"/>
                    <a:pt x="15188" y="199315"/>
                    <a:pt x="15188" y="197223"/>
                  </a:cubicBezTo>
                  <a:cubicBezTo>
                    <a:pt x="15188" y="196525"/>
                    <a:pt x="15411" y="195828"/>
                    <a:pt x="16080" y="194666"/>
                  </a:cubicBezTo>
                  <a:cubicBezTo>
                    <a:pt x="16973" y="193271"/>
                    <a:pt x="17196" y="192341"/>
                    <a:pt x="17196" y="190946"/>
                  </a:cubicBezTo>
                  <a:cubicBezTo>
                    <a:pt x="17196" y="186064"/>
                    <a:pt x="13179" y="182112"/>
                    <a:pt x="8493" y="182112"/>
                  </a:cubicBezTo>
                  <a:cubicBezTo>
                    <a:pt x="3806" y="182112"/>
                    <a:pt x="236" y="186296"/>
                    <a:pt x="236" y="191643"/>
                  </a:cubicBezTo>
                  <a:cubicBezTo>
                    <a:pt x="236" y="199548"/>
                    <a:pt x="8046" y="205825"/>
                    <a:pt x="17866" y="205825"/>
                  </a:cubicBezTo>
                  <a:cubicBezTo>
                    <a:pt x="37727" y="205825"/>
                    <a:pt x="53348" y="182809"/>
                    <a:pt x="62498" y="140033"/>
                  </a:cubicBezTo>
                  <a:lnTo>
                    <a:pt x="78565" y="65639"/>
                  </a:lnTo>
                  <a:lnTo>
                    <a:pt x="102890" y="65639"/>
                  </a:lnTo>
                  <a:lnTo>
                    <a:pt x="104229" y="58200"/>
                  </a:lnTo>
                  <a:lnTo>
                    <a:pt x="80128" y="58200"/>
                  </a:lnTo>
                  <a:cubicBezTo>
                    <a:pt x="86599" y="21700"/>
                    <a:pt x="94856" y="5194"/>
                    <a:pt x="107353" y="5194"/>
                  </a:cubicBezTo>
                  <a:cubicBezTo>
                    <a:pt x="110254" y="5194"/>
                    <a:pt x="112263" y="6357"/>
                    <a:pt x="112263" y="7984"/>
                  </a:cubicBezTo>
                  <a:cubicBezTo>
                    <a:pt x="112263" y="8681"/>
                    <a:pt x="112040" y="9146"/>
                    <a:pt x="111370" y="10309"/>
                  </a:cubicBezTo>
                  <a:cubicBezTo>
                    <a:pt x="110477" y="12401"/>
                    <a:pt x="110031" y="13564"/>
                    <a:pt x="110031" y="15191"/>
                  </a:cubicBezTo>
                  <a:cubicBezTo>
                    <a:pt x="110031" y="20770"/>
                    <a:pt x="113379" y="24490"/>
                    <a:pt x="118288" y="24490"/>
                  </a:cubicBezTo>
                  <a:cubicBezTo>
                    <a:pt x="123421" y="24490"/>
                    <a:pt x="127661" y="20305"/>
                    <a:pt x="127661" y="15191"/>
                  </a:cubicBezTo>
                  <a:cubicBezTo>
                    <a:pt x="127661" y="6589"/>
                    <a:pt x="119404" y="80"/>
                    <a:pt x="108469" y="80"/>
                  </a:cubicBezTo>
                  <a:cubicBezTo>
                    <a:pt x="97534" y="80"/>
                    <a:pt x="88831" y="5194"/>
                    <a:pt x="80797" y="16121"/>
                  </a:cubicBezTo>
                  <a:cubicBezTo>
                    <a:pt x="74102" y="25188"/>
                    <a:pt x="69639" y="35882"/>
                    <a:pt x="62944" y="58200"/>
                  </a:cubicBezTo>
                  <a:lnTo>
                    <a:pt x="42413" y="58200"/>
                  </a:lnTo>
                  <a:lnTo>
                    <a:pt x="40851" y="65639"/>
                  </a:lnTo>
                  <a:close/>
                </a:path>
              </a:pathLst>
            </a:custGeom>
            <a:grpFill/>
            <a:ln w="303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FCBB602C-047B-9BD8-0C35-12630C556D9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683185" y="5161763"/>
              <a:ext cx="47979" cy="154599"/>
            </a:xfrm>
            <a:custGeom>
              <a:avLst/>
              <a:gdLst>
                <a:gd name="connsiteX0" fmla="*/ 38842 w 47979"/>
                <a:gd name="connsiteY0" fmla="*/ 125627 h 154599"/>
                <a:gd name="connsiteX1" fmla="*/ 29692 w 47979"/>
                <a:gd name="connsiteY1" fmla="*/ 137483 h 154599"/>
                <a:gd name="connsiteX2" fmla="*/ 20542 w 47979"/>
                <a:gd name="connsiteY2" fmla="*/ 143760 h 154599"/>
                <a:gd name="connsiteX3" fmla="*/ 16972 w 47979"/>
                <a:gd name="connsiteY3" fmla="*/ 140273 h 154599"/>
                <a:gd name="connsiteX4" fmla="*/ 19203 w 47979"/>
                <a:gd name="connsiteY4" fmla="*/ 130044 h 154599"/>
                <a:gd name="connsiteX5" fmla="*/ 20319 w 47979"/>
                <a:gd name="connsiteY5" fmla="*/ 125859 h 154599"/>
                <a:gd name="connsiteX6" fmla="*/ 20319 w 47979"/>
                <a:gd name="connsiteY6" fmla="*/ 125394 h 154599"/>
                <a:gd name="connsiteX7" fmla="*/ 20542 w 47979"/>
                <a:gd name="connsiteY7" fmla="*/ 124929 h 154599"/>
                <a:gd name="connsiteX8" fmla="*/ 40181 w 47979"/>
                <a:gd name="connsiteY8" fmla="*/ 50071 h 154599"/>
                <a:gd name="connsiteX9" fmla="*/ 39511 w 47979"/>
                <a:gd name="connsiteY9" fmla="*/ 49606 h 154599"/>
                <a:gd name="connsiteX10" fmla="*/ 3805 w 47979"/>
                <a:gd name="connsiteY10" fmla="*/ 55418 h 154599"/>
                <a:gd name="connsiteX11" fmla="*/ 3805 w 47979"/>
                <a:gd name="connsiteY11" fmla="*/ 59138 h 154599"/>
                <a:gd name="connsiteX12" fmla="*/ 17864 w 47979"/>
                <a:gd name="connsiteY12" fmla="*/ 64717 h 154599"/>
                <a:gd name="connsiteX13" fmla="*/ 15856 w 47979"/>
                <a:gd name="connsiteY13" fmla="*/ 74946 h 154599"/>
                <a:gd name="connsiteX14" fmla="*/ 5144 w 47979"/>
                <a:gd name="connsiteY14" fmla="*/ 116095 h 154599"/>
                <a:gd name="connsiteX15" fmla="*/ 235 w 47979"/>
                <a:gd name="connsiteY15" fmla="*/ 141435 h 154599"/>
                <a:gd name="connsiteX16" fmla="*/ 10500 w 47979"/>
                <a:gd name="connsiteY16" fmla="*/ 154687 h 154599"/>
                <a:gd name="connsiteX17" fmla="*/ 41743 w 47979"/>
                <a:gd name="connsiteY17" fmla="*/ 128184 h 154599"/>
                <a:gd name="connsiteX18" fmla="*/ 38842 w 47979"/>
                <a:gd name="connsiteY18" fmla="*/ 125627 h 154599"/>
                <a:gd name="connsiteX19" fmla="*/ 37056 w 47979"/>
                <a:gd name="connsiteY19" fmla="*/ 88 h 154599"/>
                <a:gd name="connsiteX20" fmla="*/ 26568 w 47979"/>
                <a:gd name="connsiteY20" fmla="*/ 12409 h 154599"/>
                <a:gd name="connsiteX21" fmla="*/ 37280 w 47979"/>
                <a:gd name="connsiteY21" fmla="*/ 24731 h 154599"/>
                <a:gd name="connsiteX22" fmla="*/ 48214 w 47979"/>
                <a:gd name="connsiteY22" fmla="*/ 12874 h 154599"/>
                <a:gd name="connsiteX23" fmla="*/ 37056 w 47979"/>
                <a:gd name="connsiteY23" fmla="*/ 88 h 154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979" h="154599">
                  <a:moveTo>
                    <a:pt x="38842" y="125627"/>
                  </a:moveTo>
                  <a:cubicBezTo>
                    <a:pt x="33486" y="133066"/>
                    <a:pt x="31924" y="134926"/>
                    <a:pt x="29692" y="137483"/>
                  </a:cubicBezTo>
                  <a:cubicBezTo>
                    <a:pt x="25898" y="141435"/>
                    <a:pt x="22551" y="143760"/>
                    <a:pt x="20542" y="143760"/>
                  </a:cubicBezTo>
                  <a:cubicBezTo>
                    <a:pt x="18757" y="143760"/>
                    <a:pt x="16972" y="141900"/>
                    <a:pt x="16972" y="140273"/>
                  </a:cubicBezTo>
                  <a:cubicBezTo>
                    <a:pt x="16972" y="137948"/>
                    <a:pt x="17641" y="134461"/>
                    <a:pt x="19203" y="130044"/>
                  </a:cubicBezTo>
                  <a:cubicBezTo>
                    <a:pt x="19203" y="129347"/>
                    <a:pt x="19873" y="127719"/>
                    <a:pt x="20319" y="125859"/>
                  </a:cubicBezTo>
                  <a:lnTo>
                    <a:pt x="20319" y="125394"/>
                  </a:lnTo>
                  <a:lnTo>
                    <a:pt x="20542" y="124929"/>
                  </a:lnTo>
                  <a:lnTo>
                    <a:pt x="40181" y="50071"/>
                  </a:lnTo>
                  <a:lnTo>
                    <a:pt x="39511" y="49606"/>
                  </a:lnTo>
                  <a:cubicBezTo>
                    <a:pt x="16972" y="54023"/>
                    <a:pt x="12509" y="54720"/>
                    <a:pt x="3805" y="55418"/>
                  </a:cubicBezTo>
                  <a:lnTo>
                    <a:pt x="3805" y="59138"/>
                  </a:lnTo>
                  <a:cubicBezTo>
                    <a:pt x="15633" y="59370"/>
                    <a:pt x="17864" y="60067"/>
                    <a:pt x="17864" y="64717"/>
                  </a:cubicBezTo>
                  <a:cubicBezTo>
                    <a:pt x="17864" y="66577"/>
                    <a:pt x="17195" y="70297"/>
                    <a:pt x="15856" y="74946"/>
                  </a:cubicBezTo>
                  <a:lnTo>
                    <a:pt x="5144" y="116095"/>
                  </a:lnTo>
                  <a:cubicBezTo>
                    <a:pt x="1574" y="129579"/>
                    <a:pt x="235" y="136786"/>
                    <a:pt x="235" y="141435"/>
                  </a:cubicBezTo>
                  <a:cubicBezTo>
                    <a:pt x="235" y="150037"/>
                    <a:pt x="3805" y="154687"/>
                    <a:pt x="10500" y="154687"/>
                  </a:cubicBezTo>
                  <a:cubicBezTo>
                    <a:pt x="20766" y="154687"/>
                    <a:pt x="29023" y="147712"/>
                    <a:pt x="41743" y="128184"/>
                  </a:cubicBezTo>
                  <a:lnTo>
                    <a:pt x="38842" y="125627"/>
                  </a:lnTo>
                  <a:close/>
                  <a:moveTo>
                    <a:pt x="37056" y="88"/>
                  </a:moveTo>
                  <a:cubicBezTo>
                    <a:pt x="31031" y="88"/>
                    <a:pt x="26568" y="5435"/>
                    <a:pt x="26568" y="12409"/>
                  </a:cubicBezTo>
                  <a:cubicBezTo>
                    <a:pt x="26568" y="19848"/>
                    <a:pt x="30808" y="24731"/>
                    <a:pt x="37280" y="24731"/>
                  </a:cubicBezTo>
                  <a:cubicBezTo>
                    <a:pt x="43082" y="24731"/>
                    <a:pt x="48214" y="19383"/>
                    <a:pt x="48214" y="12874"/>
                  </a:cubicBezTo>
                  <a:cubicBezTo>
                    <a:pt x="48214" y="6132"/>
                    <a:pt x="43082" y="88"/>
                    <a:pt x="37056" y="88"/>
                  </a:cubicBezTo>
                  <a:close/>
                </a:path>
              </a:pathLst>
            </a:custGeom>
            <a:grpFill/>
            <a:ln w="303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8A0AEEF2-B729-0461-5D1C-F584E7927C0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833146" y="4984772"/>
              <a:ext cx="69964" cy="314162"/>
            </a:xfrm>
            <a:custGeom>
              <a:avLst/>
              <a:gdLst>
                <a:gd name="connsiteX0" fmla="*/ 70204 w 69964"/>
                <a:gd name="connsiteY0" fmla="*/ 157165 h 314162"/>
                <a:gd name="connsiteX1" fmla="*/ 50300 w 69964"/>
                <a:gd name="connsiteY1" fmla="*/ 59147 h 314162"/>
                <a:gd name="connsiteX2" fmla="*/ 3256 w 69964"/>
                <a:gd name="connsiteY2" fmla="*/ 84 h 314162"/>
                <a:gd name="connsiteX3" fmla="*/ 240 w 69964"/>
                <a:gd name="connsiteY3" fmla="*/ 3226 h 314162"/>
                <a:gd name="connsiteX4" fmla="*/ 5970 w 69964"/>
                <a:gd name="connsiteY4" fmla="*/ 10451 h 314162"/>
                <a:gd name="connsiteX5" fmla="*/ 52713 w 69964"/>
                <a:gd name="connsiteY5" fmla="*/ 157165 h 314162"/>
                <a:gd name="connsiteX6" fmla="*/ 4160 w 69964"/>
                <a:gd name="connsiteY6" fmla="*/ 305764 h 314162"/>
                <a:gd name="connsiteX7" fmla="*/ 240 w 69964"/>
                <a:gd name="connsiteY7" fmla="*/ 311105 h 314162"/>
                <a:gd name="connsiteX8" fmla="*/ 3256 w 69964"/>
                <a:gd name="connsiteY8" fmla="*/ 314246 h 314162"/>
                <a:gd name="connsiteX9" fmla="*/ 51205 w 69964"/>
                <a:gd name="connsiteY9" fmla="*/ 252985 h 314162"/>
                <a:gd name="connsiteX10" fmla="*/ 70204 w 69964"/>
                <a:gd name="connsiteY10" fmla="*/ 157165 h 314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964" h="314162">
                  <a:moveTo>
                    <a:pt x="70204" y="157165"/>
                  </a:moveTo>
                  <a:cubicBezTo>
                    <a:pt x="70204" y="132661"/>
                    <a:pt x="66887" y="94647"/>
                    <a:pt x="50300" y="59147"/>
                  </a:cubicBezTo>
                  <a:cubicBezTo>
                    <a:pt x="32206" y="20505"/>
                    <a:pt x="6271" y="84"/>
                    <a:pt x="3256" y="84"/>
                  </a:cubicBezTo>
                  <a:cubicBezTo>
                    <a:pt x="1446" y="84"/>
                    <a:pt x="240" y="1341"/>
                    <a:pt x="240" y="3226"/>
                  </a:cubicBezTo>
                  <a:cubicBezTo>
                    <a:pt x="240" y="4168"/>
                    <a:pt x="240" y="4796"/>
                    <a:pt x="5970" y="10451"/>
                  </a:cubicBezTo>
                  <a:cubicBezTo>
                    <a:pt x="35524" y="41553"/>
                    <a:pt x="52713" y="91505"/>
                    <a:pt x="52713" y="157165"/>
                  </a:cubicBezTo>
                  <a:cubicBezTo>
                    <a:pt x="52713" y="210887"/>
                    <a:pt x="41555" y="266180"/>
                    <a:pt x="4160" y="305764"/>
                  </a:cubicBezTo>
                  <a:cubicBezTo>
                    <a:pt x="240" y="309534"/>
                    <a:pt x="240" y="310162"/>
                    <a:pt x="240" y="311105"/>
                  </a:cubicBezTo>
                  <a:cubicBezTo>
                    <a:pt x="240" y="312990"/>
                    <a:pt x="1446" y="314246"/>
                    <a:pt x="3256" y="314246"/>
                  </a:cubicBezTo>
                  <a:cubicBezTo>
                    <a:pt x="6271" y="314246"/>
                    <a:pt x="33413" y="292883"/>
                    <a:pt x="51205" y="252985"/>
                  </a:cubicBezTo>
                  <a:cubicBezTo>
                    <a:pt x="66585" y="218427"/>
                    <a:pt x="70204" y="183555"/>
                    <a:pt x="70204" y="157165"/>
                  </a:cubicBez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B2477F02-6236-AF9C-3125-D3A5962AD5B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940096" y="4933006"/>
              <a:ext cx="99306" cy="157156"/>
            </a:xfrm>
            <a:custGeom>
              <a:avLst/>
              <a:gdLst>
                <a:gd name="connsiteX0" fmla="*/ 99550 w 99306"/>
                <a:gd name="connsiteY0" fmla="*/ 125387 h 157156"/>
                <a:gd name="connsiteX1" fmla="*/ 96649 w 99306"/>
                <a:gd name="connsiteY1" fmla="*/ 124225 h 157156"/>
                <a:gd name="connsiteX2" fmla="*/ 75449 w 99306"/>
                <a:gd name="connsiteY2" fmla="*/ 139569 h 157156"/>
                <a:gd name="connsiteX3" fmla="*/ 22113 w 99306"/>
                <a:gd name="connsiteY3" fmla="*/ 139569 h 157156"/>
                <a:gd name="connsiteX4" fmla="*/ 59604 w 99306"/>
                <a:gd name="connsiteY4" fmla="*/ 98652 h 157156"/>
                <a:gd name="connsiteX5" fmla="*/ 88169 w 99306"/>
                <a:gd name="connsiteY5" fmla="*/ 41230 h 157156"/>
                <a:gd name="connsiteX6" fmla="*/ 46884 w 99306"/>
                <a:gd name="connsiteY6" fmla="*/ 81 h 157156"/>
                <a:gd name="connsiteX7" fmla="*/ 14749 w 99306"/>
                <a:gd name="connsiteY7" fmla="*/ 14494 h 157156"/>
                <a:gd name="connsiteX8" fmla="*/ 467 w 99306"/>
                <a:gd name="connsiteY8" fmla="*/ 46344 h 157156"/>
                <a:gd name="connsiteX9" fmla="*/ 5153 w 99306"/>
                <a:gd name="connsiteY9" fmla="*/ 47506 h 157156"/>
                <a:gd name="connsiteX10" fmla="*/ 37511 w 99306"/>
                <a:gd name="connsiteY10" fmla="*/ 17284 h 157156"/>
                <a:gd name="connsiteX11" fmla="*/ 68977 w 99306"/>
                <a:gd name="connsiteY11" fmla="*/ 50064 h 157156"/>
                <a:gd name="connsiteX12" fmla="*/ 39966 w 99306"/>
                <a:gd name="connsiteY12" fmla="*/ 110509 h 157156"/>
                <a:gd name="connsiteX13" fmla="*/ 243 w 99306"/>
                <a:gd name="connsiteY13" fmla="*/ 154447 h 157156"/>
                <a:gd name="connsiteX14" fmla="*/ 243 w 99306"/>
                <a:gd name="connsiteY14" fmla="*/ 157237 h 157156"/>
                <a:gd name="connsiteX15" fmla="*/ 87276 w 99306"/>
                <a:gd name="connsiteY15" fmla="*/ 157237 h 157156"/>
                <a:gd name="connsiteX16" fmla="*/ 99550 w 99306"/>
                <a:gd name="connsiteY16" fmla="*/ 125387 h 15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306" h="157156">
                  <a:moveTo>
                    <a:pt x="99550" y="125387"/>
                  </a:moveTo>
                  <a:lnTo>
                    <a:pt x="96649" y="124225"/>
                  </a:lnTo>
                  <a:cubicBezTo>
                    <a:pt x="88392" y="137476"/>
                    <a:pt x="85491" y="139569"/>
                    <a:pt x="75449" y="139569"/>
                  </a:cubicBezTo>
                  <a:lnTo>
                    <a:pt x="22113" y="139569"/>
                  </a:lnTo>
                  <a:lnTo>
                    <a:pt x="59604" y="98652"/>
                  </a:lnTo>
                  <a:cubicBezTo>
                    <a:pt x="79466" y="77031"/>
                    <a:pt x="88169" y="59363"/>
                    <a:pt x="88169" y="41230"/>
                  </a:cubicBezTo>
                  <a:cubicBezTo>
                    <a:pt x="88169" y="17982"/>
                    <a:pt x="70093" y="81"/>
                    <a:pt x="46884" y="81"/>
                  </a:cubicBezTo>
                  <a:cubicBezTo>
                    <a:pt x="34610" y="81"/>
                    <a:pt x="23006" y="5195"/>
                    <a:pt x="14749" y="14494"/>
                  </a:cubicBezTo>
                  <a:cubicBezTo>
                    <a:pt x="7608" y="22399"/>
                    <a:pt x="4260" y="29838"/>
                    <a:pt x="467" y="46344"/>
                  </a:cubicBezTo>
                  <a:lnTo>
                    <a:pt x="5153" y="47506"/>
                  </a:lnTo>
                  <a:cubicBezTo>
                    <a:pt x="14079" y="24723"/>
                    <a:pt x="22113" y="17284"/>
                    <a:pt x="37511" y="17284"/>
                  </a:cubicBezTo>
                  <a:cubicBezTo>
                    <a:pt x="56257" y="17284"/>
                    <a:pt x="68977" y="30535"/>
                    <a:pt x="68977" y="50064"/>
                  </a:cubicBezTo>
                  <a:cubicBezTo>
                    <a:pt x="68977" y="68197"/>
                    <a:pt x="58712" y="89818"/>
                    <a:pt x="39966" y="110509"/>
                  </a:cubicBezTo>
                  <a:lnTo>
                    <a:pt x="243" y="154447"/>
                  </a:lnTo>
                  <a:lnTo>
                    <a:pt x="243" y="157237"/>
                  </a:lnTo>
                  <a:lnTo>
                    <a:pt x="87276" y="157237"/>
                  </a:lnTo>
                  <a:lnTo>
                    <a:pt x="99550" y="125387"/>
                  </a:lnTo>
                  <a:close/>
                </a:path>
              </a:pathLst>
            </a:custGeom>
            <a:grpFill/>
            <a:ln w="303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BBFC29A-1325-F473-94F9-3678DA0D548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0144688" y="5105097"/>
              <a:ext cx="200543" cy="73513"/>
            </a:xfrm>
            <a:custGeom>
              <a:avLst/>
              <a:gdLst>
                <a:gd name="connsiteX0" fmla="*/ 190541 w 200543"/>
                <a:gd name="connsiteY0" fmla="*/ 12651 h 73513"/>
                <a:gd name="connsiteX1" fmla="*/ 200794 w 200543"/>
                <a:gd name="connsiteY1" fmla="*/ 6367 h 73513"/>
                <a:gd name="connsiteX2" fmla="*/ 190843 w 200543"/>
                <a:gd name="connsiteY2" fmla="*/ 84 h 73513"/>
                <a:gd name="connsiteX3" fmla="*/ 10203 w 200543"/>
                <a:gd name="connsiteY3" fmla="*/ 84 h 73513"/>
                <a:gd name="connsiteX4" fmla="*/ 251 w 200543"/>
                <a:gd name="connsiteY4" fmla="*/ 6367 h 73513"/>
                <a:gd name="connsiteX5" fmla="*/ 10504 w 200543"/>
                <a:gd name="connsiteY5" fmla="*/ 12651 h 73513"/>
                <a:gd name="connsiteX6" fmla="*/ 190541 w 200543"/>
                <a:gd name="connsiteY6" fmla="*/ 12651 h 73513"/>
                <a:gd name="connsiteX7" fmla="*/ 190843 w 200543"/>
                <a:gd name="connsiteY7" fmla="*/ 73598 h 73513"/>
                <a:gd name="connsiteX8" fmla="*/ 200794 w 200543"/>
                <a:gd name="connsiteY8" fmla="*/ 67315 h 73513"/>
                <a:gd name="connsiteX9" fmla="*/ 190541 w 200543"/>
                <a:gd name="connsiteY9" fmla="*/ 61032 h 73513"/>
                <a:gd name="connsiteX10" fmla="*/ 10504 w 200543"/>
                <a:gd name="connsiteY10" fmla="*/ 61032 h 73513"/>
                <a:gd name="connsiteX11" fmla="*/ 251 w 200543"/>
                <a:gd name="connsiteY11" fmla="*/ 67315 h 73513"/>
                <a:gd name="connsiteX12" fmla="*/ 10203 w 200543"/>
                <a:gd name="connsiteY12" fmla="*/ 73598 h 73513"/>
                <a:gd name="connsiteX13" fmla="*/ 190843 w 200543"/>
                <a:gd name="connsiteY13" fmla="*/ 73598 h 73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543" h="73513">
                  <a:moveTo>
                    <a:pt x="190541" y="12651"/>
                  </a:moveTo>
                  <a:cubicBezTo>
                    <a:pt x="195065" y="12651"/>
                    <a:pt x="200794" y="12651"/>
                    <a:pt x="200794" y="6367"/>
                  </a:cubicBezTo>
                  <a:cubicBezTo>
                    <a:pt x="200794" y="84"/>
                    <a:pt x="195065" y="84"/>
                    <a:pt x="190843" y="84"/>
                  </a:cubicBezTo>
                  <a:lnTo>
                    <a:pt x="10203" y="84"/>
                  </a:lnTo>
                  <a:cubicBezTo>
                    <a:pt x="5981" y="84"/>
                    <a:pt x="251" y="84"/>
                    <a:pt x="251" y="6367"/>
                  </a:cubicBezTo>
                  <a:cubicBezTo>
                    <a:pt x="251" y="12651"/>
                    <a:pt x="5981" y="12651"/>
                    <a:pt x="10504" y="12651"/>
                  </a:cubicBezTo>
                  <a:lnTo>
                    <a:pt x="190541" y="12651"/>
                  </a:lnTo>
                  <a:close/>
                  <a:moveTo>
                    <a:pt x="190843" y="73598"/>
                  </a:moveTo>
                  <a:cubicBezTo>
                    <a:pt x="195065" y="73598"/>
                    <a:pt x="200794" y="73598"/>
                    <a:pt x="200794" y="67315"/>
                  </a:cubicBezTo>
                  <a:cubicBezTo>
                    <a:pt x="200794" y="61032"/>
                    <a:pt x="195065" y="61032"/>
                    <a:pt x="190541" y="61032"/>
                  </a:cubicBezTo>
                  <a:lnTo>
                    <a:pt x="10504" y="61032"/>
                  </a:lnTo>
                  <a:cubicBezTo>
                    <a:pt x="5981" y="61032"/>
                    <a:pt x="251" y="61032"/>
                    <a:pt x="251" y="67315"/>
                  </a:cubicBezTo>
                  <a:cubicBezTo>
                    <a:pt x="251" y="73598"/>
                    <a:pt x="5981" y="73598"/>
                    <a:pt x="10203" y="73598"/>
                  </a:cubicBezTo>
                  <a:lnTo>
                    <a:pt x="190843" y="73598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FDA6BD9C-5974-F343-2ACA-EE5AE2C8C8F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443228" y="5008020"/>
              <a:ext cx="117310" cy="216771"/>
            </a:xfrm>
            <a:custGeom>
              <a:avLst/>
              <a:gdLst>
                <a:gd name="connsiteX0" fmla="*/ 33433 w 117310"/>
                <a:gd name="connsiteY0" fmla="*/ 108784 h 216771"/>
                <a:gd name="connsiteX1" fmla="*/ 65399 w 117310"/>
                <a:gd name="connsiteY1" fmla="*/ 112240 h 216771"/>
                <a:gd name="connsiteX2" fmla="*/ 95858 w 117310"/>
                <a:gd name="connsiteY2" fmla="*/ 158736 h 216771"/>
                <a:gd name="connsiteX3" fmla="*/ 56352 w 117310"/>
                <a:gd name="connsiteY3" fmla="*/ 205546 h 216771"/>
                <a:gd name="connsiteX4" fmla="*/ 31020 w 117310"/>
                <a:gd name="connsiteY4" fmla="*/ 195807 h 216771"/>
                <a:gd name="connsiteX5" fmla="*/ 11720 w 117310"/>
                <a:gd name="connsiteY5" fmla="*/ 187953 h 216771"/>
                <a:gd name="connsiteX6" fmla="*/ 260 w 117310"/>
                <a:gd name="connsiteY6" fmla="*/ 198949 h 216771"/>
                <a:gd name="connsiteX7" fmla="*/ 34338 w 117310"/>
                <a:gd name="connsiteY7" fmla="*/ 216856 h 216771"/>
                <a:gd name="connsiteX8" fmla="*/ 95556 w 117310"/>
                <a:gd name="connsiteY8" fmla="*/ 195807 h 216771"/>
                <a:gd name="connsiteX9" fmla="*/ 117571 w 117310"/>
                <a:gd name="connsiteY9" fmla="*/ 143656 h 216771"/>
                <a:gd name="connsiteX10" fmla="*/ 104000 w 117310"/>
                <a:gd name="connsiteY10" fmla="*/ 103129 h 216771"/>
                <a:gd name="connsiteX11" fmla="*/ 78970 w 117310"/>
                <a:gd name="connsiteY11" fmla="*/ 86478 h 216771"/>
                <a:gd name="connsiteX12" fmla="*/ 107317 w 117310"/>
                <a:gd name="connsiteY12" fmla="*/ 43124 h 216771"/>
                <a:gd name="connsiteX13" fmla="*/ 60273 w 117310"/>
                <a:gd name="connsiteY13" fmla="*/ 84 h 216771"/>
                <a:gd name="connsiteX14" fmla="*/ 21069 w 117310"/>
                <a:gd name="connsiteY14" fmla="*/ 15478 h 216771"/>
                <a:gd name="connsiteX15" fmla="*/ 863 w 117310"/>
                <a:gd name="connsiteY15" fmla="*/ 50978 h 216771"/>
                <a:gd name="connsiteX16" fmla="*/ 5387 w 117310"/>
                <a:gd name="connsiteY16" fmla="*/ 52235 h 216771"/>
                <a:gd name="connsiteX17" fmla="*/ 50321 w 117310"/>
                <a:gd name="connsiteY17" fmla="*/ 18934 h 216771"/>
                <a:gd name="connsiteX18" fmla="*/ 83493 w 117310"/>
                <a:gd name="connsiteY18" fmla="*/ 52549 h 216771"/>
                <a:gd name="connsiteX19" fmla="*/ 71431 w 117310"/>
                <a:gd name="connsiteY19" fmla="*/ 83023 h 216771"/>
                <a:gd name="connsiteX20" fmla="*/ 33433 w 117310"/>
                <a:gd name="connsiteY20" fmla="*/ 104700 h 216771"/>
                <a:gd name="connsiteX21" fmla="*/ 33433 w 117310"/>
                <a:gd name="connsiteY21" fmla="*/ 108784 h 216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310" h="216771">
                  <a:moveTo>
                    <a:pt x="33433" y="108784"/>
                  </a:moveTo>
                  <a:cubicBezTo>
                    <a:pt x="51226" y="108784"/>
                    <a:pt x="58162" y="109412"/>
                    <a:pt x="65399" y="112240"/>
                  </a:cubicBezTo>
                  <a:cubicBezTo>
                    <a:pt x="84097" y="119151"/>
                    <a:pt x="95858" y="137059"/>
                    <a:pt x="95858" y="158736"/>
                  </a:cubicBezTo>
                  <a:cubicBezTo>
                    <a:pt x="95858" y="185125"/>
                    <a:pt x="78668" y="205546"/>
                    <a:pt x="56352" y="205546"/>
                  </a:cubicBezTo>
                  <a:cubicBezTo>
                    <a:pt x="48210" y="205546"/>
                    <a:pt x="42178" y="203347"/>
                    <a:pt x="31020" y="195807"/>
                  </a:cubicBezTo>
                  <a:cubicBezTo>
                    <a:pt x="21973" y="190152"/>
                    <a:pt x="16847" y="187953"/>
                    <a:pt x="11720" y="187953"/>
                  </a:cubicBezTo>
                  <a:cubicBezTo>
                    <a:pt x="4784" y="187953"/>
                    <a:pt x="260" y="192351"/>
                    <a:pt x="260" y="198949"/>
                  </a:cubicBezTo>
                  <a:cubicBezTo>
                    <a:pt x="260" y="209944"/>
                    <a:pt x="13228" y="216856"/>
                    <a:pt x="34338" y="216856"/>
                  </a:cubicBezTo>
                  <a:cubicBezTo>
                    <a:pt x="57558" y="216856"/>
                    <a:pt x="81382" y="208688"/>
                    <a:pt x="95556" y="195807"/>
                  </a:cubicBezTo>
                  <a:cubicBezTo>
                    <a:pt x="109730" y="182926"/>
                    <a:pt x="117571" y="164705"/>
                    <a:pt x="117571" y="143656"/>
                  </a:cubicBezTo>
                  <a:cubicBezTo>
                    <a:pt x="117571" y="127634"/>
                    <a:pt x="112746" y="112868"/>
                    <a:pt x="104000" y="103129"/>
                  </a:cubicBezTo>
                  <a:cubicBezTo>
                    <a:pt x="97969" y="96217"/>
                    <a:pt x="92239" y="92448"/>
                    <a:pt x="78970" y="86478"/>
                  </a:cubicBezTo>
                  <a:cubicBezTo>
                    <a:pt x="99778" y="71713"/>
                    <a:pt x="107317" y="60089"/>
                    <a:pt x="107317" y="43124"/>
                  </a:cubicBezTo>
                  <a:cubicBezTo>
                    <a:pt x="107317" y="17677"/>
                    <a:pt x="88017" y="84"/>
                    <a:pt x="60273" y="84"/>
                  </a:cubicBezTo>
                  <a:cubicBezTo>
                    <a:pt x="45194" y="84"/>
                    <a:pt x="31925" y="5425"/>
                    <a:pt x="21069" y="15478"/>
                  </a:cubicBezTo>
                  <a:cubicBezTo>
                    <a:pt x="12021" y="23960"/>
                    <a:pt x="7498" y="32128"/>
                    <a:pt x="863" y="50978"/>
                  </a:cubicBezTo>
                  <a:lnTo>
                    <a:pt x="5387" y="52235"/>
                  </a:lnTo>
                  <a:cubicBezTo>
                    <a:pt x="17751" y="29301"/>
                    <a:pt x="31322" y="18934"/>
                    <a:pt x="50321" y="18934"/>
                  </a:cubicBezTo>
                  <a:cubicBezTo>
                    <a:pt x="69923" y="18934"/>
                    <a:pt x="83493" y="32757"/>
                    <a:pt x="83493" y="52549"/>
                  </a:cubicBezTo>
                  <a:cubicBezTo>
                    <a:pt x="83493" y="63859"/>
                    <a:pt x="78970" y="75169"/>
                    <a:pt x="71431" y="83023"/>
                  </a:cubicBezTo>
                  <a:cubicBezTo>
                    <a:pt x="62384" y="92448"/>
                    <a:pt x="53940" y="97160"/>
                    <a:pt x="33433" y="104700"/>
                  </a:cubicBezTo>
                  <a:lnTo>
                    <a:pt x="33433" y="108784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D9D6D2F6-939F-D547-97B0-05E29CC75643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607546" y="5187093"/>
              <a:ext cx="31966" cy="33301"/>
            </a:xfrm>
            <a:custGeom>
              <a:avLst/>
              <a:gdLst>
                <a:gd name="connsiteX0" fmla="*/ 32231 w 31966"/>
                <a:gd name="connsiteY0" fmla="*/ 16735 h 33301"/>
                <a:gd name="connsiteX1" fmla="*/ 16248 w 31966"/>
                <a:gd name="connsiteY1" fmla="*/ 85 h 33301"/>
                <a:gd name="connsiteX2" fmla="*/ 265 w 31966"/>
                <a:gd name="connsiteY2" fmla="*/ 16735 h 33301"/>
                <a:gd name="connsiteX3" fmla="*/ 16248 w 31966"/>
                <a:gd name="connsiteY3" fmla="*/ 33386 h 33301"/>
                <a:gd name="connsiteX4" fmla="*/ 32231 w 31966"/>
                <a:gd name="connsiteY4" fmla="*/ 16735 h 33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66" h="33301">
                  <a:moveTo>
                    <a:pt x="32231" y="16735"/>
                  </a:moveTo>
                  <a:cubicBezTo>
                    <a:pt x="32231" y="7624"/>
                    <a:pt x="24994" y="85"/>
                    <a:pt x="16248" y="85"/>
                  </a:cubicBezTo>
                  <a:cubicBezTo>
                    <a:pt x="7503" y="85"/>
                    <a:pt x="265" y="7624"/>
                    <a:pt x="265" y="16735"/>
                  </a:cubicBezTo>
                  <a:cubicBezTo>
                    <a:pt x="265" y="25846"/>
                    <a:pt x="7503" y="33386"/>
                    <a:pt x="16248" y="33386"/>
                  </a:cubicBezTo>
                  <a:cubicBezTo>
                    <a:pt x="24994" y="33386"/>
                    <a:pt x="32231" y="25846"/>
                    <a:pt x="32231" y="16735"/>
                  </a:cubicBez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A41C6913-4F8A-48CA-4397-D4D201B77053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675106" y="5004250"/>
              <a:ext cx="122437" cy="220541"/>
            </a:xfrm>
            <a:custGeom>
              <a:avLst/>
              <a:gdLst>
                <a:gd name="connsiteX0" fmla="*/ 45202 w 122437"/>
                <a:gd name="connsiteY0" fmla="*/ 33071 h 220541"/>
                <a:gd name="connsiteX1" fmla="*/ 104309 w 122437"/>
                <a:gd name="connsiteY1" fmla="*/ 33071 h 220541"/>
                <a:gd name="connsiteX2" fmla="*/ 111246 w 122437"/>
                <a:gd name="connsiteY2" fmla="*/ 30243 h 220541"/>
                <a:gd name="connsiteX3" fmla="*/ 122705 w 122437"/>
                <a:gd name="connsiteY3" fmla="*/ 2283 h 220541"/>
                <a:gd name="connsiteX4" fmla="*/ 119991 w 122437"/>
                <a:gd name="connsiteY4" fmla="*/ 84 h 220541"/>
                <a:gd name="connsiteX5" fmla="*/ 106119 w 122437"/>
                <a:gd name="connsiteY5" fmla="*/ 8252 h 220541"/>
                <a:gd name="connsiteX6" fmla="*/ 43091 w 122437"/>
                <a:gd name="connsiteY6" fmla="*/ 8252 h 220541"/>
                <a:gd name="connsiteX7" fmla="*/ 10220 w 122437"/>
                <a:gd name="connsiteY7" fmla="*/ 82709 h 220541"/>
                <a:gd name="connsiteX8" fmla="*/ 9918 w 122437"/>
                <a:gd name="connsiteY8" fmla="*/ 84279 h 220541"/>
                <a:gd name="connsiteX9" fmla="*/ 13537 w 122437"/>
                <a:gd name="connsiteY9" fmla="*/ 86793 h 220541"/>
                <a:gd name="connsiteX10" fmla="*/ 47614 w 122437"/>
                <a:gd name="connsiteY10" fmla="*/ 93076 h 220541"/>
                <a:gd name="connsiteX11" fmla="*/ 98278 w 122437"/>
                <a:gd name="connsiteY11" fmla="*/ 155280 h 220541"/>
                <a:gd name="connsiteX12" fmla="*/ 56360 w 122437"/>
                <a:gd name="connsiteY12" fmla="*/ 209002 h 220541"/>
                <a:gd name="connsiteX13" fmla="*/ 36155 w 122437"/>
                <a:gd name="connsiteY13" fmla="*/ 199891 h 220541"/>
                <a:gd name="connsiteX14" fmla="*/ 13235 w 122437"/>
                <a:gd name="connsiteY14" fmla="*/ 189524 h 220541"/>
                <a:gd name="connsiteX15" fmla="*/ 268 w 122437"/>
                <a:gd name="connsiteY15" fmla="*/ 201148 h 220541"/>
                <a:gd name="connsiteX16" fmla="*/ 37059 w 122437"/>
                <a:gd name="connsiteY16" fmla="*/ 220626 h 220541"/>
                <a:gd name="connsiteX17" fmla="*/ 99183 w 122437"/>
                <a:gd name="connsiteY17" fmla="*/ 196121 h 220541"/>
                <a:gd name="connsiteX18" fmla="*/ 119388 w 122437"/>
                <a:gd name="connsiteY18" fmla="*/ 140200 h 220541"/>
                <a:gd name="connsiteX19" fmla="*/ 98580 w 122437"/>
                <a:gd name="connsiteY19" fmla="*/ 87421 h 220541"/>
                <a:gd name="connsiteX20" fmla="*/ 32536 w 122437"/>
                <a:gd name="connsiteY20" fmla="*/ 59775 h 220541"/>
                <a:gd name="connsiteX21" fmla="*/ 45202 w 122437"/>
                <a:gd name="connsiteY21" fmla="*/ 33071 h 220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437" h="220541">
                  <a:moveTo>
                    <a:pt x="45202" y="33071"/>
                  </a:moveTo>
                  <a:lnTo>
                    <a:pt x="104309" y="33071"/>
                  </a:lnTo>
                  <a:cubicBezTo>
                    <a:pt x="109135" y="33071"/>
                    <a:pt x="110341" y="32443"/>
                    <a:pt x="111246" y="30243"/>
                  </a:cubicBezTo>
                  <a:lnTo>
                    <a:pt x="122705" y="2283"/>
                  </a:lnTo>
                  <a:lnTo>
                    <a:pt x="119991" y="84"/>
                  </a:lnTo>
                  <a:cubicBezTo>
                    <a:pt x="115468" y="6681"/>
                    <a:pt x="112452" y="8252"/>
                    <a:pt x="106119" y="8252"/>
                  </a:cubicBezTo>
                  <a:lnTo>
                    <a:pt x="43091" y="8252"/>
                  </a:lnTo>
                  <a:lnTo>
                    <a:pt x="10220" y="82709"/>
                  </a:lnTo>
                  <a:cubicBezTo>
                    <a:pt x="9918" y="83337"/>
                    <a:pt x="9918" y="83651"/>
                    <a:pt x="9918" y="84279"/>
                  </a:cubicBezTo>
                  <a:cubicBezTo>
                    <a:pt x="9918" y="85850"/>
                    <a:pt x="11125" y="86793"/>
                    <a:pt x="13537" y="86793"/>
                  </a:cubicBezTo>
                  <a:cubicBezTo>
                    <a:pt x="23187" y="86793"/>
                    <a:pt x="35250" y="88992"/>
                    <a:pt x="47614" y="93076"/>
                  </a:cubicBezTo>
                  <a:cubicBezTo>
                    <a:pt x="82295" y="104700"/>
                    <a:pt x="98278" y="124178"/>
                    <a:pt x="98278" y="155280"/>
                  </a:cubicBezTo>
                  <a:cubicBezTo>
                    <a:pt x="98278" y="185440"/>
                    <a:pt x="79882" y="209002"/>
                    <a:pt x="56360" y="209002"/>
                  </a:cubicBezTo>
                  <a:cubicBezTo>
                    <a:pt x="50329" y="209002"/>
                    <a:pt x="45202" y="206803"/>
                    <a:pt x="36155" y="199891"/>
                  </a:cubicBezTo>
                  <a:cubicBezTo>
                    <a:pt x="26505" y="192665"/>
                    <a:pt x="19568" y="189524"/>
                    <a:pt x="13235" y="189524"/>
                  </a:cubicBezTo>
                  <a:cubicBezTo>
                    <a:pt x="4490" y="189524"/>
                    <a:pt x="268" y="193294"/>
                    <a:pt x="268" y="201148"/>
                  </a:cubicBezTo>
                  <a:cubicBezTo>
                    <a:pt x="268" y="213086"/>
                    <a:pt x="14442" y="220626"/>
                    <a:pt x="37059" y="220626"/>
                  </a:cubicBezTo>
                  <a:cubicBezTo>
                    <a:pt x="62391" y="220626"/>
                    <a:pt x="84104" y="212143"/>
                    <a:pt x="99183" y="196121"/>
                  </a:cubicBezTo>
                  <a:cubicBezTo>
                    <a:pt x="113055" y="181984"/>
                    <a:pt x="119388" y="164077"/>
                    <a:pt x="119388" y="140200"/>
                  </a:cubicBezTo>
                  <a:cubicBezTo>
                    <a:pt x="119388" y="117581"/>
                    <a:pt x="113658" y="103129"/>
                    <a:pt x="98580" y="87421"/>
                  </a:cubicBezTo>
                  <a:cubicBezTo>
                    <a:pt x="85311" y="73598"/>
                    <a:pt x="68121" y="66372"/>
                    <a:pt x="32536" y="59775"/>
                  </a:cubicBezTo>
                  <a:lnTo>
                    <a:pt x="45202" y="33071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44200F74-5493-A46C-FB76-A2DF46B960B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822837" y="5012419"/>
              <a:ext cx="129373" cy="210488"/>
            </a:xfrm>
            <a:custGeom>
              <a:avLst/>
              <a:gdLst>
                <a:gd name="connsiteX0" fmla="*/ 129646 w 129373"/>
                <a:gd name="connsiteY0" fmla="*/ 84 h 210488"/>
                <a:gd name="connsiteX1" fmla="*/ 18066 w 129373"/>
                <a:gd name="connsiteY1" fmla="*/ 84 h 210488"/>
                <a:gd name="connsiteX2" fmla="*/ 273 w 129373"/>
                <a:gd name="connsiteY2" fmla="*/ 46266 h 210488"/>
                <a:gd name="connsiteX3" fmla="*/ 5400 w 129373"/>
                <a:gd name="connsiteY3" fmla="*/ 48779 h 210488"/>
                <a:gd name="connsiteX4" fmla="*/ 40382 w 129373"/>
                <a:gd name="connsiteY4" fmla="*/ 23332 h 210488"/>
                <a:gd name="connsiteX5" fmla="*/ 105822 w 129373"/>
                <a:gd name="connsiteY5" fmla="*/ 23332 h 210488"/>
                <a:gd name="connsiteX6" fmla="*/ 46112 w 129373"/>
                <a:gd name="connsiteY6" fmla="*/ 210573 h 210488"/>
                <a:gd name="connsiteX7" fmla="*/ 65714 w 129373"/>
                <a:gd name="connsiteY7" fmla="*/ 210573 h 210488"/>
                <a:gd name="connsiteX8" fmla="*/ 129646 w 129373"/>
                <a:gd name="connsiteY8" fmla="*/ 5110 h 210488"/>
                <a:gd name="connsiteX9" fmla="*/ 129646 w 129373"/>
                <a:gd name="connsiteY9" fmla="*/ 84 h 210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373" h="210488">
                  <a:moveTo>
                    <a:pt x="129646" y="84"/>
                  </a:moveTo>
                  <a:lnTo>
                    <a:pt x="18066" y="84"/>
                  </a:lnTo>
                  <a:lnTo>
                    <a:pt x="273" y="46266"/>
                  </a:lnTo>
                  <a:lnTo>
                    <a:pt x="5400" y="48779"/>
                  </a:lnTo>
                  <a:cubicBezTo>
                    <a:pt x="18367" y="27416"/>
                    <a:pt x="23795" y="23332"/>
                    <a:pt x="40382" y="23332"/>
                  </a:cubicBezTo>
                  <a:lnTo>
                    <a:pt x="105822" y="23332"/>
                  </a:lnTo>
                  <a:lnTo>
                    <a:pt x="46112" y="210573"/>
                  </a:lnTo>
                  <a:lnTo>
                    <a:pt x="65714" y="210573"/>
                  </a:lnTo>
                  <a:lnTo>
                    <a:pt x="129646" y="5110"/>
                  </a:lnTo>
                  <a:lnTo>
                    <a:pt x="129646" y="84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4F00DA22-75FC-9E67-6DC9-A8F9FBDF6A5B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971775" y="5008020"/>
              <a:ext cx="138721" cy="212373"/>
            </a:xfrm>
            <a:custGeom>
              <a:avLst/>
              <a:gdLst>
                <a:gd name="connsiteX0" fmla="*/ 139000 w 138721"/>
                <a:gd name="connsiteY0" fmla="*/ 139886 h 212373"/>
                <a:gd name="connsiteX1" fmla="*/ 108240 w 138721"/>
                <a:gd name="connsiteY1" fmla="*/ 139886 h 212373"/>
                <a:gd name="connsiteX2" fmla="*/ 108240 w 138721"/>
                <a:gd name="connsiteY2" fmla="*/ 84 h 212373"/>
                <a:gd name="connsiteX3" fmla="*/ 94971 w 138721"/>
                <a:gd name="connsiteY3" fmla="*/ 84 h 212373"/>
                <a:gd name="connsiteX4" fmla="*/ 278 w 138721"/>
                <a:gd name="connsiteY4" fmla="*/ 139886 h 212373"/>
                <a:gd name="connsiteX5" fmla="*/ 278 w 138721"/>
                <a:gd name="connsiteY5" fmla="*/ 159992 h 212373"/>
                <a:gd name="connsiteX6" fmla="*/ 85019 w 138721"/>
                <a:gd name="connsiteY6" fmla="*/ 159992 h 212373"/>
                <a:gd name="connsiteX7" fmla="*/ 85019 w 138721"/>
                <a:gd name="connsiteY7" fmla="*/ 212458 h 212373"/>
                <a:gd name="connsiteX8" fmla="*/ 108240 w 138721"/>
                <a:gd name="connsiteY8" fmla="*/ 212458 h 212373"/>
                <a:gd name="connsiteX9" fmla="*/ 108240 w 138721"/>
                <a:gd name="connsiteY9" fmla="*/ 159992 h 212373"/>
                <a:gd name="connsiteX10" fmla="*/ 139000 w 138721"/>
                <a:gd name="connsiteY10" fmla="*/ 159992 h 212373"/>
                <a:gd name="connsiteX11" fmla="*/ 139000 w 138721"/>
                <a:gd name="connsiteY11" fmla="*/ 139886 h 212373"/>
                <a:gd name="connsiteX12" fmla="*/ 84717 w 138721"/>
                <a:gd name="connsiteY12" fmla="*/ 139886 h 212373"/>
                <a:gd name="connsiteX13" fmla="*/ 12341 w 138721"/>
                <a:gd name="connsiteY13" fmla="*/ 139886 h 212373"/>
                <a:gd name="connsiteX14" fmla="*/ 84717 w 138721"/>
                <a:gd name="connsiteY14" fmla="*/ 32128 h 212373"/>
                <a:gd name="connsiteX15" fmla="*/ 84717 w 138721"/>
                <a:gd name="connsiteY15" fmla="*/ 139886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721" h="212373">
                  <a:moveTo>
                    <a:pt x="139000" y="139886"/>
                  </a:moveTo>
                  <a:lnTo>
                    <a:pt x="108240" y="139886"/>
                  </a:lnTo>
                  <a:lnTo>
                    <a:pt x="108240" y="84"/>
                  </a:lnTo>
                  <a:lnTo>
                    <a:pt x="94971" y="84"/>
                  </a:lnTo>
                  <a:lnTo>
                    <a:pt x="278" y="139886"/>
                  </a:lnTo>
                  <a:lnTo>
                    <a:pt x="278" y="159992"/>
                  </a:lnTo>
                  <a:lnTo>
                    <a:pt x="85019" y="159992"/>
                  </a:lnTo>
                  <a:lnTo>
                    <a:pt x="85019" y="212458"/>
                  </a:lnTo>
                  <a:lnTo>
                    <a:pt x="108240" y="212458"/>
                  </a:lnTo>
                  <a:lnTo>
                    <a:pt x="108240" y="159992"/>
                  </a:lnTo>
                  <a:lnTo>
                    <a:pt x="139000" y="159992"/>
                  </a:lnTo>
                  <a:lnTo>
                    <a:pt x="139000" y="139886"/>
                  </a:lnTo>
                  <a:close/>
                  <a:moveTo>
                    <a:pt x="84717" y="139886"/>
                  </a:moveTo>
                  <a:lnTo>
                    <a:pt x="12341" y="139886"/>
                  </a:lnTo>
                  <a:lnTo>
                    <a:pt x="84717" y="32128"/>
                  </a:lnTo>
                  <a:lnTo>
                    <a:pt x="84717" y="139886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CB758D77-AC5B-2EDA-7F0B-417E708ADCFE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205877" y="5066140"/>
              <a:ext cx="145657" cy="151426"/>
            </a:xfrm>
            <a:custGeom>
              <a:avLst/>
              <a:gdLst>
                <a:gd name="connsiteX0" fmla="*/ 73265 w 145657"/>
                <a:gd name="connsiteY0" fmla="*/ 67001 h 151426"/>
                <a:gd name="connsiteX1" fmla="*/ 12951 w 145657"/>
                <a:gd name="connsiteY1" fmla="*/ 4482 h 151426"/>
                <a:gd name="connsiteX2" fmla="*/ 6316 w 145657"/>
                <a:gd name="connsiteY2" fmla="*/ 84 h 151426"/>
                <a:gd name="connsiteX3" fmla="*/ 285 w 145657"/>
                <a:gd name="connsiteY3" fmla="*/ 6367 h 151426"/>
                <a:gd name="connsiteX4" fmla="*/ 4205 w 145657"/>
                <a:gd name="connsiteY4" fmla="*/ 12651 h 151426"/>
                <a:gd name="connsiteX5" fmla="*/ 64519 w 145657"/>
                <a:gd name="connsiteY5" fmla="*/ 75797 h 151426"/>
                <a:gd name="connsiteX6" fmla="*/ 4205 w 145657"/>
                <a:gd name="connsiteY6" fmla="*/ 138944 h 151426"/>
                <a:gd name="connsiteX7" fmla="*/ 285 w 145657"/>
                <a:gd name="connsiteY7" fmla="*/ 145227 h 151426"/>
                <a:gd name="connsiteX8" fmla="*/ 6316 w 145657"/>
                <a:gd name="connsiteY8" fmla="*/ 151510 h 151426"/>
                <a:gd name="connsiteX9" fmla="*/ 12951 w 145657"/>
                <a:gd name="connsiteY9" fmla="*/ 147112 h 151426"/>
                <a:gd name="connsiteX10" fmla="*/ 72963 w 145657"/>
                <a:gd name="connsiteY10" fmla="*/ 84594 h 151426"/>
                <a:gd name="connsiteX11" fmla="*/ 135388 w 145657"/>
                <a:gd name="connsiteY11" fmla="*/ 149625 h 151426"/>
                <a:gd name="connsiteX12" fmla="*/ 139911 w 145657"/>
                <a:gd name="connsiteY12" fmla="*/ 151510 h 151426"/>
                <a:gd name="connsiteX13" fmla="*/ 145943 w 145657"/>
                <a:gd name="connsiteY13" fmla="*/ 145227 h 151426"/>
                <a:gd name="connsiteX14" fmla="*/ 145038 w 145657"/>
                <a:gd name="connsiteY14" fmla="*/ 141771 h 151426"/>
                <a:gd name="connsiteX15" fmla="*/ 81709 w 145657"/>
                <a:gd name="connsiteY15" fmla="*/ 75797 h 151426"/>
                <a:gd name="connsiteX16" fmla="*/ 136896 w 145657"/>
                <a:gd name="connsiteY16" fmla="*/ 18305 h 151426"/>
                <a:gd name="connsiteX17" fmla="*/ 144435 w 145657"/>
                <a:gd name="connsiteY17" fmla="*/ 10451 h 151426"/>
                <a:gd name="connsiteX18" fmla="*/ 145943 w 145657"/>
                <a:gd name="connsiteY18" fmla="*/ 6367 h 151426"/>
                <a:gd name="connsiteX19" fmla="*/ 139911 w 145657"/>
                <a:gd name="connsiteY19" fmla="*/ 84 h 151426"/>
                <a:gd name="connsiteX20" fmla="*/ 132975 w 145657"/>
                <a:gd name="connsiteY20" fmla="*/ 4796 h 151426"/>
                <a:gd name="connsiteX21" fmla="*/ 73265 w 145657"/>
                <a:gd name="connsiteY21" fmla="*/ 67001 h 15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5657" h="151426">
                  <a:moveTo>
                    <a:pt x="73265" y="67001"/>
                  </a:moveTo>
                  <a:lnTo>
                    <a:pt x="12951" y="4482"/>
                  </a:lnTo>
                  <a:cubicBezTo>
                    <a:pt x="9332" y="712"/>
                    <a:pt x="8729" y="84"/>
                    <a:pt x="6316" y="84"/>
                  </a:cubicBezTo>
                  <a:cubicBezTo>
                    <a:pt x="3300" y="84"/>
                    <a:pt x="285" y="2911"/>
                    <a:pt x="285" y="6367"/>
                  </a:cubicBezTo>
                  <a:cubicBezTo>
                    <a:pt x="285" y="8566"/>
                    <a:pt x="888" y="9195"/>
                    <a:pt x="4205" y="12651"/>
                  </a:cubicBezTo>
                  <a:lnTo>
                    <a:pt x="64519" y="75797"/>
                  </a:lnTo>
                  <a:lnTo>
                    <a:pt x="4205" y="138944"/>
                  </a:lnTo>
                  <a:cubicBezTo>
                    <a:pt x="888" y="142400"/>
                    <a:pt x="285" y="143028"/>
                    <a:pt x="285" y="145227"/>
                  </a:cubicBezTo>
                  <a:cubicBezTo>
                    <a:pt x="285" y="148683"/>
                    <a:pt x="3300" y="151510"/>
                    <a:pt x="6316" y="151510"/>
                  </a:cubicBezTo>
                  <a:cubicBezTo>
                    <a:pt x="8729" y="151510"/>
                    <a:pt x="9332" y="150882"/>
                    <a:pt x="12951" y="147112"/>
                  </a:cubicBezTo>
                  <a:lnTo>
                    <a:pt x="72963" y="84594"/>
                  </a:lnTo>
                  <a:lnTo>
                    <a:pt x="135388" y="149625"/>
                  </a:lnTo>
                  <a:cubicBezTo>
                    <a:pt x="135991" y="149939"/>
                    <a:pt x="138102" y="151510"/>
                    <a:pt x="139911" y="151510"/>
                  </a:cubicBezTo>
                  <a:cubicBezTo>
                    <a:pt x="143530" y="151510"/>
                    <a:pt x="145943" y="148683"/>
                    <a:pt x="145943" y="145227"/>
                  </a:cubicBezTo>
                  <a:cubicBezTo>
                    <a:pt x="145943" y="144599"/>
                    <a:pt x="145943" y="143342"/>
                    <a:pt x="145038" y="141771"/>
                  </a:cubicBezTo>
                  <a:cubicBezTo>
                    <a:pt x="144736" y="141143"/>
                    <a:pt x="96787" y="91819"/>
                    <a:pt x="81709" y="75797"/>
                  </a:cubicBezTo>
                  <a:lnTo>
                    <a:pt x="136896" y="18305"/>
                  </a:lnTo>
                  <a:cubicBezTo>
                    <a:pt x="138404" y="16420"/>
                    <a:pt x="142927" y="12336"/>
                    <a:pt x="144435" y="10451"/>
                  </a:cubicBezTo>
                  <a:cubicBezTo>
                    <a:pt x="144736" y="9823"/>
                    <a:pt x="145943" y="8566"/>
                    <a:pt x="145943" y="6367"/>
                  </a:cubicBezTo>
                  <a:cubicBezTo>
                    <a:pt x="145943" y="2911"/>
                    <a:pt x="143530" y="84"/>
                    <a:pt x="139911" y="84"/>
                  </a:cubicBezTo>
                  <a:cubicBezTo>
                    <a:pt x="137499" y="84"/>
                    <a:pt x="136293" y="1341"/>
                    <a:pt x="132975" y="4796"/>
                  </a:cubicBezTo>
                  <a:lnTo>
                    <a:pt x="73265" y="67001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86FA2B7A-E39F-B25E-DE8A-D2365C2BEB8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472257" y="5008020"/>
              <a:ext cx="85344" cy="212373"/>
            </a:xfrm>
            <a:custGeom>
              <a:avLst/>
              <a:gdLst>
                <a:gd name="connsiteX0" fmla="*/ 54576 w 85344"/>
                <a:gd name="connsiteY0" fmla="*/ 84 h 212373"/>
                <a:gd name="connsiteX1" fmla="*/ 294 w 85344"/>
                <a:gd name="connsiteY1" fmla="*/ 28673 h 212373"/>
                <a:gd name="connsiteX2" fmla="*/ 294 w 85344"/>
                <a:gd name="connsiteY2" fmla="*/ 33071 h 212373"/>
                <a:gd name="connsiteX3" fmla="*/ 8436 w 85344"/>
                <a:gd name="connsiteY3" fmla="*/ 29615 h 212373"/>
                <a:gd name="connsiteX4" fmla="*/ 22007 w 85344"/>
                <a:gd name="connsiteY4" fmla="*/ 26159 h 212373"/>
                <a:gd name="connsiteX5" fmla="*/ 31054 w 85344"/>
                <a:gd name="connsiteY5" fmla="*/ 40925 h 212373"/>
                <a:gd name="connsiteX6" fmla="*/ 31054 w 85344"/>
                <a:gd name="connsiteY6" fmla="*/ 183240 h 212373"/>
                <a:gd name="connsiteX7" fmla="*/ 23816 w 85344"/>
                <a:gd name="connsiteY7" fmla="*/ 203661 h 212373"/>
                <a:gd name="connsiteX8" fmla="*/ 2405 w 85344"/>
                <a:gd name="connsiteY8" fmla="*/ 207745 h 212373"/>
                <a:gd name="connsiteX9" fmla="*/ 2405 w 85344"/>
                <a:gd name="connsiteY9" fmla="*/ 212458 h 212373"/>
                <a:gd name="connsiteX10" fmla="*/ 85638 w 85344"/>
                <a:gd name="connsiteY10" fmla="*/ 212458 h 212373"/>
                <a:gd name="connsiteX11" fmla="*/ 85638 w 85344"/>
                <a:gd name="connsiteY11" fmla="*/ 207745 h 212373"/>
                <a:gd name="connsiteX12" fmla="*/ 56989 w 85344"/>
                <a:gd name="connsiteY12" fmla="*/ 189210 h 212373"/>
                <a:gd name="connsiteX13" fmla="*/ 56989 w 85344"/>
                <a:gd name="connsiteY13" fmla="*/ 712 h 212373"/>
                <a:gd name="connsiteX14" fmla="*/ 54576 w 85344"/>
                <a:gd name="connsiteY14" fmla="*/ 84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344" h="212373">
                  <a:moveTo>
                    <a:pt x="54576" y="84"/>
                  </a:moveTo>
                  <a:lnTo>
                    <a:pt x="294" y="28673"/>
                  </a:lnTo>
                  <a:lnTo>
                    <a:pt x="294" y="33071"/>
                  </a:lnTo>
                  <a:cubicBezTo>
                    <a:pt x="3912" y="31500"/>
                    <a:pt x="7230" y="30243"/>
                    <a:pt x="8436" y="29615"/>
                  </a:cubicBezTo>
                  <a:cubicBezTo>
                    <a:pt x="13864" y="27416"/>
                    <a:pt x="18991" y="26159"/>
                    <a:pt x="22007" y="26159"/>
                  </a:cubicBezTo>
                  <a:cubicBezTo>
                    <a:pt x="28339" y="26159"/>
                    <a:pt x="31054" y="30872"/>
                    <a:pt x="31054" y="40925"/>
                  </a:cubicBezTo>
                  <a:lnTo>
                    <a:pt x="31054" y="183240"/>
                  </a:lnTo>
                  <a:cubicBezTo>
                    <a:pt x="31054" y="193608"/>
                    <a:pt x="28641" y="200834"/>
                    <a:pt x="23816" y="203661"/>
                  </a:cubicBezTo>
                  <a:cubicBezTo>
                    <a:pt x="19292" y="206488"/>
                    <a:pt x="15070" y="207431"/>
                    <a:pt x="2405" y="207745"/>
                  </a:cubicBezTo>
                  <a:lnTo>
                    <a:pt x="2405" y="212458"/>
                  </a:lnTo>
                  <a:lnTo>
                    <a:pt x="85638" y="212458"/>
                  </a:lnTo>
                  <a:lnTo>
                    <a:pt x="85638" y="207745"/>
                  </a:lnTo>
                  <a:cubicBezTo>
                    <a:pt x="61814" y="207431"/>
                    <a:pt x="56989" y="204289"/>
                    <a:pt x="56989" y="189210"/>
                  </a:cubicBezTo>
                  <a:lnTo>
                    <a:pt x="56989" y="712"/>
                  </a:lnTo>
                  <a:lnTo>
                    <a:pt x="54576" y="84"/>
                  </a:ln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0DA555B8-7334-42EC-CA63-E54B2DD0C6DD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597370" y="5008020"/>
              <a:ext cx="136309" cy="216771"/>
            </a:xfrm>
            <a:custGeom>
              <a:avLst/>
              <a:gdLst>
                <a:gd name="connsiteX0" fmla="*/ 69659 w 136309"/>
                <a:gd name="connsiteY0" fmla="*/ 84 h 216771"/>
                <a:gd name="connsiteX1" fmla="*/ 29249 w 136309"/>
                <a:gd name="connsiteY1" fmla="*/ 16420 h 216771"/>
                <a:gd name="connsiteX2" fmla="*/ 299 w 136309"/>
                <a:gd name="connsiteY2" fmla="*/ 106899 h 216771"/>
                <a:gd name="connsiteX3" fmla="*/ 24424 w 136309"/>
                <a:gd name="connsiteY3" fmla="*/ 195493 h 216771"/>
                <a:gd name="connsiteX4" fmla="*/ 68453 w 136309"/>
                <a:gd name="connsiteY4" fmla="*/ 216856 h 216771"/>
                <a:gd name="connsiteX5" fmla="*/ 107657 w 136309"/>
                <a:gd name="connsiteY5" fmla="*/ 200519 h 216771"/>
                <a:gd name="connsiteX6" fmla="*/ 136608 w 136309"/>
                <a:gd name="connsiteY6" fmla="*/ 108784 h 216771"/>
                <a:gd name="connsiteX7" fmla="*/ 69659 w 136309"/>
                <a:gd name="connsiteY7" fmla="*/ 84 h 216771"/>
                <a:gd name="connsiteX8" fmla="*/ 68755 w 136309"/>
                <a:gd name="connsiteY8" fmla="*/ 8252 h 216771"/>
                <a:gd name="connsiteX9" fmla="*/ 107657 w 136309"/>
                <a:gd name="connsiteY9" fmla="*/ 109412 h 216771"/>
                <a:gd name="connsiteX10" fmla="*/ 68453 w 136309"/>
                <a:gd name="connsiteY10" fmla="*/ 208688 h 216771"/>
                <a:gd name="connsiteX11" fmla="*/ 29249 w 136309"/>
                <a:gd name="connsiteY11" fmla="*/ 109726 h 216771"/>
                <a:gd name="connsiteX12" fmla="*/ 68755 w 136309"/>
                <a:gd name="connsiteY12" fmla="*/ 8252 h 216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309" h="216771">
                  <a:moveTo>
                    <a:pt x="69659" y="84"/>
                  </a:moveTo>
                  <a:cubicBezTo>
                    <a:pt x="53073" y="84"/>
                    <a:pt x="40407" y="5425"/>
                    <a:pt x="29249" y="16420"/>
                  </a:cubicBezTo>
                  <a:cubicBezTo>
                    <a:pt x="11758" y="34013"/>
                    <a:pt x="299" y="70142"/>
                    <a:pt x="299" y="106899"/>
                  </a:cubicBezTo>
                  <a:cubicBezTo>
                    <a:pt x="299" y="141143"/>
                    <a:pt x="10250" y="177900"/>
                    <a:pt x="24424" y="195493"/>
                  </a:cubicBezTo>
                  <a:cubicBezTo>
                    <a:pt x="35582" y="209316"/>
                    <a:pt x="50962" y="216856"/>
                    <a:pt x="68453" y="216856"/>
                  </a:cubicBezTo>
                  <a:cubicBezTo>
                    <a:pt x="83833" y="216856"/>
                    <a:pt x="96801" y="211515"/>
                    <a:pt x="107657" y="200519"/>
                  </a:cubicBezTo>
                  <a:cubicBezTo>
                    <a:pt x="125148" y="183240"/>
                    <a:pt x="136608" y="146798"/>
                    <a:pt x="136608" y="108784"/>
                  </a:cubicBezTo>
                  <a:cubicBezTo>
                    <a:pt x="136608" y="44381"/>
                    <a:pt x="109165" y="84"/>
                    <a:pt x="69659" y="84"/>
                  </a:cubicBezTo>
                  <a:close/>
                  <a:moveTo>
                    <a:pt x="68755" y="8252"/>
                  </a:moveTo>
                  <a:cubicBezTo>
                    <a:pt x="94087" y="8252"/>
                    <a:pt x="107657" y="43752"/>
                    <a:pt x="107657" y="109412"/>
                  </a:cubicBezTo>
                  <a:cubicBezTo>
                    <a:pt x="107657" y="175072"/>
                    <a:pt x="94388" y="208688"/>
                    <a:pt x="68453" y="208688"/>
                  </a:cubicBezTo>
                  <a:cubicBezTo>
                    <a:pt x="42518" y="208688"/>
                    <a:pt x="29249" y="175072"/>
                    <a:pt x="29249" y="109726"/>
                  </a:cubicBezTo>
                  <a:cubicBezTo>
                    <a:pt x="29249" y="43124"/>
                    <a:pt x="42820" y="8252"/>
                    <a:pt x="68755" y="8252"/>
                  </a:cubicBezTo>
                  <a:close/>
                </a:path>
              </a:pathLst>
            </a:custGeom>
            <a:grpFill/>
            <a:ln w="410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629F89B9-C8C7-25EB-23A3-32B0CFAEE29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760005" y="5027393"/>
              <a:ext cx="136351" cy="9299"/>
            </a:xfrm>
            <a:custGeom>
              <a:avLst/>
              <a:gdLst>
                <a:gd name="connsiteX0" fmla="*/ 128844 w 136351"/>
                <a:gd name="connsiteY0" fmla="*/ 9380 h 9299"/>
                <a:gd name="connsiteX1" fmla="*/ 136654 w 136351"/>
                <a:gd name="connsiteY1" fmla="*/ 4730 h 9299"/>
                <a:gd name="connsiteX2" fmla="*/ 128844 w 136351"/>
                <a:gd name="connsiteY2" fmla="*/ 81 h 9299"/>
                <a:gd name="connsiteX3" fmla="*/ 8113 w 136351"/>
                <a:gd name="connsiteY3" fmla="*/ 81 h 9299"/>
                <a:gd name="connsiteX4" fmla="*/ 303 w 136351"/>
                <a:gd name="connsiteY4" fmla="*/ 4730 h 9299"/>
                <a:gd name="connsiteX5" fmla="*/ 8113 w 136351"/>
                <a:gd name="connsiteY5" fmla="*/ 9380 h 9299"/>
                <a:gd name="connsiteX6" fmla="*/ 128844 w 136351"/>
                <a:gd name="connsiteY6" fmla="*/ 9380 h 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351" h="9299">
                  <a:moveTo>
                    <a:pt x="128844" y="9380"/>
                  </a:moveTo>
                  <a:cubicBezTo>
                    <a:pt x="132637" y="9380"/>
                    <a:pt x="136654" y="9380"/>
                    <a:pt x="136654" y="4730"/>
                  </a:cubicBezTo>
                  <a:cubicBezTo>
                    <a:pt x="136654" y="81"/>
                    <a:pt x="132637" y="81"/>
                    <a:pt x="128844" y="81"/>
                  </a:cubicBezTo>
                  <a:lnTo>
                    <a:pt x="8113" y="81"/>
                  </a:lnTo>
                  <a:cubicBezTo>
                    <a:pt x="4320" y="81"/>
                    <a:pt x="303" y="81"/>
                    <a:pt x="303" y="4730"/>
                  </a:cubicBezTo>
                  <a:cubicBezTo>
                    <a:pt x="303" y="9380"/>
                    <a:pt x="4320" y="9380"/>
                    <a:pt x="8113" y="9380"/>
                  </a:cubicBezTo>
                  <a:lnTo>
                    <a:pt x="128844" y="9380"/>
                  </a:lnTo>
                  <a:close/>
                </a:path>
              </a:pathLst>
            </a:custGeom>
            <a:grpFill/>
            <a:ln w="303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09C3732A-D213-34DE-45CA-01B4917E8F72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925123" y="4933006"/>
              <a:ext cx="86809" cy="160411"/>
            </a:xfrm>
            <a:custGeom>
              <a:avLst/>
              <a:gdLst>
                <a:gd name="connsiteX0" fmla="*/ 24856 w 86809"/>
                <a:gd name="connsiteY0" fmla="*/ 80519 h 160411"/>
                <a:gd name="connsiteX1" fmla="*/ 48511 w 86809"/>
                <a:gd name="connsiteY1" fmla="*/ 83076 h 160411"/>
                <a:gd name="connsiteX2" fmla="*/ 71051 w 86809"/>
                <a:gd name="connsiteY2" fmla="*/ 117483 h 160411"/>
                <a:gd name="connsiteX3" fmla="*/ 41817 w 86809"/>
                <a:gd name="connsiteY3" fmla="*/ 152122 h 160411"/>
                <a:gd name="connsiteX4" fmla="*/ 23071 w 86809"/>
                <a:gd name="connsiteY4" fmla="*/ 144916 h 160411"/>
                <a:gd name="connsiteX5" fmla="*/ 8789 w 86809"/>
                <a:gd name="connsiteY5" fmla="*/ 139104 h 160411"/>
                <a:gd name="connsiteX6" fmla="*/ 309 w 86809"/>
                <a:gd name="connsiteY6" fmla="*/ 147240 h 160411"/>
                <a:gd name="connsiteX7" fmla="*/ 25526 w 86809"/>
                <a:gd name="connsiteY7" fmla="*/ 160492 h 160411"/>
                <a:gd name="connsiteX8" fmla="*/ 70828 w 86809"/>
                <a:gd name="connsiteY8" fmla="*/ 144916 h 160411"/>
                <a:gd name="connsiteX9" fmla="*/ 87118 w 86809"/>
                <a:gd name="connsiteY9" fmla="*/ 106324 h 160411"/>
                <a:gd name="connsiteX10" fmla="*/ 77076 w 86809"/>
                <a:gd name="connsiteY10" fmla="*/ 76334 h 160411"/>
                <a:gd name="connsiteX11" fmla="*/ 58554 w 86809"/>
                <a:gd name="connsiteY11" fmla="*/ 64013 h 160411"/>
                <a:gd name="connsiteX12" fmla="*/ 79531 w 86809"/>
                <a:gd name="connsiteY12" fmla="*/ 31930 h 160411"/>
                <a:gd name="connsiteX13" fmla="*/ 44718 w 86809"/>
                <a:gd name="connsiteY13" fmla="*/ 81 h 160411"/>
                <a:gd name="connsiteX14" fmla="*/ 15707 w 86809"/>
                <a:gd name="connsiteY14" fmla="*/ 11472 h 160411"/>
                <a:gd name="connsiteX15" fmla="*/ 755 w 86809"/>
                <a:gd name="connsiteY15" fmla="*/ 37742 h 160411"/>
                <a:gd name="connsiteX16" fmla="*/ 4102 w 86809"/>
                <a:gd name="connsiteY16" fmla="*/ 38672 h 160411"/>
                <a:gd name="connsiteX17" fmla="*/ 37353 w 86809"/>
                <a:gd name="connsiteY17" fmla="*/ 14029 h 160411"/>
                <a:gd name="connsiteX18" fmla="*/ 61901 w 86809"/>
                <a:gd name="connsiteY18" fmla="*/ 38905 h 160411"/>
                <a:gd name="connsiteX19" fmla="*/ 52975 w 86809"/>
                <a:gd name="connsiteY19" fmla="*/ 61455 h 160411"/>
                <a:gd name="connsiteX20" fmla="*/ 24856 w 86809"/>
                <a:gd name="connsiteY20" fmla="*/ 77496 h 160411"/>
                <a:gd name="connsiteX21" fmla="*/ 24856 w 86809"/>
                <a:gd name="connsiteY21" fmla="*/ 80519 h 160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6809" h="160411">
                  <a:moveTo>
                    <a:pt x="24856" y="80519"/>
                  </a:moveTo>
                  <a:cubicBezTo>
                    <a:pt x="38023" y="80519"/>
                    <a:pt x="43156" y="80984"/>
                    <a:pt x="48511" y="83076"/>
                  </a:cubicBezTo>
                  <a:cubicBezTo>
                    <a:pt x="62347" y="88190"/>
                    <a:pt x="71051" y="101442"/>
                    <a:pt x="71051" y="117483"/>
                  </a:cubicBezTo>
                  <a:cubicBezTo>
                    <a:pt x="71051" y="137011"/>
                    <a:pt x="58330" y="152122"/>
                    <a:pt x="41817" y="152122"/>
                  </a:cubicBezTo>
                  <a:cubicBezTo>
                    <a:pt x="35791" y="152122"/>
                    <a:pt x="31328" y="150495"/>
                    <a:pt x="23071" y="144916"/>
                  </a:cubicBezTo>
                  <a:cubicBezTo>
                    <a:pt x="16376" y="140731"/>
                    <a:pt x="12582" y="139104"/>
                    <a:pt x="8789" y="139104"/>
                  </a:cubicBezTo>
                  <a:cubicBezTo>
                    <a:pt x="3656" y="139104"/>
                    <a:pt x="309" y="142358"/>
                    <a:pt x="309" y="147240"/>
                  </a:cubicBezTo>
                  <a:cubicBezTo>
                    <a:pt x="309" y="155377"/>
                    <a:pt x="9904" y="160492"/>
                    <a:pt x="25526" y="160492"/>
                  </a:cubicBezTo>
                  <a:cubicBezTo>
                    <a:pt x="42709" y="160492"/>
                    <a:pt x="60339" y="154447"/>
                    <a:pt x="70828" y="144916"/>
                  </a:cubicBezTo>
                  <a:cubicBezTo>
                    <a:pt x="81316" y="135384"/>
                    <a:pt x="87118" y="121900"/>
                    <a:pt x="87118" y="106324"/>
                  </a:cubicBezTo>
                  <a:cubicBezTo>
                    <a:pt x="87118" y="94467"/>
                    <a:pt x="83548" y="83541"/>
                    <a:pt x="77076" y="76334"/>
                  </a:cubicBezTo>
                  <a:cubicBezTo>
                    <a:pt x="72613" y="71219"/>
                    <a:pt x="68373" y="68430"/>
                    <a:pt x="58554" y="64013"/>
                  </a:cubicBezTo>
                  <a:cubicBezTo>
                    <a:pt x="73952" y="53086"/>
                    <a:pt x="79531" y="44484"/>
                    <a:pt x="79531" y="31930"/>
                  </a:cubicBezTo>
                  <a:cubicBezTo>
                    <a:pt x="79531" y="13099"/>
                    <a:pt x="65248" y="81"/>
                    <a:pt x="44718" y="81"/>
                  </a:cubicBezTo>
                  <a:cubicBezTo>
                    <a:pt x="33560" y="81"/>
                    <a:pt x="23740" y="4033"/>
                    <a:pt x="15707" y="11472"/>
                  </a:cubicBezTo>
                  <a:cubicBezTo>
                    <a:pt x="9012" y="17749"/>
                    <a:pt x="5664" y="23794"/>
                    <a:pt x="755" y="37742"/>
                  </a:cubicBezTo>
                  <a:lnTo>
                    <a:pt x="4102" y="38672"/>
                  </a:lnTo>
                  <a:cubicBezTo>
                    <a:pt x="13252" y="21701"/>
                    <a:pt x="23294" y="14029"/>
                    <a:pt x="37353" y="14029"/>
                  </a:cubicBezTo>
                  <a:cubicBezTo>
                    <a:pt x="51859" y="14029"/>
                    <a:pt x="61901" y="24258"/>
                    <a:pt x="61901" y="38905"/>
                  </a:cubicBezTo>
                  <a:cubicBezTo>
                    <a:pt x="61901" y="47274"/>
                    <a:pt x="58554" y="55643"/>
                    <a:pt x="52975" y="61455"/>
                  </a:cubicBezTo>
                  <a:cubicBezTo>
                    <a:pt x="46280" y="68430"/>
                    <a:pt x="40031" y="71917"/>
                    <a:pt x="24856" y="77496"/>
                  </a:cubicBezTo>
                  <a:lnTo>
                    <a:pt x="24856" y="80519"/>
                  </a:lnTo>
                  <a:close/>
                </a:path>
              </a:pathLst>
            </a:custGeom>
            <a:grpFill/>
            <a:ln w="303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280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7564-9605-2146-4504-81B02B91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3A6A-B54A-AF0E-23AD-D49591CF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F5CE-36C0-4ADD-05E1-AE57C99C8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194" name="Rectangle 4193">
            <a:extLst>
              <a:ext uri="{FF2B5EF4-FFF2-40B4-BE49-F238E27FC236}">
                <a16:creationId xmlns:a16="http://schemas.microsoft.com/office/drawing/2014/main" id="{E8FB9227-7F29-1670-BF57-75A9250718D0}"/>
              </a:ext>
            </a:extLst>
          </p:cNvPr>
          <p:cNvSpPr/>
          <p:nvPr/>
        </p:nvSpPr>
        <p:spPr>
          <a:xfrm>
            <a:off x="6448155" y="1745673"/>
            <a:ext cx="5314354" cy="60267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D2463-5AD4-9029-4125-43569BB8D965}"/>
              </a:ext>
            </a:extLst>
          </p:cNvPr>
          <p:cNvSpPr txBox="1"/>
          <p:nvPr/>
        </p:nvSpPr>
        <p:spPr>
          <a:xfrm>
            <a:off x="1798820" y="224852"/>
            <a:ext cx="9298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</a:t>
            </a:r>
            <a:r>
              <a:rPr lang="en-US" sz="3600" baseline="30000" dirty="0"/>
              <a:t>nd</a:t>
            </a:r>
            <a:r>
              <a:rPr lang="en-US" sz="3600" dirty="0"/>
              <a:t> Method: Newton’s Divided Difference</a:t>
            </a:r>
          </a:p>
        </p:txBody>
      </p:sp>
      <p:grpSp>
        <p:nvGrpSpPr>
          <p:cNvPr id="3349" name="Group 3348" descr="\documentclass{article}&#10;\usepackage{amsmath,amsfonts,amssymb,xcolor,mathptmx}&#10;\newcommand{\dbar}{{d\mkern-7mu\mathchar'26\mkern-2mu}}&#10;\usepackage{times}&#10;\usepackage{tabularx}&#10;\usepackage{mathptmx}&#10;\usepackage{bm}&#10;\usepackage{xcolor}&#10;\pagestyle{empty}&#10;\begin{document}&#10;\color{white}{&#10;\begin{tabular}{|&gt;{\centering\arraybackslash}m{0.5cm}|&gt;{\centering\arraybackslash}m{0.5cm}|&gt;{\centering\arraybackslash}m{0.5cm}|&gt;{\centering\arraybackslash}m{1cm}|&gt;{\centering\arraybackslash}m{2cm}|&gt;{\centering\arraybackslash}m{2cm}|&gt;{\centering\arraybackslash}m{2.cm}|&gt;{\centering\arraybackslash}m{2cm}|}&#10;\hline&#10;$k$ &amp; $x$ &amp; $y$ &amp; $s=\ln(x)$ &amp; $t=\ln(y)$ &amp; $1^{st}$ &amp; $2^{nd}$ &amp; $3^{rd}$\\&#10;\hline \hline&#10;1 &amp; 1 &amp; 0.5 &amp; 0.000 &amp; -0.693 &amp; 1.74431301 &amp; 0.01754879 &amp; -0.0168474 \\&#10;\hline&#10;2 &amp; 3 &amp; 3.4 &amp; 1.099 &amp; 1.224 &amp; 1.77254902 &amp; -0.01523625 &amp; 0.0\\&#10;\hline&#10;3 &amp; 5 &amp; 8.4 &amp; 1.609 &amp; 2.128 &amp; 1.75964392 &amp; 0.0 &amp; 0.0\\&#10;\hline&#10;4 &amp; 7 &amp; 15.2 &amp; 1.946 &amp; 2.721 &amp; 0.0 &amp; 0.0 &amp; 0.0\\&#10;\hline &#10;\end{tabular}&#10;}&#10;\end{document}" title="IguanaTex Shape Display">
            <a:extLst>
              <a:ext uri="{FF2B5EF4-FFF2-40B4-BE49-F238E27FC236}">
                <a16:creationId xmlns:a16="http://schemas.microsoft.com/office/drawing/2014/main" id="{31A73972-376A-852B-385E-D46737EF1AE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84640" y="1748853"/>
            <a:ext cx="10074036" cy="1930811"/>
            <a:chOff x="3750665" y="3720061"/>
            <a:chExt cx="10074036" cy="1930811"/>
          </a:xfrm>
        </p:grpSpPr>
        <p:sp>
          <p:nvSpPr>
            <p:cNvPr id="3101" name="Freeform: Shape 3100">
              <a:extLst>
                <a:ext uri="{FF2B5EF4-FFF2-40B4-BE49-F238E27FC236}">
                  <a16:creationId xmlns:a16="http://schemas.microsoft.com/office/drawing/2014/main" id="{C8C1FE9D-86C7-DCE1-F0EC-6A63E19EC735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3750665" y="3720061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2" name="Freeform: Shape 3101">
              <a:extLst>
                <a:ext uri="{FF2B5EF4-FFF2-40B4-BE49-F238E27FC236}">
                  <a16:creationId xmlns:a16="http://schemas.microsoft.com/office/drawing/2014/main" id="{A2BC6366-225A-66BE-1BD4-3AB7AAD7519C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3750665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5 w 10115"/>
                <a:gd name="connsiteY1" fmla="*/ 0 h 603378"/>
                <a:gd name="connsiteX2" fmla="*/ 10115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5" y="0"/>
                  </a:lnTo>
                  <a:lnTo>
                    <a:pt x="10115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3" name="Freeform: Shape 3102">
              <a:extLst>
                <a:ext uri="{FF2B5EF4-FFF2-40B4-BE49-F238E27FC236}">
                  <a16:creationId xmlns:a16="http://schemas.microsoft.com/office/drawing/2014/main" id="{CA64B664-60B8-3823-7117-E627E00AA172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4037639" y="3921074"/>
              <a:ext cx="112620" cy="173825"/>
            </a:xfrm>
            <a:custGeom>
              <a:avLst/>
              <a:gdLst>
                <a:gd name="connsiteX0" fmla="*/ 100867 w 112620"/>
                <a:gd name="connsiteY0" fmla="*/ 143836 h 173825"/>
                <a:gd name="connsiteX1" fmla="*/ 97088 w 112620"/>
                <a:gd name="connsiteY1" fmla="*/ 150348 h 173825"/>
                <a:gd name="connsiteX2" fmla="*/ 85750 w 112620"/>
                <a:gd name="connsiteY2" fmla="*/ 160867 h 173825"/>
                <a:gd name="connsiteX3" fmla="*/ 65343 w 112620"/>
                <a:gd name="connsiteY3" fmla="*/ 128557 h 173825"/>
                <a:gd name="connsiteX4" fmla="*/ 56021 w 112620"/>
                <a:gd name="connsiteY4" fmla="*/ 106516 h 173825"/>
                <a:gd name="connsiteX5" fmla="*/ 112709 w 112620"/>
                <a:gd name="connsiteY5" fmla="*/ 67944 h 173825"/>
                <a:gd name="connsiteX6" fmla="*/ 112709 w 112620"/>
                <a:gd name="connsiteY6" fmla="*/ 63936 h 173825"/>
                <a:gd name="connsiteX7" fmla="*/ 66602 w 112620"/>
                <a:gd name="connsiteY7" fmla="*/ 63936 h 173825"/>
                <a:gd name="connsiteX8" fmla="*/ 66602 w 112620"/>
                <a:gd name="connsiteY8" fmla="*/ 67944 h 173825"/>
                <a:gd name="connsiteX9" fmla="*/ 70634 w 112620"/>
                <a:gd name="connsiteY9" fmla="*/ 67944 h 173825"/>
                <a:gd name="connsiteX10" fmla="*/ 80460 w 112620"/>
                <a:gd name="connsiteY10" fmla="*/ 72452 h 173825"/>
                <a:gd name="connsiteX11" fmla="*/ 44431 w 112620"/>
                <a:gd name="connsiteY11" fmla="*/ 107518 h 173825"/>
                <a:gd name="connsiteX12" fmla="*/ 33597 w 112620"/>
                <a:gd name="connsiteY12" fmla="*/ 115783 h 173825"/>
                <a:gd name="connsiteX13" fmla="*/ 63831 w 112620"/>
                <a:gd name="connsiteY13" fmla="*/ 1319 h 173825"/>
                <a:gd name="connsiteX14" fmla="*/ 62571 w 112620"/>
                <a:gd name="connsiteY14" fmla="*/ 67 h 173825"/>
                <a:gd name="connsiteX15" fmla="*/ 23268 w 112620"/>
                <a:gd name="connsiteY15" fmla="*/ 6829 h 173825"/>
                <a:gd name="connsiteX16" fmla="*/ 23268 w 112620"/>
                <a:gd name="connsiteY16" fmla="*/ 10837 h 173825"/>
                <a:gd name="connsiteX17" fmla="*/ 40400 w 112620"/>
                <a:gd name="connsiteY17" fmla="*/ 17099 h 173825"/>
                <a:gd name="connsiteX18" fmla="*/ 34857 w 112620"/>
                <a:gd name="connsiteY18" fmla="*/ 39641 h 173825"/>
                <a:gd name="connsiteX19" fmla="*/ 32590 w 112620"/>
                <a:gd name="connsiteY19" fmla="*/ 47906 h 173825"/>
                <a:gd name="connsiteX20" fmla="*/ 32086 w 112620"/>
                <a:gd name="connsiteY20" fmla="*/ 50160 h 173825"/>
                <a:gd name="connsiteX21" fmla="*/ 88 w 112620"/>
                <a:gd name="connsiteY21" fmla="*/ 171137 h 173825"/>
                <a:gd name="connsiteX22" fmla="*/ 18985 w 112620"/>
                <a:gd name="connsiteY22" fmla="*/ 171137 h 173825"/>
                <a:gd name="connsiteX23" fmla="*/ 31078 w 112620"/>
                <a:gd name="connsiteY23" fmla="*/ 126052 h 173825"/>
                <a:gd name="connsiteX24" fmla="*/ 41660 w 112620"/>
                <a:gd name="connsiteY24" fmla="*/ 118037 h 173825"/>
                <a:gd name="connsiteX25" fmla="*/ 56777 w 112620"/>
                <a:gd name="connsiteY25" fmla="*/ 153353 h 173825"/>
                <a:gd name="connsiteX26" fmla="*/ 76680 w 112620"/>
                <a:gd name="connsiteY26" fmla="*/ 173892 h 173825"/>
                <a:gd name="connsiteX27" fmla="*/ 104646 w 112620"/>
                <a:gd name="connsiteY27" fmla="*/ 146591 h 173825"/>
                <a:gd name="connsiteX28" fmla="*/ 100867 w 112620"/>
                <a:gd name="connsiteY28" fmla="*/ 143836 h 17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2620" h="173825">
                  <a:moveTo>
                    <a:pt x="100867" y="143836"/>
                  </a:moveTo>
                  <a:lnTo>
                    <a:pt x="97088" y="150348"/>
                  </a:lnTo>
                  <a:cubicBezTo>
                    <a:pt x="92553" y="158112"/>
                    <a:pt x="89530" y="160867"/>
                    <a:pt x="85750" y="160867"/>
                  </a:cubicBezTo>
                  <a:cubicBezTo>
                    <a:pt x="80460" y="160867"/>
                    <a:pt x="75169" y="152602"/>
                    <a:pt x="65343" y="128557"/>
                  </a:cubicBezTo>
                  <a:cubicBezTo>
                    <a:pt x="64083" y="125301"/>
                    <a:pt x="60304" y="116284"/>
                    <a:pt x="56021" y="106516"/>
                  </a:cubicBezTo>
                  <a:cubicBezTo>
                    <a:pt x="93057" y="73704"/>
                    <a:pt x="100867" y="68695"/>
                    <a:pt x="112709" y="67944"/>
                  </a:cubicBezTo>
                  <a:lnTo>
                    <a:pt x="112709" y="63936"/>
                  </a:lnTo>
                  <a:lnTo>
                    <a:pt x="66602" y="63936"/>
                  </a:lnTo>
                  <a:lnTo>
                    <a:pt x="66602" y="67944"/>
                  </a:lnTo>
                  <a:lnTo>
                    <a:pt x="70634" y="67944"/>
                  </a:lnTo>
                  <a:cubicBezTo>
                    <a:pt x="76932" y="67944"/>
                    <a:pt x="80460" y="69697"/>
                    <a:pt x="80460" y="72452"/>
                  </a:cubicBezTo>
                  <a:cubicBezTo>
                    <a:pt x="80460" y="77461"/>
                    <a:pt x="67862" y="89734"/>
                    <a:pt x="44431" y="107518"/>
                  </a:cubicBezTo>
                  <a:cubicBezTo>
                    <a:pt x="40904" y="110273"/>
                    <a:pt x="37881" y="112778"/>
                    <a:pt x="33597" y="115783"/>
                  </a:cubicBezTo>
                  <a:lnTo>
                    <a:pt x="63831" y="1319"/>
                  </a:lnTo>
                  <a:lnTo>
                    <a:pt x="62571" y="67"/>
                  </a:lnTo>
                  <a:cubicBezTo>
                    <a:pt x="47706" y="3323"/>
                    <a:pt x="38132" y="5076"/>
                    <a:pt x="23268" y="6829"/>
                  </a:cubicBezTo>
                  <a:lnTo>
                    <a:pt x="23268" y="10837"/>
                  </a:lnTo>
                  <a:cubicBezTo>
                    <a:pt x="35361" y="10586"/>
                    <a:pt x="40148" y="12340"/>
                    <a:pt x="40400" y="17099"/>
                  </a:cubicBezTo>
                  <a:cubicBezTo>
                    <a:pt x="39896" y="21357"/>
                    <a:pt x="38132" y="28119"/>
                    <a:pt x="34857" y="39641"/>
                  </a:cubicBezTo>
                  <a:cubicBezTo>
                    <a:pt x="33849" y="43147"/>
                    <a:pt x="33094" y="45902"/>
                    <a:pt x="32590" y="47906"/>
                  </a:cubicBezTo>
                  <a:lnTo>
                    <a:pt x="32086" y="50160"/>
                  </a:lnTo>
                  <a:lnTo>
                    <a:pt x="88" y="171137"/>
                  </a:lnTo>
                  <a:lnTo>
                    <a:pt x="18985" y="171137"/>
                  </a:lnTo>
                  <a:lnTo>
                    <a:pt x="31078" y="126052"/>
                  </a:lnTo>
                  <a:lnTo>
                    <a:pt x="41660" y="118037"/>
                  </a:lnTo>
                  <a:cubicBezTo>
                    <a:pt x="45691" y="129058"/>
                    <a:pt x="52241" y="144337"/>
                    <a:pt x="56777" y="153353"/>
                  </a:cubicBezTo>
                  <a:cubicBezTo>
                    <a:pt x="64839" y="169133"/>
                    <a:pt x="69374" y="173892"/>
                    <a:pt x="76680" y="173892"/>
                  </a:cubicBezTo>
                  <a:cubicBezTo>
                    <a:pt x="86758" y="173892"/>
                    <a:pt x="93309" y="167630"/>
                    <a:pt x="104646" y="146591"/>
                  </a:cubicBezTo>
                  <a:lnTo>
                    <a:pt x="100867" y="14383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4" name="Freeform: Shape 3103">
              <a:extLst>
                <a:ext uri="{FF2B5EF4-FFF2-40B4-BE49-F238E27FC236}">
                  <a16:creationId xmlns:a16="http://schemas.microsoft.com/office/drawing/2014/main" id="{7EB8275F-C69D-4B7F-3658-FB3005013CD1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4424023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5" name="Freeform: Shape 3104">
              <a:extLst>
                <a:ext uri="{FF2B5EF4-FFF2-40B4-BE49-F238E27FC236}">
                  <a16:creationId xmlns:a16="http://schemas.microsoft.com/office/drawing/2014/main" id="{30A7DC69-B09C-1A5D-EB6F-617C910E787D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4702438" y="3981687"/>
              <a:ext cx="119422" cy="113211"/>
            </a:xfrm>
            <a:custGeom>
              <a:avLst/>
              <a:gdLst>
                <a:gd name="connsiteX0" fmla="*/ 108200 w 119422"/>
                <a:gd name="connsiteY0" fmla="*/ 82722 h 113211"/>
                <a:gd name="connsiteX1" fmla="*/ 102657 w 119422"/>
                <a:gd name="connsiteY1" fmla="*/ 89484 h 113211"/>
                <a:gd name="connsiteX2" fmla="*/ 91068 w 119422"/>
                <a:gd name="connsiteY2" fmla="*/ 99503 h 113211"/>
                <a:gd name="connsiteX3" fmla="*/ 83257 w 119422"/>
                <a:gd name="connsiteY3" fmla="*/ 89234 h 113211"/>
                <a:gd name="connsiteX4" fmla="*/ 82250 w 119422"/>
                <a:gd name="connsiteY4" fmla="*/ 84976 h 113211"/>
                <a:gd name="connsiteX5" fmla="*/ 73180 w 119422"/>
                <a:gd name="connsiteY5" fmla="*/ 44400 h 113211"/>
                <a:gd name="connsiteX6" fmla="*/ 97870 w 119422"/>
                <a:gd name="connsiteY6" fmla="*/ 14093 h 113211"/>
                <a:gd name="connsiteX7" fmla="*/ 103917 w 119422"/>
                <a:gd name="connsiteY7" fmla="*/ 16097 h 113211"/>
                <a:gd name="connsiteX8" fmla="*/ 110720 w 119422"/>
                <a:gd name="connsiteY8" fmla="*/ 18351 h 113211"/>
                <a:gd name="connsiteX9" fmla="*/ 119538 w 119422"/>
                <a:gd name="connsiteY9" fmla="*/ 9334 h 113211"/>
                <a:gd name="connsiteX10" fmla="*/ 109208 w 119422"/>
                <a:gd name="connsiteY10" fmla="*/ 67 h 113211"/>
                <a:gd name="connsiteX11" fmla="*/ 71164 w 119422"/>
                <a:gd name="connsiteY11" fmla="*/ 35884 h 113211"/>
                <a:gd name="connsiteX12" fmla="*/ 68393 w 119422"/>
                <a:gd name="connsiteY12" fmla="*/ 22108 h 113211"/>
                <a:gd name="connsiteX13" fmla="*/ 55291 w 119422"/>
                <a:gd name="connsiteY13" fmla="*/ 67 h 113211"/>
                <a:gd name="connsiteX14" fmla="*/ 25814 w 119422"/>
                <a:gd name="connsiteY14" fmla="*/ 7331 h 113211"/>
                <a:gd name="connsiteX15" fmla="*/ 23042 w 119422"/>
                <a:gd name="connsiteY15" fmla="*/ 8332 h 113211"/>
                <a:gd name="connsiteX16" fmla="*/ 24050 w 119422"/>
                <a:gd name="connsiteY16" fmla="*/ 12089 h 113211"/>
                <a:gd name="connsiteX17" fmla="*/ 38159 w 119422"/>
                <a:gd name="connsiteY17" fmla="*/ 9334 h 113211"/>
                <a:gd name="connsiteX18" fmla="*/ 49497 w 119422"/>
                <a:gd name="connsiteY18" fmla="*/ 26617 h 113211"/>
                <a:gd name="connsiteX19" fmla="*/ 56803 w 119422"/>
                <a:gd name="connsiteY19" fmla="*/ 57424 h 113211"/>
                <a:gd name="connsiteX20" fmla="*/ 36143 w 119422"/>
                <a:gd name="connsiteY20" fmla="*/ 86729 h 113211"/>
                <a:gd name="connsiteX21" fmla="*/ 23294 w 119422"/>
                <a:gd name="connsiteY21" fmla="*/ 98752 h 113211"/>
                <a:gd name="connsiteX22" fmla="*/ 16744 w 119422"/>
                <a:gd name="connsiteY22" fmla="*/ 96497 h 113211"/>
                <a:gd name="connsiteX23" fmla="*/ 8681 w 119422"/>
                <a:gd name="connsiteY23" fmla="*/ 93993 h 113211"/>
                <a:gd name="connsiteX24" fmla="*/ 115 w 119422"/>
                <a:gd name="connsiteY24" fmla="*/ 102759 h 113211"/>
                <a:gd name="connsiteX25" fmla="*/ 12712 w 119422"/>
                <a:gd name="connsiteY25" fmla="*/ 113279 h 113211"/>
                <a:gd name="connsiteX26" fmla="*/ 36143 w 119422"/>
                <a:gd name="connsiteY26" fmla="*/ 95746 h 113211"/>
                <a:gd name="connsiteX27" fmla="*/ 58819 w 119422"/>
                <a:gd name="connsiteY27" fmla="*/ 66441 h 113211"/>
                <a:gd name="connsiteX28" fmla="*/ 66377 w 119422"/>
                <a:gd name="connsiteY28" fmla="*/ 96497 h 113211"/>
                <a:gd name="connsiteX29" fmla="*/ 80990 w 119422"/>
                <a:gd name="connsiteY29" fmla="*/ 113279 h 113211"/>
                <a:gd name="connsiteX30" fmla="*/ 111727 w 119422"/>
                <a:gd name="connsiteY30" fmla="*/ 84725 h 113211"/>
                <a:gd name="connsiteX31" fmla="*/ 108200 w 119422"/>
                <a:gd name="connsiteY31" fmla="*/ 82722 h 11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422" h="113211">
                  <a:moveTo>
                    <a:pt x="108200" y="82722"/>
                  </a:moveTo>
                  <a:cubicBezTo>
                    <a:pt x="106185" y="84976"/>
                    <a:pt x="104925" y="86479"/>
                    <a:pt x="102657" y="89484"/>
                  </a:cubicBezTo>
                  <a:cubicBezTo>
                    <a:pt x="96863" y="96998"/>
                    <a:pt x="93839" y="99503"/>
                    <a:pt x="91068" y="99503"/>
                  </a:cubicBezTo>
                  <a:cubicBezTo>
                    <a:pt x="87289" y="99503"/>
                    <a:pt x="85021" y="96247"/>
                    <a:pt x="83257" y="89234"/>
                  </a:cubicBezTo>
                  <a:cubicBezTo>
                    <a:pt x="82754" y="87230"/>
                    <a:pt x="82502" y="85727"/>
                    <a:pt x="82250" y="84976"/>
                  </a:cubicBezTo>
                  <a:cubicBezTo>
                    <a:pt x="75951" y="59679"/>
                    <a:pt x="73180" y="48157"/>
                    <a:pt x="73180" y="44400"/>
                  </a:cubicBezTo>
                  <a:cubicBezTo>
                    <a:pt x="84265" y="25114"/>
                    <a:pt x="93335" y="14093"/>
                    <a:pt x="97870" y="14093"/>
                  </a:cubicBezTo>
                  <a:cubicBezTo>
                    <a:pt x="99382" y="14093"/>
                    <a:pt x="101398" y="14845"/>
                    <a:pt x="103917" y="16097"/>
                  </a:cubicBezTo>
                  <a:cubicBezTo>
                    <a:pt x="106940" y="17850"/>
                    <a:pt x="108704" y="18351"/>
                    <a:pt x="110720" y="18351"/>
                  </a:cubicBezTo>
                  <a:cubicBezTo>
                    <a:pt x="116011" y="18351"/>
                    <a:pt x="119538" y="14594"/>
                    <a:pt x="119538" y="9334"/>
                  </a:cubicBezTo>
                  <a:cubicBezTo>
                    <a:pt x="119538" y="4074"/>
                    <a:pt x="115255" y="67"/>
                    <a:pt x="109208" y="67"/>
                  </a:cubicBezTo>
                  <a:cubicBezTo>
                    <a:pt x="98122" y="67"/>
                    <a:pt x="88548" y="9084"/>
                    <a:pt x="71164" y="35884"/>
                  </a:cubicBezTo>
                  <a:lnTo>
                    <a:pt x="68393" y="22108"/>
                  </a:lnTo>
                  <a:cubicBezTo>
                    <a:pt x="64865" y="5076"/>
                    <a:pt x="62094" y="67"/>
                    <a:pt x="55291" y="67"/>
                  </a:cubicBezTo>
                  <a:cubicBezTo>
                    <a:pt x="49749" y="67"/>
                    <a:pt x="41182" y="2321"/>
                    <a:pt x="25814" y="7331"/>
                  </a:cubicBezTo>
                  <a:lnTo>
                    <a:pt x="23042" y="8332"/>
                  </a:lnTo>
                  <a:lnTo>
                    <a:pt x="24050" y="12089"/>
                  </a:lnTo>
                  <a:cubicBezTo>
                    <a:pt x="33624" y="9835"/>
                    <a:pt x="35891" y="9334"/>
                    <a:pt x="38159" y="9334"/>
                  </a:cubicBezTo>
                  <a:cubicBezTo>
                    <a:pt x="44458" y="9334"/>
                    <a:pt x="45969" y="11589"/>
                    <a:pt x="49497" y="26617"/>
                  </a:cubicBezTo>
                  <a:lnTo>
                    <a:pt x="56803" y="57424"/>
                  </a:lnTo>
                  <a:lnTo>
                    <a:pt x="36143" y="86729"/>
                  </a:lnTo>
                  <a:cubicBezTo>
                    <a:pt x="31104" y="94243"/>
                    <a:pt x="26066" y="98752"/>
                    <a:pt x="23294" y="98752"/>
                  </a:cubicBezTo>
                  <a:cubicBezTo>
                    <a:pt x="21782" y="98752"/>
                    <a:pt x="19263" y="98000"/>
                    <a:pt x="16744" y="96497"/>
                  </a:cubicBezTo>
                  <a:cubicBezTo>
                    <a:pt x="13468" y="94744"/>
                    <a:pt x="10697" y="93993"/>
                    <a:pt x="8681" y="93993"/>
                  </a:cubicBezTo>
                  <a:cubicBezTo>
                    <a:pt x="3894" y="93993"/>
                    <a:pt x="115" y="97750"/>
                    <a:pt x="115" y="102759"/>
                  </a:cubicBezTo>
                  <a:cubicBezTo>
                    <a:pt x="115" y="109271"/>
                    <a:pt x="5154" y="113279"/>
                    <a:pt x="12712" y="113279"/>
                  </a:cubicBezTo>
                  <a:cubicBezTo>
                    <a:pt x="20523" y="113279"/>
                    <a:pt x="23546" y="111025"/>
                    <a:pt x="36143" y="95746"/>
                  </a:cubicBezTo>
                  <a:cubicBezTo>
                    <a:pt x="42946" y="87731"/>
                    <a:pt x="48237" y="80968"/>
                    <a:pt x="58819" y="66441"/>
                  </a:cubicBezTo>
                  <a:lnTo>
                    <a:pt x="66377" y="96497"/>
                  </a:lnTo>
                  <a:cubicBezTo>
                    <a:pt x="69652" y="109271"/>
                    <a:pt x="72928" y="113279"/>
                    <a:pt x="80990" y="113279"/>
                  </a:cubicBezTo>
                  <a:cubicBezTo>
                    <a:pt x="90564" y="113279"/>
                    <a:pt x="97115" y="107268"/>
                    <a:pt x="111727" y="84725"/>
                  </a:cubicBezTo>
                  <a:lnTo>
                    <a:pt x="108200" y="8272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6" name="Freeform: Shape 3105">
              <a:extLst>
                <a:ext uri="{FF2B5EF4-FFF2-40B4-BE49-F238E27FC236}">
                  <a16:creationId xmlns:a16="http://schemas.microsoft.com/office/drawing/2014/main" id="{A217FA48-9C8E-FF09-3A80-8BFFFBC117DF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5097382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7" name="Freeform: Shape 3106">
              <a:extLst>
                <a:ext uri="{FF2B5EF4-FFF2-40B4-BE49-F238E27FC236}">
                  <a16:creationId xmlns:a16="http://schemas.microsoft.com/office/drawing/2014/main" id="{1C2B86BA-5145-3252-5650-162B79E7834C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5376931" y="3981687"/>
              <a:ext cx="113376" cy="162053"/>
            </a:xfrm>
            <a:custGeom>
              <a:avLst/>
              <a:gdLst>
                <a:gd name="connsiteX0" fmla="*/ 9967 w 113376"/>
                <a:gd name="connsiteY0" fmla="*/ 10336 h 162053"/>
                <a:gd name="connsiteX1" fmla="*/ 17778 w 113376"/>
                <a:gd name="connsiteY1" fmla="*/ 9335 h 162053"/>
                <a:gd name="connsiteX2" fmla="*/ 47508 w 113376"/>
                <a:gd name="connsiteY2" fmla="*/ 58677 h 162053"/>
                <a:gd name="connsiteX3" fmla="*/ 57837 w 113376"/>
                <a:gd name="connsiteY3" fmla="*/ 108520 h 162053"/>
                <a:gd name="connsiteX4" fmla="*/ 52546 w 113376"/>
                <a:gd name="connsiteY4" fmla="*/ 121044 h 162053"/>
                <a:gd name="connsiteX5" fmla="*/ 36926 w 113376"/>
                <a:gd name="connsiteY5" fmla="*/ 140831 h 162053"/>
                <a:gd name="connsiteX6" fmla="*/ 25336 w 113376"/>
                <a:gd name="connsiteY6" fmla="*/ 148345 h 162053"/>
                <a:gd name="connsiteX7" fmla="*/ 19289 w 113376"/>
                <a:gd name="connsiteY7" fmla="*/ 145589 h 162053"/>
                <a:gd name="connsiteX8" fmla="*/ 9967 w 113376"/>
                <a:gd name="connsiteY8" fmla="*/ 141332 h 162053"/>
                <a:gd name="connsiteX9" fmla="*/ 142 w 113376"/>
                <a:gd name="connsiteY9" fmla="*/ 151100 h 162053"/>
                <a:gd name="connsiteX10" fmla="*/ 12991 w 113376"/>
                <a:gd name="connsiteY10" fmla="*/ 162120 h 162053"/>
                <a:gd name="connsiteX11" fmla="*/ 89331 w 113376"/>
                <a:gd name="connsiteY11" fmla="*/ 74957 h 162053"/>
                <a:gd name="connsiteX12" fmla="*/ 113518 w 113376"/>
                <a:gd name="connsiteY12" fmla="*/ 13843 h 162053"/>
                <a:gd name="connsiteX13" fmla="*/ 99661 w 113376"/>
                <a:gd name="connsiteY13" fmla="*/ 67 h 162053"/>
                <a:gd name="connsiteX14" fmla="*/ 89835 w 113376"/>
                <a:gd name="connsiteY14" fmla="*/ 9335 h 162053"/>
                <a:gd name="connsiteX15" fmla="*/ 96889 w 113376"/>
                <a:gd name="connsiteY15" fmla="*/ 19103 h 162053"/>
                <a:gd name="connsiteX16" fmla="*/ 103440 w 113376"/>
                <a:gd name="connsiteY16" fmla="*/ 27619 h 162053"/>
                <a:gd name="connsiteX17" fmla="*/ 72702 w 113376"/>
                <a:gd name="connsiteY17" fmla="*/ 92490 h 162053"/>
                <a:gd name="connsiteX18" fmla="*/ 67663 w 113376"/>
                <a:gd name="connsiteY18" fmla="*/ 63436 h 162053"/>
                <a:gd name="connsiteX19" fmla="*/ 45996 w 113376"/>
                <a:gd name="connsiteY19" fmla="*/ 67 h 162053"/>
                <a:gd name="connsiteX20" fmla="*/ 44988 w 113376"/>
                <a:gd name="connsiteY20" fmla="*/ 67 h 162053"/>
                <a:gd name="connsiteX21" fmla="*/ 42721 w 113376"/>
                <a:gd name="connsiteY21" fmla="*/ 318 h 162053"/>
                <a:gd name="connsiteX22" fmla="*/ 18030 w 113376"/>
                <a:gd name="connsiteY22" fmla="*/ 4576 h 162053"/>
                <a:gd name="connsiteX23" fmla="*/ 9967 w 113376"/>
                <a:gd name="connsiteY23" fmla="*/ 6078 h 162053"/>
                <a:gd name="connsiteX24" fmla="*/ 9967 w 113376"/>
                <a:gd name="connsiteY24" fmla="*/ 10336 h 162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3376" h="162053">
                  <a:moveTo>
                    <a:pt x="9967" y="10336"/>
                  </a:moveTo>
                  <a:cubicBezTo>
                    <a:pt x="13243" y="9585"/>
                    <a:pt x="15006" y="9335"/>
                    <a:pt x="17778" y="9335"/>
                  </a:cubicBezTo>
                  <a:cubicBezTo>
                    <a:pt x="32139" y="9335"/>
                    <a:pt x="35918" y="15596"/>
                    <a:pt x="47508" y="58677"/>
                  </a:cubicBezTo>
                  <a:cubicBezTo>
                    <a:pt x="51791" y="74957"/>
                    <a:pt x="57837" y="104262"/>
                    <a:pt x="57837" y="108520"/>
                  </a:cubicBezTo>
                  <a:cubicBezTo>
                    <a:pt x="57837" y="112528"/>
                    <a:pt x="56326" y="116535"/>
                    <a:pt x="52546" y="121044"/>
                  </a:cubicBezTo>
                  <a:cubicBezTo>
                    <a:pt x="44736" y="131313"/>
                    <a:pt x="39697" y="137825"/>
                    <a:pt x="36926" y="140831"/>
                  </a:cubicBezTo>
                  <a:cubicBezTo>
                    <a:pt x="31635" y="146341"/>
                    <a:pt x="28612" y="148345"/>
                    <a:pt x="25336" y="148345"/>
                  </a:cubicBezTo>
                  <a:cubicBezTo>
                    <a:pt x="23825" y="148345"/>
                    <a:pt x="22061" y="147593"/>
                    <a:pt x="19289" y="145589"/>
                  </a:cubicBezTo>
                  <a:cubicBezTo>
                    <a:pt x="15510" y="142584"/>
                    <a:pt x="12739" y="141332"/>
                    <a:pt x="9967" y="141332"/>
                  </a:cubicBezTo>
                  <a:cubicBezTo>
                    <a:pt x="4425" y="141332"/>
                    <a:pt x="142" y="145589"/>
                    <a:pt x="142" y="151100"/>
                  </a:cubicBezTo>
                  <a:cubicBezTo>
                    <a:pt x="142" y="157361"/>
                    <a:pt x="5684" y="162120"/>
                    <a:pt x="12991" y="162120"/>
                  </a:cubicBezTo>
                  <a:cubicBezTo>
                    <a:pt x="29115" y="162120"/>
                    <a:pt x="62120" y="124550"/>
                    <a:pt x="89331" y="74957"/>
                  </a:cubicBezTo>
                  <a:cubicBezTo>
                    <a:pt x="106463" y="44150"/>
                    <a:pt x="113518" y="26116"/>
                    <a:pt x="113518" y="13843"/>
                  </a:cubicBezTo>
                  <a:cubicBezTo>
                    <a:pt x="113518" y="6329"/>
                    <a:pt x="107219" y="67"/>
                    <a:pt x="99661" y="67"/>
                  </a:cubicBezTo>
                  <a:cubicBezTo>
                    <a:pt x="93866" y="67"/>
                    <a:pt x="89835" y="3824"/>
                    <a:pt x="89835" y="9335"/>
                  </a:cubicBezTo>
                  <a:cubicBezTo>
                    <a:pt x="89835" y="13092"/>
                    <a:pt x="91850" y="15847"/>
                    <a:pt x="96889" y="19103"/>
                  </a:cubicBezTo>
                  <a:cubicBezTo>
                    <a:pt x="101676" y="21858"/>
                    <a:pt x="103440" y="24112"/>
                    <a:pt x="103440" y="27619"/>
                  </a:cubicBezTo>
                  <a:cubicBezTo>
                    <a:pt x="103440" y="37638"/>
                    <a:pt x="94118" y="57174"/>
                    <a:pt x="72702" y="92490"/>
                  </a:cubicBezTo>
                  <a:lnTo>
                    <a:pt x="67663" y="63436"/>
                  </a:lnTo>
                  <a:cubicBezTo>
                    <a:pt x="63884" y="41395"/>
                    <a:pt x="49775" y="67"/>
                    <a:pt x="45996" y="67"/>
                  </a:cubicBezTo>
                  <a:lnTo>
                    <a:pt x="44988" y="67"/>
                  </a:lnTo>
                  <a:cubicBezTo>
                    <a:pt x="44736" y="318"/>
                    <a:pt x="43728" y="318"/>
                    <a:pt x="42721" y="318"/>
                  </a:cubicBezTo>
                  <a:cubicBezTo>
                    <a:pt x="40453" y="568"/>
                    <a:pt x="31383" y="2071"/>
                    <a:pt x="18030" y="4576"/>
                  </a:cubicBezTo>
                  <a:cubicBezTo>
                    <a:pt x="16770" y="4826"/>
                    <a:pt x="13495" y="5578"/>
                    <a:pt x="9967" y="6078"/>
                  </a:cubicBezTo>
                  <a:lnTo>
                    <a:pt x="9967" y="1033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08" name="Freeform: Shape 3107">
              <a:extLst>
                <a:ext uri="{FF2B5EF4-FFF2-40B4-BE49-F238E27FC236}">
                  <a16:creationId xmlns:a16="http://schemas.microsoft.com/office/drawing/2014/main" id="{604199A5-0BC3-C68A-E066-C90BADA05B02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5770740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5 w 10115"/>
                <a:gd name="connsiteY1" fmla="*/ 0 h 603378"/>
                <a:gd name="connsiteX2" fmla="*/ 10115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5" y="0"/>
                  </a:lnTo>
                  <a:lnTo>
                    <a:pt x="10115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0" name="Freeform: Shape 3109">
              <a:extLst>
                <a:ext uri="{FF2B5EF4-FFF2-40B4-BE49-F238E27FC236}">
                  <a16:creationId xmlns:a16="http://schemas.microsoft.com/office/drawing/2014/main" id="{C8CA14C3-4E9F-D2DC-6690-218C3B5F570E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6120864" y="3830592"/>
              <a:ext cx="88181" cy="113963"/>
            </a:xfrm>
            <a:custGeom>
              <a:avLst/>
              <a:gdLst>
                <a:gd name="connsiteX0" fmla="*/ 5209 w 88181"/>
                <a:gd name="connsiteY0" fmla="*/ 74200 h 113963"/>
                <a:gd name="connsiteX1" fmla="*/ 170 w 88181"/>
                <a:gd name="connsiteY1" fmla="*/ 114024 h 113963"/>
                <a:gd name="connsiteX2" fmla="*/ 4202 w 88181"/>
                <a:gd name="connsiteY2" fmla="*/ 114024 h 113963"/>
                <a:gd name="connsiteX3" fmla="*/ 10248 w 88181"/>
                <a:gd name="connsiteY3" fmla="*/ 108764 h 113963"/>
                <a:gd name="connsiteX4" fmla="*/ 22594 w 88181"/>
                <a:gd name="connsiteY4" fmla="*/ 111019 h 113963"/>
                <a:gd name="connsiteX5" fmla="*/ 36451 w 88181"/>
                <a:gd name="connsiteY5" fmla="*/ 113523 h 113963"/>
                <a:gd name="connsiteX6" fmla="*/ 72731 w 88181"/>
                <a:gd name="connsiteY6" fmla="*/ 80962 h 113963"/>
                <a:gd name="connsiteX7" fmla="*/ 55599 w 88181"/>
                <a:gd name="connsiteY7" fmla="*/ 45897 h 113963"/>
                <a:gd name="connsiteX8" fmla="*/ 41994 w 88181"/>
                <a:gd name="connsiteY8" fmla="*/ 19598 h 113963"/>
                <a:gd name="connsiteX9" fmla="*/ 56103 w 88181"/>
                <a:gd name="connsiteY9" fmla="*/ 6072 h 113963"/>
                <a:gd name="connsiteX10" fmla="*/ 79282 w 88181"/>
                <a:gd name="connsiteY10" fmla="*/ 34876 h 113963"/>
                <a:gd name="connsiteX11" fmla="*/ 83313 w 88181"/>
                <a:gd name="connsiteY11" fmla="*/ 34876 h 113963"/>
                <a:gd name="connsiteX12" fmla="*/ 88352 w 88181"/>
                <a:gd name="connsiteY12" fmla="*/ 61 h 113963"/>
                <a:gd name="connsiteX13" fmla="*/ 84825 w 88181"/>
                <a:gd name="connsiteY13" fmla="*/ 61 h 113963"/>
                <a:gd name="connsiteX14" fmla="*/ 77266 w 88181"/>
                <a:gd name="connsiteY14" fmla="*/ 4569 h 113963"/>
                <a:gd name="connsiteX15" fmla="*/ 68196 w 88181"/>
                <a:gd name="connsiteY15" fmla="*/ 2816 h 113963"/>
                <a:gd name="connsiteX16" fmla="*/ 54087 w 88181"/>
                <a:gd name="connsiteY16" fmla="*/ 311 h 113963"/>
                <a:gd name="connsiteX17" fmla="*/ 23601 w 88181"/>
                <a:gd name="connsiteY17" fmla="*/ 27863 h 113963"/>
                <a:gd name="connsiteX18" fmla="*/ 39474 w 88181"/>
                <a:gd name="connsiteY18" fmla="*/ 60173 h 113963"/>
                <a:gd name="connsiteX19" fmla="*/ 53583 w 88181"/>
                <a:gd name="connsiteY19" fmla="*/ 88977 h 113963"/>
                <a:gd name="connsiteX20" fmla="*/ 34939 w 88181"/>
                <a:gd name="connsiteY20" fmla="*/ 108263 h 113963"/>
                <a:gd name="connsiteX21" fmla="*/ 9241 w 88181"/>
                <a:gd name="connsiteY21" fmla="*/ 74200 h 113963"/>
                <a:gd name="connsiteX22" fmla="*/ 5209 w 88181"/>
                <a:gd name="connsiteY22" fmla="*/ 74200 h 11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181" h="113963">
                  <a:moveTo>
                    <a:pt x="5209" y="74200"/>
                  </a:moveTo>
                  <a:lnTo>
                    <a:pt x="170" y="114024"/>
                  </a:lnTo>
                  <a:lnTo>
                    <a:pt x="4202" y="114024"/>
                  </a:lnTo>
                  <a:cubicBezTo>
                    <a:pt x="6217" y="110017"/>
                    <a:pt x="7729" y="108764"/>
                    <a:pt x="10248" y="108764"/>
                  </a:cubicBezTo>
                  <a:cubicBezTo>
                    <a:pt x="13020" y="108764"/>
                    <a:pt x="17555" y="109766"/>
                    <a:pt x="22594" y="111019"/>
                  </a:cubicBezTo>
                  <a:cubicBezTo>
                    <a:pt x="28137" y="112772"/>
                    <a:pt x="32420" y="113523"/>
                    <a:pt x="36451" y="113523"/>
                  </a:cubicBezTo>
                  <a:cubicBezTo>
                    <a:pt x="57614" y="113523"/>
                    <a:pt x="72731" y="99998"/>
                    <a:pt x="72731" y="80962"/>
                  </a:cubicBezTo>
                  <a:cubicBezTo>
                    <a:pt x="72731" y="71445"/>
                    <a:pt x="67440" y="60424"/>
                    <a:pt x="55599" y="45897"/>
                  </a:cubicBezTo>
                  <a:cubicBezTo>
                    <a:pt x="46025" y="34125"/>
                    <a:pt x="41994" y="26360"/>
                    <a:pt x="41994" y="19598"/>
                  </a:cubicBezTo>
                  <a:cubicBezTo>
                    <a:pt x="41994" y="11332"/>
                    <a:pt x="47284" y="6072"/>
                    <a:pt x="56103" y="6072"/>
                  </a:cubicBezTo>
                  <a:cubicBezTo>
                    <a:pt x="69204" y="6072"/>
                    <a:pt x="76762" y="15340"/>
                    <a:pt x="79282" y="34876"/>
                  </a:cubicBezTo>
                  <a:lnTo>
                    <a:pt x="83313" y="34876"/>
                  </a:lnTo>
                  <a:lnTo>
                    <a:pt x="88352" y="61"/>
                  </a:lnTo>
                  <a:lnTo>
                    <a:pt x="84825" y="61"/>
                  </a:lnTo>
                  <a:cubicBezTo>
                    <a:pt x="82809" y="3568"/>
                    <a:pt x="80793" y="4569"/>
                    <a:pt x="77266" y="4569"/>
                  </a:cubicBezTo>
                  <a:cubicBezTo>
                    <a:pt x="75503" y="4569"/>
                    <a:pt x="72983" y="4069"/>
                    <a:pt x="68196" y="2816"/>
                  </a:cubicBezTo>
                  <a:cubicBezTo>
                    <a:pt x="61897" y="812"/>
                    <a:pt x="58118" y="311"/>
                    <a:pt x="54087" y="311"/>
                  </a:cubicBezTo>
                  <a:cubicBezTo>
                    <a:pt x="35695" y="311"/>
                    <a:pt x="23601" y="11082"/>
                    <a:pt x="23601" y="27863"/>
                  </a:cubicBezTo>
                  <a:cubicBezTo>
                    <a:pt x="23601" y="35878"/>
                    <a:pt x="28892" y="46648"/>
                    <a:pt x="39474" y="60173"/>
                  </a:cubicBezTo>
                  <a:cubicBezTo>
                    <a:pt x="49300" y="72947"/>
                    <a:pt x="53583" y="81714"/>
                    <a:pt x="53583" y="88977"/>
                  </a:cubicBezTo>
                  <a:cubicBezTo>
                    <a:pt x="53583" y="100248"/>
                    <a:pt x="46025" y="108263"/>
                    <a:pt x="34939" y="108263"/>
                  </a:cubicBezTo>
                  <a:cubicBezTo>
                    <a:pt x="21082" y="108263"/>
                    <a:pt x="13272" y="97994"/>
                    <a:pt x="9241" y="74200"/>
                  </a:cubicBezTo>
                  <a:lnTo>
                    <a:pt x="5209" y="7420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1" name="Freeform: Shape 3110">
              <a:extLst>
                <a:ext uri="{FF2B5EF4-FFF2-40B4-BE49-F238E27FC236}">
                  <a16:creationId xmlns:a16="http://schemas.microsoft.com/office/drawing/2014/main" id="{9E1D54A0-BAF0-6600-64FB-CB0C7DD085D4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6285511" y="3849377"/>
              <a:ext cx="167544" cy="58609"/>
            </a:xfrm>
            <a:custGeom>
              <a:avLst/>
              <a:gdLst>
                <a:gd name="connsiteX0" fmla="*/ 159154 w 167544"/>
                <a:gd name="connsiteY0" fmla="*/ 10080 h 58609"/>
                <a:gd name="connsiteX1" fmla="*/ 167721 w 167544"/>
                <a:gd name="connsiteY1" fmla="*/ 5071 h 58609"/>
                <a:gd name="connsiteX2" fmla="*/ 159406 w 167544"/>
                <a:gd name="connsiteY2" fmla="*/ 62 h 58609"/>
                <a:gd name="connsiteX3" fmla="*/ 8490 w 167544"/>
                <a:gd name="connsiteY3" fmla="*/ 62 h 58609"/>
                <a:gd name="connsiteX4" fmla="*/ 176 w 167544"/>
                <a:gd name="connsiteY4" fmla="*/ 5071 h 58609"/>
                <a:gd name="connsiteX5" fmla="*/ 8742 w 167544"/>
                <a:gd name="connsiteY5" fmla="*/ 10080 h 58609"/>
                <a:gd name="connsiteX6" fmla="*/ 159154 w 167544"/>
                <a:gd name="connsiteY6" fmla="*/ 10080 h 58609"/>
                <a:gd name="connsiteX7" fmla="*/ 159406 w 167544"/>
                <a:gd name="connsiteY7" fmla="*/ 58671 h 58609"/>
                <a:gd name="connsiteX8" fmla="*/ 167721 w 167544"/>
                <a:gd name="connsiteY8" fmla="*/ 53662 h 58609"/>
                <a:gd name="connsiteX9" fmla="*/ 159154 w 167544"/>
                <a:gd name="connsiteY9" fmla="*/ 48652 h 58609"/>
                <a:gd name="connsiteX10" fmla="*/ 8742 w 167544"/>
                <a:gd name="connsiteY10" fmla="*/ 48652 h 58609"/>
                <a:gd name="connsiteX11" fmla="*/ 176 w 167544"/>
                <a:gd name="connsiteY11" fmla="*/ 53662 h 58609"/>
                <a:gd name="connsiteX12" fmla="*/ 8490 w 167544"/>
                <a:gd name="connsiteY12" fmla="*/ 58671 h 58609"/>
                <a:gd name="connsiteX13" fmla="*/ 159406 w 167544"/>
                <a:gd name="connsiteY13" fmla="*/ 58671 h 5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544" h="58609">
                  <a:moveTo>
                    <a:pt x="159154" y="10080"/>
                  </a:moveTo>
                  <a:cubicBezTo>
                    <a:pt x="162934" y="10080"/>
                    <a:pt x="167721" y="10080"/>
                    <a:pt x="167721" y="5071"/>
                  </a:cubicBezTo>
                  <a:cubicBezTo>
                    <a:pt x="167721" y="62"/>
                    <a:pt x="162934" y="62"/>
                    <a:pt x="159406" y="62"/>
                  </a:cubicBezTo>
                  <a:lnTo>
                    <a:pt x="8490" y="62"/>
                  </a:lnTo>
                  <a:cubicBezTo>
                    <a:pt x="4963" y="62"/>
                    <a:pt x="176" y="62"/>
                    <a:pt x="176" y="5071"/>
                  </a:cubicBezTo>
                  <a:cubicBezTo>
                    <a:pt x="176" y="10080"/>
                    <a:pt x="4963" y="10080"/>
                    <a:pt x="8742" y="10080"/>
                  </a:cubicBezTo>
                  <a:lnTo>
                    <a:pt x="159154" y="10080"/>
                  </a:lnTo>
                  <a:close/>
                  <a:moveTo>
                    <a:pt x="159406" y="58671"/>
                  </a:moveTo>
                  <a:cubicBezTo>
                    <a:pt x="162934" y="58671"/>
                    <a:pt x="167721" y="58671"/>
                    <a:pt x="167721" y="53662"/>
                  </a:cubicBezTo>
                  <a:cubicBezTo>
                    <a:pt x="167721" y="48652"/>
                    <a:pt x="162934" y="48652"/>
                    <a:pt x="159154" y="48652"/>
                  </a:cubicBezTo>
                  <a:lnTo>
                    <a:pt x="8742" y="48652"/>
                  </a:lnTo>
                  <a:cubicBezTo>
                    <a:pt x="4963" y="48652"/>
                    <a:pt x="176" y="48652"/>
                    <a:pt x="176" y="53662"/>
                  </a:cubicBezTo>
                  <a:cubicBezTo>
                    <a:pt x="176" y="58671"/>
                    <a:pt x="4963" y="58671"/>
                    <a:pt x="8490" y="58671"/>
                  </a:cubicBezTo>
                  <a:lnTo>
                    <a:pt x="159406" y="5867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2" name="Freeform: Shape 3111">
              <a:extLst>
                <a:ext uri="{FF2B5EF4-FFF2-40B4-BE49-F238E27FC236}">
                  <a16:creationId xmlns:a16="http://schemas.microsoft.com/office/drawing/2014/main" id="{E5CCAF20-3F55-E11B-BA9F-768A23E10316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6044140" y="4071918"/>
              <a:ext cx="59963" cy="171070"/>
            </a:xfrm>
            <a:custGeom>
              <a:avLst/>
              <a:gdLst>
                <a:gd name="connsiteX0" fmla="*/ 167 w 59963"/>
                <a:gd name="connsiteY0" fmla="*/ 15102 h 171070"/>
                <a:gd name="connsiteX1" fmla="*/ 1679 w 59963"/>
                <a:gd name="connsiteY1" fmla="*/ 15102 h 171070"/>
                <a:gd name="connsiteX2" fmla="*/ 9489 w 59963"/>
                <a:gd name="connsiteY2" fmla="*/ 14601 h 171070"/>
                <a:gd name="connsiteX3" fmla="*/ 20071 w 59963"/>
                <a:gd name="connsiteY3" fmla="*/ 29879 h 171070"/>
                <a:gd name="connsiteX4" fmla="*/ 20071 w 59963"/>
                <a:gd name="connsiteY4" fmla="*/ 149353 h 171070"/>
                <a:gd name="connsiteX5" fmla="*/ 671 w 59963"/>
                <a:gd name="connsiteY5" fmla="*/ 167387 h 171070"/>
                <a:gd name="connsiteX6" fmla="*/ 671 w 59963"/>
                <a:gd name="connsiteY6" fmla="*/ 171144 h 171070"/>
                <a:gd name="connsiteX7" fmla="*/ 60130 w 59963"/>
                <a:gd name="connsiteY7" fmla="*/ 171144 h 171070"/>
                <a:gd name="connsiteX8" fmla="*/ 60130 w 59963"/>
                <a:gd name="connsiteY8" fmla="*/ 167387 h 171070"/>
                <a:gd name="connsiteX9" fmla="*/ 41234 w 59963"/>
                <a:gd name="connsiteY9" fmla="*/ 150104 h 171070"/>
                <a:gd name="connsiteX10" fmla="*/ 41234 w 59963"/>
                <a:gd name="connsiteY10" fmla="*/ 574 h 171070"/>
                <a:gd name="connsiteX11" fmla="*/ 40226 w 59963"/>
                <a:gd name="connsiteY11" fmla="*/ 74 h 171070"/>
                <a:gd name="connsiteX12" fmla="*/ 167 w 59963"/>
                <a:gd name="connsiteY12" fmla="*/ 11094 h 171070"/>
                <a:gd name="connsiteX13" fmla="*/ 167 w 59963"/>
                <a:gd name="connsiteY13" fmla="*/ 15102 h 171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963" h="171070">
                  <a:moveTo>
                    <a:pt x="167" y="15102"/>
                  </a:moveTo>
                  <a:lnTo>
                    <a:pt x="1679" y="15102"/>
                  </a:lnTo>
                  <a:cubicBezTo>
                    <a:pt x="4450" y="14851"/>
                    <a:pt x="7473" y="14601"/>
                    <a:pt x="9489" y="14601"/>
                  </a:cubicBezTo>
                  <a:cubicBezTo>
                    <a:pt x="17551" y="14601"/>
                    <a:pt x="20071" y="18107"/>
                    <a:pt x="20071" y="29879"/>
                  </a:cubicBezTo>
                  <a:lnTo>
                    <a:pt x="20071" y="149353"/>
                  </a:lnTo>
                  <a:cubicBezTo>
                    <a:pt x="20071" y="162878"/>
                    <a:pt x="16543" y="166134"/>
                    <a:pt x="671" y="167387"/>
                  </a:cubicBezTo>
                  <a:lnTo>
                    <a:pt x="671" y="171144"/>
                  </a:lnTo>
                  <a:lnTo>
                    <a:pt x="60130" y="171144"/>
                  </a:lnTo>
                  <a:lnTo>
                    <a:pt x="60130" y="167387"/>
                  </a:lnTo>
                  <a:cubicBezTo>
                    <a:pt x="44258" y="166385"/>
                    <a:pt x="41234" y="163880"/>
                    <a:pt x="41234" y="150104"/>
                  </a:cubicBezTo>
                  <a:lnTo>
                    <a:pt x="41234" y="574"/>
                  </a:lnTo>
                  <a:lnTo>
                    <a:pt x="40226" y="74"/>
                  </a:lnTo>
                  <a:cubicBezTo>
                    <a:pt x="27125" y="4331"/>
                    <a:pt x="17551" y="6836"/>
                    <a:pt x="167" y="11094"/>
                  </a:cubicBezTo>
                  <a:lnTo>
                    <a:pt x="167" y="1510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3" name="Freeform: Shape 3112">
              <a:extLst>
                <a:ext uri="{FF2B5EF4-FFF2-40B4-BE49-F238E27FC236}">
                  <a16:creationId xmlns:a16="http://schemas.microsoft.com/office/drawing/2014/main" id="{FBD427DF-9EAD-3B88-1E86-F3C47C386761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6113685" y="4127773"/>
              <a:ext cx="118163" cy="115215"/>
            </a:xfrm>
            <a:custGeom>
              <a:avLst/>
              <a:gdLst>
                <a:gd name="connsiteX0" fmla="*/ 170 w 118163"/>
                <a:gd name="connsiteY0" fmla="*/ 15603 h 115215"/>
                <a:gd name="connsiteX1" fmla="*/ 6972 w 118163"/>
                <a:gd name="connsiteY1" fmla="*/ 14601 h 115215"/>
                <a:gd name="connsiteX2" fmla="*/ 16294 w 118163"/>
                <a:gd name="connsiteY2" fmla="*/ 30631 h 115215"/>
                <a:gd name="connsiteX3" fmla="*/ 16294 w 118163"/>
                <a:gd name="connsiteY3" fmla="*/ 92747 h 115215"/>
                <a:gd name="connsiteX4" fmla="*/ 674 w 118163"/>
                <a:gd name="connsiteY4" fmla="*/ 111532 h 115215"/>
                <a:gd name="connsiteX5" fmla="*/ 674 w 118163"/>
                <a:gd name="connsiteY5" fmla="*/ 115289 h 115215"/>
                <a:gd name="connsiteX6" fmla="*/ 54086 w 118163"/>
                <a:gd name="connsiteY6" fmla="*/ 115289 h 115215"/>
                <a:gd name="connsiteX7" fmla="*/ 54086 w 118163"/>
                <a:gd name="connsiteY7" fmla="*/ 111532 h 115215"/>
                <a:gd name="connsiteX8" fmla="*/ 37458 w 118163"/>
                <a:gd name="connsiteY8" fmla="*/ 98508 h 115215"/>
                <a:gd name="connsiteX9" fmla="*/ 37458 w 118163"/>
                <a:gd name="connsiteY9" fmla="*/ 28126 h 115215"/>
                <a:gd name="connsiteX10" fmla="*/ 63408 w 118163"/>
                <a:gd name="connsiteY10" fmla="*/ 13849 h 115215"/>
                <a:gd name="connsiteX11" fmla="*/ 81800 w 118163"/>
                <a:gd name="connsiteY11" fmla="*/ 38145 h 115215"/>
                <a:gd name="connsiteX12" fmla="*/ 81800 w 118163"/>
                <a:gd name="connsiteY12" fmla="*/ 90493 h 115215"/>
                <a:gd name="connsiteX13" fmla="*/ 65928 w 118163"/>
                <a:gd name="connsiteY13" fmla="*/ 111532 h 115215"/>
                <a:gd name="connsiteX14" fmla="*/ 65928 w 118163"/>
                <a:gd name="connsiteY14" fmla="*/ 115289 h 115215"/>
                <a:gd name="connsiteX15" fmla="*/ 118333 w 118163"/>
                <a:gd name="connsiteY15" fmla="*/ 115289 h 115215"/>
                <a:gd name="connsiteX16" fmla="*/ 118333 w 118163"/>
                <a:gd name="connsiteY16" fmla="*/ 111532 h 115215"/>
                <a:gd name="connsiteX17" fmla="*/ 102964 w 118163"/>
                <a:gd name="connsiteY17" fmla="*/ 95001 h 115215"/>
                <a:gd name="connsiteX18" fmla="*/ 102964 w 118163"/>
                <a:gd name="connsiteY18" fmla="*/ 37644 h 115215"/>
                <a:gd name="connsiteX19" fmla="*/ 73234 w 118163"/>
                <a:gd name="connsiteY19" fmla="*/ 74 h 115215"/>
                <a:gd name="connsiteX20" fmla="*/ 36702 w 118163"/>
                <a:gd name="connsiteY20" fmla="*/ 20361 h 115215"/>
                <a:gd name="connsiteX21" fmla="*/ 36702 w 118163"/>
                <a:gd name="connsiteY21" fmla="*/ 574 h 115215"/>
                <a:gd name="connsiteX22" fmla="*/ 34938 w 118163"/>
                <a:gd name="connsiteY22" fmla="*/ 74 h 115215"/>
                <a:gd name="connsiteX23" fmla="*/ 170 w 118163"/>
                <a:gd name="connsiteY23" fmla="*/ 11345 h 115215"/>
                <a:gd name="connsiteX24" fmla="*/ 170 w 118163"/>
                <a:gd name="connsiteY24" fmla="*/ 15603 h 11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8163" h="115215">
                  <a:moveTo>
                    <a:pt x="170" y="15603"/>
                  </a:moveTo>
                  <a:cubicBezTo>
                    <a:pt x="1681" y="14851"/>
                    <a:pt x="4201" y="14601"/>
                    <a:pt x="6972" y="14601"/>
                  </a:cubicBezTo>
                  <a:cubicBezTo>
                    <a:pt x="14027" y="14601"/>
                    <a:pt x="16294" y="18358"/>
                    <a:pt x="16294" y="30631"/>
                  </a:cubicBezTo>
                  <a:lnTo>
                    <a:pt x="16294" y="92747"/>
                  </a:lnTo>
                  <a:cubicBezTo>
                    <a:pt x="16294" y="107024"/>
                    <a:pt x="13523" y="110530"/>
                    <a:pt x="674" y="111532"/>
                  </a:cubicBezTo>
                  <a:lnTo>
                    <a:pt x="674" y="115289"/>
                  </a:lnTo>
                  <a:lnTo>
                    <a:pt x="54086" y="115289"/>
                  </a:lnTo>
                  <a:lnTo>
                    <a:pt x="54086" y="111532"/>
                  </a:lnTo>
                  <a:cubicBezTo>
                    <a:pt x="41237" y="110530"/>
                    <a:pt x="37458" y="107525"/>
                    <a:pt x="37458" y="98508"/>
                  </a:cubicBezTo>
                  <a:lnTo>
                    <a:pt x="37458" y="28126"/>
                  </a:lnTo>
                  <a:cubicBezTo>
                    <a:pt x="49551" y="16855"/>
                    <a:pt x="55094" y="13849"/>
                    <a:pt x="63408" y="13849"/>
                  </a:cubicBezTo>
                  <a:cubicBezTo>
                    <a:pt x="75754" y="13849"/>
                    <a:pt x="81800" y="21614"/>
                    <a:pt x="81800" y="38145"/>
                  </a:cubicBezTo>
                  <a:lnTo>
                    <a:pt x="81800" y="90493"/>
                  </a:lnTo>
                  <a:cubicBezTo>
                    <a:pt x="81800" y="106272"/>
                    <a:pt x="78525" y="110530"/>
                    <a:pt x="65928" y="111532"/>
                  </a:cubicBezTo>
                  <a:lnTo>
                    <a:pt x="65928" y="115289"/>
                  </a:lnTo>
                  <a:lnTo>
                    <a:pt x="118333" y="115289"/>
                  </a:lnTo>
                  <a:lnTo>
                    <a:pt x="118333" y="111532"/>
                  </a:lnTo>
                  <a:cubicBezTo>
                    <a:pt x="105987" y="110280"/>
                    <a:pt x="102964" y="107274"/>
                    <a:pt x="102964" y="95001"/>
                  </a:cubicBezTo>
                  <a:lnTo>
                    <a:pt x="102964" y="37644"/>
                  </a:lnTo>
                  <a:cubicBezTo>
                    <a:pt x="102964" y="14100"/>
                    <a:pt x="91878" y="74"/>
                    <a:pt x="73234" y="74"/>
                  </a:cubicBezTo>
                  <a:cubicBezTo>
                    <a:pt x="61645" y="74"/>
                    <a:pt x="53834" y="4331"/>
                    <a:pt x="36702" y="20361"/>
                  </a:cubicBezTo>
                  <a:lnTo>
                    <a:pt x="36702" y="574"/>
                  </a:lnTo>
                  <a:lnTo>
                    <a:pt x="34938" y="74"/>
                  </a:lnTo>
                  <a:cubicBezTo>
                    <a:pt x="22593" y="4582"/>
                    <a:pt x="14027" y="7337"/>
                    <a:pt x="170" y="11345"/>
                  </a:cubicBezTo>
                  <a:lnTo>
                    <a:pt x="170" y="156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4" name="Freeform: Shape 3113">
              <a:extLst>
                <a:ext uri="{FF2B5EF4-FFF2-40B4-BE49-F238E27FC236}">
                  <a16:creationId xmlns:a16="http://schemas.microsoft.com/office/drawing/2014/main" id="{F1BAE002-AA3C-593A-416C-110CEE7C74C1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6261043" y="4055137"/>
              <a:ext cx="58451" cy="250468"/>
            </a:xfrm>
            <a:custGeom>
              <a:avLst/>
              <a:gdLst>
                <a:gd name="connsiteX0" fmla="*/ 58626 w 58451"/>
                <a:gd name="connsiteY0" fmla="*/ 248037 h 250468"/>
                <a:gd name="connsiteX1" fmla="*/ 54343 w 58451"/>
                <a:gd name="connsiteY1" fmla="*/ 242527 h 250468"/>
                <a:gd name="connsiteX2" fmla="*/ 14788 w 58451"/>
                <a:gd name="connsiteY2" fmla="*/ 125308 h 250468"/>
                <a:gd name="connsiteX3" fmla="*/ 55351 w 58451"/>
                <a:gd name="connsiteY3" fmla="*/ 6836 h 250468"/>
                <a:gd name="connsiteX4" fmla="*/ 58626 w 58451"/>
                <a:gd name="connsiteY4" fmla="*/ 2578 h 250468"/>
                <a:gd name="connsiteX5" fmla="*/ 56107 w 58451"/>
                <a:gd name="connsiteY5" fmla="*/ 74 h 250468"/>
                <a:gd name="connsiteX6" fmla="*/ 16047 w 58451"/>
                <a:gd name="connsiteY6" fmla="*/ 48915 h 250468"/>
                <a:gd name="connsiteX7" fmla="*/ 175 w 58451"/>
                <a:gd name="connsiteY7" fmla="*/ 125308 h 250468"/>
                <a:gd name="connsiteX8" fmla="*/ 16803 w 58451"/>
                <a:gd name="connsiteY8" fmla="*/ 203454 h 250468"/>
                <a:gd name="connsiteX9" fmla="*/ 56107 w 58451"/>
                <a:gd name="connsiteY9" fmla="*/ 250542 h 250468"/>
                <a:gd name="connsiteX10" fmla="*/ 58626 w 58451"/>
                <a:gd name="connsiteY10" fmla="*/ 248037 h 250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51" h="250468">
                  <a:moveTo>
                    <a:pt x="58626" y="248037"/>
                  </a:moveTo>
                  <a:cubicBezTo>
                    <a:pt x="58626" y="247286"/>
                    <a:pt x="58626" y="246785"/>
                    <a:pt x="54343" y="242527"/>
                  </a:cubicBezTo>
                  <a:cubicBezTo>
                    <a:pt x="22850" y="210968"/>
                    <a:pt x="14788" y="163630"/>
                    <a:pt x="14788" y="125308"/>
                  </a:cubicBezTo>
                  <a:cubicBezTo>
                    <a:pt x="14788" y="81726"/>
                    <a:pt x="24362" y="38145"/>
                    <a:pt x="55351" y="6836"/>
                  </a:cubicBezTo>
                  <a:cubicBezTo>
                    <a:pt x="58626" y="3831"/>
                    <a:pt x="58626" y="3330"/>
                    <a:pt x="58626" y="2578"/>
                  </a:cubicBezTo>
                  <a:cubicBezTo>
                    <a:pt x="58626" y="825"/>
                    <a:pt x="57619" y="74"/>
                    <a:pt x="56107" y="74"/>
                  </a:cubicBezTo>
                  <a:cubicBezTo>
                    <a:pt x="53587" y="74"/>
                    <a:pt x="30912" y="17105"/>
                    <a:pt x="16047" y="48915"/>
                  </a:cubicBezTo>
                  <a:cubicBezTo>
                    <a:pt x="3198" y="76466"/>
                    <a:pt x="175" y="104268"/>
                    <a:pt x="175" y="125308"/>
                  </a:cubicBezTo>
                  <a:cubicBezTo>
                    <a:pt x="175" y="144844"/>
                    <a:pt x="2946" y="175151"/>
                    <a:pt x="16803" y="203454"/>
                  </a:cubicBezTo>
                  <a:cubicBezTo>
                    <a:pt x="31920" y="234262"/>
                    <a:pt x="53587" y="250542"/>
                    <a:pt x="56107" y="250542"/>
                  </a:cubicBezTo>
                  <a:cubicBezTo>
                    <a:pt x="57619" y="250542"/>
                    <a:pt x="58626" y="249791"/>
                    <a:pt x="58626" y="24803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5" name="Freeform: Shape 3114">
              <a:extLst>
                <a:ext uri="{FF2B5EF4-FFF2-40B4-BE49-F238E27FC236}">
                  <a16:creationId xmlns:a16="http://schemas.microsoft.com/office/drawing/2014/main" id="{4FFD3A8D-7DD9-8A8B-68A9-35DDE866C253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6327416" y="4132532"/>
              <a:ext cx="119422" cy="113211"/>
            </a:xfrm>
            <a:custGeom>
              <a:avLst/>
              <a:gdLst>
                <a:gd name="connsiteX0" fmla="*/ 108264 w 119422"/>
                <a:gd name="connsiteY0" fmla="*/ 82728 h 113211"/>
                <a:gd name="connsiteX1" fmla="*/ 102721 w 119422"/>
                <a:gd name="connsiteY1" fmla="*/ 89490 h 113211"/>
                <a:gd name="connsiteX2" fmla="*/ 91132 w 119422"/>
                <a:gd name="connsiteY2" fmla="*/ 99509 h 113211"/>
                <a:gd name="connsiteX3" fmla="*/ 83322 w 119422"/>
                <a:gd name="connsiteY3" fmla="*/ 89240 h 113211"/>
                <a:gd name="connsiteX4" fmla="*/ 82314 w 119422"/>
                <a:gd name="connsiteY4" fmla="*/ 84982 h 113211"/>
                <a:gd name="connsiteX5" fmla="*/ 73244 w 119422"/>
                <a:gd name="connsiteY5" fmla="*/ 44406 h 113211"/>
                <a:gd name="connsiteX6" fmla="*/ 97934 w 119422"/>
                <a:gd name="connsiteY6" fmla="*/ 14099 h 113211"/>
                <a:gd name="connsiteX7" fmla="*/ 103981 w 119422"/>
                <a:gd name="connsiteY7" fmla="*/ 16103 h 113211"/>
                <a:gd name="connsiteX8" fmla="*/ 110784 w 119422"/>
                <a:gd name="connsiteY8" fmla="*/ 18357 h 113211"/>
                <a:gd name="connsiteX9" fmla="*/ 119602 w 119422"/>
                <a:gd name="connsiteY9" fmla="*/ 9340 h 113211"/>
                <a:gd name="connsiteX10" fmla="*/ 109272 w 119422"/>
                <a:gd name="connsiteY10" fmla="*/ 73 h 113211"/>
                <a:gd name="connsiteX11" fmla="*/ 71228 w 119422"/>
                <a:gd name="connsiteY11" fmla="*/ 35890 h 113211"/>
                <a:gd name="connsiteX12" fmla="*/ 68457 w 119422"/>
                <a:gd name="connsiteY12" fmla="*/ 22114 h 113211"/>
                <a:gd name="connsiteX13" fmla="*/ 55355 w 119422"/>
                <a:gd name="connsiteY13" fmla="*/ 73 h 113211"/>
                <a:gd name="connsiteX14" fmla="*/ 25878 w 119422"/>
                <a:gd name="connsiteY14" fmla="*/ 7337 h 113211"/>
                <a:gd name="connsiteX15" fmla="*/ 23106 w 119422"/>
                <a:gd name="connsiteY15" fmla="*/ 8338 h 113211"/>
                <a:gd name="connsiteX16" fmla="*/ 24114 w 119422"/>
                <a:gd name="connsiteY16" fmla="*/ 12095 h 113211"/>
                <a:gd name="connsiteX17" fmla="*/ 38223 w 119422"/>
                <a:gd name="connsiteY17" fmla="*/ 9340 h 113211"/>
                <a:gd name="connsiteX18" fmla="*/ 49561 w 119422"/>
                <a:gd name="connsiteY18" fmla="*/ 26623 h 113211"/>
                <a:gd name="connsiteX19" fmla="*/ 56867 w 119422"/>
                <a:gd name="connsiteY19" fmla="*/ 57430 h 113211"/>
                <a:gd name="connsiteX20" fmla="*/ 36207 w 119422"/>
                <a:gd name="connsiteY20" fmla="*/ 86735 h 113211"/>
                <a:gd name="connsiteX21" fmla="*/ 23358 w 119422"/>
                <a:gd name="connsiteY21" fmla="*/ 98758 h 113211"/>
                <a:gd name="connsiteX22" fmla="*/ 16808 w 119422"/>
                <a:gd name="connsiteY22" fmla="*/ 96503 h 113211"/>
                <a:gd name="connsiteX23" fmla="*/ 8745 w 119422"/>
                <a:gd name="connsiteY23" fmla="*/ 93999 h 113211"/>
                <a:gd name="connsiteX24" fmla="*/ 179 w 119422"/>
                <a:gd name="connsiteY24" fmla="*/ 102765 h 113211"/>
                <a:gd name="connsiteX25" fmla="*/ 12776 w 119422"/>
                <a:gd name="connsiteY25" fmla="*/ 113285 h 113211"/>
                <a:gd name="connsiteX26" fmla="*/ 36207 w 119422"/>
                <a:gd name="connsiteY26" fmla="*/ 95752 h 113211"/>
                <a:gd name="connsiteX27" fmla="*/ 58883 w 119422"/>
                <a:gd name="connsiteY27" fmla="*/ 66447 h 113211"/>
                <a:gd name="connsiteX28" fmla="*/ 66441 w 119422"/>
                <a:gd name="connsiteY28" fmla="*/ 96503 h 113211"/>
                <a:gd name="connsiteX29" fmla="*/ 81054 w 119422"/>
                <a:gd name="connsiteY29" fmla="*/ 113285 h 113211"/>
                <a:gd name="connsiteX30" fmla="*/ 111791 w 119422"/>
                <a:gd name="connsiteY30" fmla="*/ 84731 h 113211"/>
                <a:gd name="connsiteX31" fmla="*/ 108264 w 119422"/>
                <a:gd name="connsiteY31" fmla="*/ 82728 h 11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9422" h="113211">
                  <a:moveTo>
                    <a:pt x="108264" y="82728"/>
                  </a:moveTo>
                  <a:cubicBezTo>
                    <a:pt x="106249" y="84982"/>
                    <a:pt x="104989" y="86485"/>
                    <a:pt x="102721" y="89490"/>
                  </a:cubicBezTo>
                  <a:cubicBezTo>
                    <a:pt x="96927" y="97004"/>
                    <a:pt x="93903" y="99509"/>
                    <a:pt x="91132" y="99509"/>
                  </a:cubicBezTo>
                  <a:cubicBezTo>
                    <a:pt x="87353" y="99509"/>
                    <a:pt x="85085" y="96253"/>
                    <a:pt x="83322" y="89240"/>
                  </a:cubicBezTo>
                  <a:cubicBezTo>
                    <a:pt x="82818" y="87236"/>
                    <a:pt x="82566" y="85733"/>
                    <a:pt x="82314" y="84982"/>
                  </a:cubicBezTo>
                  <a:cubicBezTo>
                    <a:pt x="76015" y="59684"/>
                    <a:pt x="73244" y="48163"/>
                    <a:pt x="73244" y="44406"/>
                  </a:cubicBezTo>
                  <a:cubicBezTo>
                    <a:pt x="84329" y="25120"/>
                    <a:pt x="93399" y="14099"/>
                    <a:pt x="97934" y="14099"/>
                  </a:cubicBezTo>
                  <a:cubicBezTo>
                    <a:pt x="99446" y="14099"/>
                    <a:pt x="101462" y="14851"/>
                    <a:pt x="103981" y="16103"/>
                  </a:cubicBezTo>
                  <a:cubicBezTo>
                    <a:pt x="107004" y="17856"/>
                    <a:pt x="108768" y="18357"/>
                    <a:pt x="110784" y="18357"/>
                  </a:cubicBezTo>
                  <a:cubicBezTo>
                    <a:pt x="116075" y="18357"/>
                    <a:pt x="119602" y="14600"/>
                    <a:pt x="119602" y="9340"/>
                  </a:cubicBezTo>
                  <a:cubicBezTo>
                    <a:pt x="119602" y="4080"/>
                    <a:pt x="115319" y="73"/>
                    <a:pt x="109272" y="73"/>
                  </a:cubicBezTo>
                  <a:cubicBezTo>
                    <a:pt x="98186" y="73"/>
                    <a:pt x="88612" y="9090"/>
                    <a:pt x="71228" y="35890"/>
                  </a:cubicBezTo>
                  <a:lnTo>
                    <a:pt x="68457" y="22114"/>
                  </a:lnTo>
                  <a:cubicBezTo>
                    <a:pt x="64929" y="5082"/>
                    <a:pt x="62158" y="73"/>
                    <a:pt x="55355" y="73"/>
                  </a:cubicBezTo>
                  <a:cubicBezTo>
                    <a:pt x="49813" y="73"/>
                    <a:pt x="41246" y="2327"/>
                    <a:pt x="25878" y="7337"/>
                  </a:cubicBezTo>
                  <a:lnTo>
                    <a:pt x="23106" y="8338"/>
                  </a:lnTo>
                  <a:lnTo>
                    <a:pt x="24114" y="12095"/>
                  </a:lnTo>
                  <a:cubicBezTo>
                    <a:pt x="33688" y="9841"/>
                    <a:pt x="35956" y="9340"/>
                    <a:pt x="38223" y="9340"/>
                  </a:cubicBezTo>
                  <a:cubicBezTo>
                    <a:pt x="44522" y="9340"/>
                    <a:pt x="46033" y="11595"/>
                    <a:pt x="49561" y="26623"/>
                  </a:cubicBezTo>
                  <a:lnTo>
                    <a:pt x="56867" y="57430"/>
                  </a:lnTo>
                  <a:lnTo>
                    <a:pt x="36207" y="86735"/>
                  </a:lnTo>
                  <a:cubicBezTo>
                    <a:pt x="31168" y="94249"/>
                    <a:pt x="26130" y="98758"/>
                    <a:pt x="23358" y="98758"/>
                  </a:cubicBezTo>
                  <a:cubicBezTo>
                    <a:pt x="21846" y="98758"/>
                    <a:pt x="19327" y="98006"/>
                    <a:pt x="16808" y="96503"/>
                  </a:cubicBezTo>
                  <a:cubicBezTo>
                    <a:pt x="13532" y="94750"/>
                    <a:pt x="10761" y="93999"/>
                    <a:pt x="8745" y="93999"/>
                  </a:cubicBezTo>
                  <a:cubicBezTo>
                    <a:pt x="3958" y="93999"/>
                    <a:pt x="179" y="97756"/>
                    <a:pt x="179" y="102765"/>
                  </a:cubicBezTo>
                  <a:cubicBezTo>
                    <a:pt x="179" y="109277"/>
                    <a:pt x="5218" y="113285"/>
                    <a:pt x="12776" y="113285"/>
                  </a:cubicBezTo>
                  <a:cubicBezTo>
                    <a:pt x="20587" y="113285"/>
                    <a:pt x="23610" y="111031"/>
                    <a:pt x="36207" y="95752"/>
                  </a:cubicBezTo>
                  <a:cubicBezTo>
                    <a:pt x="43010" y="87737"/>
                    <a:pt x="48301" y="80974"/>
                    <a:pt x="58883" y="66447"/>
                  </a:cubicBezTo>
                  <a:lnTo>
                    <a:pt x="66441" y="96503"/>
                  </a:lnTo>
                  <a:cubicBezTo>
                    <a:pt x="69716" y="109277"/>
                    <a:pt x="72992" y="113285"/>
                    <a:pt x="81054" y="113285"/>
                  </a:cubicBezTo>
                  <a:cubicBezTo>
                    <a:pt x="90628" y="113285"/>
                    <a:pt x="97179" y="107274"/>
                    <a:pt x="111791" y="84731"/>
                  </a:cubicBezTo>
                  <a:lnTo>
                    <a:pt x="108264" y="8272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6" name="Freeform: Shape 3115">
              <a:extLst>
                <a:ext uri="{FF2B5EF4-FFF2-40B4-BE49-F238E27FC236}">
                  <a16:creationId xmlns:a16="http://schemas.microsoft.com/office/drawing/2014/main" id="{820C306C-8CE6-F27E-8107-86403AF6D2E2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6461618" y="4055137"/>
              <a:ext cx="58451" cy="250468"/>
            </a:xfrm>
            <a:custGeom>
              <a:avLst/>
              <a:gdLst>
                <a:gd name="connsiteX0" fmla="*/ 58635 w 58451"/>
                <a:gd name="connsiteY0" fmla="*/ 125308 h 250468"/>
                <a:gd name="connsiteX1" fmla="*/ 42006 w 58451"/>
                <a:gd name="connsiteY1" fmla="*/ 47162 h 250468"/>
                <a:gd name="connsiteX2" fmla="*/ 2702 w 58451"/>
                <a:gd name="connsiteY2" fmla="*/ 74 h 250468"/>
                <a:gd name="connsiteX3" fmla="*/ 183 w 58451"/>
                <a:gd name="connsiteY3" fmla="*/ 2578 h 250468"/>
                <a:gd name="connsiteX4" fmla="*/ 4970 w 58451"/>
                <a:gd name="connsiteY4" fmla="*/ 8339 h 250468"/>
                <a:gd name="connsiteX5" fmla="*/ 44022 w 58451"/>
                <a:gd name="connsiteY5" fmla="*/ 125308 h 250468"/>
                <a:gd name="connsiteX6" fmla="*/ 3458 w 58451"/>
                <a:gd name="connsiteY6" fmla="*/ 243780 h 250468"/>
                <a:gd name="connsiteX7" fmla="*/ 183 w 58451"/>
                <a:gd name="connsiteY7" fmla="*/ 248037 h 250468"/>
                <a:gd name="connsiteX8" fmla="*/ 2702 w 58451"/>
                <a:gd name="connsiteY8" fmla="*/ 250542 h 250468"/>
                <a:gd name="connsiteX9" fmla="*/ 42762 w 58451"/>
                <a:gd name="connsiteY9" fmla="*/ 201701 h 250468"/>
                <a:gd name="connsiteX10" fmla="*/ 58635 w 58451"/>
                <a:gd name="connsiteY10" fmla="*/ 125308 h 250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51" h="250468">
                  <a:moveTo>
                    <a:pt x="58635" y="125308"/>
                  </a:moveTo>
                  <a:cubicBezTo>
                    <a:pt x="58635" y="105771"/>
                    <a:pt x="55863" y="75465"/>
                    <a:pt x="42006" y="47162"/>
                  </a:cubicBezTo>
                  <a:cubicBezTo>
                    <a:pt x="26889" y="16354"/>
                    <a:pt x="5222" y="74"/>
                    <a:pt x="2702" y="74"/>
                  </a:cubicBezTo>
                  <a:cubicBezTo>
                    <a:pt x="1191" y="74"/>
                    <a:pt x="183" y="1075"/>
                    <a:pt x="183" y="2578"/>
                  </a:cubicBezTo>
                  <a:cubicBezTo>
                    <a:pt x="183" y="3330"/>
                    <a:pt x="183" y="3831"/>
                    <a:pt x="4970" y="8339"/>
                  </a:cubicBezTo>
                  <a:cubicBezTo>
                    <a:pt x="29661" y="33135"/>
                    <a:pt x="44022" y="72960"/>
                    <a:pt x="44022" y="125308"/>
                  </a:cubicBezTo>
                  <a:cubicBezTo>
                    <a:pt x="44022" y="168138"/>
                    <a:pt x="34700" y="212220"/>
                    <a:pt x="3458" y="243780"/>
                  </a:cubicBezTo>
                  <a:cubicBezTo>
                    <a:pt x="183" y="246785"/>
                    <a:pt x="183" y="247286"/>
                    <a:pt x="183" y="248037"/>
                  </a:cubicBezTo>
                  <a:cubicBezTo>
                    <a:pt x="183" y="249540"/>
                    <a:pt x="1191" y="250542"/>
                    <a:pt x="2702" y="250542"/>
                  </a:cubicBezTo>
                  <a:cubicBezTo>
                    <a:pt x="5222" y="250542"/>
                    <a:pt x="27897" y="233510"/>
                    <a:pt x="42762" y="201701"/>
                  </a:cubicBezTo>
                  <a:cubicBezTo>
                    <a:pt x="55611" y="174149"/>
                    <a:pt x="58635" y="146347"/>
                    <a:pt x="58635" y="12530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7" name="Freeform: Shape 3116">
              <a:extLst>
                <a:ext uri="{FF2B5EF4-FFF2-40B4-BE49-F238E27FC236}">
                  <a16:creationId xmlns:a16="http://schemas.microsoft.com/office/drawing/2014/main" id="{DDAB486C-D64D-FE69-84B7-C3C9BB2A585E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6803872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19" name="Freeform: Shape 3118">
              <a:extLst>
                <a:ext uri="{FF2B5EF4-FFF2-40B4-BE49-F238E27FC236}">
                  <a16:creationId xmlns:a16="http://schemas.microsoft.com/office/drawing/2014/main" id="{E1A76EEA-8DF8-2639-EFA2-4024C4FFECCB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7240605" y="3955388"/>
              <a:ext cx="65254" cy="139510"/>
            </a:xfrm>
            <a:custGeom>
              <a:avLst/>
              <a:gdLst>
                <a:gd name="connsiteX0" fmla="*/ 65468 w 65254"/>
                <a:gd name="connsiteY0" fmla="*/ 29622 h 139510"/>
                <a:gd name="connsiteX1" fmla="*/ 45313 w 65254"/>
                <a:gd name="connsiteY1" fmla="*/ 29622 h 139510"/>
                <a:gd name="connsiteX2" fmla="*/ 52367 w 65254"/>
                <a:gd name="connsiteY2" fmla="*/ 3824 h 139510"/>
                <a:gd name="connsiteX3" fmla="*/ 52619 w 65254"/>
                <a:gd name="connsiteY3" fmla="*/ 2572 h 139510"/>
                <a:gd name="connsiteX4" fmla="*/ 50604 w 65254"/>
                <a:gd name="connsiteY4" fmla="*/ 67 h 139510"/>
                <a:gd name="connsiteX5" fmla="*/ 46824 w 65254"/>
                <a:gd name="connsiteY5" fmla="*/ 2321 h 139510"/>
                <a:gd name="connsiteX6" fmla="*/ 13316 w 65254"/>
                <a:gd name="connsiteY6" fmla="*/ 29873 h 139510"/>
                <a:gd name="connsiteX7" fmla="*/ 5253 w 65254"/>
                <a:gd name="connsiteY7" fmla="*/ 36134 h 139510"/>
                <a:gd name="connsiteX8" fmla="*/ 5505 w 65254"/>
                <a:gd name="connsiteY8" fmla="*/ 37637 h 139510"/>
                <a:gd name="connsiteX9" fmla="*/ 24149 w 65254"/>
                <a:gd name="connsiteY9" fmla="*/ 37637 h 139510"/>
                <a:gd name="connsiteX10" fmla="*/ 6009 w 65254"/>
                <a:gd name="connsiteY10" fmla="*/ 106516 h 139510"/>
                <a:gd name="connsiteX11" fmla="*/ 4497 w 65254"/>
                <a:gd name="connsiteY11" fmla="*/ 111776 h 139510"/>
                <a:gd name="connsiteX12" fmla="*/ 214 w 65254"/>
                <a:gd name="connsiteY12" fmla="*/ 130060 h 139510"/>
                <a:gd name="connsiteX13" fmla="*/ 12308 w 65254"/>
                <a:gd name="connsiteY13" fmla="*/ 139578 h 139510"/>
                <a:gd name="connsiteX14" fmla="*/ 48084 w 65254"/>
                <a:gd name="connsiteY14" fmla="*/ 109271 h 139510"/>
                <a:gd name="connsiteX15" fmla="*/ 44809 w 65254"/>
                <a:gd name="connsiteY15" fmla="*/ 107518 h 139510"/>
                <a:gd name="connsiteX16" fmla="*/ 24401 w 65254"/>
                <a:gd name="connsiteY16" fmla="*/ 127305 h 139510"/>
                <a:gd name="connsiteX17" fmla="*/ 20622 w 65254"/>
                <a:gd name="connsiteY17" fmla="*/ 122295 h 139510"/>
                <a:gd name="connsiteX18" fmla="*/ 20874 w 65254"/>
                <a:gd name="connsiteY18" fmla="*/ 121043 h 139510"/>
                <a:gd name="connsiteX19" fmla="*/ 43045 w 65254"/>
                <a:gd name="connsiteY19" fmla="*/ 37637 h 139510"/>
                <a:gd name="connsiteX20" fmla="*/ 64209 w 65254"/>
                <a:gd name="connsiteY20" fmla="*/ 37637 h 139510"/>
                <a:gd name="connsiteX21" fmla="*/ 65468 w 65254"/>
                <a:gd name="connsiteY21" fmla="*/ 29622 h 139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5254" h="139510">
                  <a:moveTo>
                    <a:pt x="65468" y="29622"/>
                  </a:moveTo>
                  <a:lnTo>
                    <a:pt x="45313" y="29622"/>
                  </a:lnTo>
                  <a:lnTo>
                    <a:pt x="52367" y="3824"/>
                  </a:lnTo>
                  <a:cubicBezTo>
                    <a:pt x="52619" y="3323"/>
                    <a:pt x="52619" y="2822"/>
                    <a:pt x="52619" y="2572"/>
                  </a:cubicBezTo>
                  <a:cubicBezTo>
                    <a:pt x="52619" y="818"/>
                    <a:pt x="51863" y="67"/>
                    <a:pt x="50604" y="67"/>
                  </a:cubicBezTo>
                  <a:cubicBezTo>
                    <a:pt x="49092" y="67"/>
                    <a:pt x="48336" y="317"/>
                    <a:pt x="46824" y="2321"/>
                  </a:cubicBezTo>
                  <a:cubicBezTo>
                    <a:pt x="36998" y="15095"/>
                    <a:pt x="21378" y="27618"/>
                    <a:pt x="13316" y="29873"/>
                  </a:cubicBezTo>
                  <a:cubicBezTo>
                    <a:pt x="7017" y="31876"/>
                    <a:pt x="5253" y="33379"/>
                    <a:pt x="5253" y="36134"/>
                  </a:cubicBezTo>
                  <a:cubicBezTo>
                    <a:pt x="5253" y="36385"/>
                    <a:pt x="5253" y="36886"/>
                    <a:pt x="5505" y="37637"/>
                  </a:cubicBezTo>
                  <a:lnTo>
                    <a:pt x="24149" y="37637"/>
                  </a:lnTo>
                  <a:lnTo>
                    <a:pt x="6009" y="106516"/>
                  </a:lnTo>
                  <a:cubicBezTo>
                    <a:pt x="5505" y="108770"/>
                    <a:pt x="5253" y="109522"/>
                    <a:pt x="4497" y="111776"/>
                  </a:cubicBezTo>
                  <a:cubicBezTo>
                    <a:pt x="2230" y="119290"/>
                    <a:pt x="214" y="128056"/>
                    <a:pt x="214" y="130060"/>
                  </a:cubicBezTo>
                  <a:cubicBezTo>
                    <a:pt x="214" y="135570"/>
                    <a:pt x="5505" y="139578"/>
                    <a:pt x="12308" y="139578"/>
                  </a:cubicBezTo>
                  <a:cubicBezTo>
                    <a:pt x="23897" y="139578"/>
                    <a:pt x="32212" y="132565"/>
                    <a:pt x="48084" y="109271"/>
                  </a:cubicBezTo>
                  <a:lnTo>
                    <a:pt x="44809" y="107518"/>
                  </a:lnTo>
                  <a:cubicBezTo>
                    <a:pt x="32463" y="123297"/>
                    <a:pt x="28432" y="127305"/>
                    <a:pt x="24401" y="127305"/>
                  </a:cubicBezTo>
                  <a:cubicBezTo>
                    <a:pt x="22134" y="127305"/>
                    <a:pt x="20622" y="125301"/>
                    <a:pt x="20622" y="122295"/>
                  </a:cubicBezTo>
                  <a:cubicBezTo>
                    <a:pt x="20622" y="122045"/>
                    <a:pt x="20622" y="121795"/>
                    <a:pt x="20874" y="121043"/>
                  </a:cubicBezTo>
                  <a:lnTo>
                    <a:pt x="43045" y="37637"/>
                  </a:lnTo>
                  <a:lnTo>
                    <a:pt x="64209" y="37637"/>
                  </a:lnTo>
                  <a:lnTo>
                    <a:pt x="65468" y="2962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0" name="Freeform: Shape 3119">
              <a:extLst>
                <a:ext uri="{FF2B5EF4-FFF2-40B4-BE49-F238E27FC236}">
                  <a16:creationId xmlns:a16="http://schemas.microsoft.com/office/drawing/2014/main" id="{26CEDE1D-7C3B-C0D8-AD5A-0905512383F3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7389085" y="4000222"/>
              <a:ext cx="167544" cy="58609"/>
            </a:xfrm>
            <a:custGeom>
              <a:avLst/>
              <a:gdLst>
                <a:gd name="connsiteX0" fmla="*/ 159198 w 167544"/>
                <a:gd name="connsiteY0" fmla="*/ 10086 h 58609"/>
                <a:gd name="connsiteX1" fmla="*/ 167764 w 167544"/>
                <a:gd name="connsiteY1" fmla="*/ 5077 h 58609"/>
                <a:gd name="connsiteX2" fmla="*/ 159450 w 167544"/>
                <a:gd name="connsiteY2" fmla="*/ 68 h 58609"/>
                <a:gd name="connsiteX3" fmla="*/ 8534 w 167544"/>
                <a:gd name="connsiteY3" fmla="*/ 68 h 58609"/>
                <a:gd name="connsiteX4" fmla="*/ 219 w 167544"/>
                <a:gd name="connsiteY4" fmla="*/ 5077 h 58609"/>
                <a:gd name="connsiteX5" fmla="*/ 8786 w 167544"/>
                <a:gd name="connsiteY5" fmla="*/ 10086 h 58609"/>
                <a:gd name="connsiteX6" fmla="*/ 159198 w 167544"/>
                <a:gd name="connsiteY6" fmla="*/ 10086 h 58609"/>
                <a:gd name="connsiteX7" fmla="*/ 159450 w 167544"/>
                <a:gd name="connsiteY7" fmla="*/ 58677 h 58609"/>
                <a:gd name="connsiteX8" fmla="*/ 167764 w 167544"/>
                <a:gd name="connsiteY8" fmla="*/ 53668 h 58609"/>
                <a:gd name="connsiteX9" fmla="*/ 159198 w 167544"/>
                <a:gd name="connsiteY9" fmla="*/ 48658 h 58609"/>
                <a:gd name="connsiteX10" fmla="*/ 8786 w 167544"/>
                <a:gd name="connsiteY10" fmla="*/ 48658 h 58609"/>
                <a:gd name="connsiteX11" fmla="*/ 219 w 167544"/>
                <a:gd name="connsiteY11" fmla="*/ 53668 h 58609"/>
                <a:gd name="connsiteX12" fmla="*/ 8534 w 167544"/>
                <a:gd name="connsiteY12" fmla="*/ 58677 h 58609"/>
                <a:gd name="connsiteX13" fmla="*/ 159450 w 167544"/>
                <a:gd name="connsiteY13" fmla="*/ 58677 h 5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544" h="58609">
                  <a:moveTo>
                    <a:pt x="159198" y="10086"/>
                  </a:moveTo>
                  <a:cubicBezTo>
                    <a:pt x="162977" y="10086"/>
                    <a:pt x="167764" y="10086"/>
                    <a:pt x="167764" y="5077"/>
                  </a:cubicBezTo>
                  <a:cubicBezTo>
                    <a:pt x="167764" y="68"/>
                    <a:pt x="162977" y="68"/>
                    <a:pt x="159450" y="68"/>
                  </a:cubicBezTo>
                  <a:lnTo>
                    <a:pt x="8534" y="68"/>
                  </a:lnTo>
                  <a:cubicBezTo>
                    <a:pt x="5006" y="68"/>
                    <a:pt x="219" y="68"/>
                    <a:pt x="219" y="5077"/>
                  </a:cubicBezTo>
                  <a:cubicBezTo>
                    <a:pt x="219" y="10086"/>
                    <a:pt x="5006" y="10086"/>
                    <a:pt x="8786" y="10086"/>
                  </a:cubicBezTo>
                  <a:lnTo>
                    <a:pt x="159198" y="10086"/>
                  </a:lnTo>
                  <a:close/>
                  <a:moveTo>
                    <a:pt x="159450" y="58677"/>
                  </a:moveTo>
                  <a:cubicBezTo>
                    <a:pt x="162977" y="58677"/>
                    <a:pt x="167764" y="58677"/>
                    <a:pt x="167764" y="53668"/>
                  </a:cubicBezTo>
                  <a:cubicBezTo>
                    <a:pt x="167764" y="48658"/>
                    <a:pt x="162977" y="48658"/>
                    <a:pt x="159198" y="48658"/>
                  </a:cubicBezTo>
                  <a:lnTo>
                    <a:pt x="8786" y="48658"/>
                  </a:lnTo>
                  <a:cubicBezTo>
                    <a:pt x="5006" y="48658"/>
                    <a:pt x="219" y="48658"/>
                    <a:pt x="219" y="53668"/>
                  </a:cubicBezTo>
                  <a:cubicBezTo>
                    <a:pt x="219" y="58677"/>
                    <a:pt x="5006" y="58677"/>
                    <a:pt x="8534" y="58677"/>
                  </a:cubicBezTo>
                  <a:lnTo>
                    <a:pt x="159450" y="5867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1" name="Freeform: Shape 3120">
              <a:extLst>
                <a:ext uri="{FF2B5EF4-FFF2-40B4-BE49-F238E27FC236}">
                  <a16:creationId xmlns:a16="http://schemas.microsoft.com/office/drawing/2014/main" id="{B0B2ADC5-BE99-D2D6-CB82-E9AA69908168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7632454" y="3921074"/>
              <a:ext cx="59963" cy="171070"/>
            </a:xfrm>
            <a:custGeom>
              <a:avLst/>
              <a:gdLst>
                <a:gd name="connsiteX0" fmla="*/ 229 w 59963"/>
                <a:gd name="connsiteY0" fmla="*/ 15096 h 171070"/>
                <a:gd name="connsiteX1" fmla="*/ 1741 w 59963"/>
                <a:gd name="connsiteY1" fmla="*/ 15096 h 171070"/>
                <a:gd name="connsiteX2" fmla="*/ 9551 w 59963"/>
                <a:gd name="connsiteY2" fmla="*/ 14595 h 171070"/>
                <a:gd name="connsiteX3" fmla="*/ 20133 w 59963"/>
                <a:gd name="connsiteY3" fmla="*/ 29873 h 171070"/>
                <a:gd name="connsiteX4" fmla="*/ 20133 w 59963"/>
                <a:gd name="connsiteY4" fmla="*/ 149347 h 171070"/>
                <a:gd name="connsiteX5" fmla="*/ 733 w 59963"/>
                <a:gd name="connsiteY5" fmla="*/ 167381 h 171070"/>
                <a:gd name="connsiteX6" fmla="*/ 733 w 59963"/>
                <a:gd name="connsiteY6" fmla="*/ 171138 h 171070"/>
                <a:gd name="connsiteX7" fmla="*/ 60193 w 59963"/>
                <a:gd name="connsiteY7" fmla="*/ 171138 h 171070"/>
                <a:gd name="connsiteX8" fmla="*/ 60193 w 59963"/>
                <a:gd name="connsiteY8" fmla="*/ 167381 h 171070"/>
                <a:gd name="connsiteX9" fmla="*/ 41297 w 59963"/>
                <a:gd name="connsiteY9" fmla="*/ 150098 h 171070"/>
                <a:gd name="connsiteX10" fmla="*/ 41297 w 59963"/>
                <a:gd name="connsiteY10" fmla="*/ 568 h 171070"/>
                <a:gd name="connsiteX11" fmla="*/ 40289 w 59963"/>
                <a:gd name="connsiteY11" fmla="*/ 68 h 171070"/>
                <a:gd name="connsiteX12" fmla="*/ 229 w 59963"/>
                <a:gd name="connsiteY12" fmla="*/ 11088 h 171070"/>
                <a:gd name="connsiteX13" fmla="*/ 229 w 59963"/>
                <a:gd name="connsiteY13" fmla="*/ 15096 h 171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963" h="171070">
                  <a:moveTo>
                    <a:pt x="229" y="15096"/>
                  </a:moveTo>
                  <a:lnTo>
                    <a:pt x="1741" y="15096"/>
                  </a:lnTo>
                  <a:cubicBezTo>
                    <a:pt x="4513" y="14845"/>
                    <a:pt x="7536" y="14595"/>
                    <a:pt x="9551" y="14595"/>
                  </a:cubicBezTo>
                  <a:cubicBezTo>
                    <a:pt x="17614" y="14595"/>
                    <a:pt x="20133" y="18101"/>
                    <a:pt x="20133" y="29873"/>
                  </a:cubicBezTo>
                  <a:lnTo>
                    <a:pt x="20133" y="149347"/>
                  </a:lnTo>
                  <a:cubicBezTo>
                    <a:pt x="20133" y="162872"/>
                    <a:pt x="16606" y="166128"/>
                    <a:pt x="733" y="167381"/>
                  </a:cubicBezTo>
                  <a:lnTo>
                    <a:pt x="733" y="171138"/>
                  </a:lnTo>
                  <a:lnTo>
                    <a:pt x="60193" y="171138"/>
                  </a:lnTo>
                  <a:lnTo>
                    <a:pt x="60193" y="167381"/>
                  </a:lnTo>
                  <a:cubicBezTo>
                    <a:pt x="44320" y="166379"/>
                    <a:pt x="41297" y="163874"/>
                    <a:pt x="41297" y="150098"/>
                  </a:cubicBezTo>
                  <a:lnTo>
                    <a:pt x="41297" y="568"/>
                  </a:lnTo>
                  <a:lnTo>
                    <a:pt x="40289" y="68"/>
                  </a:lnTo>
                  <a:cubicBezTo>
                    <a:pt x="27188" y="4326"/>
                    <a:pt x="17614" y="6830"/>
                    <a:pt x="229" y="11088"/>
                  </a:cubicBezTo>
                  <a:lnTo>
                    <a:pt x="229" y="1509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2" name="Freeform: Shape 3121">
              <a:extLst>
                <a:ext uri="{FF2B5EF4-FFF2-40B4-BE49-F238E27FC236}">
                  <a16:creationId xmlns:a16="http://schemas.microsoft.com/office/drawing/2014/main" id="{8CF2E7B2-4759-DFA9-255E-CC2707B35065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7701999" y="3976928"/>
              <a:ext cx="118163" cy="115215"/>
            </a:xfrm>
            <a:custGeom>
              <a:avLst/>
              <a:gdLst>
                <a:gd name="connsiteX0" fmla="*/ 232 w 118163"/>
                <a:gd name="connsiteY0" fmla="*/ 15597 h 115215"/>
                <a:gd name="connsiteX1" fmla="*/ 7035 w 118163"/>
                <a:gd name="connsiteY1" fmla="*/ 14595 h 115215"/>
                <a:gd name="connsiteX2" fmla="*/ 16357 w 118163"/>
                <a:gd name="connsiteY2" fmla="*/ 30625 h 115215"/>
                <a:gd name="connsiteX3" fmla="*/ 16357 w 118163"/>
                <a:gd name="connsiteY3" fmla="*/ 92741 h 115215"/>
                <a:gd name="connsiteX4" fmla="*/ 736 w 118163"/>
                <a:gd name="connsiteY4" fmla="*/ 111526 h 115215"/>
                <a:gd name="connsiteX5" fmla="*/ 736 w 118163"/>
                <a:gd name="connsiteY5" fmla="*/ 115283 h 115215"/>
                <a:gd name="connsiteX6" fmla="*/ 54149 w 118163"/>
                <a:gd name="connsiteY6" fmla="*/ 115283 h 115215"/>
                <a:gd name="connsiteX7" fmla="*/ 54149 w 118163"/>
                <a:gd name="connsiteY7" fmla="*/ 111526 h 115215"/>
                <a:gd name="connsiteX8" fmla="*/ 37520 w 118163"/>
                <a:gd name="connsiteY8" fmla="*/ 98502 h 115215"/>
                <a:gd name="connsiteX9" fmla="*/ 37520 w 118163"/>
                <a:gd name="connsiteY9" fmla="*/ 28120 h 115215"/>
                <a:gd name="connsiteX10" fmla="*/ 63471 w 118163"/>
                <a:gd name="connsiteY10" fmla="*/ 13843 h 115215"/>
                <a:gd name="connsiteX11" fmla="*/ 81863 w 118163"/>
                <a:gd name="connsiteY11" fmla="*/ 38139 h 115215"/>
                <a:gd name="connsiteX12" fmla="*/ 81863 w 118163"/>
                <a:gd name="connsiteY12" fmla="*/ 90487 h 115215"/>
                <a:gd name="connsiteX13" fmla="*/ 65990 w 118163"/>
                <a:gd name="connsiteY13" fmla="*/ 111526 h 115215"/>
                <a:gd name="connsiteX14" fmla="*/ 65990 w 118163"/>
                <a:gd name="connsiteY14" fmla="*/ 115283 h 115215"/>
                <a:gd name="connsiteX15" fmla="*/ 118395 w 118163"/>
                <a:gd name="connsiteY15" fmla="*/ 115283 h 115215"/>
                <a:gd name="connsiteX16" fmla="*/ 118395 w 118163"/>
                <a:gd name="connsiteY16" fmla="*/ 111526 h 115215"/>
                <a:gd name="connsiteX17" fmla="*/ 103027 w 118163"/>
                <a:gd name="connsiteY17" fmla="*/ 94995 h 115215"/>
                <a:gd name="connsiteX18" fmla="*/ 103027 w 118163"/>
                <a:gd name="connsiteY18" fmla="*/ 37638 h 115215"/>
                <a:gd name="connsiteX19" fmla="*/ 73297 w 118163"/>
                <a:gd name="connsiteY19" fmla="*/ 68 h 115215"/>
                <a:gd name="connsiteX20" fmla="*/ 36765 w 118163"/>
                <a:gd name="connsiteY20" fmla="*/ 20356 h 115215"/>
                <a:gd name="connsiteX21" fmla="*/ 36765 w 118163"/>
                <a:gd name="connsiteY21" fmla="*/ 568 h 115215"/>
                <a:gd name="connsiteX22" fmla="*/ 35001 w 118163"/>
                <a:gd name="connsiteY22" fmla="*/ 68 h 115215"/>
                <a:gd name="connsiteX23" fmla="*/ 232 w 118163"/>
                <a:gd name="connsiteY23" fmla="*/ 11339 h 115215"/>
                <a:gd name="connsiteX24" fmla="*/ 232 w 118163"/>
                <a:gd name="connsiteY24" fmla="*/ 15597 h 11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8163" h="115215">
                  <a:moveTo>
                    <a:pt x="232" y="15597"/>
                  </a:moveTo>
                  <a:cubicBezTo>
                    <a:pt x="1744" y="14845"/>
                    <a:pt x="4263" y="14595"/>
                    <a:pt x="7035" y="14595"/>
                  </a:cubicBezTo>
                  <a:cubicBezTo>
                    <a:pt x="14089" y="14595"/>
                    <a:pt x="16357" y="18352"/>
                    <a:pt x="16357" y="30625"/>
                  </a:cubicBezTo>
                  <a:lnTo>
                    <a:pt x="16357" y="92741"/>
                  </a:lnTo>
                  <a:cubicBezTo>
                    <a:pt x="16357" y="107018"/>
                    <a:pt x="13585" y="110524"/>
                    <a:pt x="736" y="111526"/>
                  </a:cubicBezTo>
                  <a:lnTo>
                    <a:pt x="736" y="115283"/>
                  </a:lnTo>
                  <a:lnTo>
                    <a:pt x="54149" y="115283"/>
                  </a:lnTo>
                  <a:lnTo>
                    <a:pt x="54149" y="111526"/>
                  </a:lnTo>
                  <a:cubicBezTo>
                    <a:pt x="41300" y="110524"/>
                    <a:pt x="37520" y="107519"/>
                    <a:pt x="37520" y="98502"/>
                  </a:cubicBezTo>
                  <a:lnTo>
                    <a:pt x="37520" y="28120"/>
                  </a:lnTo>
                  <a:cubicBezTo>
                    <a:pt x="49614" y="16849"/>
                    <a:pt x="55157" y="13843"/>
                    <a:pt x="63471" y="13843"/>
                  </a:cubicBezTo>
                  <a:cubicBezTo>
                    <a:pt x="75816" y="13843"/>
                    <a:pt x="81863" y="21608"/>
                    <a:pt x="81863" y="38139"/>
                  </a:cubicBezTo>
                  <a:lnTo>
                    <a:pt x="81863" y="90487"/>
                  </a:lnTo>
                  <a:cubicBezTo>
                    <a:pt x="81863" y="106266"/>
                    <a:pt x="78588" y="110524"/>
                    <a:pt x="65990" y="111526"/>
                  </a:cubicBezTo>
                  <a:lnTo>
                    <a:pt x="65990" y="115283"/>
                  </a:lnTo>
                  <a:lnTo>
                    <a:pt x="118395" y="115283"/>
                  </a:lnTo>
                  <a:lnTo>
                    <a:pt x="118395" y="111526"/>
                  </a:lnTo>
                  <a:cubicBezTo>
                    <a:pt x="106050" y="110274"/>
                    <a:pt x="103027" y="107268"/>
                    <a:pt x="103027" y="94995"/>
                  </a:cubicBezTo>
                  <a:lnTo>
                    <a:pt x="103027" y="37638"/>
                  </a:lnTo>
                  <a:cubicBezTo>
                    <a:pt x="103027" y="14094"/>
                    <a:pt x="91941" y="68"/>
                    <a:pt x="73297" y="68"/>
                  </a:cubicBezTo>
                  <a:cubicBezTo>
                    <a:pt x="61707" y="68"/>
                    <a:pt x="53897" y="4326"/>
                    <a:pt x="36765" y="20356"/>
                  </a:cubicBezTo>
                  <a:lnTo>
                    <a:pt x="36765" y="568"/>
                  </a:lnTo>
                  <a:lnTo>
                    <a:pt x="35001" y="68"/>
                  </a:lnTo>
                  <a:cubicBezTo>
                    <a:pt x="22655" y="4576"/>
                    <a:pt x="14089" y="7331"/>
                    <a:pt x="232" y="11339"/>
                  </a:cubicBezTo>
                  <a:lnTo>
                    <a:pt x="232" y="1559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3" name="Freeform: Shape 3122">
              <a:extLst>
                <a:ext uri="{FF2B5EF4-FFF2-40B4-BE49-F238E27FC236}">
                  <a16:creationId xmlns:a16="http://schemas.microsoft.com/office/drawing/2014/main" id="{0D478E69-A8C5-E241-30B7-A997B5C4DAD6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7849357" y="3904292"/>
              <a:ext cx="58451" cy="250468"/>
            </a:xfrm>
            <a:custGeom>
              <a:avLst/>
              <a:gdLst>
                <a:gd name="connsiteX0" fmla="*/ 58689 w 58451"/>
                <a:gd name="connsiteY0" fmla="*/ 248031 h 250468"/>
                <a:gd name="connsiteX1" fmla="*/ 54406 w 58451"/>
                <a:gd name="connsiteY1" fmla="*/ 242521 h 250468"/>
                <a:gd name="connsiteX2" fmla="*/ 14850 w 58451"/>
                <a:gd name="connsiteY2" fmla="*/ 125302 h 250468"/>
                <a:gd name="connsiteX3" fmla="*/ 55414 w 58451"/>
                <a:gd name="connsiteY3" fmla="*/ 6830 h 250468"/>
                <a:gd name="connsiteX4" fmla="*/ 58689 w 58451"/>
                <a:gd name="connsiteY4" fmla="*/ 2572 h 250468"/>
                <a:gd name="connsiteX5" fmla="*/ 56169 w 58451"/>
                <a:gd name="connsiteY5" fmla="*/ 68 h 250468"/>
                <a:gd name="connsiteX6" fmla="*/ 16110 w 58451"/>
                <a:gd name="connsiteY6" fmla="*/ 48909 h 250468"/>
                <a:gd name="connsiteX7" fmla="*/ 237 w 58451"/>
                <a:gd name="connsiteY7" fmla="*/ 125302 h 250468"/>
                <a:gd name="connsiteX8" fmla="*/ 16866 w 58451"/>
                <a:gd name="connsiteY8" fmla="*/ 203448 h 250468"/>
                <a:gd name="connsiteX9" fmla="*/ 56169 w 58451"/>
                <a:gd name="connsiteY9" fmla="*/ 250536 h 250468"/>
                <a:gd name="connsiteX10" fmla="*/ 58689 w 58451"/>
                <a:gd name="connsiteY10" fmla="*/ 248031 h 250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51" h="250468">
                  <a:moveTo>
                    <a:pt x="58689" y="248031"/>
                  </a:moveTo>
                  <a:cubicBezTo>
                    <a:pt x="58689" y="247280"/>
                    <a:pt x="58689" y="246779"/>
                    <a:pt x="54406" y="242521"/>
                  </a:cubicBezTo>
                  <a:cubicBezTo>
                    <a:pt x="22912" y="210962"/>
                    <a:pt x="14850" y="163624"/>
                    <a:pt x="14850" y="125302"/>
                  </a:cubicBezTo>
                  <a:cubicBezTo>
                    <a:pt x="14850" y="81720"/>
                    <a:pt x="24424" y="38139"/>
                    <a:pt x="55414" y="6830"/>
                  </a:cubicBezTo>
                  <a:cubicBezTo>
                    <a:pt x="58689" y="3825"/>
                    <a:pt x="58689" y="3324"/>
                    <a:pt x="58689" y="2572"/>
                  </a:cubicBezTo>
                  <a:cubicBezTo>
                    <a:pt x="58689" y="819"/>
                    <a:pt x="57681" y="68"/>
                    <a:pt x="56169" y="68"/>
                  </a:cubicBezTo>
                  <a:cubicBezTo>
                    <a:pt x="53650" y="68"/>
                    <a:pt x="30975" y="17099"/>
                    <a:pt x="16110" y="48909"/>
                  </a:cubicBezTo>
                  <a:cubicBezTo>
                    <a:pt x="3261" y="76460"/>
                    <a:pt x="237" y="104263"/>
                    <a:pt x="237" y="125302"/>
                  </a:cubicBezTo>
                  <a:cubicBezTo>
                    <a:pt x="237" y="144838"/>
                    <a:pt x="3009" y="175145"/>
                    <a:pt x="16866" y="203448"/>
                  </a:cubicBezTo>
                  <a:cubicBezTo>
                    <a:pt x="31982" y="234256"/>
                    <a:pt x="53650" y="250536"/>
                    <a:pt x="56169" y="250536"/>
                  </a:cubicBezTo>
                  <a:cubicBezTo>
                    <a:pt x="57681" y="250536"/>
                    <a:pt x="58689" y="249785"/>
                    <a:pt x="58689" y="24803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4" name="Freeform: Shape 3123">
              <a:extLst>
                <a:ext uri="{FF2B5EF4-FFF2-40B4-BE49-F238E27FC236}">
                  <a16:creationId xmlns:a16="http://schemas.microsoft.com/office/drawing/2014/main" id="{91EEFA6F-D65D-4CDC-FF64-C6A3BAC895C9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7916486" y="3981687"/>
              <a:ext cx="113376" cy="162053"/>
            </a:xfrm>
            <a:custGeom>
              <a:avLst/>
              <a:gdLst>
                <a:gd name="connsiteX0" fmla="*/ 10067 w 113376"/>
                <a:gd name="connsiteY0" fmla="*/ 10336 h 162053"/>
                <a:gd name="connsiteX1" fmla="*/ 17878 w 113376"/>
                <a:gd name="connsiteY1" fmla="*/ 9335 h 162053"/>
                <a:gd name="connsiteX2" fmla="*/ 47608 w 113376"/>
                <a:gd name="connsiteY2" fmla="*/ 58677 h 162053"/>
                <a:gd name="connsiteX3" fmla="*/ 57937 w 113376"/>
                <a:gd name="connsiteY3" fmla="*/ 108520 h 162053"/>
                <a:gd name="connsiteX4" fmla="*/ 52647 w 113376"/>
                <a:gd name="connsiteY4" fmla="*/ 121044 h 162053"/>
                <a:gd name="connsiteX5" fmla="*/ 37026 w 113376"/>
                <a:gd name="connsiteY5" fmla="*/ 140831 h 162053"/>
                <a:gd name="connsiteX6" fmla="*/ 25436 w 113376"/>
                <a:gd name="connsiteY6" fmla="*/ 148345 h 162053"/>
                <a:gd name="connsiteX7" fmla="*/ 19390 w 113376"/>
                <a:gd name="connsiteY7" fmla="*/ 145589 h 162053"/>
                <a:gd name="connsiteX8" fmla="*/ 10067 w 113376"/>
                <a:gd name="connsiteY8" fmla="*/ 141332 h 162053"/>
                <a:gd name="connsiteX9" fmla="*/ 242 w 113376"/>
                <a:gd name="connsiteY9" fmla="*/ 151100 h 162053"/>
                <a:gd name="connsiteX10" fmla="*/ 13091 w 113376"/>
                <a:gd name="connsiteY10" fmla="*/ 162120 h 162053"/>
                <a:gd name="connsiteX11" fmla="*/ 89431 w 113376"/>
                <a:gd name="connsiteY11" fmla="*/ 74957 h 162053"/>
                <a:gd name="connsiteX12" fmla="*/ 113618 w 113376"/>
                <a:gd name="connsiteY12" fmla="*/ 13843 h 162053"/>
                <a:gd name="connsiteX13" fmla="*/ 99761 w 113376"/>
                <a:gd name="connsiteY13" fmla="*/ 67 h 162053"/>
                <a:gd name="connsiteX14" fmla="*/ 89935 w 113376"/>
                <a:gd name="connsiteY14" fmla="*/ 9335 h 162053"/>
                <a:gd name="connsiteX15" fmla="*/ 96989 w 113376"/>
                <a:gd name="connsiteY15" fmla="*/ 19103 h 162053"/>
                <a:gd name="connsiteX16" fmla="*/ 103540 w 113376"/>
                <a:gd name="connsiteY16" fmla="*/ 27619 h 162053"/>
                <a:gd name="connsiteX17" fmla="*/ 72802 w 113376"/>
                <a:gd name="connsiteY17" fmla="*/ 92490 h 162053"/>
                <a:gd name="connsiteX18" fmla="*/ 67763 w 113376"/>
                <a:gd name="connsiteY18" fmla="*/ 63436 h 162053"/>
                <a:gd name="connsiteX19" fmla="*/ 46096 w 113376"/>
                <a:gd name="connsiteY19" fmla="*/ 67 h 162053"/>
                <a:gd name="connsiteX20" fmla="*/ 45088 w 113376"/>
                <a:gd name="connsiteY20" fmla="*/ 67 h 162053"/>
                <a:gd name="connsiteX21" fmla="*/ 42821 w 113376"/>
                <a:gd name="connsiteY21" fmla="*/ 318 h 162053"/>
                <a:gd name="connsiteX22" fmla="*/ 18130 w 113376"/>
                <a:gd name="connsiteY22" fmla="*/ 4576 h 162053"/>
                <a:gd name="connsiteX23" fmla="*/ 10067 w 113376"/>
                <a:gd name="connsiteY23" fmla="*/ 6078 h 162053"/>
                <a:gd name="connsiteX24" fmla="*/ 10067 w 113376"/>
                <a:gd name="connsiteY24" fmla="*/ 10336 h 162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3376" h="162053">
                  <a:moveTo>
                    <a:pt x="10067" y="10336"/>
                  </a:moveTo>
                  <a:cubicBezTo>
                    <a:pt x="13343" y="9585"/>
                    <a:pt x="15106" y="9335"/>
                    <a:pt x="17878" y="9335"/>
                  </a:cubicBezTo>
                  <a:cubicBezTo>
                    <a:pt x="32239" y="9335"/>
                    <a:pt x="36018" y="15596"/>
                    <a:pt x="47608" y="58677"/>
                  </a:cubicBezTo>
                  <a:cubicBezTo>
                    <a:pt x="51891" y="74957"/>
                    <a:pt x="57937" y="104262"/>
                    <a:pt x="57937" y="108520"/>
                  </a:cubicBezTo>
                  <a:cubicBezTo>
                    <a:pt x="57937" y="112528"/>
                    <a:pt x="56426" y="116535"/>
                    <a:pt x="52647" y="121044"/>
                  </a:cubicBezTo>
                  <a:cubicBezTo>
                    <a:pt x="44836" y="131313"/>
                    <a:pt x="39797" y="137825"/>
                    <a:pt x="37026" y="140831"/>
                  </a:cubicBezTo>
                  <a:cubicBezTo>
                    <a:pt x="31735" y="146341"/>
                    <a:pt x="28712" y="148345"/>
                    <a:pt x="25436" y="148345"/>
                  </a:cubicBezTo>
                  <a:cubicBezTo>
                    <a:pt x="23925" y="148345"/>
                    <a:pt x="22161" y="147593"/>
                    <a:pt x="19390" y="145589"/>
                  </a:cubicBezTo>
                  <a:cubicBezTo>
                    <a:pt x="15610" y="142584"/>
                    <a:pt x="12839" y="141332"/>
                    <a:pt x="10067" y="141332"/>
                  </a:cubicBezTo>
                  <a:cubicBezTo>
                    <a:pt x="4525" y="141332"/>
                    <a:pt x="242" y="145589"/>
                    <a:pt x="242" y="151100"/>
                  </a:cubicBezTo>
                  <a:cubicBezTo>
                    <a:pt x="242" y="157361"/>
                    <a:pt x="5784" y="162120"/>
                    <a:pt x="13091" y="162120"/>
                  </a:cubicBezTo>
                  <a:cubicBezTo>
                    <a:pt x="29215" y="162120"/>
                    <a:pt x="62221" y="124550"/>
                    <a:pt x="89431" y="74957"/>
                  </a:cubicBezTo>
                  <a:cubicBezTo>
                    <a:pt x="106563" y="44150"/>
                    <a:pt x="113618" y="26116"/>
                    <a:pt x="113618" y="13843"/>
                  </a:cubicBezTo>
                  <a:cubicBezTo>
                    <a:pt x="113618" y="6329"/>
                    <a:pt x="107319" y="67"/>
                    <a:pt x="99761" y="67"/>
                  </a:cubicBezTo>
                  <a:cubicBezTo>
                    <a:pt x="93966" y="67"/>
                    <a:pt x="89935" y="3824"/>
                    <a:pt x="89935" y="9335"/>
                  </a:cubicBezTo>
                  <a:cubicBezTo>
                    <a:pt x="89935" y="13092"/>
                    <a:pt x="91950" y="15847"/>
                    <a:pt x="96989" y="19103"/>
                  </a:cubicBezTo>
                  <a:cubicBezTo>
                    <a:pt x="101776" y="21858"/>
                    <a:pt x="103540" y="24112"/>
                    <a:pt x="103540" y="27619"/>
                  </a:cubicBezTo>
                  <a:cubicBezTo>
                    <a:pt x="103540" y="37638"/>
                    <a:pt x="94218" y="57174"/>
                    <a:pt x="72802" y="92490"/>
                  </a:cubicBezTo>
                  <a:lnTo>
                    <a:pt x="67763" y="63436"/>
                  </a:lnTo>
                  <a:cubicBezTo>
                    <a:pt x="63984" y="41395"/>
                    <a:pt x="49875" y="67"/>
                    <a:pt x="46096" y="67"/>
                  </a:cubicBezTo>
                  <a:lnTo>
                    <a:pt x="45088" y="67"/>
                  </a:lnTo>
                  <a:cubicBezTo>
                    <a:pt x="44836" y="318"/>
                    <a:pt x="43828" y="318"/>
                    <a:pt x="42821" y="318"/>
                  </a:cubicBezTo>
                  <a:cubicBezTo>
                    <a:pt x="40553" y="568"/>
                    <a:pt x="31483" y="2071"/>
                    <a:pt x="18130" y="4576"/>
                  </a:cubicBezTo>
                  <a:cubicBezTo>
                    <a:pt x="16870" y="4826"/>
                    <a:pt x="13595" y="5578"/>
                    <a:pt x="10067" y="6078"/>
                  </a:cubicBezTo>
                  <a:lnTo>
                    <a:pt x="10067" y="1033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5" name="Freeform: Shape 3124">
              <a:extLst>
                <a:ext uri="{FF2B5EF4-FFF2-40B4-BE49-F238E27FC236}">
                  <a16:creationId xmlns:a16="http://schemas.microsoft.com/office/drawing/2014/main" id="{97EBC9E8-91A0-0908-F635-14074762C477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8049176" y="3904292"/>
              <a:ext cx="58451" cy="250468"/>
            </a:xfrm>
            <a:custGeom>
              <a:avLst/>
              <a:gdLst>
                <a:gd name="connsiteX0" fmla="*/ 58697 w 58451"/>
                <a:gd name="connsiteY0" fmla="*/ 125302 h 250468"/>
                <a:gd name="connsiteX1" fmla="*/ 42069 w 58451"/>
                <a:gd name="connsiteY1" fmla="*/ 47156 h 250468"/>
                <a:gd name="connsiteX2" fmla="*/ 2765 w 58451"/>
                <a:gd name="connsiteY2" fmla="*/ 68 h 250468"/>
                <a:gd name="connsiteX3" fmla="*/ 245 w 58451"/>
                <a:gd name="connsiteY3" fmla="*/ 2572 h 250468"/>
                <a:gd name="connsiteX4" fmla="*/ 5032 w 58451"/>
                <a:gd name="connsiteY4" fmla="*/ 8333 h 250468"/>
                <a:gd name="connsiteX5" fmla="*/ 44084 w 58451"/>
                <a:gd name="connsiteY5" fmla="*/ 125302 h 250468"/>
                <a:gd name="connsiteX6" fmla="*/ 3521 w 58451"/>
                <a:gd name="connsiteY6" fmla="*/ 243774 h 250468"/>
                <a:gd name="connsiteX7" fmla="*/ 245 w 58451"/>
                <a:gd name="connsiteY7" fmla="*/ 248031 h 250468"/>
                <a:gd name="connsiteX8" fmla="*/ 2765 w 58451"/>
                <a:gd name="connsiteY8" fmla="*/ 250536 h 250468"/>
                <a:gd name="connsiteX9" fmla="*/ 42825 w 58451"/>
                <a:gd name="connsiteY9" fmla="*/ 201695 h 250468"/>
                <a:gd name="connsiteX10" fmla="*/ 58697 w 58451"/>
                <a:gd name="connsiteY10" fmla="*/ 125302 h 250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51" h="250468">
                  <a:moveTo>
                    <a:pt x="58697" y="125302"/>
                  </a:moveTo>
                  <a:cubicBezTo>
                    <a:pt x="58697" y="105765"/>
                    <a:pt x="55926" y="75459"/>
                    <a:pt x="42069" y="47156"/>
                  </a:cubicBezTo>
                  <a:cubicBezTo>
                    <a:pt x="26952" y="16348"/>
                    <a:pt x="5284" y="68"/>
                    <a:pt x="2765" y="68"/>
                  </a:cubicBezTo>
                  <a:cubicBezTo>
                    <a:pt x="1253" y="68"/>
                    <a:pt x="245" y="1069"/>
                    <a:pt x="245" y="2572"/>
                  </a:cubicBezTo>
                  <a:cubicBezTo>
                    <a:pt x="245" y="3324"/>
                    <a:pt x="245" y="3825"/>
                    <a:pt x="5032" y="8333"/>
                  </a:cubicBezTo>
                  <a:cubicBezTo>
                    <a:pt x="29723" y="33129"/>
                    <a:pt x="44084" y="72954"/>
                    <a:pt x="44084" y="125302"/>
                  </a:cubicBezTo>
                  <a:cubicBezTo>
                    <a:pt x="44084" y="168132"/>
                    <a:pt x="34762" y="212214"/>
                    <a:pt x="3521" y="243774"/>
                  </a:cubicBezTo>
                  <a:cubicBezTo>
                    <a:pt x="245" y="246779"/>
                    <a:pt x="245" y="247280"/>
                    <a:pt x="245" y="248031"/>
                  </a:cubicBezTo>
                  <a:cubicBezTo>
                    <a:pt x="245" y="249534"/>
                    <a:pt x="1253" y="250536"/>
                    <a:pt x="2765" y="250536"/>
                  </a:cubicBezTo>
                  <a:cubicBezTo>
                    <a:pt x="5284" y="250536"/>
                    <a:pt x="27960" y="233504"/>
                    <a:pt x="42825" y="201695"/>
                  </a:cubicBezTo>
                  <a:cubicBezTo>
                    <a:pt x="55674" y="174143"/>
                    <a:pt x="58697" y="146341"/>
                    <a:pt x="58697" y="12530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6" name="Freeform: Shape 3125">
              <a:extLst>
                <a:ext uri="{FF2B5EF4-FFF2-40B4-BE49-F238E27FC236}">
                  <a16:creationId xmlns:a16="http://schemas.microsoft.com/office/drawing/2014/main" id="{1DCAD23A-0280-54CA-1A32-793DA4157176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8556551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8" name="Freeform: Shape 3127">
              <a:extLst>
                <a:ext uri="{FF2B5EF4-FFF2-40B4-BE49-F238E27FC236}">
                  <a16:creationId xmlns:a16="http://schemas.microsoft.com/office/drawing/2014/main" id="{76C444CC-64BE-0489-1BCA-D975D1E196FB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9329937" y="3922827"/>
              <a:ext cx="71300" cy="169316"/>
            </a:xfrm>
            <a:custGeom>
              <a:avLst/>
              <a:gdLst>
                <a:gd name="connsiteX0" fmla="*/ 45646 w 71300"/>
                <a:gd name="connsiteY0" fmla="*/ 68 h 169316"/>
                <a:gd name="connsiteX1" fmla="*/ 295 w 71300"/>
                <a:gd name="connsiteY1" fmla="*/ 22860 h 169316"/>
                <a:gd name="connsiteX2" fmla="*/ 295 w 71300"/>
                <a:gd name="connsiteY2" fmla="*/ 26367 h 169316"/>
                <a:gd name="connsiteX3" fmla="*/ 7098 w 71300"/>
                <a:gd name="connsiteY3" fmla="*/ 23612 h 169316"/>
                <a:gd name="connsiteX4" fmla="*/ 18436 w 71300"/>
                <a:gd name="connsiteY4" fmla="*/ 20856 h 169316"/>
                <a:gd name="connsiteX5" fmla="*/ 25994 w 71300"/>
                <a:gd name="connsiteY5" fmla="*/ 32628 h 169316"/>
                <a:gd name="connsiteX6" fmla="*/ 25994 w 71300"/>
                <a:gd name="connsiteY6" fmla="*/ 146091 h 169316"/>
                <a:gd name="connsiteX7" fmla="*/ 19947 w 71300"/>
                <a:gd name="connsiteY7" fmla="*/ 162371 h 169316"/>
                <a:gd name="connsiteX8" fmla="*/ 2059 w 71300"/>
                <a:gd name="connsiteY8" fmla="*/ 165627 h 169316"/>
                <a:gd name="connsiteX9" fmla="*/ 2059 w 71300"/>
                <a:gd name="connsiteY9" fmla="*/ 169384 h 169316"/>
                <a:gd name="connsiteX10" fmla="*/ 71596 w 71300"/>
                <a:gd name="connsiteY10" fmla="*/ 169384 h 169316"/>
                <a:gd name="connsiteX11" fmla="*/ 71596 w 71300"/>
                <a:gd name="connsiteY11" fmla="*/ 165627 h 169316"/>
                <a:gd name="connsiteX12" fmla="*/ 47661 w 71300"/>
                <a:gd name="connsiteY12" fmla="*/ 150850 h 169316"/>
                <a:gd name="connsiteX13" fmla="*/ 47661 w 71300"/>
                <a:gd name="connsiteY13" fmla="*/ 568 h 169316"/>
                <a:gd name="connsiteX14" fmla="*/ 45646 w 71300"/>
                <a:gd name="connsiteY14" fmla="*/ 6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646" y="68"/>
                  </a:moveTo>
                  <a:lnTo>
                    <a:pt x="295" y="22860"/>
                  </a:lnTo>
                  <a:lnTo>
                    <a:pt x="295" y="26367"/>
                  </a:lnTo>
                  <a:cubicBezTo>
                    <a:pt x="3319" y="25114"/>
                    <a:pt x="6090" y="24113"/>
                    <a:pt x="7098" y="23612"/>
                  </a:cubicBezTo>
                  <a:cubicBezTo>
                    <a:pt x="11633" y="21858"/>
                    <a:pt x="15916" y="20856"/>
                    <a:pt x="18436" y="20856"/>
                  </a:cubicBezTo>
                  <a:cubicBezTo>
                    <a:pt x="23726" y="20856"/>
                    <a:pt x="25994" y="24613"/>
                    <a:pt x="25994" y="32628"/>
                  </a:cubicBezTo>
                  <a:lnTo>
                    <a:pt x="25994" y="146091"/>
                  </a:lnTo>
                  <a:cubicBezTo>
                    <a:pt x="25994" y="154356"/>
                    <a:pt x="23978" y="160117"/>
                    <a:pt x="19947" y="162371"/>
                  </a:cubicBezTo>
                  <a:cubicBezTo>
                    <a:pt x="16168" y="164625"/>
                    <a:pt x="12641" y="165377"/>
                    <a:pt x="2059" y="165627"/>
                  </a:cubicBezTo>
                  <a:lnTo>
                    <a:pt x="2059" y="169384"/>
                  </a:lnTo>
                  <a:lnTo>
                    <a:pt x="71596" y="169384"/>
                  </a:lnTo>
                  <a:lnTo>
                    <a:pt x="71596" y="165627"/>
                  </a:lnTo>
                  <a:cubicBezTo>
                    <a:pt x="51693" y="165377"/>
                    <a:pt x="47661" y="162872"/>
                    <a:pt x="47661" y="150850"/>
                  </a:cubicBezTo>
                  <a:lnTo>
                    <a:pt x="47661" y="568"/>
                  </a:lnTo>
                  <a:lnTo>
                    <a:pt x="45646" y="6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29" name="Freeform: Shape 3128">
              <a:extLst>
                <a:ext uri="{FF2B5EF4-FFF2-40B4-BE49-F238E27FC236}">
                  <a16:creationId xmlns:a16="http://schemas.microsoft.com/office/drawing/2014/main" id="{27C2F777-E0AD-74B3-EF40-78A24CD5176D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9431400" y="3918962"/>
              <a:ext cx="65254" cy="84332"/>
            </a:xfrm>
            <a:custGeom>
              <a:avLst/>
              <a:gdLst>
                <a:gd name="connsiteX0" fmla="*/ 4029 w 65254"/>
                <a:gd name="connsiteY0" fmla="*/ 54927 h 84332"/>
                <a:gd name="connsiteX1" fmla="*/ 300 w 65254"/>
                <a:gd name="connsiteY1" fmla="*/ 84397 h 84332"/>
                <a:gd name="connsiteX2" fmla="*/ 3283 w 65254"/>
                <a:gd name="connsiteY2" fmla="*/ 84397 h 84332"/>
                <a:gd name="connsiteX3" fmla="*/ 7758 w 65254"/>
                <a:gd name="connsiteY3" fmla="*/ 80504 h 84332"/>
                <a:gd name="connsiteX4" fmla="*/ 16894 w 65254"/>
                <a:gd name="connsiteY4" fmla="*/ 82172 h 84332"/>
                <a:gd name="connsiteX5" fmla="*/ 27148 w 65254"/>
                <a:gd name="connsiteY5" fmla="*/ 84026 h 84332"/>
                <a:gd name="connsiteX6" fmla="*/ 53995 w 65254"/>
                <a:gd name="connsiteY6" fmla="*/ 59931 h 84332"/>
                <a:gd name="connsiteX7" fmla="*/ 41317 w 65254"/>
                <a:gd name="connsiteY7" fmla="*/ 33982 h 84332"/>
                <a:gd name="connsiteX8" fmla="*/ 31250 w 65254"/>
                <a:gd name="connsiteY8" fmla="*/ 14521 h 84332"/>
                <a:gd name="connsiteX9" fmla="*/ 41690 w 65254"/>
                <a:gd name="connsiteY9" fmla="*/ 4512 h 84332"/>
                <a:gd name="connsiteX10" fmla="*/ 58843 w 65254"/>
                <a:gd name="connsiteY10" fmla="*/ 25827 h 84332"/>
                <a:gd name="connsiteX11" fmla="*/ 61826 w 65254"/>
                <a:gd name="connsiteY11" fmla="*/ 25827 h 84332"/>
                <a:gd name="connsiteX12" fmla="*/ 65555 w 65254"/>
                <a:gd name="connsiteY12" fmla="*/ 64 h 84332"/>
                <a:gd name="connsiteX13" fmla="*/ 62944 w 65254"/>
                <a:gd name="connsiteY13" fmla="*/ 64 h 84332"/>
                <a:gd name="connsiteX14" fmla="*/ 57351 w 65254"/>
                <a:gd name="connsiteY14" fmla="*/ 3400 h 84332"/>
                <a:gd name="connsiteX15" fmla="*/ 50639 w 65254"/>
                <a:gd name="connsiteY15" fmla="*/ 2103 h 84332"/>
                <a:gd name="connsiteX16" fmla="*/ 40199 w 65254"/>
                <a:gd name="connsiteY16" fmla="*/ 249 h 84332"/>
                <a:gd name="connsiteX17" fmla="*/ 17639 w 65254"/>
                <a:gd name="connsiteY17" fmla="*/ 20637 h 84332"/>
                <a:gd name="connsiteX18" fmla="*/ 29385 w 65254"/>
                <a:gd name="connsiteY18" fmla="*/ 44547 h 84332"/>
                <a:gd name="connsiteX19" fmla="*/ 39826 w 65254"/>
                <a:gd name="connsiteY19" fmla="*/ 65862 h 84332"/>
                <a:gd name="connsiteX20" fmla="*/ 26029 w 65254"/>
                <a:gd name="connsiteY20" fmla="*/ 80134 h 84332"/>
                <a:gd name="connsiteX21" fmla="*/ 7012 w 65254"/>
                <a:gd name="connsiteY21" fmla="*/ 54927 h 84332"/>
                <a:gd name="connsiteX22" fmla="*/ 4029 w 65254"/>
                <a:gd name="connsiteY22" fmla="*/ 54927 h 8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5254" h="84332">
                  <a:moveTo>
                    <a:pt x="4029" y="54927"/>
                  </a:moveTo>
                  <a:lnTo>
                    <a:pt x="300" y="84397"/>
                  </a:lnTo>
                  <a:lnTo>
                    <a:pt x="3283" y="84397"/>
                  </a:lnTo>
                  <a:cubicBezTo>
                    <a:pt x="4775" y="81431"/>
                    <a:pt x="5894" y="80504"/>
                    <a:pt x="7758" y="80504"/>
                  </a:cubicBezTo>
                  <a:cubicBezTo>
                    <a:pt x="9809" y="80504"/>
                    <a:pt x="13165" y="81246"/>
                    <a:pt x="16894" y="82172"/>
                  </a:cubicBezTo>
                  <a:cubicBezTo>
                    <a:pt x="20995" y="83470"/>
                    <a:pt x="24165" y="84026"/>
                    <a:pt x="27148" y="84026"/>
                  </a:cubicBezTo>
                  <a:cubicBezTo>
                    <a:pt x="42809" y="84026"/>
                    <a:pt x="53995" y="74017"/>
                    <a:pt x="53995" y="59931"/>
                  </a:cubicBezTo>
                  <a:cubicBezTo>
                    <a:pt x="53995" y="52888"/>
                    <a:pt x="50080" y="44732"/>
                    <a:pt x="41317" y="33982"/>
                  </a:cubicBezTo>
                  <a:cubicBezTo>
                    <a:pt x="34233" y="25271"/>
                    <a:pt x="31250" y="19525"/>
                    <a:pt x="31250" y="14521"/>
                  </a:cubicBezTo>
                  <a:cubicBezTo>
                    <a:pt x="31250" y="8405"/>
                    <a:pt x="35165" y="4512"/>
                    <a:pt x="41690" y="4512"/>
                  </a:cubicBezTo>
                  <a:cubicBezTo>
                    <a:pt x="51385" y="4512"/>
                    <a:pt x="56978" y="11370"/>
                    <a:pt x="58843" y="25827"/>
                  </a:cubicBezTo>
                  <a:lnTo>
                    <a:pt x="61826" y="25827"/>
                  </a:lnTo>
                  <a:lnTo>
                    <a:pt x="65555" y="64"/>
                  </a:lnTo>
                  <a:lnTo>
                    <a:pt x="62944" y="64"/>
                  </a:lnTo>
                  <a:cubicBezTo>
                    <a:pt x="61453" y="2659"/>
                    <a:pt x="59961" y="3400"/>
                    <a:pt x="57351" y="3400"/>
                  </a:cubicBezTo>
                  <a:cubicBezTo>
                    <a:pt x="56046" y="3400"/>
                    <a:pt x="54182" y="3029"/>
                    <a:pt x="50639" y="2103"/>
                  </a:cubicBezTo>
                  <a:cubicBezTo>
                    <a:pt x="45978" y="620"/>
                    <a:pt x="43182" y="249"/>
                    <a:pt x="40199" y="249"/>
                  </a:cubicBezTo>
                  <a:cubicBezTo>
                    <a:pt x="26588" y="249"/>
                    <a:pt x="17639" y="8219"/>
                    <a:pt x="17639" y="20637"/>
                  </a:cubicBezTo>
                  <a:cubicBezTo>
                    <a:pt x="17639" y="26568"/>
                    <a:pt x="21555" y="34538"/>
                    <a:pt x="29385" y="44547"/>
                  </a:cubicBezTo>
                  <a:cubicBezTo>
                    <a:pt x="36656" y="54000"/>
                    <a:pt x="39826" y="60487"/>
                    <a:pt x="39826" y="65862"/>
                  </a:cubicBezTo>
                  <a:cubicBezTo>
                    <a:pt x="39826" y="74203"/>
                    <a:pt x="34233" y="80134"/>
                    <a:pt x="26029" y="80134"/>
                  </a:cubicBezTo>
                  <a:cubicBezTo>
                    <a:pt x="15775" y="80134"/>
                    <a:pt x="9995" y="72534"/>
                    <a:pt x="7012" y="54927"/>
                  </a:cubicBezTo>
                  <a:lnTo>
                    <a:pt x="4029" y="5492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0" name="Freeform: Shape 3129">
              <a:extLst>
                <a:ext uri="{FF2B5EF4-FFF2-40B4-BE49-F238E27FC236}">
                  <a16:creationId xmlns:a16="http://schemas.microsoft.com/office/drawing/2014/main" id="{BAC5EBBD-738A-0E71-DF93-4E6D31DD26A4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9503432" y="3899686"/>
              <a:ext cx="48288" cy="103238"/>
            </a:xfrm>
            <a:custGeom>
              <a:avLst/>
              <a:gdLst>
                <a:gd name="connsiteX0" fmla="*/ 48591 w 48288"/>
                <a:gd name="connsiteY0" fmla="*/ 21935 h 103238"/>
                <a:gd name="connsiteX1" fmla="*/ 33676 w 48288"/>
                <a:gd name="connsiteY1" fmla="*/ 21935 h 103238"/>
                <a:gd name="connsiteX2" fmla="*/ 38896 w 48288"/>
                <a:gd name="connsiteY2" fmla="*/ 2844 h 103238"/>
                <a:gd name="connsiteX3" fmla="*/ 39083 w 48288"/>
                <a:gd name="connsiteY3" fmla="*/ 1917 h 103238"/>
                <a:gd name="connsiteX4" fmla="*/ 37591 w 48288"/>
                <a:gd name="connsiteY4" fmla="*/ 64 h 103238"/>
                <a:gd name="connsiteX5" fmla="*/ 34795 w 48288"/>
                <a:gd name="connsiteY5" fmla="*/ 1732 h 103238"/>
                <a:gd name="connsiteX6" fmla="*/ 9998 w 48288"/>
                <a:gd name="connsiteY6" fmla="*/ 22120 h 103238"/>
                <a:gd name="connsiteX7" fmla="*/ 4032 w 48288"/>
                <a:gd name="connsiteY7" fmla="*/ 26754 h 103238"/>
                <a:gd name="connsiteX8" fmla="*/ 4218 w 48288"/>
                <a:gd name="connsiteY8" fmla="*/ 27866 h 103238"/>
                <a:gd name="connsiteX9" fmla="*/ 18015 w 48288"/>
                <a:gd name="connsiteY9" fmla="*/ 27866 h 103238"/>
                <a:gd name="connsiteX10" fmla="*/ 4591 w 48288"/>
                <a:gd name="connsiteY10" fmla="*/ 78836 h 103238"/>
                <a:gd name="connsiteX11" fmla="*/ 3473 w 48288"/>
                <a:gd name="connsiteY11" fmla="*/ 82729 h 103238"/>
                <a:gd name="connsiteX12" fmla="*/ 303 w 48288"/>
                <a:gd name="connsiteY12" fmla="*/ 96259 h 103238"/>
                <a:gd name="connsiteX13" fmla="*/ 9252 w 48288"/>
                <a:gd name="connsiteY13" fmla="*/ 103302 h 103238"/>
                <a:gd name="connsiteX14" fmla="*/ 35727 w 48288"/>
                <a:gd name="connsiteY14" fmla="*/ 80875 h 103238"/>
                <a:gd name="connsiteX15" fmla="*/ 33303 w 48288"/>
                <a:gd name="connsiteY15" fmla="*/ 79578 h 103238"/>
                <a:gd name="connsiteX16" fmla="*/ 18201 w 48288"/>
                <a:gd name="connsiteY16" fmla="*/ 94220 h 103238"/>
                <a:gd name="connsiteX17" fmla="*/ 15405 w 48288"/>
                <a:gd name="connsiteY17" fmla="*/ 90513 h 103238"/>
                <a:gd name="connsiteX18" fmla="*/ 15591 w 48288"/>
                <a:gd name="connsiteY18" fmla="*/ 89586 h 103238"/>
                <a:gd name="connsiteX19" fmla="*/ 31998 w 48288"/>
                <a:gd name="connsiteY19" fmla="*/ 27866 h 103238"/>
                <a:gd name="connsiteX20" fmla="*/ 47659 w 48288"/>
                <a:gd name="connsiteY20" fmla="*/ 27866 h 103238"/>
                <a:gd name="connsiteX21" fmla="*/ 48591 w 48288"/>
                <a:gd name="connsiteY21" fmla="*/ 21935 h 10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8288" h="103238">
                  <a:moveTo>
                    <a:pt x="48591" y="21935"/>
                  </a:moveTo>
                  <a:lnTo>
                    <a:pt x="33676" y="21935"/>
                  </a:lnTo>
                  <a:lnTo>
                    <a:pt x="38896" y="2844"/>
                  </a:lnTo>
                  <a:cubicBezTo>
                    <a:pt x="39083" y="2473"/>
                    <a:pt x="39083" y="2103"/>
                    <a:pt x="39083" y="1917"/>
                  </a:cubicBezTo>
                  <a:cubicBezTo>
                    <a:pt x="39083" y="620"/>
                    <a:pt x="38523" y="64"/>
                    <a:pt x="37591" y="64"/>
                  </a:cubicBezTo>
                  <a:cubicBezTo>
                    <a:pt x="36473" y="64"/>
                    <a:pt x="35913" y="249"/>
                    <a:pt x="34795" y="1732"/>
                  </a:cubicBezTo>
                  <a:cubicBezTo>
                    <a:pt x="27523" y="11185"/>
                    <a:pt x="15964" y="20452"/>
                    <a:pt x="9998" y="22120"/>
                  </a:cubicBezTo>
                  <a:cubicBezTo>
                    <a:pt x="5337" y="23603"/>
                    <a:pt x="4032" y="24715"/>
                    <a:pt x="4032" y="26754"/>
                  </a:cubicBezTo>
                  <a:cubicBezTo>
                    <a:pt x="4032" y="26939"/>
                    <a:pt x="4032" y="27310"/>
                    <a:pt x="4218" y="27866"/>
                  </a:cubicBezTo>
                  <a:lnTo>
                    <a:pt x="18015" y="27866"/>
                  </a:lnTo>
                  <a:lnTo>
                    <a:pt x="4591" y="78836"/>
                  </a:lnTo>
                  <a:cubicBezTo>
                    <a:pt x="4218" y="80504"/>
                    <a:pt x="4032" y="81060"/>
                    <a:pt x="3473" y="82729"/>
                  </a:cubicBezTo>
                  <a:cubicBezTo>
                    <a:pt x="1795" y="88289"/>
                    <a:pt x="303" y="94776"/>
                    <a:pt x="303" y="96259"/>
                  </a:cubicBezTo>
                  <a:cubicBezTo>
                    <a:pt x="303" y="100336"/>
                    <a:pt x="4218" y="103302"/>
                    <a:pt x="9252" y="103302"/>
                  </a:cubicBezTo>
                  <a:cubicBezTo>
                    <a:pt x="17828" y="103302"/>
                    <a:pt x="23981" y="98112"/>
                    <a:pt x="35727" y="80875"/>
                  </a:cubicBezTo>
                  <a:lnTo>
                    <a:pt x="33303" y="79578"/>
                  </a:lnTo>
                  <a:cubicBezTo>
                    <a:pt x="24167" y="91254"/>
                    <a:pt x="21184" y="94220"/>
                    <a:pt x="18201" y="94220"/>
                  </a:cubicBezTo>
                  <a:cubicBezTo>
                    <a:pt x="16523" y="94220"/>
                    <a:pt x="15405" y="92737"/>
                    <a:pt x="15405" y="90513"/>
                  </a:cubicBezTo>
                  <a:cubicBezTo>
                    <a:pt x="15405" y="90328"/>
                    <a:pt x="15405" y="90142"/>
                    <a:pt x="15591" y="89586"/>
                  </a:cubicBezTo>
                  <a:lnTo>
                    <a:pt x="31998" y="27866"/>
                  </a:lnTo>
                  <a:lnTo>
                    <a:pt x="47659" y="27866"/>
                  </a:lnTo>
                  <a:lnTo>
                    <a:pt x="48591" y="2193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1" name="Freeform: Shape 3130">
              <a:extLst>
                <a:ext uri="{FF2B5EF4-FFF2-40B4-BE49-F238E27FC236}">
                  <a16:creationId xmlns:a16="http://schemas.microsoft.com/office/drawing/2014/main" id="{2B121C3B-AC46-331C-31F1-707C15BAD1F3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10309229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3" name="Freeform: Shape 3132">
              <a:extLst>
                <a:ext uri="{FF2B5EF4-FFF2-40B4-BE49-F238E27FC236}">
                  <a16:creationId xmlns:a16="http://schemas.microsoft.com/office/drawing/2014/main" id="{50B1B3D2-74B2-D924-4F08-5B889CCB852D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11030205" y="3926909"/>
              <a:ext cx="112116" cy="169316"/>
            </a:xfrm>
            <a:custGeom>
              <a:avLst/>
              <a:gdLst>
                <a:gd name="connsiteX0" fmla="*/ 112480 w 112116"/>
                <a:gd name="connsiteY0" fmla="*/ 135070 h 169316"/>
                <a:gd name="connsiteX1" fmla="*/ 109204 w 112116"/>
                <a:gd name="connsiteY1" fmla="*/ 133818 h 169316"/>
                <a:gd name="connsiteX2" fmla="*/ 85269 w 112116"/>
                <a:gd name="connsiteY2" fmla="*/ 150349 h 169316"/>
                <a:gd name="connsiteX3" fmla="*/ 25054 w 112116"/>
                <a:gd name="connsiteY3" fmla="*/ 150349 h 169316"/>
                <a:gd name="connsiteX4" fmla="*/ 67381 w 112116"/>
                <a:gd name="connsiteY4" fmla="*/ 106266 h 169316"/>
                <a:gd name="connsiteX5" fmla="*/ 99630 w 112116"/>
                <a:gd name="connsiteY5" fmla="*/ 44401 h 169316"/>
                <a:gd name="connsiteX6" fmla="*/ 53020 w 112116"/>
                <a:gd name="connsiteY6" fmla="*/ 68 h 169316"/>
                <a:gd name="connsiteX7" fmla="*/ 16740 w 112116"/>
                <a:gd name="connsiteY7" fmla="*/ 15597 h 169316"/>
                <a:gd name="connsiteX8" fmla="*/ 615 w 112116"/>
                <a:gd name="connsiteY8" fmla="*/ 49911 h 169316"/>
                <a:gd name="connsiteX9" fmla="*/ 5906 w 112116"/>
                <a:gd name="connsiteY9" fmla="*/ 51163 h 169316"/>
                <a:gd name="connsiteX10" fmla="*/ 42438 w 112116"/>
                <a:gd name="connsiteY10" fmla="*/ 18602 h 169316"/>
                <a:gd name="connsiteX11" fmla="*/ 77963 w 112116"/>
                <a:gd name="connsiteY11" fmla="*/ 53918 h 169316"/>
                <a:gd name="connsiteX12" fmla="*/ 45210 w 112116"/>
                <a:gd name="connsiteY12" fmla="*/ 119040 h 169316"/>
                <a:gd name="connsiteX13" fmla="*/ 363 w 112116"/>
                <a:gd name="connsiteY13" fmla="*/ 166379 h 169316"/>
                <a:gd name="connsiteX14" fmla="*/ 363 w 112116"/>
                <a:gd name="connsiteY14" fmla="*/ 169385 h 169316"/>
                <a:gd name="connsiteX15" fmla="*/ 98622 w 112116"/>
                <a:gd name="connsiteY15" fmla="*/ 169385 h 169316"/>
                <a:gd name="connsiteX16" fmla="*/ 112480 w 112116"/>
                <a:gd name="connsiteY16" fmla="*/ 135070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480" y="135070"/>
                  </a:moveTo>
                  <a:lnTo>
                    <a:pt x="109204" y="133818"/>
                  </a:lnTo>
                  <a:cubicBezTo>
                    <a:pt x="99882" y="148095"/>
                    <a:pt x="96607" y="150349"/>
                    <a:pt x="85269" y="150349"/>
                  </a:cubicBezTo>
                  <a:lnTo>
                    <a:pt x="25054" y="150349"/>
                  </a:lnTo>
                  <a:lnTo>
                    <a:pt x="67381" y="106266"/>
                  </a:lnTo>
                  <a:cubicBezTo>
                    <a:pt x="89804" y="82973"/>
                    <a:pt x="99630" y="63937"/>
                    <a:pt x="99630" y="44401"/>
                  </a:cubicBezTo>
                  <a:cubicBezTo>
                    <a:pt x="99630" y="19354"/>
                    <a:pt x="79223" y="68"/>
                    <a:pt x="53020" y="68"/>
                  </a:cubicBezTo>
                  <a:cubicBezTo>
                    <a:pt x="39163" y="68"/>
                    <a:pt x="26062" y="5578"/>
                    <a:pt x="16740" y="15597"/>
                  </a:cubicBezTo>
                  <a:cubicBezTo>
                    <a:pt x="8677" y="24113"/>
                    <a:pt x="4898" y="32128"/>
                    <a:pt x="615" y="49911"/>
                  </a:cubicBezTo>
                  <a:lnTo>
                    <a:pt x="5906" y="51163"/>
                  </a:lnTo>
                  <a:cubicBezTo>
                    <a:pt x="15984" y="26617"/>
                    <a:pt x="25054" y="18602"/>
                    <a:pt x="42438" y="18602"/>
                  </a:cubicBezTo>
                  <a:cubicBezTo>
                    <a:pt x="63602" y="18602"/>
                    <a:pt x="77963" y="32879"/>
                    <a:pt x="77963" y="53918"/>
                  </a:cubicBezTo>
                  <a:cubicBezTo>
                    <a:pt x="77963" y="73455"/>
                    <a:pt x="66373" y="96749"/>
                    <a:pt x="45210" y="119040"/>
                  </a:cubicBezTo>
                  <a:lnTo>
                    <a:pt x="363" y="166379"/>
                  </a:lnTo>
                  <a:lnTo>
                    <a:pt x="363" y="169385"/>
                  </a:lnTo>
                  <a:lnTo>
                    <a:pt x="98622" y="169385"/>
                  </a:lnTo>
                  <a:lnTo>
                    <a:pt x="112480" y="13507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4" name="Freeform: Shape 3133">
              <a:extLst>
                <a:ext uri="{FF2B5EF4-FFF2-40B4-BE49-F238E27FC236}">
                  <a16:creationId xmlns:a16="http://schemas.microsoft.com/office/drawing/2014/main" id="{21566022-D1B1-5B10-8276-EDC50560928D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11151702" y="3923230"/>
              <a:ext cx="85762" cy="83405"/>
            </a:xfrm>
            <a:custGeom>
              <a:avLst/>
              <a:gdLst>
                <a:gd name="connsiteX0" fmla="*/ 83521 w 85762"/>
                <a:gd name="connsiteY0" fmla="*/ 60116 h 83405"/>
                <a:gd name="connsiteX1" fmla="*/ 79605 w 85762"/>
                <a:gd name="connsiteY1" fmla="*/ 64935 h 83405"/>
                <a:gd name="connsiteX2" fmla="*/ 68233 w 85762"/>
                <a:gd name="connsiteY2" fmla="*/ 74759 h 83405"/>
                <a:gd name="connsiteX3" fmla="*/ 65249 w 85762"/>
                <a:gd name="connsiteY3" fmla="*/ 71793 h 83405"/>
                <a:gd name="connsiteX4" fmla="*/ 67860 w 85762"/>
                <a:gd name="connsiteY4" fmla="*/ 60116 h 83405"/>
                <a:gd name="connsiteX5" fmla="*/ 78487 w 85762"/>
                <a:gd name="connsiteY5" fmla="*/ 21935 h 83405"/>
                <a:gd name="connsiteX6" fmla="*/ 80165 w 85762"/>
                <a:gd name="connsiteY6" fmla="*/ 11370 h 83405"/>
                <a:gd name="connsiteX7" fmla="*/ 67860 w 85762"/>
                <a:gd name="connsiteY7" fmla="*/ 64 h 83405"/>
                <a:gd name="connsiteX8" fmla="*/ 24978 w 85762"/>
                <a:gd name="connsiteY8" fmla="*/ 40840 h 83405"/>
                <a:gd name="connsiteX9" fmla="*/ 37470 w 85762"/>
                <a:gd name="connsiteY9" fmla="*/ 435 h 83405"/>
                <a:gd name="connsiteX10" fmla="*/ 36911 w 85762"/>
                <a:gd name="connsiteY10" fmla="*/ 64 h 83405"/>
                <a:gd name="connsiteX11" fmla="*/ 6707 w 85762"/>
                <a:gd name="connsiteY11" fmla="*/ 5810 h 83405"/>
                <a:gd name="connsiteX12" fmla="*/ 6707 w 85762"/>
                <a:gd name="connsiteY12" fmla="*/ 8775 h 83405"/>
                <a:gd name="connsiteX13" fmla="*/ 18639 w 85762"/>
                <a:gd name="connsiteY13" fmla="*/ 13780 h 83405"/>
                <a:gd name="connsiteX14" fmla="*/ 18266 w 85762"/>
                <a:gd name="connsiteY14" fmla="*/ 16931 h 83405"/>
                <a:gd name="connsiteX15" fmla="*/ 368 w 85762"/>
                <a:gd name="connsiteY15" fmla="*/ 81802 h 83405"/>
                <a:gd name="connsiteX16" fmla="*/ 14351 w 85762"/>
                <a:gd name="connsiteY16" fmla="*/ 81802 h 83405"/>
                <a:gd name="connsiteX17" fmla="*/ 32995 w 85762"/>
                <a:gd name="connsiteY17" fmla="*/ 35836 h 83405"/>
                <a:gd name="connsiteX18" fmla="*/ 60588 w 85762"/>
                <a:gd name="connsiteY18" fmla="*/ 9517 h 83405"/>
                <a:gd name="connsiteX19" fmla="*/ 65063 w 85762"/>
                <a:gd name="connsiteY19" fmla="*/ 14892 h 83405"/>
                <a:gd name="connsiteX20" fmla="*/ 62453 w 85762"/>
                <a:gd name="connsiteY20" fmla="*/ 28978 h 83405"/>
                <a:gd name="connsiteX21" fmla="*/ 54250 w 85762"/>
                <a:gd name="connsiteY21" fmla="*/ 59560 h 83405"/>
                <a:gd name="connsiteX22" fmla="*/ 51266 w 85762"/>
                <a:gd name="connsiteY22" fmla="*/ 73461 h 83405"/>
                <a:gd name="connsiteX23" fmla="*/ 60029 w 85762"/>
                <a:gd name="connsiteY23" fmla="*/ 83470 h 83405"/>
                <a:gd name="connsiteX24" fmla="*/ 86131 w 85762"/>
                <a:gd name="connsiteY24" fmla="*/ 62526 h 83405"/>
                <a:gd name="connsiteX25" fmla="*/ 83521 w 85762"/>
                <a:gd name="connsiteY25" fmla="*/ 60116 h 83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5762" h="83405">
                  <a:moveTo>
                    <a:pt x="83521" y="60116"/>
                  </a:moveTo>
                  <a:lnTo>
                    <a:pt x="79605" y="64935"/>
                  </a:lnTo>
                  <a:cubicBezTo>
                    <a:pt x="74199" y="71793"/>
                    <a:pt x="70843" y="74759"/>
                    <a:pt x="68233" y="74759"/>
                  </a:cubicBezTo>
                  <a:cubicBezTo>
                    <a:pt x="66741" y="74759"/>
                    <a:pt x="65249" y="73276"/>
                    <a:pt x="65249" y="71793"/>
                  </a:cubicBezTo>
                  <a:cubicBezTo>
                    <a:pt x="65249" y="70496"/>
                    <a:pt x="65249" y="70496"/>
                    <a:pt x="67860" y="60116"/>
                  </a:cubicBezTo>
                  <a:lnTo>
                    <a:pt x="78487" y="21935"/>
                  </a:lnTo>
                  <a:cubicBezTo>
                    <a:pt x="79419" y="18043"/>
                    <a:pt x="80165" y="13965"/>
                    <a:pt x="80165" y="11370"/>
                  </a:cubicBezTo>
                  <a:cubicBezTo>
                    <a:pt x="80165" y="4698"/>
                    <a:pt x="75131" y="64"/>
                    <a:pt x="67860" y="64"/>
                  </a:cubicBezTo>
                  <a:cubicBezTo>
                    <a:pt x="55927" y="64"/>
                    <a:pt x="44182" y="11185"/>
                    <a:pt x="24978" y="40840"/>
                  </a:cubicBezTo>
                  <a:lnTo>
                    <a:pt x="37470" y="435"/>
                  </a:lnTo>
                  <a:lnTo>
                    <a:pt x="36911" y="64"/>
                  </a:lnTo>
                  <a:cubicBezTo>
                    <a:pt x="26843" y="2103"/>
                    <a:pt x="22927" y="2844"/>
                    <a:pt x="6707" y="5810"/>
                  </a:cubicBezTo>
                  <a:lnTo>
                    <a:pt x="6707" y="8775"/>
                  </a:lnTo>
                  <a:cubicBezTo>
                    <a:pt x="16216" y="8961"/>
                    <a:pt x="18639" y="10073"/>
                    <a:pt x="18639" y="13780"/>
                  </a:cubicBezTo>
                  <a:cubicBezTo>
                    <a:pt x="18639" y="14892"/>
                    <a:pt x="18453" y="16004"/>
                    <a:pt x="18266" y="16931"/>
                  </a:cubicBezTo>
                  <a:lnTo>
                    <a:pt x="368" y="81802"/>
                  </a:lnTo>
                  <a:lnTo>
                    <a:pt x="14351" y="81802"/>
                  </a:lnTo>
                  <a:cubicBezTo>
                    <a:pt x="23114" y="52517"/>
                    <a:pt x="24792" y="48440"/>
                    <a:pt x="32995" y="35836"/>
                  </a:cubicBezTo>
                  <a:cubicBezTo>
                    <a:pt x="44182" y="18784"/>
                    <a:pt x="53690" y="9517"/>
                    <a:pt x="60588" y="9517"/>
                  </a:cubicBezTo>
                  <a:cubicBezTo>
                    <a:pt x="63385" y="9517"/>
                    <a:pt x="65063" y="11556"/>
                    <a:pt x="65063" y="14892"/>
                  </a:cubicBezTo>
                  <a:cubicBezTo>
                    <a:pt x="65063" y="17116"/>
                    <a:pt x="63944" y="23232"/>
                    <a:pt x="62453" y="28978"/>
                  </a:cubicBezTo>
                  <a:lnTo>
                    <a:pt x="54250" y="59560"/>
                  </a:lnTo>
                  <a:cubicBezTo>
                    <a:pt x="51826" y="69013"/>
                    <a:pt x="51266" y="71608"/>
                    <a:pt x="51266" y="73461"/>
                  </a:cubicBezTo>
                  <a:cubicBezTo>
                    <a:pt x="51266" y="80505"/>
                    <a:pt x="53877" y="83470"/>
                    <a:pt x="60029" y="83470"/>
                  </a:cubicBezTo>
                  <a:cubicBezTo>
                    <a:pt x="68419" y="83470"/>
                    <a:pt x="73266" y="79578"/>
                    <a:pt x="86131" y="62526"/>
                  </a:cubicBezTo>
                  <a:lnTo>
                    <a:pt x="83521" y="6011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5" name="Freeform: Shape 3134">
              <a:extLst>
                <a:ext uri="{FF2B5EF4-FFF2-40B4-BE49-F238E27FC236}">
                  <a16:creationId xmlns:a16="http://schemas.microsoft.com/office/drawing/2014/main" id="{7C415D2B-4076-22B3-CDA2-39B0EBD24508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11245459" y="3878376"/>
              <a:ext cx="95457" cy="129001"/>
            </a:xfrm>
            <a:custGeom>
              <a:avLst/>
              <a:gdLst>
                <a:gd name="connsiteX0" fmla="*/ 83897 w 95457"/>
                <a:gd name="connsiteY0" fmla="*/ 106082 h 129001"/>
                <a:gd name="connsiteX1" fmla="*/ 68609 w 95457"/>
                <a:gd name="connsiteY1" fmla="*/ 119242 h 129001"/>
                <a:gd name="connsiteX2" fmla="*/ 65253 w 95457"/>
                <a:gd name="connsiteY2" fmla="*/ 115535 h 129001"/>
                <a:gd name="connsiteX3" fmla="*/ 77372 w 95457"/>
                <a:gd name="connsiteY3" fmla="*/ 69940 h 129001"/>
                <a:gd name="connsiteX4" fmla="*/ 95829 w 95457"/>
                <a:gd name="connsiteY4" fmla="*/ 991 h 129001"/>
                <a:gd name="connsiteX5" fmla="*/ 94897 w 95457"/>
                <a:gd name="connsiteY5" fmla="*/ 64 h 129001"/>
                <a:gd name="connsiteX6" fmla="*/ 66372 w 95457"/>
                <a:gd name="connsiteY6" fmla="*/ 4327 h 129001"/>
                <a:gd name="connsiteX7" fmla="*/ 66372 w 95457"/>
                <a:gd name="connsiteY7" fmla="*/ 7478 h 129001"/>
                <a:gd name="connsiteX8" fmla="*/ 77931 w 95457"/>
                <a:gd name="connsiteY8" fmla="*/ 12297 h 129001"/>
                <a:gd name="connsiteX9" fmla="*/ 75135 w 95457"/>
                <a:gd name="connsiteY9" fmla="*/ 25271 h 129001"/>
                <a:gd name="connsiteX10" fmla="*/ 66931 w 95457"/>
                <a:gd name="connsiteY10" fmla="*/ 55668 h 129001"/>
                <a:gd name="connsiteX11" fmla="*/ 54813 w 95457"/>
                <a:gd name="connsiteY11" fmla="*/ 44918 h 129001"/>
                <a:gd name="connsiteX12" fmla="*/ 372 w 95457"/>
                <a:gd name="connsiteY12" fmla="*/ 107565 h 129001"/>
                <a:gd name="connsiteX13" fmla="*/ 19948 w 95457"/>
                <a:gd name="connsiteY13" fmla="*/ 128695 h 129001"/>
                <a:gd name="connsiteX14" fmla="*/ 53507 w 95457"/>
                <a:gd name="connsiteY14" fmla="*/ 104229 h 129001"/>
                <a:gd name="connsiteX15" fmla="*/ 51084 w 95457"/>
                <a:gd name="connsiteY15" fmla="*/ 120725 h 129001"/>
                <a:gd name="connsiteX16" fmla="*/ 58914 w 95457"/>
                <a:gd name="connsiteY16" fmla="*/ 129065 h 129001"/>
                <a:gd name="connsiteX17" fmla="*/ 86135 w 95457"/>
                <a:gd name="connsiteY17" fmla="*/ 107936 h 129001"/>
                <a:gd name="connsiteX18" fmla="*/ 83897 w 95457"/>
                <a:gd name="connsiteY18" fmla="*/ 106082 h 129001"/>
                <a:gd name="connsiteX19" fmla="*/ 55558 w 95457"/>
                <a:gd name="connsiteY19" fmla="*/ 49181 h 129001"/>
                <a:gd name="connsiteX20" fmla="*/ 63948 w 95457"/>
                <a:gd name="connsiteY20" fmla="*/ 59746 h 129001"/>
                <a:gd name="connsiteX21" fmla="*/ 27406 w 95457"/>
                <a:gd name="connsiteY21" fmla="*/ 119798 h 129001"/>
                <a:gd name="connsiteX22" fmla="*/ 16592 w 95457"/>
                <a:gd name="connsiteY22" fmla="*/ 107565 h 129001"/>
                <a:gd name="connsiteX23" fmla="*/ 38219 w 95457"/>
                <a:gd name="connsiteY23" fmla="*/ 57707 h 129001"/>
                <a:gd name="connsiteX24" fmla="*/ 55558 w 95457"/>
                <a:gd name="connsiteY24" fmla="*/ 49181 h 12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5457" h="129001">
                  <a:moveTo>
                    <a:pt x="83897" y="106082"/>
                  </a:moveTo>
                  <a:cubicBezTo>
                    <a:pt x="73829" y="117574"/>
                    <a:pt x="71779" y="119242"/>
                    <a:pt x="68609" y="119242"/>
                  </a:cubicBezTo>
                  <a:cubicBezTo>
                    <a:pt x="66745" y="119242"/>
                    <a:pt x="65253" y="117574"/>
                    <a:pt x="65253" y="115535"/>
                  </a:cubicBezTo>
                  <a:cubicBezTo>
                    <a:pt x="65253" y="112940"/>
                    <a:pt x="71219" y="90328"/>
                    <a:pt x="77372" y="69940"/>
                  </a:cubicBezTo>
                  <a:cubicBezTo>
                    <a:pt x="82406" y="52888"/>
                    <a:pt x="86321" y="38060"/>
                    <a:pt x="95829" y="991"/>
                  </a:cubicBezTo>
                  <a:lnTo>
                    <a:pt x="94897" y="64"/>
                  </a:lnTo>
                  <a:cubicBezTo>
                    <a:pt x="85016" y="2103"/>
                    <a:pt x="78304" y="3215"/>
                    <a:pt x="66372" y="4327"/>
                  </a:cubicBezTo>
                  <a:lnTo>
                    <a:pt x="66372" y="7478"/>
                  </a:lnTo>
                  <a:cubicBezTo>
                    <a:pt x="76626" y="7849"/>
                    <a:pt x="77931" y="8405"/>
                    <a:pt x="77931" y="12297"/>
                  </a:cubicBezTo>
                  <a:cubicBezTo>
                    <a:pt x="77931" y="14706"/>
                    <a:pt x="77745" y="15819"/>
                    <a:pt x="75135" y="25271"/>
                  </a:cubicBezTo>
                  <a:lnTo>
                    <a:pt x="66931" y="55668"/>
                  </a:lnTo>
                  <a:cubicBezTo>
                    <a:pt x="65440" y="47884"/>
                    <a:pt x="62084" y="44918"/>
                    <a:pt x="54813" y="44918"/>
                  </a:cubicBezTo>
                  <a:cubicBezTo>
                    <a:pt x="30575" y="44918"/>
                    <a:pt x="372" y="79763"/>
                    <a:pt x="372" y="107565"/>
                  </a:cubicBezTo>
                  <a:cubicBezTo>
                    <a:pt x="372" y="120725"/>
                    <a:pt x="7829" y="128695"/>
                    <a:pt x="19948" y="128695"/>
                  </a:cubicBezTo>
                  <a:cubicBezTo>
                    <a:pt x="32626" y="128695"/>
                    <a:pt x="40829" y="122764"/>
                    <a:pt x="53507" y="104229"/>
                  </a:cubicBezTo>
                  <a:cubicBezTo>
                    <a:pt x="51457" y="113682"/>
                    <a:pt x="51084" y="116462"/>
                    <a:pt x="51084" y="120725"/>
                  </a:cubicBezTo>
                  <a:cubicBezTo>
                    <a:pt x="51084" y="125729"/>
                    <a:pt x="54253" y="129065"/>
                    <a:pt x="58914" y="129065"/>
                  </a:cubicBezTo>
                  <a:cubicBezTo>
                    <a:pt x="66745" y="129065"/>
                    <a:pt x="76440" y="121466"/>
                    <a:pt x="86135" y="107936"/>
                  </a:cubicBezTo>
                  <a:lnTo>
                    <a:pt x="83897" y="106082"/>
                  </a:lnTo>
                  <a:close/>
                  <a:moveTo>
                    <a:pt x="55558" y="49181"/>
                  </a:moveTo>
                  <a:cubicBezTo>
                    <a:pt x="61151" y="49552"/>
                    <a:pt x="63948" y="53073"/>
                    <a:pt x="63948" y="59746"/>
                  </a:cubicBezTo>
                  <a:cubicBezTo>
                    <a:pt x="63948" y="87918"/>
                    <a:pt x="44558" y="119798"/>
                    <a:pt x="27406" y="119798"/>
                  </a:cubicBezTo>
                  <a:cubicBezTo>
                    <a:pt x="21067" y="119798"/>
                    <a:pt x="16592" y="114794"/>
                    <a:pt x="16592" y="107565"/>
                  </a:cubicBezTo>
                  <a:cubicBezTo>
                    <a:pt x="16592" y="92181"/>
                    <a:pt x="25914" y="70681"/>
                    <a:pt x="38219" y="57707"/>
                  </a:cubicBezTo>
                  <a:cubicBezTo>
                    <a:pt x="43440" y="52332"/>
                    <a:pt x="50338" y="48810"/>
                    <a:pt x="55558" y="4918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6" name="Freeform: Shape 3135">
              <a:extLst>
                <a:ext uri="{FF2B5EF4-FFF2-40B4-BE49-F238E27FC236}">
                  <a16:creationId xmlns:a16="http://schemas.microsoft.com/office/drawing/2014/main" id="{7AF0888D-91FC-5AE9-44D6-47BFB5200914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12061908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8" name="Freeform: Shape 3137">
              <a:extLst>
                <a:ext uri="{FF2B5EF4-FFF2-40B4-BE49-F238E27FC236}">
                  <a16:creationId xmlns:a16="http://schemas.microsoft.com/office/drawing/2014/main" id="{B1A5371E-355D-5FA9-151D-7B2A5D8B94AC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12797856" y="3926909"/>
              <a:ext cx="98007" cy="172823"/>
            </a:xfrm>
            <a:custGeom>
              <a:avLst/>
              <a:gdLst>
                <a:gd name="connsiteX0" fmla="*/ 28147 w 98007"/>
                <a:gd name="connsiteY0" fmla="*/ 86730 h 172823"/>
                <a:gd name="connsiteX1" fmla="*/ 54853 w 98007"/>
                <a:gd name="connsiteY1" fmla="*/ 89485 h 172823"/>
                <a:gd name="connsiteX2" fmla="*/ 80300 w 98007"/>
                <a:gd name="connsiteY2" fmla="*/ 126554 h 172823"/>
                <a:gd name="connsiteX3" fmla="*/ 47295 w 98007"/>
                <a:gd name="connsiteY3" fmla="*/ 163874 h 172823"/>
                <a:gd name="connsiteX4" fmla="*/ 26131 w 98007"/>
                <a:gd name="connsiteY4" fmla="*/ 156110 h 172823"/>
                <a:gd name="connsiteX5" fmla="*/ 10007 w 98007"/>
                <a:gd name="connsiteY5" fmla="*/ 149848 h 172823"/>
                <a:gd name="connsiteX6" fmla="*/ 433 w 98007"/>
                <a:gd name="connsiteY6" fmla="*/ 158614 h 172823"/>
                <a:gd name="connsiteX7" fmla="*/ 28903 w 98007"/>
                <a:gd name="connsiteY7" fmla="*/ 172891 h 172823"/>
                <a:gd name="connsiteX8" fmla="*/ 80048 w 98007"/>
                <a:gd name="connsiteY8" fmla="*/ 156110 h 172823"/>
                <a:gd name="connsiteX9" fmla="*/ 98440 w 98007"/>
                <a:gd name="connsiteY9" fmla="*/ 114532 h 172823"/>
                <a:gd name="connsiteX10" fmla="*/ 87102 w 98007"/>
                <a:gd name="connsiteY10" fmla="*/ 82221 h 172823"/>
                <a:gd name="connsiteX11" fmla="*/ 66191 w 98007"/>
                <a:gd name="connsiteY11" fmla="*/ 68947 h 172823"/>
                <a:gd name="connsiteX12" fmla="*/ 89874 w 98007"/>
                <a:gd name="connsiteY12" fmla="*/ 34382 h 172823"/>
                <a:gd name="connsiteX13" fmla="*/ 50570 w 98007"/>
                <a:gd name="connsiteY13" fmla="*/ 68 h 172823"/>
                <a:gd name="connsiteX14" fmla="*/ 17817 w 98007"/>
                <a:gd name="connsiteY14" fmla="*/ 12341 h 172823"/>
                <a:gd name="connsiteX15" fmla="*/ 937 w 98007"/>
                <a:gd name="connsiteY15" fmla="*/ 40644 h 172823"/>
                <a:gd name="connsiteX16" fmla="*/ 4716 w 98007"/>
                <a:gd name="connsiteY16" fmla="*/ 41646 h 172823"/>
                <a:gd name="connsiteX17" fmla="*/ 42256 w 98007"/>
                <a:gd name="connsiteY17" fmla="*/ 15096 h 172823"/>
                <a:gd name="connsiteX18" fmla="*/ 69970 w 98007"/>
                <a:gd name="connsiteY18" fmla="*/ 41896 h 172823"/>
                <a:gd name="connsiteX19" fmla="*/ 59892 w 98007"/>
                <a:gd name="connsiteY19" fmla="*/ 66191 h 172823"/>
                <a:gd name="connsiteX20" fmla="*/ 28147 w 98007"/>
                <a:gd name="connsiteY20" fmla="*/ 83474 h 172823"/>
                <a:gd name="connsiteX21" fmla="*/ 28147 w 98007"/>
                <a:gd name="connsiteY21" fmla="*/ 8673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8147" y="86730"/>
                  </a:moveTo>
                  <a:cubicBezTo>
                    <a:pt x="43012" y="86730"/>
                    <a:pt x="48807" y="87231"/>
                    <a:pt x="54853" y="89485"/>
                  </a:cubicBezTo>
                  <a:cubicBezTo>
                    <a:pt x="70474" y="94995"/>
                    <a:pt x="80300" y="109272"/>
                    <a:pt x="80300" y="126554"/>
                  </a:cubicBezTo>
                  <a:cubicBezTo>
                    <a:pt x="80300" y="147594"/>
                    <a:pt x="65939" y="163874"/>
                    <a:pt x="47295" y="163874"/>
                  </a:cubicBezTo>
                  <a:cubicBezTo>
                    <a:pt x="40492" y="163874"/>
                    <a:pt x="35453" y="162121"/>
                    <a:pt x="26131" y="156110"/>
                  </a:cubicBezTo>
                  <a:cubicBezTo>
                    <a:pt x="18573" y="151601"/>
                    <a:pt x="14290" y="149848"/>
                    <a:pt x="10007" y="149848"/>
                  </a:cubicBezTo>
                  <a:cubicBezTo>
                    <a:pt x="4212" y="149848"/>
                    <a:pt x="433" y="153355"/>
                    <a:pt x="433" y="158614"/>
                  </a:cubicBezTo>
                  <a:cubicBezTo>
                    <a:pt x="433" y="167381"/>
                    <a:pt x="11266" y="172891"/>
                    <a:pt x="28903" y="172891"/>
                  </a:cubicBezTo>
                  <a:cubicBezTo>
                    <a:pt x="48303" y="172891"/>
                    <a:pt x="68206" y="166379"/>
                    <a:pt x="80048" y="156110"/>
                  </a:cubicBezTo>
                  <a:cubicBezTo>
                    <a:pt x="91889" y="145840"/>
                    <a:pt x="98440" y="131313"/>
                    <a:pt x="98440" y="114532"/>
                  </a:cubicBezTo>
                  <a:cubicBezTo>
                    <a:pt x="98440" y="101758"/>
                    <a:pt x="94409" y="89986"/>
                    <a:pt x="87102" y="82221"/>
                  </a:cubicBezTo>
                  <a:cubicBezTo>
                    <a:pt x="82063" y="76711"/>
                    <a:pt x="77277" y="73706"/>
                    <a:pt x="66191" y="68947"/>
                  </a:cubicBezTo>
                  <a:cubicBezTo>
                    <a:pt x="83575" y="57175"/>
                    <a:pt x="89874" y="47907"/>
                    <a:pt x="89874" y="34382"/>
                  </a:cubicBezTo>
                  <a:cubicBezTo>
                    <a:pt x="89874" y="14094"/>
                    <a:pt x="73749" y="68"/>
                    <a:pt x="50570" y="68"/>
                  </a:cubicBezTo>
                  <a:cubicBezTo>
                    <a:pt x="37973" y="68"/>
                    <a:pt x="26887" y="4326"/>
                    <a:pt x="17817" y="12341"/>
                  </a:cubicBezTo>
                  <a:cubicBezTo>
                    <a:pt x="10259" y="19103"/>
                    <a:pt x="6479" y="25616"/>
                    <a:pt x="937" y="40644"/>
                  </a:cubicBezTo>
                  <a:lnTo>
                    <a:pt x="4716" y="41646"/>
                  </a:lnTo>
                  <a:cubicBezTo>
                    <a:pt x="15046" y="23361"/>
                    <a:pt x="26383" y="15096"/>
                    <a:pt x="42256" y="15096"/>
                  </a:cubicBezTo>
                  <a:cubicBezTo>
                    <a:pt x="58632" y="15096"/>
                    <a:pt x="69970" y="26116"/>
                    <a:pt x="69970" y="41896"/>
                  </a:cubicBezTo>
                  <a:cubicBezTo>
                    <a:pt x="69970" y="50913"/>
                    <a:pt x="66191" y="59930"/>
                    <a:pt x="59892" y="66191"/>
                  </a:cubicBezTo>
                  <a:cubicBezTo>
                    <a:pt x="52334" y="73706"/>
                    <a:pt x="45279" y="77463"/>
                    <a:pt x="28147" y="83474"/>
                  </a:cubicBezTo>
                  <a:lnTo>
                    <a:pt x="28147" y="8673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39" name="Freeform: Shape 3138">
              <a:extLst>
                <a:ext uri="{FF2B5EF4-FFF2-40B4-BE49-F238E27FC236}">
                  <a16:creationId xmlns:a16="http://schemas.microsoft.com/office/drawing/2014/main" id="{37FE763C-AC58-873E-8C2D-4BE15D970248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12921858" y="3923230"/>
              <a:ext cx="68423" cy="81737"/>
            </a:xfrm>
            <a:custGeom>
              <a:avLst/>
              <a:gdLst>
                <a:gd name="connsiteX0" fmla="*/ 14607 w 68423"/>
                <a:gd name="connsiteY0" fmla="*/ 81802 h 81737"/>
                <a:gd name="connsiteX1" fmla="*/ 36048 w 68423"/>
                <a:gd name="connsiteY1" fmla="*/ 28237 h 81737"/>
                <a:gd name="connsiteX2" fmla="*/ 50590 w 68423"/>
                <a:gd name="connsiteY2" fmla="*/ 12112 h 81737"/>
                <a:gd name="connsiteX3" fmla="*/ 53573 w 68423"/>
                <a:gd name="connsiteY3" fmla="*/ 14706 h 81737"/>
                <a:gd name="connsiteX4" fmla="*/ 60285 w 68423"/>
                <a:gd name="connsiteY4" fmla="*/ 18784 h 81737"/>
                <a:gd name="connsiteX5" fmla="*/ 68861 w 68423"/>
                <a:gd name="connsiteY5" fmla="*/ 9702 h 81737"/>
                <a:gd name="connsiteX6" fmla="*/ 60099 w 68423"/>
                <a:gd name="connsiteY6" fmla="*/ 64 h 81737"/>
                <a:gd name="connsiteX7" fmla="*/ 45929 w 68423"/>
                <a:gd name="connsiteY7" fmla="*/ 7849 h 81737"/>
                <a:gd name="connsiteX8" fmla="*/ 27844 w 68423"/>
                <a:gd name="connsiteY8" fmla="*/ 33983 h 81737"/>
                <a:gd name="connsiteX9" fmla="*/ 25234 w 68423"/>
                <a:gd name="connsiteY9" fmla="*/ 40655 h 81737"/>
                <a:gd name="connsiteX10" fmla="*/ 35116 w 68423"/>
                <a:gd name="connsiteY10" fmla="*/ 435 h 81737"/>
                <a:gd name="connsiteX11" fmla="*/ 34556 w 68423"/>
                <a:gd name="connsiteY11" fmla="*/ 64 h 81737"/>
                <a:gd name="connsiteX12" fmla="*/ 5658 w 68423"/>
                <a:gd name="connsiteY12" fmla="*/ 5068 h 81737"/>
                <a:gd name="connsiteX13" fmla="*/ 5658 w 68423"/>
                <a:gd name="connsiteY13" fmla="*/ 8219 h 81737"/>
                <a:gd name="connsiteX14" fmla="*/ 11997 w 68423"/>
                <a:gd name="connsiteY14" fmla="*/ 7293 h 81737"/>
                <a:gd name="connsiteX15" fmla="*/ 18522 w 68423"/>
                <a:gd name="connsiteY15" fmla="*/ 12482 h 81737"/>
                <a:gd name="connsiteX16" fmla="*/ 15539 w 68423"/>
                <a:gd name="connsiteY16" fmla="*/ 27681 h 81737"/>
                <a:gd name="connsiteX17" fmla="*/ 438 w 68423"/>
                <a:gd name="connsiteY17" fmla="*/ 81802 h 81737"/>
                <a:gd name="connsiteX18" fmla="*/ 14607 w 68423"/>
                <a:gd name="connsiteY18" fmla="*/ 81802 h 8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8423" h="81737">
                  <a:moveTo>
                    <a:pt x="14607" y="81802"/>
                  </a:moveTo>
                  <a:cubicBezTo>
                    <a:pt x="24302" y="50293"/>
                    <a:pt x="27472" y="42323"/>
                    <a:pt x="36048" y="28237"/>
                  </a:cubicBezTo>
                  <a:cubicBezTo>
                    <a:pt x="42200" y="17857"/>
                    <a:pt x="47421" y="12112"/>
                    <a:pt x="50590" y="12112"/>
                  </a:cubicBezTo>
                  <a:cubicBezTo>
                    <a:pt x="51709" y="12112"/>
                    <a:pt x="52641" y="12853"/>
                    <a:pt x="53573" y="14706"/>
                  </a:cubicBezTo>
                  <a:cubicBezTo>
                    <a:pt x="55065" y="17857"/>
                    <a:pt x="56556" y="18784"/>
                    <a:pt x="60285" y="18784"/>
                  </a:cubicBezTo>
                  <a:cubicBezTo>
                    <a:pt x="65692" y="18784"/>
                    <a:pt x="68861" y="15448"/>
                    <a:pt x="68861" y="9702"/>
                  </a:cubicBezTo>
                  <a:cubicBezTo>
                    <a:pt x="68861" y="3956"/>
                    <a:pt x="65319" y="64"/>
                    <a:pt x="60099" y="64"/>
                  </a:cubicBezTo>
                  <a:cubicBezTo>
                    <a:pt x="55811" y="64"/>
                    <a:pt x="50777" y="2844"/>
                    <a:pt x="45929" y="7849"/>
                  </a:cubicBezTo>
                  <a:cubicBezTo>
                    <a:pt x="38285" y="15633"/>
                    <a:pt x="30827" y="26569"/>
                    <a:pt x="27844" y="33983"/>
                  </a:cubicBezTo>
                  <a:lnTo>
                    <a:pt x="25234" y="40655"/>
                  </a:lnTo>
                  <a:lnTo>
                    <a:pt x="35116" y="435"/>
                  </a:lnTo>
                  <a:lnTo>
                    <a:pt x="34556" y="64"/>
                  </a:lnTo>
                  <a:cubicBezTo>
                    <a:pt x="20946" y="2474"/>
                    <a:pt x="19268" y="2844"/>
                    <a:pt x="5658" y="5068"/>
                  </a:cubicBezTo>
                  <a:lnTo>
                    <a:pt x="5658" y="8219"/>
                  </a:lnTo>
                  <a:cubicBezTo>
                    <a:pt x="10133" y="7293"/>
                    <a:pt x="10692" y="7293"/>
                    <a:pt x="11997" y="7293"/>
                  </a:cubicBezTo>
                  <a:cubicBezTo>
                    <a:pt x="16099" y="7293"/>
                    <a:pt x="18522" y="9146"/>
                    <a:pt x="18522" y="12482"/>
                  </a:cubicBezTo>
                  <a:cubicBezTo>
                    <a:pt x="18522" y="15077"/>
                    <a:pt x="18522" y="15077"/>
                    <a:pt x="15539" y="27681"/>
                  </a:cubicBezTo>
                  <a:lnTo>
                    <a:pt x="438" y="81802"/>
                  </a:lnTo>
                  <a:lnTo>
                    <a:pt x="14607" y="8180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0" name="Freeform: Shape 3139">
              <a:extLst>
                <a:ext uri="{FF2B5EF4-FFF2-40B4-BE49-F238E27FC236}">
                  <a16:creationId xmlns:a16="http://schemas.microsoft.com/office/drawing/2014/main" id="{93C11C43-B9D9-D46F-8EAB-7C38C5150E69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12986440" y="3878376"/>
              <a:ext cx="95457" cy="129001"/>
            </a:xfrm>
            <a:custGeom>
              <a:avLst/>
              <a:gdLst>
                <a:gd name="connsiteX0" fmla="*/ 83966 w 95457"/>
                <a:gd name="connsiteY0" fmla="*/ 106082 h 129001"/>
                <a:gd name="connsiteX1" fmla="*/ 68678 w 95457"/>
                <a:gd name="connsiteY1" fmla="*/ 119242 h 129001"/>
                <a:gd name="connsiteX2" fmla="*/ 65322 w 95457"/>
                <a:gd name="connsiteY2" fmla="*/ 115535 h 129001"/>
                <a:gd name="connsiteX3" fmla="*/ 77440 w 95457"/>
                <a:gd name="connsiteY3" fmla="*/ 69940 h 129001"/>
                <a:gd name="connsiteX4" fmla="*/ 95898 w 95457"/>
                <a:gd name="connsiteY4" fmla="*/ 991 h 129001"/>
                <a:gd name="connsiteX5" fmla="*/ 94966 w 95457"/>
                <a:gd name="connsiteY5" fmla="*/ 64 h 129001"/>
                <a:gd name="connsiteX6" fmla="*/ 66440 w 95457"/>
                <a:gd name="connsiteY6" fmla="*/ 4327 h 129001"/>
                <a:gd name="connsiteX7" fmla="*/ 66440 w 95457"/>
                <a:gd name="connsiteY7" fmla="*/ 7478 h 129001"/>
                <a:gd name="connsiteX8" fmla="*/ 78000 w 95457"/>
                <a:gd name="connsiteY8" fmla="*/ 12297 h 129001"/>
                <a:gd name="connsiteX9" fmla="*/ 75203 w 95457"/>
                <a:gd name="connsiteY9" fmla="*/ 25271 h 129001"/>
                <a:gd name="connsiteX10" fmla="*/ 67000 w 95457"/>
                <a:gd name="connsiteY10" fmla="*/ 55668 h 129001"/>
                <a:gd name="connsiteX11" fmla="*/ 54881 w 95457"/>
                <a:gd name="connsiteY11" fmla="*/ 44918 h 129001"/>
                <a:gd name="connsiteX12" fmla="*/ 440 w 95457"/>
                <a:gd name="connsiteY12" fmla="*/ 107565 h 129001"/>
                <a:gd name="connsiteX13" fmla="*/ 20017 w 95457"/>
                <a:gd name="connsiteY13" fmla="*/ 128695 h 129001"/>
                <a:gd name="connsiteX14" fmla="*/ 53576 w 95457"/>
                <a:gd name="connsiteY14" fmla="*/ 104229 h 129001"/>
                <a:gd name="connsiteX15" fmla="*/ 51152 w 95457"/>
                <a:gd name="connsiteY15" fmla="*/ 120725 h 129001"/>
                <a:gd name="connsiteX16" fmla="*/ 58983 w 95457"/>
                <a:gd name="connsiteY16" fmla="*/ 129065 h 129001"/>
                <a:gd name="connsiteX17" fmla="*/ 86203 w 95457"/>
                <a:gd name="connsiteY17" fmla="*/ 107936 h 129001"/>
                <a:gd name="connsiteX18" fmla="*/ 83966 w 95457"/>
                <a:gd name="connsiteY18" fmla="*/ 106082 h 129001"/>
                <a:gd name="connsiteX19" fmla="*/ 55627 w 95457"/>
                <a:gd name="connsiteY19" fmla="*/ 49181 h 129001"/>
                <a:gd name="connsiteX20" fmla="*/ 64017 w 95457"/>
                <a:gd name="connsiteY20" fmla="*/ 59746 h 129001"/>
                <a:gd name="connsiteX21" fmla="*/ 27474 w 95457"/>
                <a:gd name="connsiteY21" fmla="*/ 119798 h 129001"/>
                <a:gd name="connsiteX22" fmla="*/ 16661 w 95457"/>
                <a:gd name="connsiteY22" fmla="*/ 107565 h 129001"/>
                <a:gd name="connsiteX23" fmla="*/ 38288 w 95457"/>
                <a:gd name="connsiteY23" fmla="*/ 57707 h 129001"/>
                <a:gd name="connsiteX24" fmla="*/ 55627 w 95457"/>
                <a:gd name="connsiteY24" fmla="*/ 49181 h 12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5457" h="129001">
                  <a:moveTo>
                    <a:pt x="83966" y="106082"/>
                  </a:moveTo>
                  <a:cubicBezTo>
                    <a:pt x="73898" y="117574"/>
                    <a:pt x="71847" y="119242"/>
                    <a:pt x="68678" y="119242"/>
                  </a:cubicBezTo>
                  <a:cubicBezTo>
                    <a:pt x="66813" y="119242"/>
                    <a:pt x="65322" y="117574"/>
                    <a:pt x="65322" y="115535"/>
                  </a:cubicBezTo>
                  <a:cubicBezTo>
                    <a:pt x="65322" y="112940"/>
                    <a:pt x="71288" y="90328"/>
                    <a:pt x="77440" y="69940"/>
                  </a:cubicBezTo>
                  <a:cubicBezTo>
                    <a:pt x="82474" y="52888"/>
                    <a:pt x="86390" y="38060"/>
                    <a:pt x="95898" y="991"/>
                  </a:cubicBezTo>
                  <a:lnTo>
                    <a:pt x="94966" y="64"/>
                  </a:lnTo>
                  <a:cubicBezTo>
                    <a:pt x="85084" y="2103"/>
                    <a:pt x="78373" y="3215"/>
                    <a:pt x="66440" y="4327"/>
                  </a:cubicBezTo>
                  <a:lnTo>
                    <a:pt x="66440" y="7478"/>
                  </a:lnTo>
                  <a:cubicBezTo>
                    <a:pt x="76695" y="7849"/>
                    <a:pt x="78000" y="8405"/>
                    <a:pt x="78000" y="12297"/>
                  </a:cubicBezTo>
                  <a:cubicBezTo>
                    <a:pt x="78000" y="14706"/>
                    <a:pt x="77813" y="15819"/>
                    <a:pt x="75203" y="25271"/>
                  </a:cubicBezTo>
                  <a:lnTo>
                    <a:pt x="67000" y="55668"/>
                  </a:lnTo>
                  <a:cubicBezTo>
                    <a:pt x="65508" y="47884"/>
                    <a:pt x="62152" y="44918"/>
                    <a:pt x="54881" y="44918"/>
                  </a:cubicBezTo>
                  <a:cubicBezTo>
                    <a:pt x="30644" y="44918"/>
                    <a:pt x="440" y="79763"/>
                    <a:pt x="440" y="107565"/>
                  </a:cubicBezTo>
                  <a:cubicBezTo>
                    <a:pt x="440" y="120725"/>
                    <a:pt x="7898" y="128695"/>
                    <a:pt x="20017" y="128695"/>
                  </a:cubicBezTo>
                  <a:cubicBezTo>
                    <a:pt x="32695" y="128695"/>
                    <a:pt x="40898" y="122764"/>
                    <a:pt x="53576" y="104229"/>
                  </a:cubicBezTo>
                  <a:cubicBezTo>
                    <a:pt x="51525" y="113682"/>
                    <a:pt x="51152" y="116462"/>
                    <a:pt x="51152" y="120725"/>
                  </a:cubicBezTo>
                  <a:cubicBezTo>
                    <a:pt x="51152" y="125729"/>
                    <a:pt x="54322" y="129065"/>
                    <a:pt x="58983" y="129065"/>
                  </a:cubicBezTo>
                  <a:cubicBezTo>
                    <a:pt x="66813" y="129065"/>
                    <a:pt x="76508" y="121466"/>
                    <a:pt x="86203" y="107936"/>
                  </a:cubicBezTo>
                  <a:lnTo>
                    <a:pt x="83966" y="106082"/>
                  </a:lnTo>
                  <a:close/>
                  <a:moveTo>
                    <a:pt x="55627" y="49181"/>
                  </a:moveTo>
                  <a:cubicBezTo>
                    <a:pt x="61220" y="49552"/>
                    <a:pt x="64017" y="53073"/>
                    <a:pt x="64017" y="59746"/>
                  </a:cubicBezTo>
                  <a:cubicBezTo>
                    <a:pt x="64017" y="87918"/>
                    <a:pt x="44627" y="119798"/>
                    <a:pt x="27474" y="119798"/>
                  </a:cubicBezTo>
                  <a:cubicBezTo>
                    <a:pt x="21135" y="119798"/>
                    <a:pt x="16661" y="114794"/>
                    <a:pt x="16661" y="107565"/>
                  </a:cubicBezTo>
                  <a:cubicBezTo>
                    <a:pt x="16661" y="92181"/>
                    <a:pt x="25983" y="70681"/>
                    <a:pt x="38288" y="57707"/>
                  </a:cubicBezTo>
                  <a:cubicBezTo>
                    <a:pt x="43508" y="52332"/>
                    <a:pt x="50407" y="48810"/>
                    <a:pt x="55627" y="4918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1" name="Freeform: Shape 3140">
              <a:extLst>
                <a:ext uri="{FF2B5EF4-FFF2-40B4-BE49-F238E27FC236}">
                  <a16:creationId xmlns:a16="http://schemas.microsoft.com/office/drawing/2014/main" id="{9DA8CD74-5974-8A1D-46E9-76074873DCA7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13814586" y="3730117"/>
              <a:ext cx="10115" cy="603378"/>
            </a:xfrm>
            <a:custGeom>
              <a:avLst/>
              <a:gdLst>
                <a:gd name="connsiteX0" fmla="*/ 0 w 10115"/>
                <a:gd name="connsiteY0" fmla="*/ 0 h 603378"/>
                <a:gd name="connsiteX1" fmla="*/ 10116 w 10115"/>
                <a:gd name="connsiteY1" fmla="*/ 0 h 603378"/>
                <a:gd name="connsiteX2" fmla="*/ 10116 w 10115"/>
                <a:gd name="connsiteY2" fmla="*/ 603379 h 603378"/>
                <a:gd name="connsiteX3" fmla="*/ 0 w 10115"/>
                <a:gd name="connsiteY3" fmla="*/ 603379 h 603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603378">
                  <a:moveTo>
                    <a:pt x="0" y="0"/>
                  </a:moveTo>
                  <a:lnTo>
                    <a:pt x="10116" y="0"/>
                  </a:lnTo>
                  <a:lnTo>
                    <a:pt x="10116" y="603379"/>
                  </a:lnTo>
                  <a:lnTo>
                    <a:pt x="0" y="60337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2" name="Freeform: Shape 3141">
              <a:extLst>
                <a:ext uri="{FF2B5EF4-FFF2-40B4-BE49-F238E27FC236}">
                  <a16:creationId xmlns:a16="http://schemas.microsoft.com/office/drawing/2014/main" id="{FA3A2803-FADC-9D1B-F43B-5B49941E3BF1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3750665" y="4333496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3" name="Freeform: Shape 3142">
              <a:extLst>
                <a:ext uri="{FF2B5EF4-FFF2-40B4-BE49-F238E27FC236}">
                  <a16:creationId xmlns:a16="http://schemas.microsoft.com/office/drawing/2014/main" id="{E284A2A8-BD00-3A07-567F-9F700D02C1B4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3750665" y="4393834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4" name="Freeform: Shape 3143">
              <a:extLst>
                <a:ext uri="{FF2B5EF4-FFF2-40B4-BE49-F238E27FC236}">
                  <a16:creationId xmlns:a16="http://schemas.microsoft.com/office/drawing/2014/main" id="{60A0112A-C957-47E7-6518-68A79A7AC989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3750665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5" name="Freeform: Shape 3144">
              <a:extLst>
                <a:ext uri="{FF2B5EF4-FFF2-40B4-BE49-F238E27FC236}">
                  <a16:creationId xmlns:a16="http://schemas.microsoft.com/office/drawing/2014/main" id="{CD28ED66-92D7-0525-66FC-BE212F78741F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4057145" y="4445755"/>
              <a:ext cx="71300" cy="169316"/>
            </a:xfrm>
            <a:custGeom>
              <a:avLst/>
              <a:gdLst>
                <a:gd name="connsiteX0" fmla="*/ 45438 w 71300"/>
                <a:gd name="connsiteY0" fmla="*/ 88 h 169316"/>
                <a:gd name="connsiteX1" fmla="*/ 88 w 71300"/>
                <a:gd name="connsiteY1" fmla="*/ 22881 h 169316"/>
                <a:gd name="connsiteX2" fmla="*/ 88 w 71300"/>
                <a:gd name="connsiteY2" fmla="*/ 26387 h 169316"/>
                <a:gd name="connsiteX3" fmla="*/ 6890 w 71300"/>
                <a:gd name="connsiteY3" fmla="*/ 23632 h 169316"/>
                <a:gd name="connsiteX4" fmla="*/ 18228 w 71300"/>
                <a:gd name="connsiteY4" fmla="*/ 20877 h 169316"/>
                <a:gd name="connsiteX5" fmla="*/ 25786 w 71300"/>
                <a:gd name="connsiteY5" fmla="*/ 32649 h 169316"/>
                <a:gd name="connsiteX6" fmla="*/ 25786 w 71300"/>
                <a:gd name="connsiteY6" fmla="*/ 146111 h 169316"/>
                <a:gd name="connsiteX7" fmla="*/ 19740 w 71300"/>
                <a:gd name="connsiteY7" fmla="*/ 162392 h 169316"/>
                <a:gd name="connsiteX8" fmla="*/ 1851 w 71300"/>
                <a:gd name="connsiteY8" fmla="*/ 165648 h 169316"/>
                <a:gd name="connsiteX9" fmla="*/ 1851 w 71300"/>
                <a:gd name="connsiteY9" fmla="*/ 169405 h 169316"/>
                <a:gd name="connsiteX10" fmla="*/ 71389 w 71300"/>
                <a:gd name="connsiteY10" fmla="*/ 169405 h 169316"/>
                <a:gd name="connsiteX11" fmla="*/ 71389 w 71300"/>
                <a:gd name="connsiteY11" fmla="*/ 165648 h 169316"/>
                <a:gd name="connsiteX12" fmla="*/ 47454 w 71300"/>
                <a:gd name="connsiteY12" fmla="*/ 150870 h 169316"/>
                <a:gd name="connsiteX13" fmla="*/ 47454 w 71300"/>
                <a:gd name="connsiteY13" fmla="*/ 589 h 169316"/>
                <a:gd name="connsiteX14" fmla="*/ 45438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438" y="88"/>
                  </a:moveTo>
                  <a:lnTo>
                    <a:pt x="88" y="22881"/>
                  </a:lnTo>
                  <a:lnTo>
                    <a:pt x="88" y="26387"/>
                  </a:lnTo>
                  <a:cubicBezTo>
                    <a:pt x="3111" y="25135"/>
                    <a:pt x="5882" y="24133"/>
                    <a:pt x="6890" y="23632"/>
                  </a:cubicBezTo>
                  <a:cubicBezTo>
                    <a:pt x="11425" y="21879"/>
                    <a:pt x="15708" y="20877"/>
                    <a:pt x="18228" y="20877"/>
                  </a:cubicBezTo>
                  <a:cubicBezTo>
                    <a:pt x="23519" y="20877"/>
                    <a:pt x="25786" y="24634"/>
                    <a:pt x="25786" y="32649"/>
                  </a:cubicBezTo>
                  <a:lnTo>
                    <a:pt x="25786" y="146111"/>
                  </a:lnTo>
                  <a:cubicBezTo>
                    <a:pt x="25786" y="154377"/>
                    <a:pt x="23771" y="160138"/>
                    <a:pt x="19740" y="162392"/>
                  </a:cubicBezTo>
                  <a:cubicBezTo>
                    <a:pt x="15960" y="164646"/>
                    <a:pt x="12433" y="165398"/>
                    <a:pt x="1851" y="165648"/>
                  </a:cubicBezTo>
                  <a:lnTo>
                    <a:pt x="1851" y="169405"/>
                  </a:lnTo>
                  <a:lnTo>
                    <a:pt x="71389" y="169405"/>
                  </a:lnTo>
                  <a:lnTo>
                    <a:pt x="71389" y="165648"/>
                  </a:lnTo>
                  <a:cubicBezTo>
                    <a:pt x="51485" y="165398"/>
                    <a:pt x="47454" y="162893"/>
                    <a:pt x="47454" y="150870"/>
                  </a:cubicBezTo>
                  <a:lnTo>
                    <a:pt x="47454" y="589"/>
                  </a:lnTo>
                  <a:lnTo>
                    <a:pt x="45438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6" name="Freeform: Shape 3145">
              <a:extLst>
                <a:ext uri="{FF2B5EF4-FFF2-40B4-BE49-F238E27FC236}">
                  <a16:creationId xmlns:a16="http://schemas.microsoft.com/office/drawing/2014/main" id="{4E57CA03-41D7-04E7-DCC2-E0191ABC2140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4424023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7" name="Freeform: Shape 3146">
              <a:extLst>
                <a:ext uri="{FF2B5EF4-FFF2-40B4-BE49-F238E27FC236}">
                  <a16:creationId xmlns:a16="http://schemas.microsoft.com/office/drawing/2014/main" id="{F2C5CC02-AFCA-BE95-5FAB-2436B638961D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4730504" y="4445755"/>
              <a:ext cx="71300" cy="169316"/>
            </a:xfrm>
            <a:custGeom>
              <a:avLst/>
              <a:gdLst>
                <a:gd name="connsiteX0" fmla="*/ 45465 w 71300"/>
                <a:gd name="connsiteY0" fmla="*/ 88 h 169316"/>
                <a:gd name="connsiteX1" fmla="*/ 114 w 71300"/>
                <a:gd name="connsiteY1" fmla="*/ 22881 h 169316"/>
                <a:gd name="connsiteX2" fmla="*/ 114 w 71300"/>
                <a:gd name="connsiteY2" fmla="*/ 26387 h 169316"/>
                <a:gd name="connsiteX3" fmla="*/ 6917 w 71300"/>
                <a:gd name="connsiteY3" fmla="*/ 23632 h 169316"/>
                <a:gd name="connsiteX4" fmla="*/ 18254 w 71300"/>
                <a:gd name="connsiteY4" fmla="*/ 20877 h 169316"/>
                <a:gd name="connsiteX5" fmla="*/ 25813 w 71300"/>
                <a:gd name="connsiteY5" fmla="*/ 32649 h 169316"/>
                <a:gd name="connsiteX6" fmla="*/ 25813 w 71300"/>
                <a:gd name="connsiteY6" fmla="*/ 146111 h 169316"/>
                <a:gd name="connsiteX7" fmla="*/ 19766 w 71300"/>
                <a:gd name="connsiteY7" fmla="*/ 162392 h 169316"/>
                <a:gd name="connsiteX8" fmla="*/ 1878 w 71300"/>
                <a:gd name="connsiteY8" fmla="*/ 165648 h 169316"/>
                <a:gd name="connsiteX9" fmla="*/ 1878 w 71300"/>
                <a:gd name="connsiteY9" fmla="*/ 169405 h 169316"/>
                <a:gd name="connsiteX10" fmla="*/ 71415 w 71300"/>
                <a:gd name="connsiteY10" fmla="*/ 169405 h 169316"/>
                <a:gd name="connsiteX11" fmla="*/ 71415 w 71300"/>
                <a:gd name="connsiteY11" fmla="*/ 165648 h 169316"/>
                <a:gd name="connsiteX12" fmla="*/ 47480 w 71300"/>
                <a:gd name="connsiteY12" fmla="*/ 150870 h 169316"/>
                <a:gd name="connsiteX13" fmla="*/ 47480 w 71300"/>
                <a:gd name="connsiteY13" fmla="*/ 589 h 169316"/>
                <a:gd name="connsiteX14" fmla="*/ 45465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465" y="88"/>
                  </a:moveTo>
                  <a:lnTo>
                    <a:pt x="114" y="22881"/>
                  </a:lnTo>
                  <a:lnTo>
                    <a:pt x="114" y="26387"/>
                  </a:lnTo>
                  <a:cubicBezTo>
                    <a:pt x="3138" y="25135"/>
                    <a:pt x="5909" y="24133"/>
                    <a:pt x="6917" y="23632"/>
                  </a:cubicBezTo>
                  <a:cubicBezTo>
                    <a:pt x="11452" y="21879"/>
                    <a:pt x="15735" y="20877"/>
                    <a:pt x="18254" y="20877"/>
                  </a:cubicBezTo>
                  <a:cubicBezTo>
                    <a:pt x="23545" y="20877"/>
                    <a:pt x="25813" y="24634"/>
                    <a:pt x="25813" y="32649"/>
                  </a:cubicBezTo>
                  <a:lnTo>
                    <a:pt x="25813" y="146111"/>
                  </a:lnTo>
                  <a:cubicBezTo>
                    <a:pt x="25813" y="154377"/>
                    <a:pt x="23797" y="160138"/>
                    <a:pt x="19766" y="162392"/>
                  </a:cubicBezTo>
                  <a:cubicBezTo>
                    <a:pt x="15987" y="164646"/>
                    <a:pt x="12460" y="165398"/>
                    <a:pt x="1878" y="165648"/>
                  </a:cubicBezTo>
                  <a:lnTo>
                    <a:pt x="1878" y="169405"/>
                  </a:lnTo>
                  <a:lnTo>
                    <a:pt x="71415" y="169405"/>
                  </a:lnTo>
                  <a:lnTo>
                    <a:pt x="71415" y="165648"/>
                  </a:lnTo>
                  <a:cubicBezTo>
                    <a:pt x="51511" y="165398"/>
                    <a:pt x="47480" y="162893"/>
                    <a:pt x="47480" y="150870"/>
                  </a:cubicBezTo>
                  <a:lnTo>
                    <a:pt x="47480" y="589"/>
                  </a:lnTo>
                  <a:lnTo>
                    <a:pt x="45465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48" name="Freeform: Shape 3147">
              <a:extLst>
                <a:ext uri="{FF2B5EF4-FFF2-40B4-BE49-F238E27FC236}">
                  <a16:creationId xmlns:a16="http://schemas.microsoft.com/office/drawing/2014/main" id="{EE77CD23-682E-1C07-144C-9EE3194B12B3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5097382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0" name="Freeform: Shape 3149">
              <a:extLst>
                <a:ext uri="{FF2B5EF4-FFF2-40B4-BE49-F238E27FC236}">
                  <a16:creationId xmlns:a16="http://schemas.microsoft.com/office/drawing/2014/main" id="{06C58B00-B777-5E35-EF7A-3C40492F34C2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5287108" y="4445755"/>
              <a:ext cx="113880" cy="172823"/>
            </a:xfrm>
            <a:custGeom>
              <a:avLst/>
              <a:gdLst>
                <a:gd name="connsiteX0" fmla="*/ 58085 w 113880"/>
                <a:gd name="connsiteY0" fmla="*/ 88 h 172823"/>
                <a:gd name="connsiteX1" fmla="*/ 24324 w 113880"/>
                <a:gd name="connsiteY1" fmla="*/ 13113 h 172823"/>
                <a:gd name="connsiteX2" fmla="*/ 137 w 113880"/>
                <a:gd name="connsiteY2" fmla="*/ 85248 h 172823"/>
                <a:gd name="connsiteX3" fmla="*/ 20293 w 113880"/>
                <a:gd name="connsiteY3" fmla="*/ 155880 h 172823"/>
                <a:gd name="connsiteX4" fmla="*/ 57077 w 113880"/>
                <a:gd name="connsiteY4" fmla="*/ 172912 h 172823"/>
                <a:gd name="connsiteX5" fmla="*/ 89830 w 113880"/>
                <a:gd name="connsiteY5" fmla="*/ 159887 h 172823"/>
                <a:gd name="connsiteX6" fmla="*/ 114017 w 113880"/>
                <a:gd name="connsiteY6" fmla="*/ 86750 h 172823"/>
                <a:gd name="connsiteX7" fmla="*/ 58085 w 113880"/>
                <a:gd name="connsiteY7" fmla="*/ 88 h 172823"/>
                <a:gd name="connsiteX8" fmla="*/ 57329 w 113880"/>
                <a:gd name="connsiteY8" fmla="*/ 6600 h 172823"/>
                <a:gd name="connsiteX9" fmla="*/ 89830 w 113880"/>
                <a:gd name="connsiteY9" fmla="*/ 87251 h 172823"/>
                <a:gd name="connsiteX10" fmla="*/ 57077 w 113880"/>
                <a:gd name="connsiteY10" fmla="*/ 166399 h 172823"/>
                <a:gd name="connsiteX11" fmla="*/ 24324 w 113880"/>
                <a:gd name="connsiteY11" fmla="*/ 87502 h 172823"/>
                <a:gd name="connsiteX12" fmla="*/ 57329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085" y="88"/>
                  </a:moveTo>
                  <a:cubicBezTo>
                    <a:pt x="44228" y="88"/>
                    <a:pt x="33646" y="4346"/>
                    <a:pt x="24324" y="13113"/>
                  </a:cubicBezTo>
                  <a:cubicBezTo>
                    <a:pt x="9711" y="27139"/>
                    <a:pt x="137" y="55943"/>
                    <a:pt x="137" y="85248"/>
                  </a:cubicBezTo>
                  <a:cubicBezTo>
                    <a:pt x="137" y="112549"/>
                    <a:pt x="8451" y="141854"/>
                    <a:pt x="20293" y="155880"/>
                  </a:cubicBezTo>
                  <a:cubicBezTo>
                    <a:pt x="29615" y="166900"/>
                    <a:pt x="42464" y="172912"/>
                    <a:pt x="57077" y="172912"/>
                  </a:cubicBezTo>
                  <a:cubicBezTo>
                    <a:pt x="69926" y="172912"/>
                    <a:pt x="80760" y="168654"/>
                    <a:pt x="89830" y="159887"/>
                  </a:cubicBezTo>
                  <a:cubicBezTo>
                    <a:pt x="104443" y="146111"/>
                    <a:pt x="114017" y="117057"/>
                    <a:pt x="114017" y="86750"/>
                  </a:cubicBezTo>
                  <a:cubicBezTo>
                    <a:pt x="114017" y="35404"/>
                    <a:pt x="91090" y="88"/>
                    <a:pt x="58085" y="88"/>
                  </a:cubicBezTo>
                  <a:close/>
                  <a:moveTo>
                    <a:pt x="57329" y="6600"/>
                  </a:moveTo>
                  <a:cubicBezTo>
                    <a:pt x="78493" y="6600"/>
                    <a:pt x="89830" y="34903"/>
                    <a:pt x="89830" y="87251"/>
                  </a:cubicBezTo>
                  <a:cubicBezTo>
                    <a:pt x="89830" y="139599"/>
                    <a:pt x="78744" y="166399"/>
                    <a:pt x="57077" y="166399"/>
                  </a:cubicBezTo>
                  <a:cubicBezTo>
                    <a:pt x="35410" y="166399"/>
                    <a:pt x="24324" y="139599"/>
                    <a:pt x="24324" y="87502"/>
                  </a:cubicBezTo>
                  <a:cubicBezTo>
                    <a:pt x="24324" y="34402"/>
                    <a:pt x="35662" y="6600"/>
                    <a:pt x="57329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1" name="Freeform: Shape 3150">
              <a:extLst>
                <a:ext uri="{FF2B5EF4-FFF2-40B4-BE49-F238E27FC236}">
                  <a16:creationId xmlns:a16="http://schemas.microsoft.com/office/drawing/2014/main" id="{10A8A388-00D4-09F7-190E-8FB175F66E76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5425144" y="4590025"/>
              <a:ext cx="27966" cy="27802"/>
            </a:xfrm>
            <a:custGeom>
              <a:avLst/>
              <a:gdLst>
                <a:gd name="connsiteX0" fmla="*/ 13999 w 27966"/>
                <a:gd name="connsiteY0" fmla="*/ 88 h 27802"/>
                <a:gd name="connsiteX1" fmla="*/ 142 w 27966"/>
                <a:gd name="connsiteY1" fmla="*/ 14365 h 27802"/>
                <a:gd name="connsiteX2" fmla="*/ 13747 w 27966"/>
                <a:gd name="connsiteY2" fmla="*/ 27890 h 27802"/>
                <a:gd name="connsiteX3" fmla="*/ 28108 w 27966"/>
                <a:gd name="connsiteY3" fmla="*/ 14365 h 27802"/>
                <a:gd name="connsiteX4" fmla="*/ 13999 w 27966"/>
                <a:gd name="connsiteY4" fmla="*/ 88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3999" y="88"/>
                  </a:moveTo>
                  <a:cubicBezTo>
                    <a:pt x="6441" y="88"/>
                    <a:pt x="142" y="6600"/>
                    <a:pt x="142" y="14365"/>
                  </a:cubicBezTo>
                  <a:cubicBezTo>
                    <a:pt x="142" y="21629"/>
                    <a:pt x="6441" y="27890"/>
                    <a:pt x="13747" y="27890"/>
                  </a:cubicBezTo>
                  <a:cubicBezTo>
                    <a:pt x="21557" y="27890"/>
                    <a:pt x="28108" y="21629"/>
                    <a:pt x="28108" y="14365"/>
                  </a:cubicBezTo>
                  <a:cubicBezTo>
                    <a:pt x="28108" y="6600"/>
                    <a:pt x="21557" y="88"/>
                    <a:pt x="13999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2" name="Freeform: Shape 3151">
              <a:extLst>
                <a:ext uri="{FF2B5EF4-FFF2-40B4-BE49-F238E27FC236}">
                  <a16:creationId xmlns:a16="http://schemas.microsoft.com/office/drawing/2014/main" id="{80DB168A-0AC4-0F42-D4C0-313FA7AEBD45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5478793" y="4442749"/>
              <a:ext cx="102290" cy="175828"/>
            </a:xfrm>
            <a:custGeom>
              <a:avLst/>
              <a:gdLst>
                <a:gd name="connsiteX0" fmla="*/ 37685 w 102290"/>
                <a:gd name="connsiteY0" fmla="*/ 26387 h 175828"/>
                <a:gd name="connsiteX1" fmla="*/ 87066 w 102290"/>
                <a:gd name="connsiteY1" fmla="*/ 26387 h 175828"/>
                <a:gd name="connsiteX2" fmla="*/ 92861 w 102290"/>
                <a:gd name="connsiteY2" fmla="*/ 24133 h 175828"/>
                <a:gd name="connsiteX3" fmla="*/ 102435 w 102290"/>
                <a:gd name="connsiteY3" fmla="*/ 1842 h 175828"/>
                <a:gd name="connsiteX4" fmla="*/ 100167 w 102290"/>
                <a:gd name="connsiteY4" fmla="*/ 88 h 175828"/>
                <a:gd name="connsiteX5" fmla="*/ 88578 w 102290"/>
                <a:gd name="connsiteY5" fmla="*/ 6600 h 175828"/>
                <a:gd name="connsiteX6" fmla="*/ 35921 w 102290"/>
                <a:gd name="connsiteY6" fmla="*/ 6600 h 175828"/>
                <a:gd name="connsiteX7" fmla="*/ 8459 w 102290"/>
                <a:gd name="connsiteY7" fmla="*/ 65962 h 175828"/>
                <a:gd name="connsiteX8" fmla="*/ 8207 w 102290"/>
                <a:gd name="connsiteY8" fmla="*/ 67214 h 175828"/>
                <a:gd name="connsiteX9" fmla="*/ 11230 w 102290"/>
                <a:gd name="connsiteY9" fmla="*/ 69218 h 175828"/>
                <a:gd name="connsiteX10" fmla="*/ 39700 w 102290"/>
                <a:gd name="connsiteY10" fmla="*/ 74227 h 175828"/>
                <a:gd name="connsiteX11" fmla="*/ 82027 w 102290"/>
                <a:gd name="connsiteY11" fmla="*/ 123820 h 175828"/>
                <a:gd name="connsiteX12" fmla="*/ 47007 w 102290"/>
                <a:gd name="connsiteY12" fmla="*/ 166650 h 175828"/>
                <a:gd name="connsiteX13" fmla="*/ 30126 w 102290"/>
                <a:gd name="connsiteY13" fmla="*/ 159386 h 175828"/>
                <a:gd name="connsiteX14" fmla="*/ 10978 w 102290"/>
                <a:gd name="connsiteY14" fmla="*/ 151121 h 175828"/>
                <a:gd name="connsiteX15" fmla="*/ 144 w 102290"/>
                <a:gd name="connsiteY15" fmla="*/ 160388 h 175828"/>
                <a:gd name="connsiteX16" fmla="*/ 30882 w 102290"/>
                <a:gd name="connsiteY16" fmla="*/ 175917 h 175828"/>
                <a:gd name="connsiteX17" fmla="*/ 82783 w 102290"/>
                <a:gd name="connsiteY17" fmla="*/ 156381 h 175828"/>
                <a:gd name="connsiteX18" fmla="*/ 99664 w 102290"/>
                <a:gd name="connsiteY18" fmla="*/ 111797 h 175828"/>
                <a:gd name="connsiteX19" fmla="*/ 82279 w 102290"/>
                <a:gd name="connsiteY19" fmla="*/ 69719 h 175828"/>
                <a:gd name="connsiteX20" fmla="*/ 27103 w 102290"/>
                <a:gd name="connsiteY20" fmla="*/ 47677 h 175828"/>
                <a:gd name="connsiteX21" fmla="*/ 37685 w 102290"/>
                <a:gd name="connsiteY21" fmla="*/ 26387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685" y="26387"/>
                  </a:moveTo>
                  <a:lnTo>
                    <a:pt x="87066" y="26387"/>
                  </a:lnTo>
                  <a:cubicBezTo>
                    <a:pt x="91097" y="26387"/>
                    <a:pt x="92105" y="25887"/>
                    <a:pt x="92861" y="24133"/>
                  </a:cubicBezTo>
                  <a:lnTo>
                    <a:pt x="102435" y="1842"/>
                  </a:lnTo>
                  <a:lnTo>
                    <a:pt x="100167" y="88"/>
                  </a:lnTo>
                  <a:cubicBezTo>
                    <a:pt x="96388" y="5348"/>
                    <a:pt x="93869" y="6600"/>
                    <a:pt x="88578" y="6600"/>
                  </a:cubicBezTo>
                  <a:lnTo>
                    <a:pt x="35921" y="6600"/>
                  </a:lnTo>
                  <a:lnTo>
                    <a:pt x="8459" y="65962"/>
                  </a:lnTo>
                  <a:cubicBezTo>
                    <a:pt x="8207" y="66462"/>
                    <a:pt x="8207" y="66713"/>
                    <a:pt x="8207" y="67214"/>
                  </a:cubicBezTo>
                  <a:cubicBezTo>
                    <a:pt x="8207" y="68466"/>
                    <a:pt x="9215" y="69218"/>
                    <a:pt x="11230" y="69218"/>
                  </a:cubicBezTo>
                  <a:cubicBezTo>
                    <a:pt x="19292" y="69218"/>
                    <a:pt x="29370" y="70971"/>
                    <a:pt x="39700" y="74227"/>
                  </a:cubicBezTo>
                  <a:cubicBezTo>
                    <a:pt x="68674" y="83494"/>
                    <a:pt x="82027" y="99023"/>
                    <a:pt x="82027" y="123820"/>
                  </a:cubicBezTo>
                  <a:cubicBezTo>
                    <a:pt x="82027" y="147865"/>
                    <a:pt x="66658" y="166650"/>
                    <a:pt x="47007" y="166650"/>
                  </a:cubicBezTo>
                  <a:cubicBezTo>
                    <a:pt x="41968" y="166650"/>
                    <a:pt x="37685" y="164897"/>
                    <a:pt x="30126" y="159386"/>
                  </a:cubicBezTo>
                  <a:cubicBezTo>
                    <a:pt x="22064" y="153626"/>
                    <a:pt x="16269" y="151121"/>
                    <a:pt x="10978" y="151121"/>
                  </a:cubicBezTo>
                  <a:cubicBezTo>
                    <a:pt x="3672" y="151121"/>
                    <a:pt x="144" y="154126"/>
                    <a:pt x="144" y="160388"/>
                  </a:cubicBezTo>
                  <a:cubicBezTo>
                    <a:pt x="144" y="169906"/>
                    <a:pt x="11986" y="175917"/>
                    <a:pt x="30882" y="175917"/>
                  </a:cubicBezTo>
                  <a:cubicBezTo>
                    <a:pt x="52046" y="175917"/>
                    <a:pt x="70186" y="169155"/>
                    <a:pt x="82783" y="156381"/>
                  </a:cubicBezTo>
                  <a:cubicBezTo>
                    <a:pt x="94373" y="145110"/>
                    <a:pt x="99664" y="130833"/>
                    <a:pt x="99664" y="111797"/>
                  </a:cubicBezTo>
                  <a:cubicBezTo>
                    <a:pt x="99664" y="93764"/>
                    <a:pt x="94877" y="82242"/>
                    <a:pt x="82279" y="69719"/>
                  </a:cubicBezTo>
                  <a:cubicBezTo>
                    <a:pt x="71194" y="58698"/>
                    <a:pt x="56833" y="52937"/>
                    <a:pt x="27103" y="47677"/>
                  </a:cubicBezTo>
                  <a:lnTo>
                    <a:pt x="37685" y="2638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3" name="Freeform: Shape 3152">
              <a:extLst>
                <a:ext uri="{FF2B5EF4-FFF2-40B4-BE49-F238E27FC236}">
                  <a16:creationId xmlns:a16="http://schemas.microsoft.com/office/drawing/2014/main" id="{ACFF2C31-B13D-BCBC-06B8-48429A92227B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5770740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5" name="Freeform: Shape 3154">
              <a:extLst>
                <a:ext uri="{FF2B5EF4-FFF2-40B4-BE49-F238E27FC236}">
                  <a16:creationId xmlns:a16="http://schemas.microsoft.com/office/drawing/2014/main" id="{86961DC7-6A31-B805-D131-DBCA8241749D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6013908" y="4445755"/>
              <a:ext cx="113880" cy="172823"/>
            </a:xfrm>
            <a:custGeom>
              <a:avLst/>
              <a:gdLst>
                <a:gd name="connsiteX0" fmla="*/ 58113 w 113880"/>
                <a:gd name="connsiteY0" fmla="*/ 88 h 172823"/>
                <a:gd name="connsiteX1" fmla="*/ 24353 w 113880"/>
                <a:gd name="connsiteY1" fmla="*/ 13113 h 172823"/>
                <a:gd name="connsiteX2" fmla="*/ 166 w 113880"/>
                <a:gd name="connsiteY2" fmla="*/ 85248 h 172823"/>
                <a:gd name="connsiteX3" fmla="*/ 20321 w 113880"/>
                <a:gd name="connsiteY3" fmla="*/ 155880 h 172823"/>
                <a:gd name="connsiteX4" fmla="*/ 57106 w 113880"/>
                <a:gd name="connsiteY4" fmla="*/ 172912 h 172823"/>
                <a:gd name="connsiteX5" fmla="*/ 89859 w 113880"/>
                <a:gd name="connsiteY5" fmla="*/ 159887 h 172823"/>
                <a:gd name="connsiteX6" fmla="*/ 114046 w 113880"/>
                <a:gd name="connsiteY6" fmla="*/ 86750 h 172823"/>
                <a:gd name="connsiteX7" fmla="*/ 58113 w 113880"/>
                <a:gd name="connsiteY7" fmla="*/ 88 h 172823"/>
                <a:gd name="connsiteX8" fmla="*/ 57358 w 113880"/>
                <a:gd name="connsiteY8" fmla="*/ 6600 h 172823"/>
                <a:gd name="connsiteX9" fmla="*/ 89859 w 113880"/>
                <a:gd name="connsiteY9" fmla="*/ 87251 h 172823"/>
                <a:gd name="connsiteX10" fmla="*/ 57106 w 113880"/>
                <a:gd name="connsiteY10" fmla="*/ 166399 h 172823"/>
                <a:gd name="connsiteX11" fmla="*/ 24353 w 113880"/>
                <a:gd name="connsiteY11" fmla="*/ 87502 h 172823"/>
                <a:gd name="connsiteX12" fmla="*/ 57358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13" y="88"/>
                  </a:moveTo>
                  <a:cubicBezTo>
                    <a:pt x="44256" y="88"/>
                    <a:pt x="33675" y="4346"/>
                    <a:pt x="24353" y="13113"/>
                  </a:cubicBezTo>
                  <a:cubicBezTo>
                    <a:pt x="9740" y="27139"/>
                    <a:pt x="166" y="55943"/>
                    <a:pt x="166" y="85248"/>
                  </a:cubicBezTo>
                  <a:cubicBezTo>
                    <a:pt x="166" y="112549"/>
                    <a:pt x="8480" y="141854"/>
                    <a:pt x="20321" y="155880"/>
                  </a:cubicBezTo>
                  <a:cubicBezTo>
                    <a:pt x="29643" y="166900"/>
                    <a:pt x="42493" y="172912"/>
                    <a:pt x="57106" y="172912"/>
                  </a:cubicBezTo>
                  <a:cubicBezTo>
                    <a:pt x="69955" y="172912"/>
                    <a:pt x="80789" y="168654"/>
                    <a:pt x="89859" y="159887"/>
                  </a:cubicBezTo>
                  <a:cubicBezTo>
                    <a:pt x="104472" y="146111"/>
                    <a:pt x="114046" y="117057"/>
                    <a:pt x="114046" y="86750"/>
                  </a:cubicBezTo>
                  <a:cubicBezTo>
                    <a:pt x="114046" y="35404"/>
                    <a:pt x="91118" y="88"/>
                    <a:pt x="58113" y="88"/>
                  </a:cubicBezTo>
                  <a:close/>
                  <a:moveTo>
                    <a:pt x="57358" y="6600"/>
                  </a:moveTo>
                  <a:cubicBezTo>
                    <a:pt x="78521" y="6600"/>
                    <a:pt x="89859" y="34903"/>
                    <a:pt x="89859" y="87251"/>
                  </a:cubicBezTo>
                  <a:cubicBezTo>
                    <a:pt x="89859" y="139599"/>
                    <a:pt x="78773" y="166399"/>
                    <a:pt x="57106" y="166399"/>
                  </a:cubicBezTo>
                  <a:cubicBezTo>
                    <a:pt x="35438" y="166399"/>
                    <a:pt x="24353" y="139599"/>
                    <a:pt x="24353" y="87502"/>
                  </a:cubicBezTo>
                  <a:cubicBezTo>
                    <a:pt x="24353" y="34402"/>
                    <a:pt x="35690" y="6600"/>
                    <a:pt x="57358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6" name="Freeform: Shape 3155">
              <a:extLst>
                <a:ext uri="{FF2B5EF4-FFF2-40B4-BE49-F238E27FC236}">
                  <a16:creationId xmlns:a16="http://schemas.microsoft.com/office/drawing/2014/main" id="{6488AF1A-5A41-24BD-F1FE-3840282E1333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6151943" y="4590025"/>
              <a:ext cx="27966" cy="27802"/>
            </a:xfrm>
            <a:custGeom>
              <a:avLst/>
              <a:gdLst>
                <a:gd name="connsiteX0" fmla="*/ 14028 w 27966"/>
                <a:gd name="connsiteY0" fmla="*/ 88 h 27802"/>
                <a:gd name="connsiteX1" fmla="*/ 171 w 27966"/>
                <a:gd name="connsiteY1" fmla="*/ 14365 h 27802"/>
                <a:gd name="connsiteX2" fmla="*/ 13776 w 27966"/>
                <a:gd name="connsiteY2" fmla="*/ 27890 h 27802"/>
                <a:gd name="connsiteX3" fmla="*/ 28137 w 27966"/>
                <a:gd name="connsiteY3" fmla="*/ 14365 h 27802"/>
                <a:gd name="connsiteX4" fmla="*/ 14028 w 27966"/>
                <a:gd name="connsiteY4" fmla="*/ 88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28" y="88"/>
                  </a:moveTo>
                  <a:cubicBezTo>
                    <a:pt x="6469" y="88"/>
                    <a:pt x="171" y="6600"/>
                    <a:pt x="171" y="14365"/>
                  </a:cubicBezTo>
                  <a:cubicBezTo>
                    <a:pt x="171" y="21629"/>
                    <a:pt x="6469" y="27890"/>
                    <a:pt x="13776" y="27890"/>
                  </a:cubicBezTo>
                  <a:cubicBezTo>
                    <a:pt x="21586" y="27890"/>
                    <a:pt x="28137" y="21629"/>
                    <a:pt x="28137" y="14365"/>
                  </a:cubicBezTo>
                  <a:cubicBezTo>
                    <a:pt x="28137" y="6600"/>
                    <a:pt x="21586" y="88"/>
                    <a:pt x="14028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7" name="Freeform: Shape 3156">
              <a:extLst>
                <a:ext uri="{FF2B5EF4-FFF2-40B4-BE49-F238E27FC236}">
                  <a16:creationId xmlns:a16="http://schemas.microsoft.com/office/drawing/2014/main" id="{7AA7940F-AEA4-8953-D2E0-16DEFAABA28E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6203576" y="4445755"/>
              <a:ext cx="113880" cy="172823"/>
            </a:xfrm>
            <a:custGeom>
              <a:avLst/>
              <a:gdLst>
                <a:gd name="connsiteX0" fmla="*/ 58121 w 113880"/>
                <a:gd name="connsiteY0" fmla="*/ 88 h 172823"/>
                <a:gd name="connsiteX1" fmla="*/ 24360 w 113880"/>
                <a:gd name="connsiteY1" fmla="*/ 13113 h 172823"/>
                <a:gd name="connsiteX2" fmla="*/ 173 w 113880"/>
                <a:gd name="connsiteY2" fmla="*/ 85248 h 172823"/>
                <a:gd name="connsiteX3" fmla="*/ 20329 w 113880"/>
                <a:gd name="connsiteY3" fmla="*/ 155880 h 172823"/>
                <a:gd name="connsiteX4" fmla="*/ 57113 w 113880"/>
                <a:gd name="connsiteY4" fmla="*/ 172912 h 172823"/>
                <a:gd name="connsiteX5" fmla="*/ 89866 w 113880"/>
                <a:gd name="connsiteY5" fmla="*/ 159887 h 172823"/>
                <a:gd name="connsiteX6" fmla="*/ 114053 w 113880"/>
                <a:gd name="connsiteY6" fmla="*/ 86750 h 172823"/>
                <a:gd name="connsiteX7" fmla="*/ 58121 w 113880"/>
                <a:gd name="connsiteY7" fmla="*/ 88 h 172823"/>
                <a:gd name="connsiteX8" fmla="*/ 57365 w 113880"/>
                <a:gd name="connsiteY8" fmla="*/ 6600 h 172823"/>
                <a:gd name="connsiteX9" fmla="*/ 89866 w 113880"/>
                <a:gd name="connsiteY9" fmla="*/ 87251 h 172823"/>
                <a:gd name="connsiteX10" fmla="*/ 57113 w 113880"/>
                <a:gd name="connsiteY10" fmla="*/ 166399 h 172823"/>
                <a:gd name="connsiteX11" fmla="*/ 24360 w 113880"/>
                <a:gd name="connsiteY11" fmla="*/ 87502 h 172823"/>
                <a:gd name="connsiteX12" fmla="*/ 57365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21" y="88"/>
                  </a:moveTo>
                  <a:cubicBezTo>
                    <a:pt x="44264" y="88"/>
                    <a:pt x="33682" y="4346"/>
                    <a:pt x="24360" y="13113"/>
                  </a:cubicBezTo>
                  <a:cubicBezTo>
                    <a:pt x="9747" y="27139"/>
                    <a:pt x="173" y="55943"/>
                    <a:pt x="173" y="85248"/>
                  </a:cubicBezTo>
                  <a:cubicBezTo>
                    <a:pt x="173" y="112549"/>
                    <a:pt x="8487" y="141854"/>
                    <a:pt x="20329" y="155880"/>
                  </a:cubicBezTo>
                  <a:cubicBezTo>
                    <a:pt x="29651" y="166900"/>
                    <a:pt x="42500" y="172912"/>
                    <a:pt x="57113" y="172912"/>
                  </a:cubicBezTo>
                  <a:cubicBezTo>
                    <a:pt x="69962" y="172912"/>
                    <a:pt x="80796" y="168654"/>
                    <a:pt x="89866" y="159887"/>
                  </a:cubicBezTo>
                  <a:cubicBezTo>
                    <a:pt x="104479" y="146111"/>
                    <a:pt x="114053" y="117057"/>
                    <a:pt x="114053" y="86750"/>
                  </a:cubicBezTo>
                  <a:cubicBezTo>
                    <a:pt x="114053" y="35404"/>
                    <a:pt x="91126" y="88"/>
                    <a:pt x="58121" y="88"/>
                  </a:cubicBezTo>
                  <a:close/>
                  <a:moveTo>
                    <a:pt x="57365" y="6600"/>
                  </a:moveTo>
                  <a:cubicBezTo>
                    <a:pt x="78529" y="6600"/>
                    <a:pt x="89866" y="34903"/>
                    <a:pt x="89866" y="87251"/>
                  </a:cubicBezTo>
                  <a:cubicBezTo>
                    <a:pt x="89866" y="139599"/>
                    <a:pt x="78781" y="166399"/>
                    <a:pt x="57113" y="166399"/>
                  </a:cubicBezTo>
                  <a:cubicBezTo>
                    <a:pt x="35446" y="166399"/>
                    <a:pt x="24360" y="139599"/>
                    <a:pt x="24360" y="87502"/>
                  </a:cubicBezTo>
                  <a:cubicBezTo>
                    <a:pt x="24360" y="34402"/>
                    <a:pt x="35698" y="6600"/>
                    <a:pt x="57365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8" name="Freeform: Shape 3157">
              <a:extLst>
                <a:ext uri="{FF2B5EF4-FFF2-40B4-BE49-F238E27FC236}">
                  <a16:creationId xmlns:a16="http://schemas.microsoft.com/office/drawing/2014/main" id="{DD113E3B-951B-DD4D-AF11-874EFD9E826E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6330022" y="4445755"/>
              <a:ext cx="113880" cy="172823"/>
            </a:xfrm>
            <a:custGeom>
              <a:avLst/>
              <a:gdLst>
                <a:gd name="connsiteX0" fmla="*/ 58126 w 113880"/>
                <a:gd name="connsiteY0" fmla="*/ 88 h 172823"/>
                <a:gd name="connsiteX1" fmla="*/ 24365 w 113880"/>
                <a:gd name="connsiteY1" fmla="*/ 13113 h 172823"/>
                <a:gd name="connsiteX2" fmla="*/ 178 w 113880"/>
                <a:gd name="connsiteY2" fmla="*/ 85248 h 172823"/>
                <a:gd name="connsiteX3" fmla="*/ 20334 w 113880"/>
                <a:gd name="connsiteY3" fmla="*/ 155880 h 172823"/>
                <a:gd name="connsiteX4" fmla="*/ 57118 w 113880"/>
                <a:gd name="connsiteY4" fmla="*/ 172912 h 172823"/>
                <a:gd name="connsiteX5" fmla="*/ 89871 w 113880"/>
                <a:gd name="connsiteY5" fmla="*/ 159887 h 172823"/>
                <a:gd name="connsiteX6" fmla="*/ 114058 w 113880"/>
                <a:gd name="connsiteY6" fmla="*/ 86750 h 172823"/>
                <a:gd name="connsiteX7" fmla="*/ 58126 w 113880"/>
                <a:gd name="connsiteY7" fmla="*/ 88 h 172823"/>
                <a:gd name="connsiteX8" fmla="*/ 57370 w 113880"/>
                <a:gd name="connsiteY8" fmla="*/ 6600 h 172823"/>
                <a:gd name="connsiteX9" fmla="*/ 89871 w 113880"/>
                <a:gd name="connsiteY9" fmla="*/ 87251 h 172823"/>
                <a:gd name="connsiteX10" fmla="*/ 57118 w 113880"/>
                <a:gd name="connsiteY10" fmla="*/ 166399 h 172823"/>
                <a:gd name="connsiteX11" fmla="*/ 24365 w 113880"/>
                <a:gd name="connsiteY11" fmla="*/ 87502 h 172823"/>
                <a:gd name="connsiteX12" fmla="*/ 57370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26" y="88"/>
                  </a:moveTo>
                  <a:cubicBezTo>
                    <a:pt x="44269" y="88"/>
                    <a:pt x="33687" y="4346"/>
                    <a:pt x="24365" y="13113"/>
                  </a:cubicBezTo>
                  <a:cubicBezTo>
                    <a:pt x="9752" y="27139"/>
                    <a:pt x="178" y="55943"/>
                    <a:pt x="178" y="85248"/>
                  </a:cubicBezTo>
                  <a:cubicBezTo>
                    <a:pt x="178" y="112549"/>
                    <a:pt x="8492" y="141854"/>
                    <a:pt x="20334" y="155880"/>
                  </a:cubicBezTo>
                  <a:cubicBezTo>
                    <a:pt x="29656" y="166900"/>
                    <a:pt x="42505" y="172912"/>
                    <a:pt x="57118" y="172912"/>
                  </a:cubicBezTo>
                  <a:cubicBezTo>
                    <a:pt x="69967" y="172912"/>
                    <a:pt x="80801" y="168654"/>
                    <a:pt x="89871" y="159887"/>
                  </a:cubicBezTo>
                  <a:cubicBezTo>
                    <a:pt x="104484" y="146111"/>
                    <a:pt x="114058" y="117057"/>
                    <a:pt x="114058" y="86750"/>
                  </a:cubicBezTo>
                  <a:cubicBezTo>
                    <a:pt x="114058" y="35404"/>
                    <a:pt x="91131" y="88"/>
                    <a:pt x="58126" y="88"/>
                  </a:cubicBezTo>
                  <a:close/>
                  <a:moveTo>
                    <a:pt x="57370" y="6600"/>
                  </a:moveTo>
                  <a:cubicBezTo>
                    <a:pt x="78534" y="6600"/>
                    <a:pt x="89871" y="34903"/>
                    <a:pt x="89871" y="87251"/>
                  </a:cubicBezTo>
                  <a:cubicBezTo>
                    <a:pt x="89871" y="139599"/>
                    <a:pt x="78786" y="166399"/>
                    <a:pt x="57118" y="166399"/>
                  </a:cubicBezTo>
                  <a:cubicBezTo>
                    <a:pt x="35451" y="166399"/>
                    <a:pt x="24365" y="139599"/>
                    <a:pt x="24365" y="87502"/>
                  </a:cubicBezTo>
                  <a:cubicBezTo>
                    <a:pt x="24365" y="34402"/>
                    <a:pt x="35703" y="6600"/>
                    <a:pt x="57370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59" name="Freeform: Shape 3158">
              <a:extLst>
                <a:ext uri="{FF2B5EF4-FFF2-40B4-BE49-F238E27FC236}">
                  <a16:creationId xmlns:a16="http://schemas.microsoft.com/office/drawing/2014/main" id="{C9363257-D2E9-2C6D-FB91-54A383141200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6456468" y="4445755"/>
              <a:ext cx="113880" cy="172823"/>
            </a:xfrm>
            <a:custGeom>
              <a:avLst/>
              <a:gdLst>
                <a:gd name="connsiteX0" fmla="*/ 58131 w 113880"/>
                <a:gd name="connsiteY0" fmla="*/ 88 h 172823"/>
                <a:gd name="connsiteX1" fmla="*/ 24370 w 113880"/>
                <a:gd name="connsiteY1" fmla="*/ 13113 h 172823"/>
                <a:gd name="connsiteX2" fmla="*/ 183 w 113880"/>
                <a:gd name="connsiteY2" fmla="*/ 85248 h 172823"/>
                <a:gd name="connsiteX3" fmla="*/ 20339 w 113880"/>
                <a:gd name="connsiteY3" fmla="*/ 155880 h 172823"/>
                <a:gd name="connsiteX4" fmla="*/ 57123 w 113880"/>
                <a:gd name="connsiteY4" fmla="*/ 172912 h 172823"/>
                <a:gd name="connsiteX5" fmla="*/ 89876 w 113880"/>
                <a:gd name="connsiteY5" fmla="*/ 159887 h 172823"/>
                <a:gd name="connsiteX6" fmla="*/ 114063 w 113880"/>
                <a:gd name="connsiteY6" fmla="*/ 86750 h 172823"/>
                <a:gd name="connsiteX7" fmla="*/ 58131 w 113880"/>
                <a:gd name="connsiteY7" fmla="*/ 88 h 172823"/>
                <a:gd name="connsiteX8" fmla="*/ 57375 w 113880"/>
                <a:gd name="connsiteY8" fmla="*/ 6600 h 172823"/>
                <a:gd name="connsiteX9" fmla="*/ 89876 w 113880"/>
                <a:gd name="connsiteY9" fmla="*/ 87251 h 172823"/>
                <a:gd name="connsiteX10" fmla="*/ 57123 w 113880"/>
                <a:gd name="connsiteY10" fmla="*/ 166399 h 172823"/>
                <a:gd name="connsiteX11" fmla="*/ 24370 w 113880"/>
                <a:gd name="connsiteY11" fmla="*/ 87502 h 172823"/>
                <a:gd name="connsiteX12" fmla="*/ 57375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31" y="88"/>
                  </a:moveTo>
                  <a:cubicBezTo>
                    <a:pt x="44274" y="88"/>
                    <a:pt x="33692" y="4346"/>
                    <a:pt x="24370" y="13113"/>
                  </a:cubicBezTo>
                  <a:cubicBezTo>
                    <a:pt x="9757" y="27139"/>
                    <a:pt x="183" y="55943"/>
                    <a:pt x="183" y="85248"/>
                  </a:cubicBezTo>
                  <a:cubicBezTo>
                    <a:pt x="183" y="112549"/>
                    <a:pt x="8497" y="141854"/>
                    <a:pt x="20339" y="155880"/>
                  </a:cubicBezTo>
                  <a:cubicBezTo>
                    <a:pt x="29661" y="166900"/>
                    <a:pt x="42510" y="172912"/>
                    <a:pt x="57123" y="172912"/>
                  </a:cubicBezTo>
                  <a:cubicBezTo>
                    <a:pt x="69972" y="172912"/>
                    <a:pt x="80806" y="168654"/>
                    <a:pt x="89876" y="159887"/>
                  </a:cubicBezTo>
                  <a:cubicBezTo>
                    <a:pt x="104489" y="146111"/>
                    <a:pt x="114063" y="117057"/>
                    <a:pt x="114063" y="86750"/>
                  </a:cubicBezTo>
                  <a:cubicBezTo>
                    <a:pt x="114063" y="35404"/>
                    <a:pt x="91136" y="88"/>
                    <a:pt x="58131" y="88"/>
                  </a:cubicBezTo>
                  <a:close/>
                  <a:moveTo>
                    <a:pt x="57375" y="6600"/>
                  </a:moveTo>
                  <a:cubicBezTo>
                    <a:pt x="78539" y="6600"/>
                    <a:pt x="89876" y="34903"/>
                    <a:pt x="89876" y="87251"/>
                  </a:cubicBezTo>
                  <a:cubicBezTo>
                    <a:pt x="89876" y="139599"/>
                    <a:pt x="78791" y="166399"/>
                    <a:pt x="57123" y="166399"/>
                  </a:cubicBezTo>
                  <a:cubicBezTo>
                    <a:pt x="35456" y="166399"/>
                    <a:pt x="24370" y="139599"/>
                    <a:pt x="24370" y="87502"/>
                  </a:cubicBezTo>
                  <a:cubicBezTo>
                    <a:pt x="24370" y="34402"/>
                    <a:pt x="35708" y="6600"/>
                    <a:pt x="57375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0" name="Freeform: Shape 3159">
              <a:extLst>
                <a:ext uri="{FF2B5EF4-FFF2-40B4-BE49-F238E27FC236}">
                  <a16:creationId xmlns:a16="http://schemas.microsoft.com/office/drawing/2014/main" id="{5677221F-23BA-5716-5F8B-540EF6980495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6803872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2" name="Freeform: Shape 3161">
              <a:extLst>
                <a:ext uri="{FF2B5EF4-FFF2-40B4-BE49-F238E27FC236}">
                  <a16:creationId xmlns:a16="http://schemas.microsoft.com/office/drawing/2014/main" id="{F274FE28-4353-EE61-DCE4-F17313B4180B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7368486" y="4550701"/>
              <a:ext cx="61978" cy="15779"/>
            </a:xfrm>
            <a:custGeom>
              <a:avLst/>
              <a:gdLst>
                <a:gd name="connsiteX0" fmla="*/ 219 w 61978"/>
                <a:gd name="connsiteY0" fmla="*/ 88 h 15779"/>
                <a:gd name="connsiteX1" fmla="*/ 219 w 61978"/>
                <a:gd name="connsiteY1" fmla="*/ 15868 h 15779"/>
                <a:gd name="connsiteX2" fmla="*/ 62198 w 61978"/>
                <a:gd name="connsiteY2" fmla="*/ 15868 h 15779"/>
                <a:gd name="connsiteX3" fmla="*/ 62198 w 61978"/>
                <a:gd name="connsiteY3" fmla="*/ 88 h 15779"/>
                <a:gd name="connsiteX4" fmla="*/ 219 w 61978"/>
                <a:gd name="connsiteY4" fmla="*/ 88 h 15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78" h="15779">
                  <a:moveTo>
                    <a:pt x="219" y="88"/>
                  </a:moveTo>
                  <a:lnTo>
                    <a:pt x="219" y="15868"/>
                  </a:lnTo>
                  <a:lnTo>
                    <a:pt x="62198" y="15868"/>
                  </a:lnTo>
                  <a:lnTo>
                    <a:pt x="62198" y="88"/>
                  </a:lnTo>
                  <a:lnTo>
                    <a:pt x="219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3" name="Freeform: Shape 3162">
              <a:extLst>
                <a:ext uri="{FF2B5EF4-FFF2-40B4-BE49-F238E27FC236}">
                  <a16:creationId xmlns:a16="http://schemas.microsoft.com/office/drawing/2014/main" id="{516CBBA9-A446-EBA6-1467-AEA92075F1C4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7448919" y="4445755"/>
              <a:ext cx="113880" cy="172823"/>
            </a:xfrm>
            <a:custGeom>
              <a:avLst/>
              <a:gdLst>
                <a:gd name="connsiteX0" fmla="*/ 58170 w 113880"/>
                <a:gd name="connsiteY0" fmla="*/ 88 h 172823"/>
                <a:gd name="connsiteX1" fmla="*/ 24409 w 113880"/>
                <a:gd name="connsiteY1" fmla="*/ 13113 h 172823"/>
                <a:gd name="connsiteX2" fmla="*/ 222 w 113880"/>
                <a:gd name="connsiteY2" fmla="*/ 85248 h 172823"/>
                <a:gd name="connsiteX3" fmla="*/ 20378 w 113880"/>
                <a:gd name="connsiteY3" fmla="*/ 155880 h 172823"/>
                <a:gd name="connsiteX4" fmla="*/ 57162 w 113880"/>
                <a:gd name="connsiteY4" fmla="*/ 172912 h 172823"/>
                <a:gd name="connsiteX5" fmla="*/ 89915 w 113880"/>
                <a:gd name="connsiteY5" fmla="*/ 159887 h 172823"/>
                <a:gd name="connsiteX6" fmla="*/ 114102 w 113880"/>
                <a:gd name="connsiteY6" fmla="*/ 86750 h 172823"/>
                <a:gd name="connsiteX7" fmla="*/ 58170 w 113880"/>
                <a:gd name="connsiteY7" fmla="*/ 88 h 172823"/>
                <a:gd name="connsiteX8" fmla="*/ 57414 w 113880"/>
                <a:gd name="connsiteY8" fmla="*/ 6600 h 172823"/>
                <a:gd name="connsiteX9" fmla="*/ 89915 w 113880"/>
                <a:gd name="connsiteY9" fmla="*/ 87251 h 172823"/>
                <a:gd name="connsiteX10" fmla="*/ 57162 w 113880"/>
                <a:gd name="connsiteY10" fmla="*/ 166399 h 172823"/>
                <a:gd name="connsiteX11" fmla="*/ 24409 w 113880"/>
                <a:gd name="connsiteY11" fmla="*/ 87502 h 172823"/>
                <a:gd name="connsiteX12" fmla="*/ 57414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70" y="88"/>
                  </a:moveTo>
                  <a:cubicBezTo>
                    <a:pt x="44313" y="88"/>
                    <a:pt x="33731" y="4346"/>
                    <a:pt x="24409" y="13113"/>
                  </a:cubicBezTo>
                  <a:cubicBezTo>
                    <a:pt x="9796" y="27139"/>
                    <a:pt x="222" y="55943"/>
                    <a:pt x="222" y="85248"/>
                  </a:cubicBezTo>
                  <a:cubicBezTo>
                    <a:pt x="222" y="112549"/>
                    <a:pt x="8536" y="141854"/>
                    <a:pt x="20378" y="155880"/>
                  </a:cubicBezTo>
                  <a:cubicBezTo>
                    <a:pt x="29700" y="166900"/>
                    <a:pt x="42549" y="172912"/>
                    <a:pt x="57162" y="172912"/>
                  </a:cubicBezTo>
                  <a:cubicBezTo>
                    <a:pt x="70011" y="172912"/>
                    <a:pt x="80845" y="168654"/>
                    <a:pt x="89915" y="159887"/>
                  </a:cubicBezTo>
                  <a:cubicBezTo>
                    <a:pt x="104528" y="146111"/>
                    <a:pt x="114102" y="117057"/>
                    <a:pt x="114102" y="86750"/>
                  </a:cubicBezTo>
                  <a:cubicBezTo>
                    <a:pt x="114102" y="35404"/>
                    <a:pt x="91175" y="88"/>
                    <a:pt x="58170" y="88"/>
                  </a:cubicBezTo>
                  <a:close/>
                  <a:moveTo>
                    <a:pt x="57414" y="6600"/>
                  </a:moveTo>
                  <a:cubicBezTo>
                    <a:pt x="78578" y="6600"/>
                    <a:pt x="89915" y="34903"/>
                    <a:pt x="89915" y="87251"/>
                  </a:cubicBezTo>
                  <a:cubicBezTo>
                    <a:pt x="89915" y="139599"/>
                    <a:pt x="78830" y="166399"/>
                    <a:pt x="57162" y="166399"/>
                  </a:cubicBezTo>
                  <a:cubicBezTo>
                    <a:pt x="35495" y="166399"/>
                    <a:pt x="24409" y="139599"/>
                    <a:pt x="24409" y="87502"/>
                  </a:cubicBezTo>
                  <a:cubicBezTo>
                    <a:pt x="24409" y="34402"/>
                    <a:pt x="35747" y="6600"/>
                    <a:pt x="57414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4" name="Freeform: Shape 3163">
              <a:extLst>
                <a:ext uri="{FF2B5EF4-FFF2-40B4-BE49-F238E27FC236}">
                  <a16:creationId xmlns:a16="http://schemas.microsoft.com/office/drawing/2014/main" id="{050CF162-0DA1-CC8E-EFFE-BBBB35DC36BF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7586954" y="4590025"/>
              <a:ext cx="27966" cy="27802"/>
            </a:xfrm>
            <a:custGeom>
              <a:avLst/>
              <a:gdLst>
                <a:gd name="connsiteX0" fmla="*/ 14084 w 27966"/>
                <a:gd name="connsiteY0" fmla="*/ 88 h 27802"/>
                <a:gd name="connsiteX1" fmla="*/ 227 w 27966"/>
                <a:gd name="connsiteY1" fmla="*/ 14365 h 27802"/>
                <a:gd name="connsiteX2" fmla="*/ 13832 w 27966"/>
                <a:gd name="connsiteY2" fmla="*/ 27890 h 27802"/>
                <a:gd name="connsiteX3" fmla="*/ 28193 w 27966"/>
                <a:gd name="connsiteY3" fmla="*/ 14365 h 27802"/>
                <a:gd name="connsiteX4" fmla="*/ 14084 w 27966"/>
                <a:gd name="connsiteY4" fmla="*/ 88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84" y="88"/>
                  </a:moveTo>
                  <a:cubicBezTo>
                    <a:pt x="6526" y="88"/>
                    <a:pt x="227" y="6600"/>
                    <a:pt x="227" y="14365"/>
                  </a:cubicBezTo>
                  <a:cubicBezTo>
                    <a:pt x="227" y="21629"/>
                    <a:pt x="6526" y="27890"/>
                    <a:pt x="13832" y="27890"/>
                  </a:cubicBezTo>
                  <a:cubicBezTo>
                    <a:pt x="21643" y="27890"/>
                    <a:pt x="28193" y="21629"/>
                    <a:pt x="28193" y="14365"/>
                  </a:cubicBezTo>
                  <a:cubicBezTo>
                    <a:pt x="28193" y="6600"/>
                    <a:pt x="21643" y="88"/>
                    <a:pt x="14084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5" name="Freeform: Shape 3164">
              <a:extLst>
                <a:ext uri="{FF2B5EF4-FFF2-40B4-BE49-F238E27FC236}">
                  <a16:creationId xmlns:a16="http://schemas.microsoft.com/office/drawing/2014/main" id="{2775BABE-1262-18B9-FBAA-DC3C9C8F6E8F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7641107" y="4443751"/>
              <a:ext cx="109344" cy="174827"/>
            </a:xfrm>
            <a:custGeom>
              <a:avLst/>
              <a:gdLst>
                <a:gd name="connsiteX0" fmla="*/ 104032 w 109344"/>
                <a:gd name="connsiteY0" fmla="*/ 88 h 174827"/>
                <a:gd name="connsiteX1" fmla="*/ 42305 w 109344"/>
                <a:gd name="connsiteY1" fmla="*/ 20126 h 174827"/>
                <a:gd name="connsiteX2" fmla="*/ 230 w 109344"/>
                <a:gd name="connsiteY2" fmla="*/ 101528 h 174827"/>
                <a:gd name="connsiteX3" fmla="*/ 17866 w 109344"/>
                <a:gd name="connsiteY3" fmla="*/ 157883 h 174827"/>
                <a:gd name="connsiteX4" fmla="*/ 56666 w 109344"/>
                <a:gd name="connsiteY4" fmla="*/ 174915 h 174827"/>
                <a:gd name="connsiteX5" fmla="*/ 109575 w 109344"/>
                <a:gd name="connsiteY5" fmla="*/ 116556 h 174827"/>
                <a:gd name="connsiteX6" fmla="*/ 62209 w 109344"/>
                <a:gd name="connsiteY6" fmla="*/ 64208 h 174827"/>
                <a:gd name="connsiteX7" fmla="*/ 29959 w 109344"/>
                <a:gd name="connsiteY7" fmla="*/ 75479 h 174827"/>
                <a:gd name="connsiteX8" fmla="*/ 104536 w 109344"/>
                <a:gd name="connsiteY8" fmla="*/ 4096 h 174827"/>
                <a:gd name="connsiteX9" fmla="*/ 104032 w 109344"/>
                <a:gd name="connsiteY9" fmla="*/ 88 h 174827"/>
                <a:gd name="connsiteX10" fmla="*/ 52635 w 109344"/>
                <a:gd name="connsiteY10" fmla="*/ 75730 h 174827"/>
                <a:gd name="connsiteX11" fmla="*/ 86899 w 109344"/>
                <a:gd name="connsiteY11" fmla="*/ 125072 h 174827"/>
                <a:gd name="connsiteX12" fmla="*/ 59437 w 109344"/>
                <a:gd name="connsiteY12" fmla="*/ 167902 h 174827"/>
                <a:gd name="connsiteX13" fmla="*/ 23661 w 109344"/>
                <a:gd name="connsiteY13" fmla="*/ 105536 h 174827"/>
                <a:gd name="connsiteX14" fmla="*/ 30715 w 109344"/>
                <a:gd name="connsiteY14" fmla="*/ 81992 h 174827"/>
                <a:gd name="connsiteX15" fmla="*/ 52635 w 109344"/>
                <a:gd name="connsiteY15" fmla="*/ 75730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344" h="174827">
                  <a:moveTo>
                    <a:pt x="104032" y="88"/>
                  </a:moveTo>
                  <a:cubicBezTo>
                    <a:pt x="75310" y="2593"/>
                    <a:pt x="60697" y="7352"/>
                    <a:pt x="42305" y="20126"/>
                  </a:cubicBezTo>
                  <a:cubicBezTo>
                    <a:pt x="15095" y="39412"/>
                    <a:pt x="230" y="67965"/>
                    <a:pt x="230" y="101528"/>
                  </a:cubicBezTo>
                  <a:cubicBezTo>
                    <a:pt x="230" y="123319"/>
                    <a:pt x="7032" y="145360"/>
                    <a:pt x="17866" y="157883"/>
                  </a:cubicBezTo>
                  <a:cubicBezTo>
                    <a:pt x="27440" y="168904"/>
                    <a:pt x="41045" y="174915"/>
                    <a:pt x="56666" y="174915"/>
                  </a:cubicBezTo>
                  <a:cubicBezTo>
                    <a:pt x="87907" y="174915"/>
                    <a:pt x="109575" y="151121"/>
                    <a:pt x="109575" y="116556"/>
                  </a:cubicBezTo>
                  <a:cubicBezTo>
                    <a:pt x="109575" y="84496"/>
                    <a:pt x="91182" y="64208"/>
                    <a:pt x="62209" y="64208"/>
                  </a:cubicBezTo>
                  <a:cubicBezTo>
                    <a:pt x="51123" y="64208"/>
                    <a:pt x="45832" y="65962"/>
                    <a:pt x="29959" y="75479"/>
                  </a:cubicBezTo>
                  <a:cubicBezTo>
                    <a:pt x="36762" y="37659"/>
                    <a:pt x="64980" y="10608"/>
                    <a:pt x="104536" y="4096"/>
                  </a:cubicBezTo>
                  <a:lnTo>
                    <a:pt x="104032" y="88"/>
                  </a:lnTo>
                  <a:close/>
                  <a:moveTo>
                    <a:pt x="52635" y="75730"/>
                  </a:moveTo>
                  <a:cubicBezTo>
                    <a:pt x="74302" y="75730"/>
                    <a:pt x="86899" y="93764"/>
                    <a:pt x="86899" y="125072"/>
                  </a:cubicBezTo>
                  <a:cubicBezTo>
                    <a:pt x="86899" y="152624"/>
                    <a:pt x="77073" y="167902"/>
                    <a:pt x="59437" y="167902"/>
                  </a:cubicBezTo>
                  <a:cubicBezTo>
                    <a:pt x="37266" y="167902"/>
                    <a:pt x="23661" y="144358"/>
                    <a:pt x="23661" y="105536"/>
                  </a:cubicBezTo>
                  <a:cubicBezTo>
                    <a:pt x="23661" y="92762"/>
                    <a:pt x="25676" y="85749"/>
                    <a:pt x="30715" y="81992"/>
                  </a:cubicBezTo>
                  <a:cubicBezTo>
                    <a:pt x="36006" y="77984"/>
                    <a:pt x="43816" y="75730"/>
                    <a:pt x="52635" y="7573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6" name="Freeform: Shape 3165">
              <a:extLst>
                <a:ext uri="{FF2B5EF4-FFF2-40B4-BE49-F238E27FC236}">
                  <a16:creationId xmlns:a16="http://schemas.microsoft.com/office/drawing/2014/main" id="{106EF2B5-5B05-F53E-ABF1-98876EFBAB3B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7766545" y="4445755"/>
              <a:ext cx="108085" cy="174827"/>
            </a:xfrm>
            <a:custGeom>
              <a:avLst/>
              <a:gdLst>
                <a:gd name="connsiteX0" fmla="*/ 7541 w 108085"/>
                <a:gd name="connsiteY0" fmla="*/ 174915 h 174827"/>
                <a:gd name="connsiteX1" fmla="*/ 66749 w 108085"/>
                <a:gd name="connsiteY1" fmla="*/ 154627 h 174827"/>
                <a:gd name="connsiteX2" fmla="*/ 108320 w 108085"/>
                <a:gd name="connsiteY2" fmla="*/ 70720 h 174827"/>
                <a:gd name="connsiteX3" fmla="*/ 52640 w 108085"/>
                <a:gd name="connsiteY3" fmla="*/ 88 h 174827"/>
                <a:gd name="connsiteX4" fmla="*/ 235 w 108085"/>
                <a:gd name="connsiteY4" fmla="*/ 59199 h 174827"/>
                <a:gd name="connsiteX5" fmla="*/ 45585 w 108085"/>
                <a:gd name="connsiteY5" fmla="*/ 110044 h 174827"/>
                <a:gd name="connsiteX6" fmla="*/ 83377 w 108085"/>
                <a:gd name="connsiteY6" fmla="*/ 95767 h 174827"/>
                <a:gd name="connsiteX7" fmla="*/ 6785 w 108085"/>
                <a:gd name="connsiteY7" fmla="*/ 169906 h 174827"/>
                <a:gd name="connsiteX8" fmla="*/ 7541 w 108085"/>
                <a:gd name="connsiteY8" fmla="*/ 174915 h 174827"/>
                <a:gd name="connsiteX9" fmla="*/ 83881 w 108085"/>
                <a:gd name="connsiteY9" fmla="*/ 80489 h 174827"/>
                <a:gd name="connsiteX10" fmla="*/ 80102 w 108085"/>
                <a:gd name="connsiteY10" fmla="*/ 90007 h 174827"/>
                <a:gd name="connsiteX11" fmla="*/ 54655 w 108085"/>
                <a:gd name="connsiteY11" fmla="*/ 99274 h 174827"/>
                <a:gd name="connsiteX12" fmla="*/ 23414 w 108085"/>
                <a:gd name="connsiteY12" fmla="*/ 50683 h 174827"/>
                <a:gd name="connsiteX13" fmla="*/ 32736 w 108085"/>
                <a:gd name="connsiteY13" fmla="*/ 14866 h 174827"/>
                <a:gd name="connsiteX14" fmla="*/ 50624 w 108085"/>
                <a:gd name="connsiteY14" fmla="*/ 7101 h 174827"/>
                <a:gd name="connsiteX15" fmla="*/ 83881 w 108085"/>
                <a:gd name="connsiteY15" fmla="*/ 70720 h 174827"/>
                <a:gd name="connsiteX16" fmla="*/ 83881 w 108085"/>
                <a:gd name="connsiteY16" fmla="*/ 80489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541" y="174915"/>
                  </a:moveTo>
                  <a:cubicBezTo>
                    <a:pt x="35759" y="171659"/>
                    <a:pt x="49616" y="166900"/>
                    <a:pt x="66749" y="154627"/>
                  </a:cubicBezTo>
                  <a:cubicBezTo>
                    <a:pt x="92951" y="135592"/>
                    <a:pt x="108320" y="104534"/>
                    <a:pt x="108320" y="70720"/>
                  </a:cubicBezTo>
                  <a:cubicBezTo>
                    <a:pt x="108320" y="29393"/>
                    <a:pt x="85141" y="88"/>
                    <a:pt x="52640" y="88"/>
                  </a:cubicBezTo>
                  <a:cubicBezTo>
                    <a:pt x="22658" y="88"/>
                    <a:pt x="235" y="25386"/>
                    <a:pt x="235" y="59199"/>
                  </a:cubicBezTo>
                  <a:cubicBezTo>
                    <a:pt x="235" y="89756"/>
                    <a:pt x="18375" y="110044"/>
                    <a:pt x="45585" y="110044"/>
                  </a:cubicBezTo>
                  <a:cubicBezTo>
                    <a:pt x="59442" y="110044"/>
                    <a:pt x="70024" y="106037"/>
                    <a:pt x="83377" y="95767"/>
                  </a:cubicBezTo>
                  <a:cubicBezTo>
                    <a:pt x="73047" y="136594"/>
                    <a:pt x="45081" y="163394"/>
                    <a:pt x="6785" y="169906"/>
                  </a:cubicBezTo>
                  <a:lnTo>
                    <a:pt x="7541" y="174915"/>
                  </a:lnTo>
                  <a:close/>
                  <a:moveTo>
                    <a:pt x="83881" y="80489"/>
                  </a:moveTo>
                  <a:cubicBezTo>
                    <a:pt x="83881" y="85498"/>
                    <a:pt x="82873" y="87752"/>
                    <a:pt x="80102" y="90007"/>
                  </a:cubicBezTo>
                  <a:cubicBezTo>
                    <a:pt x="73047" y="96018"/>
                    <a:pt x="63725" y="99274"/>
                    <a:pt x="54655" y="99274"/>
                  </a:cubicBezTo>
                  <a:cubicBezTo>
                    <a:pt x="35507" y="99274"/>
                    <a:pt x="23414" y="80489"/>
                    <a:pt x="23414" y="50683"/>
                  </a:cubicBezTo>
                  <a:cubicBezTo>
                    <a:pt x="23414" y="36406"/>
                    <a:pt x="27445" y="21378"/>
                    <a:pt x="32736" y="14866"/>
                  </a:cubicBezTo>
                  <a:cubicBezTo>
                    <a:pt x="37019" y="9857"/>
                    <a:pt x="43318" y="7101"/>
                    <a:pt x="50624" y="7101"/>
                  </a:cubicBezTo>
                  <a:cubicBezTo>
                    <a:pt x="72543" y="7101"/>
                    <a:pt x="83881" y="28642"/>
                    <a:pt x="83881" y="70720"/>
                  </a:cubicBezTo>
                  <a:lnTo>
                    <a:pt x="83881" y="804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7" name="Freeform: Shape 3166">
              <a:extLst>
                <a:ext uri="{FF2B5EF4-FFF2-40B4-BE49-F238E27FC236}">
                  <a16:creationId xmlns:a16="http://schemas.microsoft.com/office/drawing/2014/main" id="{7EAC7CD9-31D3-B60E-1F85-2B1AB6D4F25A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7896266" y="4445755"/>
              <a:ext cx="98007" cy="172823"/>
            </a:xfrm>
            <a:custGeom>
              <a:avLst/>
              <a:gdLst>
                <a:gd name="connsiteX0" fmla="*/ 27954 w 98007"/>
                <a:gd name="connsiteY0" fmla="*/ 86750 h 172823"/>
                <a:gd name="connsiteX1" fmla="*/ 54660 w 98007"/>
                <a:gd name="connsiteY1" fmla="*/ 89506 h 172823"/>
                <a:gd name="connsiteX2" fmla="*/ 80107 w 98007"/>
                <a:gd name="connsiteY2" fmla="*/ 126575 h 172823"/>
                <a:gd name="connsiteX3" fmla="*/ 47102 w 98007"/>
                <a:gd name="connsiteY3" fmla="*/ 163895 h 172823"/>
                <a:gd name="connsiteX4" fmla="*/ 25938 w 98007"/>
                <a:gd name="connsiteY4" fmla="*/ 156130 h 172823"/>
                <a:gd name="connsiteX5" fmla="*/ 9814 w 98007"/>
                <a:gd name="connsiteY5" fmla="*/ 149869 h 172823"/>
                <a:gd name="connsiteX6" fmla="*/ 240 w 98007"/>
                <a:gd name="connsiteY6" fmla="*/ 158635 h 172823"/>
                <a:gd name="connsiteX7" fmla="*/ 28710 w 98007"/>
                <a:gd name="connsiteY7" fmla="*/ 172912 h 172823"/>
                <a:gd name="connsiteX8" fmla="*/ 79855 w 98007"/>
                <a:gd name="connsiteY8" fmla="*/ 156130 h 172823"/>
                <a:gd name="connsiteX9" fmla="*/ 98247 w 98007"/>
                <a:gd name="connsiteY9" fmla="*/ 114552 h 172823"/>
                <a:gd name="connsiteX10" fmla="*/ 86909 w 98007"/>
                <a:gd name="connsiteY10" fmla="*/ 82242 h 172823"/>
                <a:gd name="connsiteX11" fmla="*/ 65998 w 98007"/>
                <a:gd name="connsiteY11" fmla="*/ 68967 h 172823"/>
                <a:gd name="connsiteX12" fmla="*/ 89681 w 98007"/>
                <a:gd name="connsiteY12" fmla="*/ 34402 h 172823"/>
                <a:gd name="connsiteX13" fmla="*/ 50377 w 98007"/>
                <a:gd name="connsiteY13" fmla="*/ 88 h 172823"/>
                <a:gd name="connsiteX14" fmla="*/ 17624 w 98007"/>
                <a:gd name="connsiteY14" fmla="*/ 12361 h 172823"/>
                <a:gd name="connsiteX15" fmla="*/ 743 w 98007"/>
                <a:gd name="connsiteY15" fmla="*/ 40664 h 172823"/>
                <a:gd name="connsiteX16" fmla="*/ 4523 w 98007"/>
                <a:gd name="connsiteY16" fmla="*/ 41666 h 172823"/>
                <a:gd name="connsiteX17" fmla="*/ 42063 w 98007"/>
                <a:gd name="connsiteY17" fmla="*/ 15116 h 172823"/>
                <a:gd name="connsiteX18" fmla="*/ 69777 w 98007"/>
                <a:gd name="connsiteY18" fmla="*/ 41917 h 172823"/>
                <a:gd name="connsiteX19" fmla="*/ 59699 w 98007"/>
                <a:gd name="connsiteY19" fmla="*/ 66212 h 172823"/>
                <a:gd name="connsiteX20" fmla="*/ 27954 w 98007"/>
                <a:gd name="connsiteY20" fmla="*/ 83494 h 172823"/>
                <a:gd name="connsiteX21" fmla="*/ 27954 w 98007"/>
                <a:gd name="connsiteY21" fmla="*/ 8675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7954" y="86750"/>
                  </a:moveTo>
                  <a:cubicBezTo>
                    <a:pt x="42819" y="86750"/>
                    <a:pt x="48613" y="87251"/>
                    <a:pt x="54660" y="89506"/>
                  </a:cubicBezTo>
                  <a:cubicBezTo>
                    <a:pt x="70281" y="95016"/>
                    <a:pt x="80107" y="109293"/>
                    <a:pt x="80107" y="126575"/>
                  </a:cubicBezTo>
                  <a:cubicBezTo>
                    <a:pt x="80107" y="147614"/>
                    <a:pt x="65746" y="163895"/>
                    <a:pt x="47102" y="163895"/>
                  </a:cubicBezTo>
                  <a:cubicBezTo>
                    <a:pt x="40299" y="163895"/>
                    <a:pt x="35260" y="162141"/>
                    <a:pt x="25938" y="156130"/>
                  </a:cubicBezTo>
                  <a:cubicBezTo>
                    <a:pt x="18380" y="151622"/>
                    <a:pt x="14097" y="149869"/>
                    <a:pt x="9814" y="149869"/>
                  </a:cubicBezTo>
                  <a:cubicBezTo>
                    <a:pt x="4019" y="149869"/>
                    <a:pt x="240" y="153375"/>
                    <a:pt x="240" y="158635"/>
                  </a:cubicBezTo>
                  <a:cubicBezTo>
                    <a:pt x="240" y="167401"/>
                    <a:pt x="11073" y="172912"/>
                    <a:pt x="28710" y="172912"/>
                  </a:cubicBezTo>
                  <a:cubicBezTo>
                    <a:pt x="48110" y="172912"/>
                    <a:pt x="68013" y="166399"/>
                    <a:pt x="79855" y="156130"/>
                  </a:cubicBezTo>
                  <a:cubicBezTo>
                    <a:pt x="91696" y="145861"/>
                    <a:pt x="98247" y="131334"/>
                    <a:pt x="98247" y="114552"/>
                  </a:cubicBezTo>
                  <a:cubicBezTo>
                    <a:pt x="98247" y="101779"/>
                    <a:pt x="94216" y="90007"/>
                    <a:pt x="86909" y="82242"/>
                  </a:cubicBezTo>
                  <a:cubicBezTo>
                    <a:pt x="81870" y="76732"/>
                    <a:pt x="77083" y="73726"/>
                    <a:pt x="65998" y="68967"/>
                  </a:cubicBezTo>
                  <a:cubicBezTo>
                    <a:pt x="83382" y="57195"/>
                    <a:pt x="89681" y="47928"/>
                    <a:pt x="89681" y="34402"/>
                  </a:cubicBezTo>
                  <a:cubicBezTo>
                    <a:pt x="89681" y="14115"/>
                    <a:pt x="73556" y="88"/>
                    <a:pt x="50377" y="88"/>
                  </a:cubicBezTo>
                  <a:cubicBezTo>
                    <a:pt x="37780" y="88"/>
                    <a:pt x="26694" y="4346"/>
                    <a:pt x="17624" y="12361"/>
                  </a:cubicBezTo>
                  <a:cubicBezTo>
                    <a:pt x="10066" y="19124"/>
                    <a:pt x="6286" y="25636"/>
                    <a:pt x="743" y="40664"/>
                  </a:cubicBezTo>
                  <a:lnTo>
                    <a:pt x="4523" y="41666"/>
                  </a:lnTo>
                  <a:cubicBezTo>
                    <a:pt x="14853" y="23382"/>
                    <a:pt x="26190" y="15116"/>
                    <a:pt x="42063" y="15116"/>
                  </a:cubicBezTo>
                  <a:cubicBezTo>
                    <a:pt x="58439" y="15116"/>
                    <a:pt x="69777" y="26137"/>
                    <a:pt x="69777" y="41917"/>
                  </a:cubicBezTo>
                  <a:cubicBezTo>
                    <a:pt x="69777" y="50933"/>
                    <a:pt x="65998" y="59950"/>
                    <a:pt x="59699" y="66212"/>
                  </a:cubicBezTo>
                  <a:cubicBezTo>
                    <a:pt x="52141" y="73726"/>
                    <a:pt x="45086" y="77483"/>
                    <a:pt x="27954" y="83494"/>
                  </a:cubicBezTo>
                  <a:lnTo>
                    <a:pt x="27954" y="867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68" name="Freeform: Shape 3167">
              <a:extLst>
                <a:ext uri="{FF2B5EF4-FFF2-40B4-BE49-F238E27FC236}">
                  <a16:creationId xmlns:a16="http://schemas.microsoft.com/office/drawing/2014/main" id="{B65F759F-0A11-AFCA-61DB-A9F676882284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8556551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0" name="Freeform: Shape 3169">
              <a:extLst>
                <a:ext uri="{FF2B5EF4-FFF2-40B4-BE49-F238E27FC236}">
                  <a16:creationId xmlns:a16="http://schemas.microsoft.com/office/drawing/2014/main" id="{BE9FAEE1-E609-0154-2C6E-34D8C76FEB1C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8865296" y="4445755"/>
              <a:ext cx="71300" cy="169316"/>
            </a:xfrm>
            <a:custGeom>
              <a:avLst/>
              <a:gdLst>
                <a:gd name="connsiteX0" fmla="*/ 45628 w 71300"/>
                <a:gd name="connsiteY0" fmla="*/ 88 h 169316"/>
                <a:gd name="connsiteX1" fmla="*/ 277 w 71300"/>
                <a:gd name="connsiteY1" fmla="*/ 22881 h 169316"/>
                <a:gd name="connsiteX2" fmla="*/ 277 w 71300"/>
                <a:gd name="connsiteY2" fmla="*/ 26387 h 169316"/>
                <a:gd name="connsiteX3" fmla="*/ 7080 w 71300"/>
                <a:gd name="connsiteY3" fmla="*/ 23632 h 169316"/>
                <a:gd name="connsiteX4" fmla="*/ 18417 w 71300"/>
                <a:gd name="connsiteY4" fmla="*/ 20877 h 169316"/>
                <a:gd name="connsiteX5" fmla="*/ 25976 w 71300"/>
                <a:gd name="connsiteY5" fmla="*/ 32649 h 169316"/>
                <a:gd name="connsiteX6" fmla="*/ 25976 w 71300"/>
                <a:gd name="connsiteY6" fmla="*/ 146111 h 169316"/>
                <a:gd name="connsiteX7" fmla="*/ 19929 w 71300"/>
                <a:gd name="connsiteY7" fmla="*/ 162392 h 169316"/>
                <a:gd name="connsiteX8" fmla="*/ 2041 w 71300"/>
                <a:gd name="connsiteY8" fmla="*/ 165648 h 169316"/>
                <a:gd name="connsiteX9" fmla="*/ 2041 w 71300"/>
                <a:gd name="connsiteY9" fmla="*/ 169405 h 169316"/>
                <a:gd name="connsiteX10" fmla="*/ 71578 w 71300"/>
                <a:gd name="connsiteY10" fmla="*/ 169405 h 169316"/>
                <a:gd name="connsiteX11" fmla="*/ 71578 w 71300"/>
                <a:gd name="connsiteY11" fmla="*/ 165648 h 169316"/>
                <a:gd name="connsiteX12" fmla="*/ 47643 w 71300"/>
                <a:gd name="connsiteY12" fmla="*/ 150870 h 169316"/>
                <a:gd name="connsiteX13" fmla="*/ 47643 w 71300"/>
                <a:gd name="connsiteY13" fmla="*/ 589 h 169316"/>
                <a:gd name="connsiteX14" fmla="*/ 45628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628" y="88"/>
                  </a:moveTo>
                  <a:lnTo>
                    <a:pt x="277" y="22881"/>
                  </a:lnTo>
                  <a:lnTo>
                    <a:pt x="277" y="26387"/>
                  </a:lnTo>
                  <a:cubicBezTo>
                    <a:pt x="3300" y="25135"/>
                    <a:pt x="6072" y="24133"/>
                    <a:pt x="7080" y="23632"/>
                  </a:cubicBezTo>
                  <a:cubicBezTo>
                    <a:pt x="11615" y="21879"/>
                    <a:pt x="15898" y="20877"/>
                    <a:pt x="18417" y="20877"/>
                  </a:cubicBezTo>
                  <a:cubicBezTo>
                    <a:pt x="23708" y="20877"/>
                    <a:pt x="25976" y="24634"/>
                    <a:pt x="25976" y="32649"/>
                  </a:cubicBezTo>
                  <a:lnTo>
                    <a:pt x="25976" y="146111"/>
                  </a:lnTo>
                  <a:cubicBezTo>
                    <a:pt x="25976" y="154377"/>
                    <a:pt x="23960" y="160138"/>
                    <a:pt x="19929" y="162392"/>
                  </a:cubicBezTo>
                  <a:cubicBezTo>
                    <a:pt x="16150" y="164646"/>
                    <a:pt x="12622" y="165398"/>
                    <a:pt x="2041" y="165648"/>
                  </a:cubicBezTo>
                  <a:lnTo>
                    <a:pt x="2041" y="169405"/>
                  </a:lnTo>
                  <a:lnTo>
                    <a:pt x="71578" y="169405"/>
                  </a:lnTo>
                  <a:lnTo>
                    <a:pt x="71578" y="165648"/>
                  </a:lnTo>
                  <a:cubicBezTo>
                    <a:pt x="51674" y="165398"/>
                    <a:pt x="47643" y="162893"/>
                    <a:pt x="47643" y="150870"/>
                  </a:cubicBezTo>
                  <a:lnTo>
                    <a:pt x="47643" y="589"/>
                  </a:lnTo>
                  <a:lnTo>
                    <a:pt x="45628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1" name="Freeform: Shape 3170">
              <a:extLst>
                <a:ext uri="{FF2B5EF4-FFF2-40B4-BE49-F238E27FC236}">
                  <a16:creationId xmlns:a16="http://schemas.microsoft.com/office/drawing/2014/main" id="{F84B54DE-C75F-DB20-58C2-D5B138D49407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8981412" y="4590025"/>
              <a:ext cx="27966" cy="27802"/>
            </a:xfrm>
            <a:custGeom>
              <a:avLst/>
              <a:gdLst>
                <a:gd name="connsiteX0" fmla="*/ 14139 w 27966"/>
                <a:gd name="connsiteY0" fmla="*/ 88 h 27802"/>
                <a:gd name="connsiteX1" fmla="*/ 282 w 27966"/>
                <a:gd name="connsiteY1" fmla="*/ 14365 h 27802"/>
                <a:gd name="connsiteX2" fmla="*/ 13887 w 27966"/>
                <a:gd name="connsiteY2" fmla="*/ 27890 h 27802"/>
                <a:gd name="connsiteX3" fmla="*/ 28248 w 27966"/>
                <a:gd name="connsiteY3" fmla="*/ 14365 h 27802"/>
                <a:gd name="connsiteX4" fmla="*/ 14139 w 27966"/>
                <a:gd name="connsiteY4" fmla="*/ 88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139" y="88"/>
                  </a:moveTo>
                  <a:cubicBezTo>
                    <a:pt x="6581" y="88"/>
                    <a:pt x="282" y="6600"/>
                    <a:pt x="282" y="14365"/>
                  </a:cubicBezTo>
                  <a:cubicBezTo>
                    <a:pt x="282" y="21629"/>
                    <a:pt x="6581" y="27890"/>
                    <a:pt x="13887" y="27890"/>
                  </a:cubicBezTo>
                  <a:cubicBezTo>
                    <a:pt x="21698" y="27890"/>
                    <a:pt x="28248" y="21629"/>
                    <a:pt x="28248" y="14365"/>
                  </a:cubicBezTo>
                  <a:cubicBezTo>
                    <a:pt x="28248" y="6600"/>
                    <a:pt x="21698" y="88"/>
                    <a:pt x="14139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2" name="Freeform: Shape 3171">
              <a:extLst>
                <a:ext uri="{FF2B5EF4-FFF2-40B4-BE49-F238E27FC236}">
                  <a16:creationId xmlns:a16="http://schemas.microsoft.com/office/drawing/2014/main" id="{F7C0766A-EA4B-BDE7-0DB6-179A6196AB82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9032038" y="4449262"/>
              <a:ext cx="108085" cy="167813"/>
            </a:xfrm>
            <a:custGeom>
              <a:avLst/>
              <a:gdLst>
                <a:gd name="connsiteX0" fmla="*/ 108370 w 108085"/>
                <a:gd name="connsiteY0" fmla="*/ 88 h 167813"/>
                <a:gd name="connsiteX1" fmla="*/ 15149 w 108085"/>
                <a:gd name="connsiteY1" fmla="*/ 88 h 167813"/>
                <a:gd name="connsiteX2" fmla="*/ 285 w 108085"/>
                <a:gd name="connsiteY2" fmla="*/ 36907 h 167813"/>
                <a:gd name="connsiteX3" fmla="*/ 4568 w 108085"/>
                <a:gd name="connsiteY3" fmla="*/ 38911 h 167813"/>
                <a:gd name="connsiteX4" fmla="*/ 33794 w 108085"/>
                <a:gd name="connsiteY4" fmla="*/ 18623 h 167813"/>
                <a:gd name="connsiteX5" fmla="*/ 88466 w 108085"/>
                <a:gd name="connsiteY5" fmla="*/ 18623 h 167813"/>
                <a:gd name="connsiteX6" fmla="*/ 38581 w 108085"/>
                <a:gd name="connsiteY6" fmla="*/ 167902 h 167813"/>
                <a:gd name="connsiteX7" fmla="*/ 54957 w 108085"/>
                <a:gd name="connsiteY7" fmla="*/ 167902 h 167813"/>
                <a:gd name="connsiteX8" fmla="*/ 108370 w 108085"/>
                <a:gd name="connsiteY8" fmla="*/ 4096 h 167813"/>
                <a:gd name="connsiteX9" fmla="*/ 108370 w 108085"/>
                <a:gd name="connsiteY9" fmla="*/ 88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370" y="88"/>
                  </a:moveTo>
                  <a:lnTo>
                    <a:pt x="15149" y="88"/>
                  </a:lnTo>
                  <a:lnTo>
                    <a:pt x="285" y="36907"/>
                  </a:lnTo>
                  <a:lnTo>
                    <a:pt x="4568" y="38911"/>
                  </a:lnTo>
                  <a:cubicBezTo>
                    <a:pt x="15401" y="21879"/>
                    <a:pt x="19936" y="18623"/>
                    <a:pt x="33794" y="18623"/>
                  </a:cubicBezTo>
                  <a:lnTo>
                    <a:pt x="88466" y="18623"/>
                  </a:lnTo>
                  <a:lnTo>
                    <a:pt x="38581" y="167902"/>
                  </a:lnTo>
                  <a:lnTo>
                    <a:pt x="54957" y="167902"/>
                  </a:lnTo>
                  <a:lnTo>
                    <a:pt x="108370" y="4096"/>
                  </a:lnTo>
                  <a:lnTo>
                    <a:pt x="108370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3" name="Freeform: Shape 3172">
              <a:extLst>
                <a:ext uri="{FF2B5EF4-FFF2-40B4-BE49-F238E27FC236}">
                  <a16:creationId xmlns:a16="http://schemas.microsoft.com/office/drawing/2014/main" id="{5BE10C1C-5A25-19C0-243A-8FEC6A03C728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9156468" y="4445755"/>
              <a:ext cx="115895" cy="169316"/>
            </a:xfrm>
            <a:custGeom>
              <a:avLst/>
              <a:gdLst>
                <a:gd name="connsiteX0" fmla="*/ 116185 w 115895"/>
                <a:gd name="connsiteY0" fmla="*/ 111547 h 169316"/>
                <a:gd name="connsiteX1" fmla="*/ 90487 w 115895"/>
                <a:gd name="connsiteY1" fmla="*/ 111547 h 169316"/>
                <a:gd name="connsiteX2" fmla="*/ 90487 w 115895"/>
                <a:gd name="connsiteY2" fmla="*/ 88 h 169316"/>
                <a:gd name="connsiteX3" fmla="*/ 79401 w 115895"/>
                <a:gd name="connsiteY3" fmla="*/ 88 h 169316"/>
                <a:gd name="connsiteX4" fmla="*/ 290 w 115895"/>
                <a:gd name="connsiteY4" fmla="*/ 111547 h 169316"/>
                <a:gd name="connsiteX5" fmla="*/ 290 w 115895"/>
                <a:gd name="connsiteY5" fmla="*/ 127577 h 169316"/>
                <a:gd name="connsiteX6" fmla="*/ 71087 w 115895"/>
                <a:gd name="connsiteY6" fmla="*/ 127577 h 169316"/>
                <a:gd name="connsiteX7" fmla="*/ 71087 w 115895"/>
                <a:gd name="connsiteY7" fmla="*/ 169405 h 169316"/>
                <a:gd name="connsiteX8" fmla="*/ 90487 w 115895"/>
                <a:gd name="connsiteY8" fmla="*/ 169405 h 169316"/>
                <a:gd name="connsiteX9" fmla="*/ 90487 w 115895"/>
                <a:gd name="connsiteY9" fmla="*/ 127577 h 169316"/>
                <a:gd name="connsiteX10" fmla="*/ 116185 w 115895"/>
                <a:gd name="connsiteY10" fmla="*/ 127577 h 169316"/>
                <a:gd name="connsiteX11" fmla="*/ 116185 w 115895"/>
                <a:gd name="connsiteY11" fmla="*/ 111547 h 169316"/>
                <a:gd name="connsiteX12" fmla="*/ 70835 w 115895"/>
                <a:gd name="connsiteY12" fmla="*/ 111547 h 169316"/>
                <a:gd name="connsiteX13" fmla="*/ 10367 w 115895"/>
                <a:gd name="connsiteY13" fmla="*/ 111547 h 169316"/>
                <a:gd name="connsiteX14" fmla="*/ 70835 w 115895"/>
                <a:gd name="connsiteY14" fmla="*/ 25636 h 169316"/>
                <a:gd name="connsiteX15" fmla="*/ 70835 w 115895"/>
                <a:gd name="connsiteY15" fmla="*/ 111547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185" y="111547"/>
                  </a:moveTo>
                  <a:lnTo>
                    <a:pt x="90487" y="111547"/>
                  </a:lnTo>
                  <a:lnTo>
                    <a:pt x="90487" y="88"/>
                  </a:lnTo>
                  <a:lnTo>
                    <a:pt x="79401" y="88"/>
                  </a:lnTo>
                  <a:lnTo>
                    <a:pt x="290" y="111547"/>
                  </a:lnTo>
                  <a:lnTo>
                    <a:pt x="290" y="127577"/>
                  </a:lnTo>
                  <a:lnTo>
                    <a:pt x="71087" y="127577"/>
                  </a:lnTo>
                  <a:lnTo>
                    <a:pt x="71087" y="169405"/>
                  </a:lnTo>
                  <a:lnTo>
                    <a:pt x="90487" y="169405"/>
                  </a:lnTo>
                  <a:lnTo>
                    <a:pt x="90487" y="127577"/>
                  </a:lnTo>
                  <a:lnTo>
                    <a:pt x="116185" y="127577"/>
                  </a:lnTo>
                  <a:lnTo>
                    <a:pt x="116185" y="111547"/>
                  </a:lnTo>
                  <a:close/>
                  <a:moveTo>
                    <a:pt x="70835" y="111547"/>
                  </a:moveTo>
                  <a:lnTo>
                    <a:pt x="10367" y="111547"/>
                  </a:lnTo>
                  <a:lnTo>
                    <a:pt x="70835" y="25636"/>
                  </a:lnTo>
                  <a:lnTo>
                    <a:pt x="70835" y="11154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4" name="Freeform: Shape 3173">
              <a:extLst>
                <a:ext uri="{FF2B5EF4-FFF2-40B4-BE49-F238E27FC236}">
                  <a16:creationId xmlns:a16="http://schemas.microsoft.com/office/drawing/2014/main" id="{BBCAC050-6270-E7EA-21E1-DE7E1CCE405D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9282914" y="4445755"/>
              <a:ext cx="115895" cy="169316"/>
            </a:xfrm>
            <a:custGeom>
              <a:avLst/>
              <a:gdLst>
                <a:gd name="connsiteX0" fmla="*/ 116190 w 115895"/>
                <a:gd name="connsiteY0" fmla="*/ 111547 h 169316"/>
                <a:gd name="connsiteX1" fmla="*/ 90492 w 115895"/>
                <a:gd name="connsiteY1" fmla="*/ 111547 h 169316"/>
                <a:gd name="connsiteX2" fmla="*/ 90492 w 115895"/>
                <a:gd name="connsiteY2" fmla="*/ 88 h 169316"/>
                <a:gd name="connsiteX3" fmla="*/ 79406 w 115895"/>
                <a:gd name="connsiteY3" fmla="*/ 88 h 169316"/>
                <a:gd name="connsiteX4" fmla="*/ 295 w 115895"/>
                <a:gd name="connsiteY4" fmla="*/ 111547 h 169316"/>
                <a:gd name="connsiteX5" fmla="*/ 295 w 115895"/>
                <a:gd name="connsiteY5" fmla="*/ 127577 h 169316"/>
                <a:gd name="connsiteX6" fmla="*/ 71092 w 115895"/>
                <a:gd name="connsiteY6" fmla="*/ 127577 h 169316"/>
                <a:gd name="connsiteX7" fmla="*/ 71092 w 115895"/>
                <a:gd name="connsiteY7" fmla="*/ 169405 h 169316"/>
                <a:gd name="connsiteX8" fmla="*/ 90492 w 115895"/>
                <a:gd name="connsiteY8" fmla="*/ 169405 h 169316"/>
                <a:gd name="connsiteX9" fmla="*/ 90492 w 115895"/>
                <a:gd name="connsiteY9" fmla="*/ 127577 h 169316"/>
                <a:gd name="connsiteX10" fmla="*/ 116190 w 115895"/>
                <a:gd name="connsiteY10" fmla="*/ 127577 h 169316"/>
                <a:gd name="connsiteX11" fmla="*/ 116190 w 115895"/>
                <a:gd name="connsiteY11" fmla="*/ 111547 h 169316"/>
                <a:gd name="connsiteX12" fmla="*/ 70840 w 115895"/>
                <a:gd name="connsiteY12" fmla="*/ 111547 h 169316"/>
                <a:gd name="connsiteX13" fmla="*/ 10372 w 115895"/>
                <a:gd name="connsiteY13" fmla="*/ 111547 h 169316"/>
                <a:gd name="connsiteX14" fmla="*/ 70840 w 115895"/>
                <a:gd name="connsiteY14" fmla="*/ 25636 h 169316"/>
                <a:gd name="connsiteX15" fmla="*/ 70840 w 115895"/>
                <a:gd name="connsiteY15" fmla="*/ 111547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190" y="111547"/>
                  </a:moveTo>
                  <a:lnTo>
                    <a:pt x="90492" y="111547"/>
                  </a:lnTo>
                  <a:lnTo>
                    <a:pt x="90492" y="88"/>
                  </a:lnTo>
                  <a:lnTo>
                    <a:pt x="79406" y="88"/>
                  </a:lnTo>
                  <a:lnTo>
                    <a:pt x="295" y="111547"/>
                  </a:lnTo>
                  <a:lnTo>
                    <a:pt x="295" y="127577"/>
                  </a:lnTo>
                  <a:lnTo>
                    <a:pt x="71092" y="127577"/>
                  </a:lnTo>
                  <a:lnTo>
                    <a:pt x="71092" y="169405"/>
                  </a:lnTo>
                  <a:lnTo>
                    <a:pt x="90492" y="169405"/>
                  </a:lnTo>
                  <a:lnTo>
                    <a:pt x="90492" y="127577"/>
                  </a:lnTo>
                  <a:lnTo>
                    <a:pt x="116190" y="127577"/>
                  </a:lnTo>
                  <a:lnTo>
                    <a:pt x="116190" y="111547"/>
                  </a:lnTo>
                  <a:close/>
                  <a:moveTo>
                    <a:pt x="70840" y="111547"/>
                  </a:moveTo>
                  <a:lnTo>
                    <a:pt x="10372" y="111547"/>
                  </a:lnTo>
                  <a:lnTo>
                    <a:pt x="70840" y="25636"/>
                  </a:lnTo>
                  <a:lnTo>
                    <a:pt x="70840" y="11154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5" name="Freeform: Shape 3174">
              <a:extLst>
                <a:ext uri="{FF2B5EF4-FFF2-40B4-BE49-F238E27FC236}">
                  <a16:creationId xmlns:a16="http://schemas.microsoft.com/office/drawing/2014/main" id="{6F9E2F21-C4DC-CAA5-68F4-CF034D636ED9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9417170" y="4445755"/>
              <a:ext cx="98007" cy="172823"/>
            </a:xfrm>
            <a:custGeom>
              <a:avLst/>
              <a:gdLst>
                <a:gd name="connsiteX0" fmla="*/ 28014 w 98007"/>
                <a:gd name="connsiteY0" fmla="*/ 86750 h 172823"/>
                <a:gd name="connsiteX1" fmla="*/ 54720 w 98007"/>
                <a:gd name="connsiteY1" fmla="*/ 89506 h 172823"/>
                <a:gd name="connsiteX2" fmla="*/ 80167 w 98007"/>
                <a:gd name="connsiteY2" fmla="*/ 126575 h 172823"/>
                <a:gd name="connsiteX3" fmla="*/ 47162 w 98007"/>
                <a:gd name="connsiteY3" fmla="*/ 163895 h 172823"/>
                <a:gd name="connsiteX4" fmla="*/ 25998 w 98007"/>
                <a:gd name="connsiteY4" fmla="*/ 156130 h 172823"/>
                <a:gd name="connsiteX5" fmla="*/ 9874 w 98007"/>
                <a:gd name="connsiteY5" fmla="*/ 149869 h 172823"/>
                <a:gd name="connsiteX6" fmla="*/ 300 w 98007"/>
                <a:gd name="connsiteY6" fmla="*/ 158635 h 172823"/>
                <a:gd name="connsiteX7" fmla="*/ 28770 w 98007"/>
                <a:gd name="connsiteY7" fmla="*/ 172912 h 172823"/>
                <a:gd name="connsiteX8" fmla="*/ 79915 w 98007"/>
                <a:gd name="connsiteY8" fmla="*/ 156130 h 172823"/>
                <a:gd name="connsiteX9" fmla="*/ 98307 w 98007"/>
                <a:gd name="connsiteY9" fmla="*/ 114552 h 172823"/>
                <a:gd name="connsiteX10" fmla="*/ 86969 w 98007"/>
                <a:gd name="connsiteY10" fmla="*/ 82242 h 172823"/>
                <a:gd name="connsiteX11" fmla="*/ 66058 w 98007"/>
                <a:gd name="connsiteY11" fmla="*/ 68967 h 172823"/>
                <a:gd name="connsiteX12" fmla="*/ 89741 w 98007"/>
                <a:gd name="connsiteY12" fmla="*/ 34402 h 172823"/>
                <a:gd name="connsiteX13" fmla="*/ 50437 w 98007"/>
                <a:gd name="connsiteY13" fmla="*/ 88 h 172823"/>
                <a:gd name="connsiteX14" fmla="*/ 17684 w 98007"/>
                <a:gd name="connsiteY14" fmla="*/ 12361 h 172823"/>
                <a:gd name="connsiteX15" fmla="*/ 803 w 98007"/>
                <a:gd name="connsiteY15" fmla="*/ 40664 h 172823"/>
                <a:gd name="connsiteX16" fmla="*/ 4583 w 98007"/>
                <a:gd name="connsiteY16" fmla="*/ 41666 h 172823"/>
                <a:gd name="connsiteX17" fmla="*/ 42123 w 98007"/>
                <a:gd name="connsiteY17" fmla="*/ 15116 h 172823"/>
                <a:gd name="connsiteX18" fmla="*/ 69837 w 98007"/>
                <a:gd name="connsiteY18" fmla="*/ 41917 h 172823"/>
                <a:gd name="connsiteX19" fmla="*/ 59759 w 98007"/>
                <a:gd name="connsiteY19" fmla="*/ 66212 h 172823"/>
                <a:gd name="connsiteX20" fmla="*/ 28014 w 98007"/>
                <a:gd name="connsiteY20" fmla="*/ 83494 h 172823"/>
                <a:gd name="connsiteX21" fmla="*/ 28014 w 98007"/>
                <a:gd name="connsiteY21" fmla="*/ 8675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8014" y="86750"/>
                  </a:moveTo>
                  <a:cubicBezTo>
                    <a:pt x="42879" y="86750"/>
                    <a:pt x="48673" y="87251"/>
                    <a:pt x="54720" y="89506"/>
                  </a:cubicBezTo>
                  <a:cubicBezTo>
                    <a:pt x="70341" y="95016"/>
                    <a:pt x="80167" y="109293"/>
                    <a:pt x="80167" y="126575"/>
                  </a:cubicBezTo>
                  <a:cubicBezTo>
                    <a:pt x="80167" y="147614"/>
                    <a:pt x="65806" y="163895"/>
                    <a:pt x="47162" y="163895"/>
                  </a:cubicBezTo>
                  <a:cubicBezTo>
                    <a:pt x="40359" y="163895"/>
                    <a:pt x="35320" y="162141"/>
                    <a:pt x="25998" y="156130"/>
                  </a:cubicBezTo>
                  <a:cubicBezTo>
                    <a:pt x="18440" y="151622"/>
                    <a:pt x="14157" y="149869"/>
                    <a:pt x="9874" y="149869"/>
                  </a:cubicBezTo>
                  <a:cubicBezTo>
                    <a:pt x="4079" y="149869"/>
                    <a:pt x="300" y="153375"/>
                    <a:pt x="300" y="158635"/>
                  </a:cubicBezTo>
                  <a:cubicBezTo>
                    <a:pt x="300" y="167401"/>
                    <a:pt x="11133" y="172912"/>
                    <a:pt x="28770" y="172912"/>
                  </a:cubicBezTo>
                  <a:cubicBezTo>
                    <a:pt x="48169" y="172912"/>
                    <a:pt x="68073" y="166399"/>
                    <a:pt x="79915" y="156130"/>
                  </a:cubicBezTo>
                  <a:cubicBezTo>
                    <a:pt x="91756" y="145861"/>
                    <a:pt x="98307" y="131334"/>
                    <a:pt x="98307" y="114552"/>
                  </a:cubicBezTo>
                  <a:cubicBezTo>
                    <a:pt x="98307" y="101779"/>
                    <a:pt x="94276" y="90007"/>
                    <a:pt x="86969" y="82242"/>
                  </a:cubicBezTo>
                  <a:cubicBezTo>
                    <a:pt x="81930" y="76732"/>
                    <a:pt x="77143" y="73726"/>
                    <a:pt x="66058" y="68967"/>
                  </a:cubicBezTo>
                  <a:cubicBezTo>
                    <a:pt x="83442" y="57195"/>
                    <a:pt x="89741" y="47928"/>
                    <a:pt x="89741" y="34402"/>
                  </a:cubicBezTo>
                  <a:cubicBezTo>
                    <a:pt x="89741" y="14115"/>
                    <a:pt x="73616" y="88"/>
                    <a:pt x="50437" y="88"/>
                  </a:cubicBezTo>
                  <a:cubicBezTo>
                    <a:pt x="37840" y="88"/>
                    <a:pt x="26754" y="4346"/>
                    <a:pt x="17684" y="12361"/>
                  </a:cubicBezTo>
                  <a:cubicBezTo>
                    <a:pt x="10125" y="19124"/>
                    <a:pt x="6346" y="25636"/>
                    <a:pt x="803" y="40664"/>
                  </a:cubicBezTo>
                  <a:lnTo>
                    <a:pt x="4583" y="41666"/>
                  </a:lnTo>
                  <a:cubicBezTo>
                    <a:pt x="14912" y="23382"/>
                    <a:pt x="26250" y="15116"/>
                    <a:pt x="42123" y="15116"/>
                  </a:cubicBezTo>
                  <a:cubicBezTo>
                    <a:pt x="58499" y="15116"/>
                    <a:pt x="69837" y="26137"/>
                    <a:pt x="69837" y="41917"/>
                  </a:cubicBezTo>
                  <a:cubicBezTo>
                    <a:pt x="69837" y="50933"/>
                    <a:pt x="66058" y="59950"/>
                    <a:pt x="59759" y="66212"/>
                  </a:cubicBezTo>
                  <a:cubicBezTo>
                    <a:pt x="52201" y="73726"/>
                    <a:pt x="45146" y="77483"/>
                    <a:pt x="28014" y="83494"/>
                  </a:cubicBezTo>
                  <a:lnTo>
                    <a:pt x="28014" y="867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6" name="Freeform: Shape 3175">
              <a:extLst>
                <a:ext uri="{FF2B5EF4-FFF2-40B4-BE49-F238E27FC236}">
                  <a16:creationId xmlns:a16="http://schemas.microsoft.com/office/drawing/2014/main" id="{A848749F-CCCD-C6C2-D5AA-22A536FEE983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9560748" y="4445755"/>
              <a:ext cx="71300" cy="169316"/>
            </a:xfrm>
            <a:custGeom>
              <a:avLst/>
              <a:gdLst>
                <a:gd name="connsiteX0" fmla="*/ 45655 w 71300"/>
                <a:gd name="connsiteY0" fmla="*/ 88 h 169316"/>
                <a:gd name="connsiteX1" fmla="*/ 304 w 71300"/>
                <a:gd name="connsiteY1" fmla="*/ 22881 h 169316"/>
                <a:gd name="connsiteX2" fmla="*/ 304 w 71300"/>
                <a:gd name="connsiteY2" fmla="*/ 26387 h 169316"/>
                <a:gd name="connsiteX3" fmla="*/ 7107 w 71300"/>
                <a:gd name="connsiteY3" fmla="*/ 23632 h 169316"/>
                <a:gd name="connsiteX4" fmla="*/ 18445 w 71300"/>
                <a:gd name="connsiteY4" fmla="*/ 20877 h 169316"/>
                <a:gd name="connsiteX5" fmla="*/ 26003 w 71300"/>
                <a:gd name="connsiteY5" fmla="*/ 32649 h 169316"/>
                <a:gd name="connsiteX6" fmla="*/ 26003 w 71300"/>
                <a:gd name="connsiteY6" fmla="*/ 146111 h 169316"/>
                <a:gd name="connsiteX7" fmla="*/ 19956 w 71300"/>
                <a:gd name="connsiteY7" fmla="*/ 162392 h 169316"/>
                <a:gd name="connsiteX8" fmla="*/ 2068 w 71300"/>
                <a:gd name="connsiteY8" fmla="*/ 165648 h 169316"/>
                <a:gd name="connsiteX9" fmla="*/ 2068 w 71300"/>
                <a:gd name="connsiteY9" fmla="*/ 169405 h 169316"/>
                <a:gd name="connsiteX10" fmla="*/ 71605 w 71300"/>
                <a:gd name="connsiteY10" fmla="*/ 169405 h 169316"/>
                <a:gd name="connsiteX11" fmla="*/ 71605 w 71300"/>
                <a:gd name="connsiteY11" fmla="*/ 165648 h 169316"/>
                <a:gd name="connsiteX12" fmla="*/ 47671 w 71300"/>
                <a:gd name="connsiteY12" fmla="*/ 150870 h 169316"/>
                <a:gd name="connsiteX13" fmla="*/ 47671 w 71300"/>
                <a:gd name="connsiteY13" fmla="*/ 589 h 169316"/>
                <a:gd name="connsiteX14" fmla="*/ 45655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655" y="88"/>
                  </a:moveTo>
                  <a:lnTo>
                    <a:pt x="304" y="22881"/>
                  </a:lnTo>
                  <a:lnTo>
                    <a:pt x="304" y="26387"/>
                  </a:lnTo>
                  <a:cubicBezTo>
                    <a:pt x="3328" y="25135"/>
                    <a:pt x="6099" y="24133"/>
                    <a:pt x="7107" y="23632"/>
                  </a:cubicBezTo>
                  <a:cubicBezTo>
                    <a:pt x="11642" y="21879"/>
                    <a:pt x="15925" y="20877"/>
                    <a:pt x="18445" y="20877"/>
                  </a:cubicBezTo>
                  <a:cubicBezTo>
                    <a:pt x="23736" y="20877"/>
                    <a:pt x="26003" y="24634"/>
                    <a:pt x="26003" y="32649"/>
                  </a:cubicBezTo>
                  <a:lnTo>
                    <a:pt x="26003" y="146111"/>
                  </a:lnTo>
                  <a:cubicBezTo>
                    <a:pt x="26003" y="154377"/>
                    <a:pt x="23987" y="160138"/>
                    <a:pt x="19956" y="162392"/>
                  </a:cubicBezTo>
                  <a:cubicBezTo>
                    <a:pt x="16177" y="164646"/>
                    <a:pt x="12650" y="165398"/>
                    <a:pt x="2068" y="165648"/>
                  </a:cubicBezTo>
                  <a:lnTo>
                    <a:pt x="2068" y="169405"/>
                  </a:lnTo>
                  <a:lnTo>
                    <a:pt x="71605" y="169405"/>
                  </a:lnTo>
                  <a:lnTo>
                    <a:pt x="71605" y="165648"/>
                  </a:lnTo>
                  <a:cubicBezTo>
                    <a:pt x="51702" y="165398"/>
                    <a:pt x="47671" y="162893"/>
                    <a:pt x="47671" y="150870"/>
                  </a:cubicBezTo>
                  <a:lnTo>
                    <a:pt x="47671" y="589"/>
                  </a:lnTo>
                  <a:lnTo>
                    <a:pt x="45655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7" name="Freeform: Shape 3176">
              <a:extLst>
                <a:ext uri="{FF2B5EF4-FFF2-40B4-BE49-F238E27FC236}">
                  <a16:creationId xmlns:a16="http://schemas.microsoft.com/office/drawing/2014/main" id="{C387732D-4200-CE5E-F60F-002AB0C35513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9670062" y="4445755"/>
              <a:ext cx="98007" cy="172823"/>
            </a:xfrm>
            <a:custGeom>
              <a:avLst/>
              <a:gdLst>
                <a:gd name="connsiteX0" fmla="*/ 28024 w 98007"/>
                <a:gd name="connsiteY0" fmla="*/ 86750 h 172823"/>
                <a:gd name="connsiteX1" fmla="*/ 54730 w 98007"/>
                <a:gd name="connsiteY1" fmla="*/ 89506 h 172823"/>
                <a:gd name="connsiteX2" fmla="*/ 80177 w 98007"/>
                <a:gd name="connsiteY2" fmla="*/ 126575 h 172823"/>
                <a:gd name="connsiteX3" fmla="*/ 47172 w 98007"/>
                <a:gd name="connsiteY3" fmla="*/ 163895 h 172823"/>
                <a:gd name="connsiteX4" fmla="*/ 26008 w 98007"/>
                <a:gd name="connsiteY4" fmla="*/ 156130 h 172823"/>
                <a:gd name="connsiteX5" fmla="*/ 9883 w 98007"/>
                <a:gd name="connsiteY5" fmla="*/ 149869 h 172823"/>
                <a:gd name="connsiteX6" fmla="*/ 309 w 98007"/>
                <a:gd name="connsiteY6" fmla="*/ 158635 h 172823"/>
                <a:gd name="connsiteX7" fmla="*/ 28779 w 98007"/>
                <a:gd name="connsiteY7" fmla="*/ 172912 h 172823"/>
                <a:gd name="connsiteX8" fmla="*/ 79925 w 98007"/>
                <a:gd name="connsiteY8" fmla="*/ 156130 h 172823"/>
                <a:gd name="connsiteX9" fmla="*/ 98317 w 98007"/>
                <a:gd name="connsiteY9" fmla="*/ 114552 h 172823"/>
                <a:gd name="connsiteX10" fmla="*/ 86979 w 98007"/>
                <a:gd name="connsiteY10" fmla="*/ 82242 h 172823"/>
                <a:gd name="connsiteX11" fmla="*/ 66068 w 98007"/>
                <a:gd name="connsiteY11" fmla="*/ 68967 h 172823"/>
                <a:gd name="connsiteX12" fmla="*/ 89751 w 98007"/>
                <a:gd name="connsiteY12" fmla="*/ 34402 h 172823"/>
                <a:gd name="connsiteX13" fmla="*/ 50447 w 98007"/>
                <a:gd name="connsiteY13" fmla="*/ 88 h 172823"/>
                <a:gd name="connsiteX14" fmla="*/ 17694 w 98007"/>
                <a:gd name="connsiteY14" fmla="*/ 12361 h 172823"/>
                <a:gd name="connsiteX15" fmla="*/ 813 w 98007"/>
                <a:gd name="connsiteY15" fmla="*/ 40664 h 172823"/>
                <a:gd name="connsiteX16" fmla="*/ 4593 w 98007"/>
                <a:gd name="connsiteY16" fmla="*/ 41666 h 172823"/>
                <a:gd name="connsiteX17" fmla="*/ 42133 w 98007"/>
                <a:gd name="connsiteY17" fmla="*/ 15116 h 172823"/>
                <a:gd name="connsiteX18" fmla="*/ 69847 w 98007"/>
                <a:gd name="connsiteY18" fmla="*/ 41917 h 172823"/>
                <a:gd name="connsiteX19" fmla="*/ 59769 w 98007"/>
                <a:gd name="connsiteY19" fmla="*/ 66212 h 172823"/>
                <a:gd name="connsiteX20" fmla="*/ 28024 w 98007"/>
                <a:gd name="connsiteY20" fmla="*/ 83494 h 172823"/>
                <a:gd name="connsiteX21" fmla="*/ 28024 w 98007"/>
                <a:gd name="connsiteY21" fmla="*/ 8675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8024" y="86750"/>
                  </a:moveTo>
                  <a:cubicBezTo>
                    <a:pt x="42889" y="86750"/>
                    <a:pt x="48683" y="87251"/>
                    <a:pt x="54730" y="89506"/>
                  </a:cubicBezTo>
                  <a:cubicBezTo>
                    <a:pt x="70351" y="95016"/>
                    <a:pt x="80177" y="109293"/>
                    <a:pt x="80177" y="126575"/>
                  </a:cubicBezTo>
                  <a:cubicBezTo>
                    <a:pt x="80177" y="147614"/>
                    <a:pt x="65816" y="163895"/>
                    <a:pt x="47172" y="163895"/>
                  </a:cubicBezTo>
                  <a:cubicBezTo>
                    <a:pt x="40369" y="163895"/>
                    <a:pt x="35330" y="162141"/>
                    <a:pt x="26008" y="156130"/>
                  </a:cubicBezTo>
                  <a:cubicBezTo>
                    <a:pt x="18450" y="151622"/>
                    <a:pt x="14167" y="149869"/>
                    <a:pt x="9883" y="149869"/>
                  </a:cubicBezTo>
                  <a:cubicBezTo>
                    <a:pt x="4089" y="149869"/>
                    <a:pt x="309" y="153375"/>
                    <a:pt x="309" y="158635"/>
                  </a:cubicBezTo>
                  <a:cubicBezTo>
                    <a:pt x="309" y="167401"/>
                    <a:pt x="11143" y="172912"/>
                    <a:pt x="28779" y="172912"/>
                  </a:cubicBezTo>
                  <a:cubicBezTo>
                    <a:pt x="48179" y="172912"/>
                    <a:pt x="68083" y="166399"/>
                    <a:pt x="79925" y="156130"/>
                  </a:cubicBezTo>
                  <a:cubicBezTo>
                    <a:pt x="91766" y="145861"/>
                    <a:pt x="98317" y="131334"/>
                    <a:pt x="98317" y="114552"/>
                  </a:cubicBezTo>
                  <a:cubicBezTo>
                    <a:pt x="98317" y="101779"/>
                    <a:pt x="94286" y="90007"/>
                    <a:pt x="86979" y="82242"/>
                  </a:cubicBezTo>
                  <a:cubicBezTo>
                    <a:pt x="81940" y="76732"/>
                    <a:pt x="77153" y="73726"/>
                    <a:pt x="66068" y="68967"/>
                  </a:cubicBezTo>
                  <a:cubicBezTo>
                    <a:pt x="83452" y="57195"/>
                    <a:pt x="89751" y="47928"/>
                    <a:pt x="89751" y="34402"/>
                  </a:cubicBezTo>
                  <a:cubicBezTo>
                    <a:pt x="89751" y="14115"/>
                    <a:pt x="73626" y="88"/>
                    <a:pt x="50447" y="88"/>
                  </a:cubicBezTo>
                  <a:cubicBezTo>
                    <a:pt x="37850" y="88"/>
                    <a:pt x="26764" y="4346"/>
                    <a:pt x="17694" y="12361"/>
                  </a:cubicBezTo>
                  <a:cubicBezTo>
                    <a:pt x="10135" y="19124"/>
                    <a:pt x="6356" y="25636"/>
                    <a:pt x="813" y="40664"/>
                  </a:cubicBezTo>
                  <a:lnTo>
                    <a:pt x="4593" y="41666"/>
                  </a:lnTo>
                  <a:cubicBezTo>
                    <a:pt x="14922" y="23382"/>
                    <a:pt x="26260" y="15116"/>
                    <a:pt x="42133" y="15116"/>
                  </a:cubicBezTo>
                  <a:cubicBezTo>
                    <a:pt x="58509" y="15116"/>
                    <a:pt x="69847" y="26137"/>
                    <a:pt x="69847" y="41917"/>
                  </a:cubicBezTo>
                  <a:cubicBezTo>
                    <a:pt x="69847" y="50933"/>
                    <a:pt x="66068" y="59950"/>
                    <a:pt x="59769" y="66212"/>
                  </a:cubicBezTo>
                  <a:cubicBezTo>
                    <a:pt x="52211" y="73726"/>
                    <a:pt x="45156" y="77483"/>
                    <a:pt x="28024" y="83494"/>
                  </a:cubicBezTo>
                  <a:lnTo>
                    <a:pt x="28024" y="8675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8" name="Freeform: Shape 3177">
              <a:extLst>
                <a:ext uri="{FF2B5EF4-FFF2-40B4-BE49-F238E27FC236}">
                  <a16:creationId xmlns:a16="http://schemas.microsoft.com/office/drawing/2014/main" id="{3AB3192F-DD61-5C3A-AF8A-2A074C1F80E3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9791721" y="4445755"/>
              <a:ext cx="113880" cy="172823"/>
            </a:xfrm>
            <a:custGeom>
              <a:avLst/>
              <a:gdLst>
                <a:gd name="connsiteX0" fmla="*/ 58262 w 113880"/>
                <a:gd name="connsiteY0" fmla="*/ 88 h 172823"/>
                <a:gd name="connsiteX1" fmla="*/ 24501 w 113880"/>
                <a:gd name="connsiteY1" fmla="*/ 13113 h 172823"/>
                <a:gd name="connsiteX2" fmla="*/ 314 w 113880"/>
                <a:gd name="connsiteY2" fmla="*/ 85248 h 172823"/>
                <a:gd name="connsiteX3" fmla="*/ 20470 w 113880"/>
                <a:gd name="connsiteY3" fmla="*/ 155880 h 172823"/>
                <a:gd name="connsiteX4" fmla="*/ 57254 w 113880"/>
                <a:gd name="connsiteY4" fmla="*/ 172912 h 172823"/>
                <a:gd name="connsiteX5" fmla="*/ 90008 w 113880"/>
                <a:gd name="connsiteY5" fmla="*/ 159887 h 172823"/>
                <a:gd name="connsiteX6" fmla="*/ 114194 w 113880"/>
                <a:gd name="connsiteY6" fmla="*/ 86750 h 172823"/>
                <a:gd name="connsiteX7" fmla="*/ 58262 w 113880"/>
                <a:gd name="connsiteY7" fmla="*/ 88 h 172823"/>
                <a:gd name="connsiteX8" fmla="*/ 57506 w 113880"/>
                <a:gd name="connsiteY8" fmla="*/ 6600 h 172823"/>
                <a:gd name="connsiteX9" fmla="*/ 90008 w 113880"/>
                <a:gd name="connsiteY9" fmla="*/ 87251 h 172823"/>
                <a:gd name="connsiteX10" fmla="*/ 57254 w 113880"/>
                <a:gd name="connsiteY10" fmla="*/ 166399 h 172823"/>
                <a:gd name="connsiteX11" fmla="*/ 24501 w 113880"/>
                <a:gd name="connsiteY11" fmla="*/ 87502 h 172823"/>
                <a:gd name="connsiteX12" fmla="*/ 57506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262" y="88"/>
                  </a:moveTo>
                  <a:cubicBezTo>
                    <a:pt x="44405" y="88"/>
                    <a:pt x="33823" y="4346"/>
                    <a:pt x="24501" y="13113"/>
                  </a:cubicBezTo>
                  <a:cubicBezTo>
                    <a:pt x="9888" y="27139"/>
                    <a:pt x="314" y="55943"/>
                    <a:pt x="314" y="85248"/>
                  </a:cubicBezTo>
                  <a:cubicBezTo>
                    <a:pt x="314" y="112549"/>
                    <a:pt x="8629" y="141854"/>
                    <a:pt x="20470" y="155880"/>
                  </a:cubicBezTo>
                  <a:cubicBezTo>
                    <a:pt x="29792" y="166900"/>
                    <a:pt x="42642" y="172912"/>
                    <a:pt x="57254" y="172912"/>
                  </a:cubicBezTo>
                  <a:cubicBezTo>
                    <a:pt x="70104" y="172912"/>
                    <a:pt x="80937" y="168654"/>
                    <a:pt x="90008" y="159887"/>
                  </a:cubicBezTo>
                  <a:cubicBezTo>
                    <a:pt x="104620" y="146111"/>
                    <a:pt x="114194" y="117057"/>
                    <a:pt x="114194" y="86750"/>
                  </a:cubicBezTo>
                  <a:cubicBezTo>
                    <a:pt x="114194" y="35404"/>
                    <a:pt x="91267" y="88"/>
                    <a:pt x="58262" y="88"/>
                  </a:cubicBezTo>
                  <a:close/>
                  <a:moveTo>
                    <a:pt x="57506" y="6600"/>
                  </a:moveTo>
                  <a:cubicBezTo>
                    <a:pt x="78670" y="6600"/>
                    <a:pt x="90008" y="34903"/>
                    <a:pt x="90008" y="87251"/>
                  </a:cubicBezTo>
                  <a:cubicBezTo>
                    <a:pt x="90008" y="139599"/>
                    <a:pt x="78922" y="166399"/>
                    <a:pt x="57254" y="166399"/>
                  </a:cubicBezTo>
                  <a:cubicBezTo>
                    <a:pt x="35587" y="166399"/>
                    <a:pt x="24501" y="139599"/>
                    <a:pt x="24501" y="87502"/>
                  </a:cubicBezTo>
                  <a:cubicBezTo>
                    <a:pt x="24501" y="34402"/>
                    <a:pt x="35839" y="6600"/>
                    <a:pt x="57506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79" name="Freeform: Shape 3178">
              <a:extLst>
                <a:ext uri="{FF2B5EF4-FFF2-40B4-BE49-F238E27FC236}">
                  <a16:creationId xmlns:a16="http://schemas.microsoft.com/office/drawing/2014/main" id="{43AE5D38-BA2E-555A-2473-910C3AB9D294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9940086" y="4445755"/>
              <a:ext cx="71300" cy="169316"/>
            </a:xfrm>
            <a:custGeom>
              <a:avLst/>
              <a:gdLst>
                <a:gd name="connsiteX0" fmla="*/ 45670 w 71300"/>
                <a:gd name="connsiteY0" fmla="*/ 88 h 169316"/>
                <a:gd name="connsiteX1" fmla="*/ 319 w 71300"/>
                <a:gd name="connsiteY1" fmla="*/ 22881 h 169316"/>
                <a:gd name="connsiteX2" fmla="*/ 319 w 71300"/>
                <a:gd name="connsiteY2" fmla="*/ 26387 h 169316"/>
                <a:gd name="connsiteX3" fmla="*/ 7122 w 71300"/>
                <a:gd name="connsiteY3" fmla="*/ 23632 h 169316"/>
                <a:gd name="connsiteX4" fmla="*/ 18460 w 71300"/>
                <a:gd name="connsiteY4" fmla="*/ 20877 h 169316"/>
                <a:gd name="connsiteX5" fmla="*/ 26018 w 71300"/>
                <a:gd name="connsiteY5" fmla="*/ 32649 h 169316"/>
                <a:gd name="connsiteX6" fmla="*/ 26018 w 71300"/>
                <a:gd name="connsiteY6" fmla="*/ 146111 h 169316"/>
                <a:gd name="connsiteX7" fmla="*/ 19971 w 71300"/>
                <a:gd name="connsiteY7" fmla="*/ 162392 h 169316"/>
                <a:gd name="connsiteX8" fmla="*/ 2083 w 71300"/>
                <a:gd name="connsiteY8" fmla="*/ 165648 h 169316"/>
                <a:gd name="connsiteX9" fmla="*/ 2083 w 71300"/>
                <a:gd name="connsiteY9" fmla="*/ 169405 h 169316"/>
                <a:gd name="connsiteX10" fmla="*/ 71620 w 71300"/>
                <a:gd name="connsiteY10" fmla="*/ 169405 h 169316"/>
                <a:gd name="connsiteX11" fmla="*/ 71620 w 71300"/>
                <a:gd name="connsiteY11" fmla="*/ 165648 h 169316"/>
                <a:gd name="connsiteX12" fmla="*/ 47685 w 71300"/>
                <a:gd name="connsiteY12" fmla="*/ 150870 h 169316"/>
                <a:gd name="connsiteX13" fmla="*/ 47685 w 71300"/>
                <a:gd name="connsiteY13" fmla="*/ 589 h 169316"/>
                <a:gd name="connsiteX14" fmla="*/ 45670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670" y="88"/>
                  </a:moveTo>
                  <a:lnTo>
                    <a:pt x="319" y="22881"/>
                  </a:lnTo>
                  <a:lnTo>
                    <a:pt x="319" y="26387"/>
                  </a:lnTo>
                  <a:cubicBezTo>
                    <a:pt x="3343" y="25135"/>
                    <a:pt x="6114" y="24133"/>
                    <a:pt x="7122" y="23632"/>
                  </a:cubicBezTo>
                  <a:cubicBezTo>
                    <a:pt x="11657" y="21879"/>
                    <a:pt x="15940" y="20877"/>
                    <a:pt x="18460" y="20877"/>
                  </a:cubicBezTo>
                  <a:cubicBezTo>
                    <a:pt x="23751" y="20877"/>
                    <a:pt x="26018" y="24634"/>
                    <a:pt x="26018" y="32649"/>
                  </a:cubicBezTo>
                  <a:lnTo>
                    <a:pt x="26018" y="146111"/>
                  </a:lnTo>
                  <a:cubicBezTo>
                    <a:pt x="26018" y="154377"/>
                    <a:pt x="24002" y="160138"/>
                    <a:pt x="19971" y="162392"/>
                  </a:cubicBezTo>
                  <a:cubicBezTo>
                    <a:pt x="16192" y="164646"/>
                    <a:pt x="12665" y="165398"/>
                    <a:pt x="2083" y="165648"/>
                  </a:cubicBezTo>
                  <a:lnTo>
                    <a:pt x="2083" y="169405"/>
                  </a:lnTo>
                  <a:lnTo>
                    <a:pt x="71620" y="169405"/>
                  </a:lnTo>
                  <a:lnTo>
                    <a:pt x="71620" y="165648"/>
                  </a:lnTo>
                  <a:cubicBezTo>
                    <a:pt x="51717" y="165398"/>
                    <a:pt x="47685" y="162893"/>
                    <a:pt x="47685" y="150870"/>
                  </a:cubicBezTo>
                  <a:lnTo>
                    <a:pt x="47685" y="589"/>
                  </a:lnTo>
                  <a:lnTo>
                    <a:pt x="45670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0" name="Freeform: Shape 3179">
              <a:extLst>
                <a:ext uri="{FF2B5EF4-FFF2-40B4-BE49-F238E27FC236}">
                  <a16:creationId xmlns:a16="http://schemas.microsoft.com/office/drawing/2014/main" id="{786F52BE-073F-A68F-1A27-FB71B60C07F6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10309229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2" name="Freeform: Shape 3181">
              <a:extLst>
                <a:ext uri="{FF2B5EF4-FFF2-40B4-BE49-F238E27FC236}">
                  <a16:creationId xmlns:a16="http://schemas.microsoft.com/office/drawing/2014/main" id="{195515C1-C109-C9A1-C222-ED0A72F28ECD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10596055" y="4445755"/>
              <a:ext cx="113880" cy="172823"/>
            </a:xfrm>
            <a:custGeom>
              <a:avLst/>
              <a:gdLst>
                <a:gd name="connsiteX0" fmla="*/ 58294 w 113880"/>
                <a:gd name="connsiteY0" fmla="*/ 88 h 172823"/>
                <a:gd name="connsiteX1" fmla="*/ 24533 w 113880"/>
                <a:gd name="connsiteY1" fmla="*/ 13113 h 172823"/>
                <a:gd name="connsiteX2" fmla="*/ 346 w 113880"/>
                <a:gd name="connsiteY2" fmla="*/ 85248 h 172823"/>
                <a:gd name="connsiteX3" fmla="*/ 20502 w 113880"/>
                <a:gd name="connsiteY3" fmla="*/ 155880 h 172823"/>
                <a:gd name="connsiteX4" fmla="*/ 57286 w 113880"/>
                <a:gd name="connsiteY4" fmla="*/ 172912 h 172823"/>
                <a:gd name="connsiteX5" fmla="*/ 90039 w 113880"/>
                <a:gd name="connsiteY5" fmla="*/ 159887 h 172823"/>
                <a:gd name="connsiteX6" fmla="*/ 114226 w 113880"/>
                <a:gd name="connsiteY6" fmla="*/ 86750 h 172823"/>
                <a:gd name="connsiteX7" fmla="*/ 58294 w 113880"/>
                <a:gd name="connsiteY7" fmla="*/ 88 h 172823"/>
                <a:gd name="connsiteX8" fmla="*/ 57538 w 113880"/>
                <a:gd name="connsiteY8" fmla="*/ 6600 h 172823"/>
                <a:gd name="connsiteX9" fmla="*/ 90039 w 113880"/>
                <a:gd name="connsiteY9" fmla="*/ 87251 h 172823"/>
                <a:gd name="connsiteX10" fmla="*/ 57286 w 113880"/>
                <a:gd name="connsiteY10" fmla="*/ 166399 h 172823"/>
                <a:gd name="connsiteX11" fmla="*/ 24533 w 113880"/>
                <a:gd name="connsiteY11" fmla="*/ 87502 h 172823"/>
                <a:gd name="connsiteX12" fmla="*/ 57538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294" y="88"/>
                  </a:moveTo>
                  <a:cubicBezTo>
                    <a:pt x="44437" y="88"/>
                    <a:pt x="33855" y="4346"/>
                    <a:pt x="24533" y="13113"/>
                  </a:cubicBezTo>
                  <a:cubicBezTo>
                    <a:pt x="9920" y="27139"/>
                    <a:pt x="346" y="55943"/>
                    <a:pt x="346" y="85248"/>
                  </a:cubicBezTo>
                  <a:cubicBezTo>
                    <a:pt x="346" y="112549"/>
                    <a:pt x="8660" y="141854"/>
                    <a:pt x="20502" y="155880"/>
                  </a:cubicBezTo>
                  <a:cubicBezTo>
                    <a:pt x="29824" y="166900"/>
                    <a:pt x="42673" y="172912"/>
                    <a:pt x="57286" y="172912"/>
                  </a:cubicBezTo>
                  <a:cubicBezTo>
                    <a:pt x="70135" y="172912"/>
                    <a:pt x="80969" y="168654"/>
                    <a:pt x="90039" y="159887"/>
                  </a:cubicBezTo>
                  <a:cubicBezTo>
                    <a:pt x="104652" y="146111"/>
                    <a:pt x="114226" y="117057"/>
                    <a:pt x="114226" y="86750"/>
                  </a:cubicBezTo>
                  <a:cubicBezTo>
                    <a:pt x="114226" y="35404"/>
                    <a:pt x="91299" y="88"/>
                    <a:pt x="58294" y="88"/>
                  </a:cubicBezTo>
                  <a:close/>
                  <a:moveTo>
                    <a:pt x="57538" y="6600"/>
                  </a:moveTo>
                  <a:cubicBezTo>
                    <a:pt x="78702" y="6600"/>
                    <a:pt x="90039" y="34903"/>
                    <a:pt x="90039" y="87251"/>
                  </a:cubicBezTo>
                  <a:cubicBezTo>
                    <a:pt x="90039" y="139599"/>
                    <a:pt x="78954" y="166399"/>
                    <a:pt x="57286" y="166399"/>
                  </a:cubicBezTo>
                  <a:cubicBezTo>
                    <a:pt x="35619" y="166399"/>
                    <a:pt x="24533" y="139599"/>
                    <a:pt x="24533" y="87502"/>
                  </a:cubicBezTo>
                  <a:cubicBezTo>
                    <a:pt x="24533" y="34402"/>
                    <a:pt x="35871" y="6600"/>
                    <a:pt x="57538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3" name="Freeform: Shape 3182">
              <a:extLst>
                <a:ext uri="{FF2B5EF4-FFF2-40B4-BE49-F238E27FC236}">
                  <a16:creationId xmlns:a16="http://schemas.microsoft.com/office/drawing/2014/main" id="{04A6071C-51A4-59B7-4F03-97F01EFB12E9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10734091" y="4590025"/>
              <a:ext cx="27966" cy="27802"/>
            </a:xfrm>
            <a:custGeom>
              <a:avLst/>
              <a:gdLst>
                <a:gd name="connsiteX0" fmla="*/ 14208 w 27966"/>
                <a:gd name="connsiteY0" fmla="*/ 88 h 27802"/>
                <a:gd name="connsiteX1" fmla="*/ 351 w 27966"/>
                <a:gd name="connsiteY1" fmla="*/ 14365 h 27802"/>
                <a:gd name="connsiteX2" fmla="*/ 13956 w 27966"/>
                <a:gd name="connsiteY2" fmla="*/ 27890 h 27802"/>
                <a:gd name="connsiteX3" fmla="*/ 28317 w 27966"/>
                <a:gd name="connsiteY3" fmla="*/ 14365 h 27802"/>
                <a:gd name="connsiteX4" fmla="*/ 14208 w 27966"/>
                <a:gd name="connsiteY4" fmla="*/ 88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08" y="88"/>
                  </a:moveTo>
                  <a:cubicBezTo>
                    <a:pt x="6650" y="88"/>
                    <a:pt x="351" y="6600"/>
                    <a:pt x="351" y="14365"/>
                  </a:cubicBezTo>
                  <a:cubicBezTo>
                    <a:pt x="351" y="21629"/>
                    <a:pt x="6650" y="27890"/>
                    <a:pt x="13956" y="27890"/>
                  </a:cubicBezTo>
                  <a:cubicBezTo>
                    <a:pt x="21767" y="27890"/>
                    <a:pt x="28317" y="21629"/>
                    <a:pt x="28317" y="14365"/>
                  </a:cubicBezTo>
                  <a:cubicBezTo>
                    <a:pt x="28317" y="6600"/>
                    <a:pt x="21767" y="88"/>
                    <a:pt x="14208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4" name="Freeform: Shape 3183">
              <a:extLst>
                <a:ext uri="{FF2B5EF4-FFF2-40B4-BE49-F238E27FC236}">
                  <a16:creationId xmlns:a16="http://schemas.microsoft.com/office/drawing/2014/main" id="{083BCC1C-A68B-D132-45CE-164EE64D4637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10785724" y="4445755"/>
              <a:ext cx="113880" cy="172823"/>
            </a:xfrm>
            <a:custGeom>
              <a:avLst/>
              <a:gdLst>
                <a:gd name="connsiteX0" fmla="*/ 58301 w 113880"/>
                <a:gd name="connsiteY0" fmla="*/ 88 h 172823"/>
                <a:gd name="connsiteX1" fmla="*/ 24541 w 113880"/>
                <a:gd name="connsiteY1" fmla="*/ 13113 h 172823"/>
                <a:gd name="connsiteX2" fmla="*/ 354 w 113880"/>
                <a:gd name="connsiteY2" fmla="*/ 85248 h 172823"/>
                <a:gd name="connsiteX3" fmla="*/ 20509 w 113880"/>
                <a:gd name="connsiteY3" fmla="*/ 155880 h 172823"/>
                <a:gd name="connsiteX4" fmla="*/ 57294 w 113880"/>
                <a:gd name="connsiteY4" fmla="*/ 172912 h 172823"/>
                <a:gd name="connsiteX5" fmla="*/ 90047 w 113880"/>
                <a:gd name="connsiteY5" fmla="*/ 159887 h 172823"/>
                <a:gd name="connsiteX6" fmla="*/ 114234 w 113880"/>
                <a:gd name="connsiteY6" fmla="*/ 86750 h 172823"/>
                <a:gd name="connsiteX7" fmla="*/ 58301 w 113880"/>
                <a:gd name="connsiteY7" fmla="*/ 88 h 172823"/>
                <a:gd name="connsiteX8" fmla="*/ 57546 w 113880"/>
                <a:gd name="connsiteY8" fmla="*/ 6600 h 172823"/>
                <a:gd name="connsiteX9" fmla="*/ 90047 w 113880"/>
                <a:gd name="connsiteY9" fmla="*/ 87251 h 172823"/>
                <a:gd name="connsiteX10" fmla="*/ 57294 w 113880"/>
                <a:gd name="connsiteY10" fmla="*/ 166399 h 172823"/>
                <a:gd name="connsiteX11" fmla="*/ 24541 w 113880"/>
                <a:gd name="connsiteY11" fmla="*/ 87502 h 172823"/>
                <a:gd name="connsiteX12" fmla="*/ 57546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01" y="88"/>
                  </a:moveTo>
                  <a:cubicBezTo>
                    <a:pt x="44444" y="88"/>
                    <a:pt x="33863" y="4346"/>
                    <a:pt x="24541" y="13113"/>
                  </a:cubicBezTo>
                  <a:cubicBezTo>
                    <a:pt x="9928" y="27139"/>
                    <a:pt x="354" y="55943"/>
                    <a:pt x="354" y="85248"/>
                  </a:cubicBezTo>
                  <a:cubicBezTo>
                    <a:pt x="354" y="112549"/>
                    <a:pt x="8668" y="141854"/>
                    <a:pt x="20509" y="155880"/>
                  </a:cubicBezTo>
                  <a:cubicBezTo>
                    <a:pt x="29831" y="166900"/>
                    <a:pt x="42681" y="172912"/>
                    <a:pt x="57294" y="172912"/>
                  </a:cubicBezTo>
                  <a:cubicBezTo>
                    <a:pt x="70143" y="172912"/>
                    <a:pt x="80977" y="168654"/>
                    <a:pt x="90047" y="159887"/>
                  </a:cubicBezTo>
                  <a:cubicBezTo>
                    <a:pt x="104660" y="146111"/>
                    <a:pt x="114234" y="117057"/>
                    <a:pt x="114234" y="86750"/>
                  </a:cubicBezTo>
                  <a:cubicBezTo>
                    <a:pt x="114234" y="35404"/>
                    <a:pt x="91306" y="88"/>
                    <a:pt x="58301" y="88"/>
                  </a:cubicBezTo>
                  <a:close/>
                  <a:moveTo>
                    <a:pt x="57546" y="6600"/>
                  </a:moveTo>
                  <a:cubicBezTo>
                    <a:pt x="78709" y="6600"/>
                    <a:pt x="90047" y="34903"/>
                    <a:pt x="90047" y="87251"/>
                  </a:cubicBezTo>
                  <a:cubicBezTo>
                    <a:pt x="90047" y="139599"/>
                    <a:pt x="78961" y="166399"/>
                    <a:pt x="57294" y="166399"/>
                  </a:cubicBezTo>
                  <a:cubicBezTo>
                    <a:pt x="35626" y="166399"/>
                    <a:pt x="24541" y="139599"/>
                    <a:pt x="24541" y="87502"/>
                  </a:cubicBezTo>
                  <a:cubicBezTo>
                    <a:pt x="24541" y="34402"/>
                    <a:pt x="35878" y="6600"/>
                    <a:pt x="57546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5" name="Freeform: Shape 3184">
              <a:extLst>
                <a:ext uri="{FF2B5EF4-FFF2-40B4-BE49-F238E27FC236}">
                  <a16:creationId xmlns:a16="http://schemas.microsoft.com/office/drawing/2014/main" id="{D216E7B5-4978-38BA-CCF0-887CFB8530DA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10934089" y="4445755"/>
              <a:ext cx="71300" cy="169316"/>
            </a:xfrm>
            <a:custGeom>
              <a:avLst/>
              <a:gdLst>
                <a:gd name="connsiteX0" fmla="*/ 45709 w 71300"/>
                <a:gd name="connsiteY0" fmla="*/ 88 h 169316"/>
                <a:gd name="connsiteX1" fmla="*/ 359 w 71300"/>
                <a:gd name="connsiteY1" fmla="*/ 22881 h 169316"/>
                <a:gd name="connsiteX2" fmla="*/ 359 w 71300"/>
                <a:gd name="connsiteY2" fmla="*/ 26387 h 169316"/>
                <a:gd name="connsiteX3" fmla="*/ 7161 w 71300"/>
                <a:gd name="connsiteY3" fmla="*/ 23632 h 169316"/>
                <a:gd name="connsiteX4" fmla="*/ 18499 w 71300"/>
                <a:gd name="connsiteY4" fmla="*/ 20877 h 169316"/>
                <a:gd name="connsiteX5" fmla="*/ 26057 w 71300"/>
                <a:gd name="connsiteY5" fmla="*/ 32649 h 169316"/>
                <a:gd name="connsiteX6" fmla="*/ 26057 w 71300"/>
                <a:gd name="connsiteY6" fmla="*/ 146111 h 169316"/>
                <a:gd name="connsiteX7" fmla="*/ 20010 w 71300"/>
                <a:gd name="connsiteY7" fmla="*/ 162392 h 169316"/>
                <a:gd name="connsiteX8" fmla="*/ 2122 w 71300"/>
                <a:gd name="connsiteY8" fmla="*/ 165648 h 169316"/>
                <a:gd name="connsiteX9" fmla="*/ 2122 w 71300"/>
                <a:gd name="connsiteY9" fmla="*/ 169405 h 169316"/>
                <a:gd name="connsiteX10" fmla="*/ 71660 w 71300"/>
                <a:gd name="connsiteY10" fmla="*/ 169405 h 169316"/>
                <a:gd name="connsiteX11" fmla="*/ 71660 w 71300"/>
                <a:gd name="connsiteY11" fmla="*/ 165648 h 169316"/>
                <a:gd name="connsiteX12" fmla="*/ 47725 w 71300"/>
                <a:gd name="connsiteY12" fmla="*/ 150870 h 169316"/>
                <a:gd name="connsiteX13" fmla="*/ 47725 w 71300"/>
                <a:gd name="connsiteY13" fmla="*/ 589 h 169316"/>
                <a:gd name="connsiteX14" fmla="*/ 45709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709" y="88"/>
                  </a:moveTo>
                  <a:lnTo>
                    <a:pt x="359" y="22881"/>
                  </a:lnTo>
                  <a:lnTo>
                    <a:pt x="359" y="26387"/>
                  </a:lnTo>
                  <a:cubicBezTo>
                    <a:pt x="3382" y="25135"/>
                    <a:pt x="6153" y="24133"/>
                    <a:pt x="7161" y="23632"/>
                  </a:cubicBezTo>
                  <a:cubicBezTo>
                    <a:pt x="11696" y="21879"/>
                    <a:pt x="15979" y="20877"/>
                    <a:pt x="18499" y="20877"/>
                  </a:cubicBezTo>
                  <a:cubicBezTo>
                    <a:pt x="23790" y="20877"/>
                    <a:pt x="26057" y="24634"/>
                    <a:pt x="26057" y="32649"/>
                  </a:cubicBezTo>
                  <a:lnTo>
                    <a:pt x="26057" y="146111"/>
                  </a:lnTo>
                  <a:cubicBezTo>
                    <a:pt x="26057" y="154377"/>
                    <a:pt x="24042" y="160138"/>
                    <a:pt x="20010" y="162392"/>
                  </a:cubicBezTo>
                  <a:cubicBezTo>
                    <a:pt x="16231" y="164646"/>
                    <a:pt x="12704" y="165398"/>
                    <a:pt x="2122" y="165648"/>
                  </a:cubicBezTo>
                  <a:lnTo>
                    <a:pt x="2122" y="169405"/>
                  </a:lnTo>
                  <a:lnTo>
                    <a:pt x="71660" y="169405"/>
                  </a:lnTo>
                  <a:lnTo>
                    <a:pt x="71660" y="165648"/>
                  </a:lnTo>
                  <a:cubicBezTo>
                    <a:pt x="51756" y="165398"/>
                    <a:pt x="47725" y="162893"/>
                    <a:pt x="47725" y="150870"/>
                  </a:cubicBezTo>
                  <a:lnTo>
                    <a:pt x="47725" y="589"/>
                  </a:lnTo>
                  <a:lnTo>
                    <a:pt x="45709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6" name="Freeform: Shape 3185">
              <a:extLst>
                <a:ext uri="{FF2B5EF4-FFF2-40B4-BE49-F238E27FC236}">
                  <a16:creationId xmlns:a16="http://schemas.microsoft.com/office/drawing/2014/main" id="{7A31B721-E352-D984-034B-CFC2C7A74BCF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11037608" y="4449262"/>
              <a:ext cx="108085" cy="167813"/>
            </a:xfrm>
            <a:custGeom>
              <a:avLst/>
              <a:gdLst>
                <a:gd name="connsiteX0" fmla="*/ 108449 w 108085"/>
                <a:gd name="connsiteY0" fmla="*/ 88 h 167813"/>
                <a:gd name="connsiteX1" fmla="*/ 15228 w 108085"/>
                <a:gd name="connsiteY1" fmla="*/ 88 h 167813"/>
                <a:gd name="connsiteX2" fmla="*/ 364 w 108085"/>
                <a:gd name="connsiteY2" fmla="*/ 36907 h 167813"/>
                <a:gd name="connsiteX3" fmla="*/ 4647 w 108085"/>
                <a:gd name="connsiteY3" fmla="*/ 38911 h 167813"/>
                <a:gd name="connsiteX4" fmla="*/ 33873 w 108085"/>
                <a:gd name="connsiteY4" fmla="*/ 18623 h 167813"/>
                <a:gd name="connsiteX5" fmla="*/ 88545 w 108085"/>
                <a:gd name="connsiteY5" fmla="*/ 18623 h 167813"/>
                <a:gd name="connsiteX6" fmla="*/ 38660 w 108085"/>
                <a:gd name="connsiteY6" fmla="*/ 167902 h 167813"/>
                <a:gd name="connsiteX7" fmla="*/ 55036 w 108085"/>
                <a:gd name="connsiteY7" fmla="*/ 167902 h 167813"/>
                <a:gd name="connsiteX8" fmla="*/ 108449 w 108085"/>
                <a:gd name="connsiteY8" fmla="*/ 4096 h 167813"/>
                <a:gd name="connsiteX9" fmla="*/ 108449 w 108085"/>
                <a:gd name="connsiteY9" fmla="*/ 88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449" y="88"/>
                  </a:moveTo>
                  <a:lnTo>
                    <a:pt x="15228" y="88"/>
                  </a:lnTo>
                  <a:lnTo>
                    <a:pt x="364" y="36907"/>
                  </a:lnTo>
                  <a:lnTo>
                    <a:pt x="4647" y="38911"/>
                  </a:lnTo>
                  <a:cubicBezTo>
                    <a:pt x="15480" y="21879"/>
                    <a:pt x="20015" y="18623"/>
                    <a:pt x="33873" y="18623"/>
                  </a:cubicBezTo>
                  <a:lnTo>
                    <a:pt x="88545" y="18623"/>
                  </a:lnTo>
                  <a:lnTo>
                    <a:pt x="38660" y="167902"/>
                  </a:lnTo>
                  <a:lnTo>
                    <a:pt x="55036" y="167902"/>
                  </a:lnTo>
                  <a:lnTo>
                    <a:pt x="108449" y="4096"/>
                  </a:lnTo>
                  <a:lnTo>
                    <a:pt x="108449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7" name="Freeform: Shape 3186">
              <a:extLst>
                <a:ext uri="{FF2B5EF4-FFF2-40B4-BE49-F238E27FC236}">
                  <a16:creationId xmlns:a16="http://schemas.microsoft.com/office/drawing/2014/main" id="{EBD54E6C-0868-902A-EAC9-0871524EFF15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11167077" y="4442749"/>
              <a:ext cx="102290" cy="175828"/>
            </a:xfrm>
            <a:custGeom>
              <a:avLst/>
              <a:gdLst>
                <a:gd name="connsiteX0" fmla="*/ 37909 w 102290"/>
                <a:gd name="connsiteY0" fmla="*/ 26387 h 175828"/>
                <a:gd name="connsiteX1" fmla="*/ 87290 w 102290"/>
                <a:gd name="connsiteY1" fmla="*/ 26387 h 175828"/>
                <a:gd name="connsiteX2" fmla="*/ 93085 w 102290"/>
                <a:gd name="connsiteY2" fmla="*/ 24133 h 175828"/>
                <a:gd name="connsiteX3" fmla="*/ 102659 w 102290"/>
                <a:gd name="connsiteY3" fmla="*/ 1842 h 175828"/>
                <a:gd name="connsiteX4" fmla="*/ 100392 w 102290"/>
                <a:gd name="connsiteY4" fmla="*/ 88 h 175828"/>
                <a:gd name="connsiteX5" fmla="*/ 88802 w 102290"/>
                <a:gd name="connsiteY5" fmla="*/ 6600 h 175828"/>
                <a:gd name="connsiteX6" fmla="*/ 36145 w 102290"/>
                <a:gd name="connsiteY6" fmla="*/ 6600 h 175828"/>
                <a:gd name="connsiteX7" fmla="*/ 8683 w 102290"/>
                <a:gd name="connsiteY7" fmla="*/ 65962 h 175828"/>
                <a:gd name="connsiteX8" fmla="*/ 8431 w 102290"/>
                <a:gd name="connsiteY8" fmla="*/ 67214 h 175828"/>
                <a:gd name="connsiteX9" fmla="*/ 11454 w 102290"/>
                <a:gd name="connsiteY9" fmla="*/ 69218 h 175828"/>
                <a:gd name="connsiteX10" fmla="*/ 39924 w 102290"/>
                <a:gd name="connsiteY10" fmla="*/ 74227 h 175828"/>
                <a:gd name="connsiteX11" fmla="*/ 82251 w 102290"/>
                <a:gd name="connsiteY11" fmla="*/ 123820 h 175828"/>
                <a:gd name="connsiteX12" fmla="*/ 47231 w 102290"/>
                <a:gd name="connsiteY12" fmla="*/ 166650 h 175828"/>
                <a:gd name="connsiteX13" fmla="*/ 30350 w 102290"/>
                <a:gd name="connsiteY13" fmla="*/ 159386 h 175828"/>
                <a:gd name="connsiteX14" fmla="*/ 11202 w 102290"/>
                <a:gd name="connsiteY14" fmla="*/ 151121 h 175828"/>
                <a:gd name="connsiteX15" fmla="*/ 369 w 102290"/>
                <a:gd name="connsiteY15" fmla="*/ 160388 h 175828"/>
                <a:gd name="connsiteX16" fmla="*/ 31106 w 102290"/>
                <a:gd name="connsiteY16" fmla="*/ 175917 h 175828"/>
                <a:gd name="connsiteX17" fmla="*/ 83007 w 102290"/>
                <a:gd name="connsiteY17" fmla="*/ 156381 h 175828"/>
                <a:gd name="connsiteX18" fmla="*/ 99888 w 102290"/>
                <a:gd name="connsiteY18" fmla="*/ 111797 h 175828"/>
                <a:gd name="connsiteX19" fmla="*/ 82503 w 102290"/>
                <a:gd name="connsiteY19" fmla="*/ 69719 h 175828"/>
                <a:gd name="connsiteX20" fmla="*/ 27327 w 102290"/>
                <a:gd name="connsiteY20" fmla="*/ 47677 h 175828"/>
                <a:gd name="connsiteX21" fmla="*/ 37909 w 102290"/>
                <a:gd name="connsiteY21" fmla="*/ 26387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909" y="26387"/>
                  </a:moveTo>
                  <a:lnTo>
                    <a:pt x="87290" y="26387"/>
                  </a:lnTo>
                  <a:cubicBezTo>
                    <a:pt x="91321" y="26387"/>
                    <a:pt x="92329" y="25887"/>
                    <a:pt x="93085" y="24133"/>
                  </a:cubicBezTo>
                  <a:lnTo>
                    <a:pt x="102659" y="1842"/>
                  </a:lnTo>
                  <a:lnTo>
                    <a:pt x="100392" y="88"/>
                  </a:lnTo>
                  <a:cubicBezTo>
                    <a:pt x="96612" y="5348"/>
                    <a:pt x="94093" y="6600"/>
                    <a:pt x="88802" y="6600"/>
                  </a:cubicBezTo>
                  <a:lnTo>
                    <a:pt x="36145" y="6600"/>
                  </a:lnTo>
                  <a:lnTo>
                    <a:pt x="8683" y="65962"/>
                  </a:lnTo>
                  <a:cubicBezTo>
                    <a:pt x="8431" y="66462"/>
                    <a:pt x="8431" y="66713"/>
                    <a:pt x="8431" y="67214"/>
                  </a:cubicBezTo>
                  <a:cubicBezTo>
                    <a:pt x="8431" y="68466"/>
                    <a:pt x="9439" y="69218"/>
                    <a:pt x="11454" y="69218"/>
                  </a:cubicBezTo>
                  <a:cubicBezTo>
                    <a:pt x="19517" y="69218"/>
                    <a:pt x="29594" y="70971"/>
                    <a:pt x="39924" y="74227"/>
                  </a:cubicBezTo>
                  <a:cubicBezTo>
                    <a:pt x="68898" y="83494"/>
                    <a:pt x="82251" y="99023"/>
                    <a:pt x="82251" y="123820"/>
                  </a:cubicBezTo>
                  <a:cubicBezTo>
                    <a:pt x="82251" y="147865"/>
                    <a:pt x="66883" y="166650"/>
                    <a:pt x="47231" y="166650"/>
                  </a:cubicBezTo>
                  <a:cubicBezTo>
                    <a:pt x="42192" y="166650"/>
                    <a:pt x="37909" y="164897"/>
                    <a:pt x="30350" y="159386"/>
                  </a:cubicBezTo>
                  <a:cubicBezTo>
                    <a:pt x="22288" y="153626"/>
                    <a:pt x="16493" y="151121"/>
                    <a:pt x="11202" y="151121"/>
                  </a:cubicBezTo>
                  <a:cubicBezTo>
                    <a:pt x="3896" y="151121"/>
                    <a:pt x="369" y="154126"/>
                    <a:pt x="369" y="160388"/>
                  </a:cubicBezTo>
                  <a:cubicBezTo>
                    <a:pt x="369" y="169906"/>
                    <a:pt x="12210" y="175917"/>
                    <a:pt x="31106" y="175917"/>
                  </a:cubicBezTo>
                  <a:cubicBezTo>
                    <a:pt x="52270" y="175917"/>
                    <a:pt x="70410" y="169155"/>
                    <a:pt x="83007" y="156381"/>
                  </a:cubicBezTo>
                  <a:cubicBezTo>
                    <a:pt x="94597" y="145110"/>
                    <a:pt x="99888" y="130833"/>
                    <a:pt x="99888" y="111797"/>
                  </a:cubicBezTo>
                  <a:cubicBezTo>
                    <a:pt x="99888" y="93764"/>
                    <a:pt x="95101" y="82242"/>
                    <a:pt x="82503" y="69719"/>
                  </a:cubicBezTo>
                  <a:cubicBezTo>
                    <a:pt x="71418" y="58698"/>
                    <a:pt x="57057" y="52937"/>
                    <a:pt x="27327" y="47677"/>
                  </a:cubicBezTo>
                  <a:lnTo>
                    <a:pt x="37909" y="2638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8" name="Freeform: Shape 3187">
              <a:extLst>
                <a:ext uri="{FF2B5EF4-FFF2-40B4-BE49-F238E27FC236}">
                  <a16:creationId xmlns:a16="http://schemas.microsoft.com/office/drawing/2014/main" id="{D48A4E61-1DEC-3425-45AB-049EA4C329D0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11288484" y="4445755"/>
              <a:ext cx="115895" cy="169316"/>
            </a:xfrm>
            <a:custGeom>
              <a:avLst/>
              <a:gdLst>
                <a:gd name="connsiteX0" fmla="*/ 116269 w 115895"/>
                <a:gd name="connsiteY0" fmla="*/ 111547 h 169316"/>
                <a:gd name="connsiteX1" fmla="*/ 90571 w 115895"/>
                <a:gd name="connsiteY1" fmla="*/ 111547 h 169316"/>
                <a:gd name="connsiteX2" fmla="*/ 90571 w 115895"/>
                <a:gd name="connsiteY2" fmla="*/ 88 h 169316"/>
                <a:gd name="connsiteX3" fmla="*/ 79485 w 115895"/>
                <a:gd name="connsiteY3" fmla="*/ 88 h 169316"/>
                <a:gd name="connsiteX4" fmla="*/ 374 w 115895"/>
                <a:gd name="connsiteY4" fmla="*/ 111547 h 169316"/>
                <a:gd name="connsiteX5" fmla="*/ 374 w 115895"/>
                <a:gd name="connsiteY5" fmla="*/ 127577 h 169316"/>
                <a:gd name="connsiteX6" fmla="*/ 71171 w 115895"/>
                <a:gd name="connsiteY6" fmla="*/ 127577 h 169316"/>
                <a:gd name="connsiteX7" fmla="*/ 71171 w 115895"/>
                <a:gd name="connsiteY7" fmla="*/ 169405 h 169316"/>
                <a:gd name="connsiteX8" fmla="*/ 90571 w 115895"/>
                <a:gd name="connsiteY8" fmla="*/ 169405 h 169316"/>
                <a:gd name="connsiteX9" fmla="*/ 90571 w 115895"/>
                <a:gd name="connsiteY9" fmla="*/ 127577 h 169316"/>
                <a:gd name="connsiteX10" fmla="*/ 116269 w 115895"/>
                <a:gd name="connsiteY10" fmla="*/ 127577 h 169316"/>
                <a:gd name="connsiteX11" fmla="*/ 116269 w 115895"/>
                <a:gd name="connsiteY11" fmla="*/ 111547 h 169316"/>
                <a:gd name="connsiteX12" fmla="*/ 70919 w 115895"/>
                <a:gd name="connsiteY12" fmla="*/ 111547 h 169316"/>
                <a:gd name="connsiteX13" fmla="*/ 10451 w 115895"/>
                <a:gd name="connsiteY13" fmla="*/ 111547 h 169316"/>
                <a:gd name="connsiteX14" fmla="*/ 70919 w 115895"/>
                <a:gd name="connsiteY14" fmla="*/ 25636 h 169316"/>
                <a:gd name="connsiteX15" fmla="*/ 70919 w 115895"/>
                <a:gd name="connsiteY15" fmla="*/ 111547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269" y="111547"/>
                  </a:moveTo>
                  <a:lnTo>
                    <a:pt x="90571" y="111547"/>
                  </a:lnTo>
                  <a:lnTo>
                    <a:pt x="90571" y="88"/>
                  </a:lnTo>
                  <a:lnTo>
                    <a:pt x="79485" y="88"/>
                  </a:lnTo>
                  <a:lnTo>
                    <a:pt x="374" y="111547"/>
                  </a:lnTo>
                  <a:lnTo>
                    <a:pt x="374" y="127577"/>
                  </a:lnTo>
                  <a:lnTo>
                    <a:pt x="71171" y="127577"/>
                  </a:lnTo>
                  <a:lnTo>
                    <a:pt x="71171" y="169405"/>
                  </a:lnTo>
                  <a:lnTo>
                    <a:pt x="90571" y="169405"/>
                  </a:lnTo>
                  <a:lnTo>
                    <a:pt x="90571" y="127577"/>
                  </a:lnTo>
                  <a:lnTo>
                    <a:pt x="116269" y="127577"/>
                  </a:lnTo>
                  <a:lnTo>
                    <a:pt x="116269" y="111547"/>
                  </a:lnTo>
                  <a:close/>
                  <a:moveTo>
                    <a:pt x="70919" y="111547"/>
                  </a:moveTo>
                  <a:lnTo>
                    <a:pt x="10451" y="111547"/>
                  </a:lnTo>
                  <a:lnTo>
                    <a:pt x="70919" y="25636"/>
                  </a:lnTo>
                  <a:lnTo>
                    <a:pt x="70919" y="11154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89" name="Freeform: Shape 3188">
              <a:extLst>
                <a:ext uri="{FF2B5EF4-FFF2-40B4-BE49-F238E27FC236}">
                  <a16:creationId xmlns:a16="http://schemas.microsoft.com/office/drawing/2014/main" id="{A09279AE-B039-3CBC-5012-E4A58E43CA5D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11426016" y="4445755"/>
              <a:ext cx="98007" cy="172823"/>
            </a:xfrm>
            <a:custGeom>
              <a:avLst/>
              <a:gdLst>
                <a:gd name="connsiteX0" fmla="*/ 59334 w 98007"/>
                <a:gd name="connsiteY0" fmla="*/ 76481 h 172823"/>
                <a:gd name="connsiteX1" fmla="*/ 93095 w 98007"/>
                <a:gd name="connsiteY1" fmla="*/ 35655 h 172823"/>
                <a:gd name="connsiteX2" fmla="*/ 49760 w 98007"/>
                <a:gd name="connsiteY2" fmla="*/ 88 h 172823"/>
                <a:gd name="connsiteX3" fmla="*/ 1890 w 98007"/>
                <a:gd name="connsiteY3" fmla="*/ 39662 h 172823"/>
                <a:gd name="connsiteX4" fmla="*/ 33132 w 98007"/>
                <a:gd name="connsiteY4" fmla="*/ 86249 h 172823"/>
                <a:gd name="connsiteX5" fmla="*/ 379 w 98007"/>
                <a:gd name="connsiteY5" fmla="*/ 131584 h 172823"/>
                <a:gd name="connsiteX6" fmla="*/ 48752 w 98007"/>
                <a:gd name="connsiteY6" fmla="*/ 172912 h 172823"/>
                <a:gd name="connsiteX7" fmla="*/ 98386 w 98007"/>
                <a:gd name="connsiteY7" fmla="*/ 130582 h 172823"/>
                <a:gd name="connsiteX8" fmla="*/ 59334 w 98007"/>
                <a:gd name="connsiteY8" fmla="*/ 76481 h 172823"/>
                <a:gd name="connsiteX9" fmla="*/ 54799 w 98007"/>
                <a:gd name="connsiteY9" fmla="*/ 102279 h 172823"/>
                <a:gd name="connsiteX10" fmla="*/ 79238 w 98007"/>
                <a:gd name="connsiteY10" fmla="*/ 138347 h 172823"/>
                <a:gd name="connsiteX11" fmla="*/ 51524 w 98007"/>
                <a:gd name="connsiteY11" fmla="*/ 165899 h 172823"/>
                <a:gd name="connsiteX12" fmla="*/ 19526 w 98007"/>
                <a:gd name="connsiteY12" fmla="*/ 129581 h 172823"/>
                <a:gd name="connsiteX13" fmla="*/ 39682 w 98007"/>
                <a:gd name="connsiteY13" fmla="*/ 91259 h 172823"/>
                <a:gd name="connsiteX14" fmla="*/ 54799 w 98007"/>
                <a:gd name="connsiteY14" fmla="*/ 102279 h 172823"/>
                <a:gd name="connsiteX15" fmla="*/ 52028 w 98007"/>
                <a:gd name="connsiteY15" fmla="*/ 71973 h 172823"/>
                <a:gd name="connsiteX16" fmla="*/ 20534 w 98007"/>
                <a:gd name="connsiteY16" fmla="*/ 31898 h 172823"/>
                <a:gd name="connsiteX17" fmla="*/ 47745 w 98007"/>
                <a:gd name="connsiteY17" fmla="*/ 7101 h 172823"/>
                <a:gd name="connsiteX18" fmla="*/ 75711 w 98007"/>
                <a:gd name="connsiteY18" fmla="*/ 35404 h 172823"/>
                <a:gd name="connsiteX19" fmla="*/ 54295 w 98007"/>
                <a:gd name="connsiteY19" fmla="*/ 70470 h 172823"/>
                <a:gd name="connsiteX20" fmla="*/ 52028 w 98007"/>
                <a:gd name="connsiteY20" fmla="*/ 7197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007" h="172823">
                  <a:moveTo>
                    <a:pt x="59334" y="76481"/>
                  </a:moveTo>
                  <a:cubicBezTo>
                    <a:pt x="84277" y="63206"/>
                    <a:pt x="93095" y="52687"/>
                    <a:pt x="93095" y="35655"/>
                  </a:cubicBezTo>
                  <a:cubicBezTo>
                    <a:pt x="93095" y="15116"/>
                    <a:pt x="74955" y="88"/>
                    <a:pt x="49760" y="88"/>
                  </a:cubicBezTo>
                  <a:cubicBezTo>
                    <a:pt x="22298" y="88"/>
                    <a:pt x="1890" y="16870"/>
                    <a:pt x="1890" y="39662"/>
                  </a:cubicBezTo>
                  <a:cubicBezTo>
                    <a:pt x="1890" y="55943"/>
                    <a:pt x="6677" y="63206"/>
                    <a:pt x="33132" y="86249"/>
                  </a:cubicBezTo>
                  <a:cubicBezTo>
                    <a:pt x="5921" y="106788"/>
                    <a:pt x="379" y="114552"/>
                    <a:pt x="379" y="131584"/>
                  </a:cubicBezTo>
                  <a:cubicBezTo>
                    <a:pt x="379" y="155880"/>
                    <a:pt x="20282" y="172912"/>
                    <a:pt x="48752" y="172912"/>
                  </a:cubicBezTo>
                  <a:cubicBezTo>
                    <a:pt x="78986" y="172912"/>
                    <a:pt x="98386" y="156381"/>
                    <a:pt x="98386" y="130582"/>
                  </a:cubicBezTo>
                  <a:cubicBezTo>
                    <a:pt x="98386" y="111296"/>
                    <a:pt x="89820" y="99023"/>
                    <a:pt x="59334" y="76481"/>
                  </a:cubicBezTo>
                  <a:close/>
                  <a:moveTo>
                    <a:pt x="54799" y="102279"/>
                  </a:moveTo>
                  <a:cubicBezTo>
                    <a:pt x="73191" y="115304"/>
                    <a:pt x="79238" y="124321"/>
                    <a:pt x="79238" y="138347"/>
                  </a:cubicBezTo>
                  <a:cubicBezTo>
                    <a:pt x="79238" y="154627"/>
                    <a:pt x="67900" y="165899"/>
                    <a:pt x="51524" y="165899"/>
                  </a:cubicBezTo>
                  <a:cubicBezTo>
                    <a:pt x="32376" y="165899"/>
                    <a:pt x="19526" y="151371"/>
                    <a:pt x="19526" y="129581"/>
                  </a:cubicBezTo>
                  <a:cubicBezTo>
                    <a:pt x="19526" y="113551"/>
                    <a:pt x="25069" y="103031"/>
                    <a:pt x="39682" y="91259"/>
                  </a:cubicBezTo>
                  <a:lnTo>
                    <a:pt x="54799" y="102279"/>
                  </a:lnTo>
                  <a:close/>
                  <a:moveTo>
                    <a:pt x="52028" y="71973"/>
                  </a:moveTo>
                  <a:cubicBezTo>
                    <a:pt x="29604" y="57446"/>
                    <a:pt x="20534" y="45924"/>
                    <a:pt x="20534" y="31898"/>
                  </a:cubicBezTo>
                  <a:cubicBezTo>
                    <a:pt x="20534" y="17371"/>
                    <a:pt x="31872" y="7101"/>
                    <a:pt x="47745" y="7101"/>
                  </a:cubicBezTo>
                  <a:cubicBezTo>
                    <a:pt x="64877" y="7101"/>
                    <a:pt x="75711" y="18122"/>
                    <a:pt x="75711" y="35404"/>
                  </a:cubicBezTo>
                  <a:cubicBezTo>
                    <a:pt x="75711" y="49681"/>
                    <a:pt x="68656" y="60952"/>
                    <a:pt x="54295" y="70470"/>
                  </a:cubicBezTo>
                  <a:cubicBezTo>
                    <a:pt x="53035" y="71221"/>
                    <a:pt x="53035" y="71221"/>
                    <a:pt x="52028" y="7197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0" name="Freeform: Shape 3189">
              <a:extLst>
                <a:ext uri="{FF2B5EF4-FFF2-40B4-BE49-F238E27FC236}">
                  <a16:creationId xmlns:a16="http://schemas.microsoft.com/office/drawing/2014/main" id="{5C880488-FFB6-0A73-8206-DBF462EB081F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11543391" y="4449262"/>
              <a:ext cx="108085" cy="167813"/>
            </a:xfrm>
            <a:custGeom>
              <a:avLst/>
              <a:gdLst>
                <a:gd name="connsiteX0" fmla="*/ 108469 w 108085"/>
                <a:gd name="connsiteY0" fmla="*/ 88 h 167813"/>
                <a:gd name="connsiteX1" fmla="*/ 15248 w 108085"/>
                <a:gd name="connsiteY1" fmla="*/ 88 h 167813"/>
                <a:gd name="connsiteX2" fmla="*/ 384 w 108085"/>
                <a:gd name="connsiteY2" fmla="*/ 36907 h 167813"/>
                <a:gd name="connsiteX3" fmla="*/ 4667 w 108085"/>
                <a:gd name="connsiteY3" fmla="*/ 38911 h 167813"/>
                <a:gd name="connsiteX4" fmla="*/ 33892 w 108085"/>
                <a:gd name="connsiteY4" fmla="*/ 18623 h 167813"/>
                <a:gd name="connsiteX5" fmla="*/ 88565 w 108085"/>
                <a:gd name="connsiteY5" fmla="*/ 18623 h 167813"/>
                <a:gd name="connsiteX6" fmla="*/ 38679 w 108085"/>
                <a:gd name="connsiteY6" fmla="*/ 167902 h 167813"/>
                <a:gd name="connsiteX7" fmla="*/ 55056 w 108085"/>
                <a:gd name="connsiteY7" fmla="*/ 167902 h 167813"/>
                <a:gd name="connsiteX8" fmla="*/ 108469 w 108085"/>
                <a:gd name="connsiteY8" fmla="*/ 4096 h 167813"/>
                <a:gd name="connsiteX9" fmla="*/ 108469 w 108085"/>
                <a:gd name="connsiteY9" fmla="*/ 88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469" y="88"/>
                  </a:moveTo>
                  <a:lnTo>
                    <a:pt x="15248" y="88"/>
                  </a:lnTo>
                  <a:lnTo>
                    <a:pt x="384" y="36907"/>
                  </a:lnTo>
                  <a:lnTo>
                    <a:pt x="4667" y="38911"/>
                  </a:lnTo>
                  <a:cubicBezTo>
                    <a:pt x="15500" y="21879"/>
                    <a:pt x="20035" y="18623"/>
                    <a:pt x="33892" y="18623"/>
                  </a:cubicBezTo>
                  <a:lnTo>
                    <a:pt x="88565" y="18623"/>
                  </a:lnTo>
                  <a:lnTo>
                    <a:pt x="38679" y="167902"/>
                  </a:lnTo>
                  <a:lnTo>
                    <a:pt x="55056" y="167902"/>
                  </a:lnTo>
                  <a:lnTo>
                    <a:pt x="108469" y="4096"/>
                  </a:lnTo>
                  <a:lnTo>
                    <a:pt x="108469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1" name="Freeform: Shape 3190">
              <a:extLst>
                <a:ext uri="{FF2B5EF4-FFF2-40B4-BE49-F238E27FC236}">
                  <a16:creationId xmlns:a16="http://schemas.microsoft.com/office/drawing/2014/main" id="{661713DF-D88A-8058-F854-5C35F14E7C30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11672357" y="4445755"/>
              <a:ext cx="108085" cy="174827"/>
            </a:xfrm>
            <a:custGeom>
              <a:avLst/>
              <a:gdLst>
                <a:gd name="connsiteX0" fmla="*/ 7695 w 108085"/>
                <a:gd name="connsiteY0" fmla="*/ 174915 h 174827"/>
                <a:gd name="connsiteX1" fmla="*/ 66902 w 108085"/>
                <a:gd name="connsiteY1" fmla="*/ 154627 h 174827"/>
                <a:gd name="connsiteX2" fmla="*/ 108474 w 108085"/>
                <a:gd name="connsiteY2" fmla="*/ 70720 h 174827"/>
                <a:gd name="connsiteX3" fmla="*/ 52793 w 108085"/>
                <a:gd name="connsiteY3" fmla="*/ 88 h 174827"/>
                <a:gd name="connsiteX4" fmla="*/ 388 w 108085"/>
                <a:gd name="connsiteY4" fmla="*/ 59199 h 174827"/>
                <a:gd name="connsiteX5" fmla="*/ 45739 w 108085"/>
                <a:gd name="connsiteY5" fmla="*/ 110044 h 174827"/>
                <a:gd name="connsiteX6" fmla="*/ 83531 w 108085"/>
                <a:gd name="connsiteY6" fmla="*/ 95767 h 174827"/>
                <a:gd name="connsiteX7" fmla="*/ 6939 w 108085"/>
                <a:gd name="connsiteY7" fmla="*/ 169906 h 174827"/>
                <a:gd name="connsiteX8" fmla="*/ 7695 w 108085"/>
                <a:gd name="connsiteY8" fmla="*/ 174915 h 174827"/>
                <a:gd name="connsiteX9" fmla="*/ 84035 w 108085"/>
                <a:gd name="connsiteY9" fmla="*/ 80489 h 174827"/>
                <a:gd name="connsiteX10" fmla="*/ 80256 w 108085"/>
                <a:gd name="connsiteY10" fmla="*/ 90007 h 174827"/>
                <a:gd name="connsiteX11" fmla="*/ 54809 w 108085"/>
                <a:gd name="connsiteY11" fmla="*/ 99274 h 174827"/>
                <a:gd name="connsiteX12" fmla="*/ 23568 w 108085"/>
                <a:gd name="connsiteY12" fmla="*/ 50683 h 174827"/>
                <a:gd name="connsiteX13" fmla="*/ 32890 w 108085"/>
                <a:gd name="connsiteY13" fmla="*/ 14866 h 174827"/>
                <a:gd name="connsiteX14" fmla="*/ 50778 w 108085"/>
                <a:gd name="connsiteY14" fmla="*/ 7101 h 174827"/>
                <a:gd name="connsiteX15" fmla="*/ 84035 w 108085"/>
                <a:gd name="connsiteY15" fmla="*/ 70720 h 174827"/>
                <a:gd name="connsiteX16" fmla="*/ 84035 w 108085"/>
                <a:gd name="connsiteY16" fmla="*/ 80489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695" y="174915"/>
                  </a:moveTo>
                  <a:cubicBezTo>
                    <a:pt x="35913" y="171659"/>
                    <a:pt x="49770" y="166900"/>
                    <a:pt x="66902" y="154627"/>
                  </a:cubicBezTo>
                  <a:cubicBezTo>
                    <a:pt x="93105" y="135592"/>
                    <a:pt x="108474" y="104534"/>
                    <a:pt x="108474" y="70720"/>
                  </a:cubicBezTo>
                  <a:cubicBezTo>
                    <a:pt x="108474" y="29393"/>
                    <a:pt x="85295" y="88"/>
                    <a:pt x="52793" y="88"/>
                  </a:cubicBezTo>
                  <a:cubicBezTo>
                    <a:pt x="22812" y="88"/>
                    <a:pt x="388" y="25386"/>
                    <a:pt x="388" y="59199"/>
                  </a:cubicBezTo>
                  <a:cubicBezTo>
                    <a:pt x="388" y="89756"/>
                    <a:pt x="18529" y="110044"/>
                    <a:pt x="45739" y="110044"/>
                  </a:cubicBezTo>
                  <a:cubicBezTo>
                    <a:pt x="59596" y="110044"/>
                    <a:pt x="70178" y="106037"/>
                    <a:pt x="83531" y="95767"/>
                  </a:cubicBezTo>
                  <a:cubicBezTo>
                    <a:pt x="73201" y="136594"/>
                    <a:pt x="45235" y="163394"/>
                    <a:pt x="6939" y="169906"/>
                  </a:cubicBezTo>
                  <a:lnTo>
                    <a:pt x="7695" y="174915"/>
                  </a:lnTo>
                  <a:close/>
                  <a:moveTo>
                    <a:pt x="84035" y="80489"/>
                  </a:moveTo>
                  <a:cubicBezTo>
                    <a:pt x="84035" y="85498"/>
                    <a:pt x="83027" y="87752"/>
                    <a:pt x="80256" y="90007"/>
                  </a:cubicBezTo>
                  <a:cubicBezTo>
                    <a:pt x="73201" y="96018"/>
                    <a:pt x="63879" y="99274"/>
                    <a:pt x="54809" y="99274"/>
                  </a:cubicBezTo>
                  <a:cubicBezTo>
                    <a:pt x="35661" y="99274"/>
                    <a:pt x="23568" y="80489"/>
                    <a:pt x="23568" y="50683"/>
                  </a:cubicBezTo>
                  <a:cubicBezTo>
                    <a:pt x="23568" y="36406"/>
                    <a:pt x="27599" y="21378"/>
                    <a:pt x="32890" y="14866"/>
                  </a:cubicBezTo>
                  <a:cubicBezTo>
                    <a:pt x="37173" y="9857"/>
                    <a:pt x="43471" y="7101"/>
                    <a:pt x="50778" y="7101"/>
                  </a:cubicBezTo>
                  <a:cubicBezTo>
                    <a:pt x="72697" y="7101"/>
                    <a:pt x="84035" y="28642"/>
                    <a:pt x="84035" y="70720"/>
                  </a:cubicBezTo>
                  <a:lnTo>
                    <a:pt x="84035" y="804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2" name="Freeform: Shape 3191">
              <a:extLst>
                <a:ext uri="{FF2B5EF4-FFF2-40B4-BE49-F238E27FC236}">
                  <a16:creationId xmlns:a16="http://schemas.microsoft.com/office/drawing/2014/main" id="{52EBDCA6-E398-EB94-607E-9596B701D45F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12061908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4" name="Freeform: Shape 3193">
              <a:extLst>
                <a:ext uri="{FF2B5EF4-FFF2-40B4-BE49-F238E27FC236}">
                  <a16:creationId xmlns:a16="http://schemas.microsoft.com/office/drawing/2014/main" id="{9986D502-A8F0-BF30-B96E-5D05049A6A62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2373630" y="4550701"/>
              <a:ext cx="61978" cy="15779"/>
            </a:xfrm>
            <a:custGeom>
              <a:avLst/>
              <a:gdLst>
                <a:gd name="connsiteX0" fmla="*/ 416 w 61978"/>
                <a:gd name="connsiteY0" fmla="*/ 88 h 15779"/>
                <a:gd name="connsiteX1" fmla="*/ 416 w 61978"/>
                <a:gd name="connsiteY1" fmla="*/ 15868 h 15779"/>
                <a:gd name="connsiteX2" fmla="*/ 62395 w 61978"/>
                <a:gd name="connsiteY2" fmla="*/ 15868 h 15779"/>
                <a:gd name="connsiteX3" fmla="*/ 62395 w 61978"/>
                <a:gd name="connsiteY3" fmla="*/ 88 h 15779"/>
                <a:gd name="connsiteX4" fmla="*/ 416 w 61978"/>
                <a:gd name="connsiteY4" fmla="*/ 88 h 15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78" h="15779">
                  <a:moveTo>
                    <a:pt x="416" y="88"/>
                  </a:moveTo>
                  <a:lnTo>
                    <a:pt x="416" y="15868"/>
                  </a:lnTo>
                  <a:lnTo>
                    <a:pt x="62395" y="15868"/>
                  </a:lnTo>
                  <a:lnTo>
                    <a:pt x="62395" y="88"/>
                  </a:lnTo>
                  <a:lnTo>
                    <a:pt x="416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5" name="Freeform: Shape 3194">
              <a:extLst>
                <a:ext uri="{FF2B5EF4-FFF2-40B4-BE49-F238E27FC236}">
                  <a16:creationId xmlns:a16="http://schemas.microsoft.com/office/drawing/2014/main" id="{7F407708-54EB-FC20-C3F7-17F51D8E4336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2454063" y="4445755"/>
              <a:ext cx="113880" cy="172823"/>
            </a:xfrm>
            <a:custGeom>
              <a:avLst/>
              <a:gdLst>
                <a:gd name="connsiteX0" fmla="*/ 58367 w 113880"/>
                <a:gd name="connsiteY0" fmla="*/ 88 h 172823"/>
                <a:gd name="connsiteX1" fmla="*/ 24606 w 113880"/>
                <a:gd name="connsiteY1" fmla="*/ 13113 h 172823"/>
                <a:gd name="connsiteX2" fmla="*/ 419 w 113880"/>
                <a:gd name="connsiteY2" fmla="*/ 85248 h 172823"/>
                <a:gd name="connsiteX3" fmla="*/ 20575 w 113880"/>
                <a:gd name="connsiteY3" fmla="*/ 155880 h 172823"/>
                <a:gd name="connsiteX4" fmla="*/ 57359 w 113880"/>
                <a:gd name="connsiteY4" fmla="*/ 172912 h 172823"/>
                <a:gd name="connsiteX5" fmla="*/ 90112 w 113880"/>
                <a:gd name="connsiteY5" fmla="*/ 159887 h 172823"/>
                <a:gd name="connsiteX6" fmla="*/ 114299 w 113880"/>
                <a:gd name="connsiteY6" fmla="*/ 86750 h 172823"/>
                <a:gd name="connsiteX7" fmla="*/ 58367 w 113880"/>
                <a:gd name="connsiteY7" fmla="*/ 88 h 172823"/>
                <a:gd name="connsiteX8" fmla="*/ 57611 w 113880"/>
                <a:gd name="connsiteY8" fmla="*/ 6600 h 172823"/>
                <a:gd name="connsiteX9" fmla="*/ 90112 w 113880"/>
                <a:gd name="connsiteY9" fmla="*/ 87251 h 172823"/>
                <a:gd name="connsiteX10" fmla="*/ 57359 w 113880"/>
                <a:gd name="connsiteY10" fmla="*/ 166399 h 172823"/>
                <a:gd name="connsiteX11" fmla="*/ 24606 w 113880"/>
                <a:gd name="connsiteY11" fmla="*/ 87502 h 172823"/>
                <a:gd name="connsiteX12" fmla="*/ 57611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67" y="88"/>
                  </a:moveTo>
                  <a:cubicBezTo>
                    <a:pt x="44510" y="88"/>
                    <a:pt x="33928" y="4346"/>
                    <a:pt x="24606" y="13113"/>
                  </a:cubicBezTo>
                  <a:cubicBezTo>
                    <a:pt x="9993" y="27139"/>
                    <a:pt x="419" y="55943"/>
                    <a:pt x="419" y="85248"/>
                  </a:cubicBezTo>
                  <a:cubicBezTo>
                    <a:pt x="419" y="112549"/>
                    <a:pt x="8734" y="141854"/>
                    <a:pt x="20575" y="155880"/>
                  </a:cubicBezTo>
                  <a:cubicBezTo>
                    <a:pt x="29897" y="166900"/>
                    <a:pt x="42746" y="172912"/>
                    <a:pt x="57359" y="172912"/>
                  </a:cubicBezTo>
                  <a:cubicBezTo>
                    <a:pt x="70209" y="172912"/>
                    <a:pt x="81042" y="168654"/>
                    <a:pt x="90112" y="159887"/>
                  </a:cubicBezTo>
                  <a:cubicBezTo>
                    <a:pt x="104725" y="146111"/>
                    <a:pt x="114299" y="117057"/>
                    <a:pt x="114299" y="86750"/>
                  </a:cubicBezTo>
                  <a:cubicBezTo>
                    <a:pt x="114299" y="35404"/>
                    <a:pt x="91372" y="88"/>
                    <a:pt x="58367" y="88"/>
                  </a:cubicBezTo>
                  <a:close/>
                  <a:moveTo>
                    <a:pt x="57611" y="6600"/>
                  </a:moveTo>
                  <a:cubicBezTo>
                    <a:pt x="78775" y="6600"/>
                    <a:pt x="90112" y="34903"/>
                    <a:pt x="90112" y="87251"/>
                  </a:cubicBezTo>
                  <a:cubicBezTo>
                    <a:pt x="90112" y="139599"/>
                    <a:pt x="79027" y="166399"/>
                    <a:pt x="57359" y="166399"/>
                  </a:cubicBezTo>
                  <a:cubicBezTo>
                    <a:pt x="35692" y="166399"/>
                    <a:pt x="24606" y="139599"/>
                    <a:pt x="24606" y="87502"/>
                  </a:cubicBezTo>
                  <a:cubicBezTo>
                    <a:pt x="24606" y="34402"/>
                    <a:pt x="35944" y="6600"/>
                    <a:pt x="57611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6" name="Freeform: Shape 3195">
              <a:extLst>
                <a:ext uri="{FF2B5EF4-FFF2-40B4-BE49-F238E27FC236}">
                  <a16:creationId xmlns:a16="http://schemas.microsoft.com/office/drawing/2014/main" id="{C233C82E-C9C4-04E4-4F11-4AFEA6D8BE54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12592098" y="4590025"/>
              <a:ext cx="27966" cy="27802"/>
            </a:xfrm>
            <a:custGeom>
              <a:avLst/>
              <a:gdLst>
                <a:gd name="connsiteX0" fmla="*/ 14281 w 27966"/>
                <a:gd name="connsiteY0" fmla="*/ 88 h 27802"/>
                <a:gd name="connsiteX1" fmla="*/ 424 w 27966"/>
                <a:gd name="connsiteY1" fmla="*/ 14365 h 27802"/>
                <a:gd name="connsiteX2" fmla="*/ 14029 w 27966"/>
                <a:gd name="connsiteY2" fmla="*/ 27890 h 27802"/>
                <a:gd name="connsiteX3" fmla="*/ 28390 w 27966"/>
                <a:gd name="connsiteY3" fmla="*/ 14365 h 27802"/>
                <a:gd name="connsiteX4" fmla="*/ 14281 w 27966"/>
                <a:gd name="connsiteY4" fmla="*/ 88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81" y="88"/>
                  </a:moveTo>
                  <a:cubicBezTo>
                    <a:pt x="6723" y="88"/>
                    <a:pt x="424" y="6600"/>
                    <a:pt x="424" y="14365"/>
                  </a:cubicBezTo>
                  <a:cubicBezTo>
                    <a:pt x="424" y="21629"/>
                    <a:pt x="6723" y="27890"/>
                    <a:pt x="14029" y="27890"/>
                  </a:cubicBezTo>
                  <a:cubicBezTo>
                    <a:pt x="21840" y="27890"/>
                    <a:pt x="28390" y="21629"/>
                    <a:pt x="28390" y="14365"/>
                  </a:cubicBezTo>
                  <a:cubicBezTo>
                    <a:pt x="28390" y="6600"/>
                    <a:pt x="21840" y="88"/>
                    <a:pt x="14281" y="8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7" name="Freeform: Shape 3196">
              <a:extLst>
                <a:ext uri="{FF2B5EF4-FFF2-40B4-BE49-F238E27FC236}">
                  <a16:creationId xmlns:a16="http://schemas.microsoft.com/office/drawing/2014/main" id="{D7E5B80D-B698-C8CC-EFF6-430809531004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2643732" y="4445755"/>
              <a:ext cx="113880" cy="172823"/>
            </a:xfrm>
            <a:custGeom>
              <a:avLst/>
              <a:gdLst>
                <a:gd name="connsiteX0" fmla="*/ 58375 w 113880"/>
                <a:gd name="connsiteY0" fmla="*/ 88 h 172823"/>
                <a:gd name="connsiteX1" fmla="*/ 24614 w 113880"/>
                <a:gd name="connsiteY1" fmla="*/ 13113 h 172823"/>
                <a:gd name="connsiteX2" fmla="*/ 427 w 113880"/>
                <a:gd name="connsiteY2" fmla="*/ 85248 h 172823"/>
                <a:gd name="connsiteX3" fmla="*/ 20583 w 113880"/>
                <a:gd name="connsiteY3" fmla="*/ 155880 h 172823"/>
                <a:gd name="connsiteX4" fmla="*/ 57367 w 113880"/>
                <a:gd name="connsiteY4" fmla="*/ 172912 h 172823"/>
                <a:gd name="connsiteX5" fmla="*/ 90120 w 113880"/>
                <a:gd name="connsiteY5" fmla="*/ 159887 h 172823"/>
                <a:gd name="connsiteX6" fmla="*/ 114307 w 113880"/>
                <a:gd name="connsiteY6" fmla="*/ 86750 h 172823"/>
                <a:gd name="connsiteX7" fmla="*/ 58375 w 113880"/>
                <a:gd name="connsiteY7" fmla="*/ 88 h 172823"/>
                <a:gd name="connsiteX8" fmla="*/ 57619 w 113880"/>
                <a:gd name="connsiteY8" fmla="*/ 6600 h 172823"/>
                <a:gd name="connsiteX9" fmla="*/ 90120 w 113880"/>
                <a:gd name="connsiteY9" fmla="*/ 87251 h 172823"/>
                <a:gd name="connsiteX10" fmla="*/ 57367 w 113880"/>
                <a:gd name="connsiteY10" fmla="*/ 166399 h 172823"/>
                <a:gd name="connsiteX11" fmla="*/ 24614 w 113880"/>
                <a:gd name="connsiteY11" fmla="*/ 87502 h 172823"/>
                <a:gd name="connsiteX12" fmla="*/ 57619 w 113880"/>
                <a:gd name="connsiteY12" fmla="*/ 6600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75" y="88"/>
                  </a:moveTo>
                  <a:cubicBezTo>
                    <a:pt x="44518" y="88"/>
                    <a:pt x="33936" y="4346"/>
                    <a:pt x="24614" y="13113"/>
                  </a:cubicBezTo>
                  <a:cubicBezTo>
                    <a:pt x="10001" y="27139"/>
                    <a:pt x="427" y="55943"/>
                    <a:pt x="427" y="85248"/>
                  </a:cubicBezTo>
                  <a:cubicBezTo>
                    <a:pt x="427" y="112549"/>
                    <a:pt x="8741" y="141854"/>
                    <a:pt x="20583" y="155880"/>
                  </a:cubicBezTo>
                  <a:cubicBezTo>
                    <a:pt x="29905" y="166900"/>
                    <a:pt x="42754" y="172912"/>
                    <a:pt x="57367" y="172912"/>
                  </a:cubicBezTo>
                  <a:cubicBezTo>
                    <a:pt x="70216" y="172912"/>
                    <a:pt x="81050" y="168654"/>
                    <a:pt x="90120" y="159887"/>
                  </a:cubicBezTo>
                  <a:cubicBezTo>
                    <a:pt x="104733" y="146111"/>
                    <a:pt x="114307" y="117057"/>
                    <a:pt x="114307" y="86750"/>
                  </a:cubicBezTo>
                  <a:cubicBezTo>
                    <a:pt x="114307" y="35404"/>
                    <a:pt x="91380" y="88"/>
                    <a:pt x="58375" y="88"/>
                  </a:cubicBezTo>
                  <a:close/>
                  <a:moveTo>
                    <a:pt x="57619" y="6600"/>
                  </a:moveTo>
                  <a:cubicBezTo>
                    <a:pt x="78782" y="6600"/>
                    <a:pt x="90120" y="34903"/>
                    <a:pt x="90120" y="87251"/>
                  </a:cubicBezTo>
                  <a:cubicBezTo>
                    <a:pt x="90120" y="139599"/>
                    <a:pt x="79034" y="166399"/>
                    <a:pt x="57367" y="166399"/>
                  </a:cubicBezTo>
                  <a:cubicBezTo>
                    <a:pt x="35699" y="166399"/>
                    <a:pt x="24614" y="139599"/>
                    <a:pt x="24614" y="87502"/>
                  </a:cubicBezTo>
                  <a:cubicBezTo>
                    <a:pt x="24614" y="34402"/>
                    <a:pt x="35951" y="6600"/>
                    <a:pt x="57619" y="660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8" name="Freeform: Shape 3197">
              <a:extLst>
                <a:ext uri="{FF2B5EF4-FFF2-40B4-BE49-F238E27FC236}">
                  <a16:creationId xmlns:a16="http://schemas.microsoft.com/office/drawing/2014/main" id="{E323A68D-5982-404A-CFB5-B9B7BE3BCC7A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2792097" y="4445755"/>
              <a:ext cx="71300" cy="169316"/>
            </a:xfrm>
            <a:custGeom>
              <a:avLst/>
              <a:gdLst>
                <a:gd name="connsiteX0" fmla="*/ 45782 w 71300"/>
                <a:gd name="connsiteY0" fmla="*/ 88 h 169316"/>
                <a:gd name="connsiteX1" fmla="*/ 432 w 71300"/>
                <a:gd name="connsiteY1" fmla="*/ 22881 h 169316"/>
                <a:gd name="connsiteX2" fmla="*/ 432 w 71300"/>
                <a:gd name="connsiteY2" fmla="*/ 26387 h 169316"/>
                <a:gd name="connsiteX3" fmla="*/ 7234 w 71300"/>
                <a:gd name="connsiteY3" fmla="*/ 23632 h 169316"/>
                <a:gd name="connsiteX4" fmla="*/ 18572 w 71300"/>
                <a:gd name="connsiteY4" fmla="*/ 20877 h 169316"/>
                <a:gd name="connsiteX5" fmla="*/ 26130 w 71300"/>
                <a:gd name="connsiteY5" fmla="*/ 32649 h 169316"/>
                <a:gd name="connsiteX6" fmla="*/ 26130 w 71300"/>
                <a:gd name="connsiteY6" fmla="*/ 146111 h 169316"/>
                <a:gd name="connsiteX7" fmla="*/ 20084 w 71300"/>
                <a:gd name="connsiteY7" fmla="*/ 162392 h 169316"/>
                <a:gd name="connsiteX8" fmla="*/ 2195 w 71300"/>
                <a:gd name="connsiteY8" fmla="*/ 165648 h 169316"/>
                <a:gd name="connsiteX9" fmla="*/ 2195 w 71300"/>
                <a:gd name="connsiteY9" fmla="*/ 169405 h 169316"/>
                <a:gd name="connsiteX10" fmla="*/ 71733 w 71300"/>
                <a:gd name="connsiteY10" fmla="*/ 169405 h 169316"/>
                <a:gd name="connsiteX11" fmla="*/ 71733 w 71300"/>
                <a:gd name="connsiteY11" fmla="*/ 165648 h 169316"/>
                <a:gd name="connsiteX12" fmla="*/ 47798 w 71300"/>
                <a:gd name="connsiteY12" fmla="*/ 150870 h 169316"/>
                <a:gd name="connsiteX13" fmla="*/ 47798 w 71300"/>
                <a:gd name="connsiteY13" fmla="*/ 589 h 169316"/>
                <a:gd name="connsiteX14" fmla="*/ 45782 w 71300"/>
                <a:gd name="connsiteY14" fmla="*/ 8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782" y="88"/>
                  </a:moveTo>
                  <a:lnTo>
                    <a:pt x="432" y="22881"/>
                  </a:lnTo>
                  <a:lnTo>
                    <a:pt x="432" y="26387"/>
                  </a:lnTo>
                  <a:cubicBezTo>
                    <a:pt x="3455" y="25135"/>
                    <a:pt x="6227" y="24133"/>
                    <a:pt x="7234" y="23632"/>
                  </a:cubicBezTo>
                  <a:cubicBezTo>
                    <a:pt x="11769" y="21879"/>
                    <a:pt x="16053" y="20877"/>
                    <a:pt x="18572" y="20877"/>
                  </a:cubicBezTo>
                  <a:cubicBezTo>
                    <a:pt x="23863" y="20877"/>
                    <a:pt x="26130" y="24634"/>
                    <a:pt x="26130" y="32649"/>
                  </a:cubicBezTo>
                  <a:lnTo>
                    <a:pt x="26130" y="146111"/>
                  </a:lnTo>
                  <a:cubicBezTo>
                    <a:pt x="26130" y="154377"/>
                    <a:pt x="24115" y="160138"/>
                    <a:pt x="20084" y="162392"/>
                  </a:cubicBezTo>
                  <a:cubicBezTo>
                    <a:pt x="16304" y="164646"/>
                    <a:pt x="12777" y="165398"/>
                    <a:pt x="2195" y="165648"/>
                  </a:cubicBezTo>
                  <a:lnTo>
                    <a:pt x="2195" y="169405"/>
                  </a:lnTo>
                  <a:lnTo>
                    <a:pt x="71733" y="169405"/>
                  </a:lnTo>
                  <a:lnTo>
                    <a:pt x="71733" y="165648"/>
                  </a:lnTo>
                  <a:cubicBezTo>
                    <a:pt x="51829" y="165398"/>
                    <a:pt x="47798" y="162893"/>
                    <a:pt x="47798" y="150870"/>
                  </a:cubicBezTo>
                  <a:lnTo>
                    <a:pt x="47798" y="589"/>
                  </a:lnTo>
                  <a:lnTo>
                    <a:pt x="45782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99" name="Freeform: Shape 3198">
              <a:extLst>
                <a:ext uri="{FF2B5EF4-FFF2-40B4-BE49-F238E27FC236}">
                  <a16:creationId xmlns:a16="http://schemas.microsoft.com/office/drawing/2014/main" id="{206D1945-3BAD-280D-A1E0-7399DB80D3A3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2899143" y="4443751"/>
              <a:ext cx="109344" cy="174827"/>
            </a:xfrm>
            <a:custGeom>
              <a:avLst/>
              <a:gdLst>
                <a:gd name="connsiteX0" fmla="*/ 104239 w 109344"/>
                <a:gd name="connsiteY0" fmla="*/ 88 h 174827"/>
                <a:gd name="connsiteX1" fmla="*/ 42512 w 109344"/>
                <a:gd name="connsiteY1" fmla="*/ 20126 h 174827"/>
                <a:gd name="connsiteX2" fmla="*/ 437 w 109344"/>
                <a:gd name="connsiteY2" fmla="*/ 101528 h 174827"/>
                <a:gd name="connsiteX3" fmla="*/ 18073 w 109344"/>
                <a:gd name="connsiteY3" fmla="*/ 157883 h 174827"/>
                <a:gd name="connsiteX4" fmla="*/ 56873 w 109344"/>
                <a:gd name="connsiteY4" fmla="*/ 174915 h 174827"/>
                <a:gd name="connsiteX5" fmla="*/ 109782 w 109344"/>
                <a:gd name="connsiteY5" fmla="*/ 116556 h 174827"/>
                <a:gd name="connsiteX6" fmla="*/ 62416 w 109344"/>
                <a:gd name="connsiteY6" fmla="*/ 64208 h 174827"/>
                <a:gd name="connsiteX7" fmla="*/ 30167 w 109344"/>
                <a:gd name="connsiteY7" fmla="*/ 75479 h 174827"/>
                <a:gd name="connsiteX8" fmla="*/ 104743 w 109344"/>
                <a:gd name="connsiteY8" fmla="*/ 4096 h 174827"/>
                <a:gd name="connsiteX9" fmla="*/ 104239 w 109344"/>
                <a:gd name="connsiteY9" fmla="*/ 88 h 174827"/>
                <a:gd name="connsiteX10" fmla="*/ 52842 w 109344"/>
                <a:gd name="connsiteY10" fmla="*/ 75730 h 174827"/>
                <a:gd name="connsiteX11" fmla="*/ 87107 w 109344"/>
                <a:gd name="connsiteY11" fmla="*/ 125072 h 174827"/>
                <a:gd name="connsiteX12" fmla="*/ 59644 w 109344"/>
                <a:gd name="connsiteY12" fmla="*/ 167902 h 174827"/>
                <a:gd name="connsiteX13" fmla="*/ 23868 w 109344"/>
                <a:gd name="connsiteY13" fmla="*/ 105536 h 174827"/>
                <a:gd name="connsiteX14" fmla="*/ 30922 w 109344"/>
                <a:gd name="connsiteY14" fmla="*/ 81992 h 174827"/>
                <a:gd name="connsiteX15" fmla="*/ 52842 w 109344"/>
                <a:gd name="connsiteY15" fmla="*/ 75730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344" h="174827">
                  <a:moveTo>
                    <a:pt x="104239" y="88"/>
                  </a:moveTo>
                  <a:cubicBezTo>
                    <a:pt x="75517" y="2593"/>
                    <a:pt x="60904" y="7352"/>
                    <a:pt x="42512" y="20126"/>
                  </a:cubicBezTo>
                  <a:cubicBezTo>
                    <a:pt x="15302" y="39412"/>
                    <a:pt x="437" y="67965"/>
                    <a:pt x="437" y="101528"/>
                  </a:cubicBezTo>
                  <a:cubicBezTo>
                    <a:pt x="437" y="123319"/>
                    <a:pt x="7239" y="145360"/>
                    <a:pt x="18073" y="157883"/>
                  </a:cubicBezTo>
                  <a:cubicBezTo>
                    <a:pt x="27647" y="168904"/>
                    <a:pt x="41252" y="174915"/>
                    <a:pt x="56873" y="174915"/>
                  </a:cubicBezTo>
                  <a:cubicBezTo>
                    <a:pt x="88114" y="174915"/>
                    <a:pt x="109782" y="151121"/>
                    <a:pt x="109782" y="116556"/>
                  </a:cubicBezTo>
                  <a:cubicBezTo>
                    <a:pt x="109782" y="84496"/>
                    <a:pt x="91390" y="64208"/>
                    <a:pt x="62416" y="64208"/>
                  </a:cubicBezTo>
                  <a:cubicBezTo>
                    <a:pt x="51330" y="64208"/>
                    <a:pt x="46039" y="65962"/>
                    <a:pt x="30167" y="75479"/>
                  </a:cubicBezTo>
                  <a:cubicBezTo>
                    <a:pt x="36969" y="37659"/>
                    <a:pt x="65187" y="10608"/>
                    <a:pt x="104743" y="4096"/>
                  </a:cubicBezTo>
                  <a:lnTo>
                    <a:pt x="104239" y="88"/>
                  </a:lnTo>
                  <a:close/>
                  <a:moveTo>
                    <a:pt x="52842" y="75730"/>
                  </a:moveTo>
                  <a:cubicBezTo>
                    <a:pt x="74509" y="75730"/>
                    <a:pt x="87107" y="93764"/>
                    <a:pt x="87107" y="125072"/>
                  </a:cubicBezTo>
                  <a:cubicBezTo>
                    <a:pt x="87107" y="152624"/>
                    <a:pt x="77281" y="167902"/>
                    <a:pt x="59644" y="167902"/>
                  </a:cubicBezTo>
                  <a:cubicBezTo>
                    <a:pt x="37473" y="167902"/>
                    <a:pt x="23868" y="144358"/>
                    <a:pt x="23868" y="105536"/>
                  </a:cubicBezTo>
                  <a:cubicBezTo>
                    <a:pt x="23868" y="92762"/>
                    <a:pt x="25883" y="85749"/>
                    <a:pt x="30922" y="81992"/>
                  </a:cubicBezTo>
                  <a:cubicBezTo>
                    <a:pt x="36213" y="77984"/>
                    <a:pt x="44024" y="75730"/>
                    <a:pt x="52842" y="75730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0" name="Freeform: Shape 3199">
              <a:extLst>
                <a:ext uri="{FF2B5EF4-FFF2-40B4-BE49-F238E27FC236}">
                  <a16:creationId xmlns:a16="http://schemas.microsoft.com/office/drawing/2014/main" id="{286242A5-3D63-4CC0-3458-9C7AF820E48C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3031131" y="4445755"/>
              <a:ext cx="98007" cy="172823"/>
            </a:xfrm>
            <a:custGeom>
              <a:avLst/>
              <a:gdLst>
                <a:gd name="connsiteX0" fmla="*/ 59397 w 98007"/>
                <a:gd name="connsiteY0" fmla="*/ 76481 h 172823"/>
                <a:gd name="connsiteX1" fmla="*/ 93158 w 98007"/>
                <a:gd name="connsiteY1" fmla="*/ 35655 h 172823"/>
                <a:gd name="connsiteX2" fmla="*/ 49823 w 98007"/>
                <a:gd name="connsiteY2" fmla="*/ 88 h 172823"/>
                <a:gd name="connsiteX3" fmla="*/ 1953 w 98007"/>
                <a:gd name="connsiteY3" fmla="*/ 39662 h 172823"/>
                <a:gd name="connsiteX4" fmla="*/ 33195 w 98007"/>
                <a:gd name="connsiteY4" fmla="*/ 86249 h 172823"/>
                <a:gd name="connsiteX5" fmla="*/ 442 w 98007"/>
                <a:gd name="connsiteY5" fmla="*/ 131584 h 172823"/>
                <a:gd name="connsiteX6" fmla="*/ 48816 w 98007"/>
                <a:gd name="connsiteY6" fmla="*/ 172912 h 172823"/>
                <a:gd name="connsiteX7" fmla="*/ 98449 w 98007"/>
                <a:gd name="connsiteY7" fmla="*/ 130582 h 172823"/>
                <a:gd name="connsiteX8" fmla="*/ 59397 w 98007"/>
                <a:gd name="connsiteY8" fmla="*/ 76481 h 172823"/>
                <a:gd name="connsiteX9" fmla="*/ 54862 w 98007"/>
                <a:gd name="connsiteY9" fmla="*/ 102279 h 172823"/>
                <a:gd name="connsiteX10" fmla="*/ 79301 w 98007"/>
                <a:gd name="connsiteY10" fmla="*/ 138347 h 172823"/>
                <a:gd name="connsiteX11" fmla="*/ 51587 w 98007"/>
                <a:gd name="connsiteY11" fmla="*/ 165899 h 172823"/>
                <a:gd name="connsiteX12" fmla="*/ 19590 w 98007"/>
                <a:gd name="connsiteY12" fmla="*/ 129581 h 172823"/>
                <a:gd name="connsiteX13" fmla="*/ 39745 w 98007"/>
                <a:gd name="connsiteY13" fmla="*/ 91259 h 172823"/>
                <a:gd name="connsiteX14" fmla="*/ 54862 w 98007"/>
                <a:gd name="connsiteY14" fmla="*/ 102279 h 172823"/>
                <a:gd name="connsiteX15" fmla="*/ 52091 w 98007"/>
                <a:gd name="connsiteY15" fmla="*/ 71973 h 172823"/>
                <a:gd name="connsiteX16" fmla="*/ 20597 w 98007"/>
                <a:gd name="connsiteY16" fmla="*/ 31898 h 172823"/>
                <a:gd name="connsiteX17" fmla="*/ 47808 w 98007"/>
                <a:gd name="connsiteY17" fmla="*/ 7101 h 172823"/>
                <a:gd name="connsiteX18" fmla="*/ 75774 w 98007"/>
                <a:gd name="connsiteY18" fmla="*/ 35404 h 172823"/>
                <a:gd name="connsiteX19" fmla="*/ 54358 w 98007"/>
                <a:gd name="connsiteY19" fmla="*/ 70470 h 172823"/>
                <a:gd name="connsiteX20" fmla="*/ 52091 w 98007"/>
                <a:gd name="connsiteY20" fmla="*/ 7197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007" h="172823">
                  <a:moveTo>
                    <a:pt x="59397" y="76481"/>
                  </a:moveTo>
                  <a:cubicBezTo>
                    <a:pt x="84340" y="63206"/>
                    <a:pt x="93158" y="52687"/>
                    <a:pt x="93158" y="35655"/>
                  </a:cubicBezTo>
                  <a:cubicBezTo>
                    <a:pt x="93158" y="15116"/>
                    <a:pt x="75018" y="88"/>
                    <a:pt x="49823" y="88"/>
                  </a:cubicBezTo>
                  <a:cubicBezTo>
                    <a:pt x="22361" y="88"/>
                    <a:pt x="1953" y="16870"/>
                    <a:pt x="1953" y="39662"/>
                  </a:cubicBezTo>
                  <a:cubicBezTo>
                    <a:pt x="1953" y="55943"/>
                    <a:pt x="6740" y="63206"/>
                    <a:pt x="33195" y="86249"/>
                  </a:cubicBezTo>
                  <a:cubicBezTo>
                    <a:pt x="5985" y="106788"/>
                    <a:pt x="442" y="114552"/>
                    <a:pt x="442" y="131584"/>
                  </a:cubicBezTo>
                  <a:cubicBezTo>
                    <a:pt x="442" y="155880"/>
                    <a:pt x="20346" y="172912"/>
                    <a:pt x="48816" y="172912"/>
                  </a:cubicBezTo>
                  <a:cubicBezTo>
                    <a:pt x="79049" y="172912"/>
                    <a:pt x="98449" y="156381"/>
                    <a:pt x="98449" y="130582"/>
                  </a:cubicBezTo>
                  <a:cubicBezTo>
                    <a:pt x="98449" y="111296"/>
                    <a:pt x="89883" y="99023"/>
                    <a:pt x="59397" y="76481"/>
                  </a:cubicBezTo>
                  <a:close/>
                  <a:moveTo>
                    <a:pt x="54862" y="102279"/>
                  </a:moveTo>
                  <a:cubicBezTo>
                    <a:pt x="73254" y="115304"/>
                    <a:pt x="79301" y="124321"/>
                    <a:pt x="79301" y="138347"/>
                  </a:cubicBezTo>
                  <a:cubicBezTo>
                    <a:pt x="79301" y="154627"/>
                    <a:pt x="67964" y="165899"/>
                    <a:pt x="51587" y="165899"/>
                  </a:cubicBezTo>
                  <a:cubicBezTo>
                    <a:pt x="32439" y="165899"/>
                    <a:pt x="19590" y="151371"/>
                    <a:pt x="19590" y="129581"/>
                  </a:cubicBezTo>
                  <a:cubicBezTo>
                    <a:pt x="19590" y="113551"/>
                    <a:pt x="25133" y="103031"/>
                    <a:pt x="39745" y="91259"/>
                  </a:cubicBezTo>
                  <a:lnTo>
                    <a:pt x="54862" y="102279"/>
                  </a:lnTo>
                  <a:close/>
                  <a:moveTo>
                    <a:pt x="52091" y="71973"/>
                  </a:moveTo>
                  <a:cubicBezTo>
                    <a:pt x="29668" y="57446"/>
                    <a:pt x="20597" y="45924"/>
                    <a:pt x="20597" y="31898"/>
                  </a:cubicBezTo>
                  <a:cubicBezTo>
                    <a:pt x="20597" y="17371"/>
                    <a:pt x="31935" y="7101"/>
                    <a:pt x="47808" y="7101"/>
                  </a:cubicBezTo>
                  <a:cubicBezTo>
                    <a:pt x="64940" y="7101"/>
                    <a:pt x="75774" y="18122"/>
                    <a:pt x="75774" y="35404"/>
                  </a:cubicBezTo>
                  <a:cubicBezTo>
                    <a:pt x="75774" y="49681"/>
                    <a:pt x="68719" y="60952"/>
                    <a:pt x="54358" y="70470"/>
                  </a:cubicBezTo>
                  <a:cubicBezTo>
                    <a:pt x="53099" y="71221"/>
                    <a:pt x="53099" y="71221"/>
                    <a:pt x="52091" y="7197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1" name="Freeform: Shape 3200">
              <a:extLst>
                <a:ext uri="{FF2B5EF4-FFF2-40B4-BE49-F238E27FC236}">
                  <a16:creationId xmlns:a16="http://schemas.microsoft.com/office/drawing/2014/main" id="{160E0A23-0A81-BC9D-DC1D-19302C8C05EB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3146492" y="4445755"/>
              <a:ext cx="115895" cy="169316"/>
            </a:xfrm>
            <a:custGeom>
              <a:avLst/>
              <a:gdLst>
                <a:gd name="connsiteX0" fmla="*/ 116342 w 115895"/>
                <a:gd name="connsiteY0" fmla="*/ 111547 h 169316"/>
                <a:gd name="connsiteX1" fmla="*/ 90644 w 115895"/>
                <a:gd name="connsiteY1" fmla="*/ 111547 h 169316"/>
                <a:gd name="connsiteX2" fmla="*/ 90644 w 115895"/>
                <a:gd name="connsiteY2" fmla="*/ 88 h 169316"/>
                <a:gd name="connsiteX3" fmla="*/ 79558 w 115895"/>
                <a:gd name="connsiteY3" fmla="*/ 88 h 169316"/>
                <a:gd name="connsiteX4" fmla="*/ 447 w 115895"/>
                <a:gd name="connsiteY4" fmla="*/ 111547 h 169316"/>
                <a:gd name="connsiteX5" fmla="*/ 447 w 115895"/>
                <a:gd name="connsiteY5" fmla="*/ 127577 h 169316"/>
                <a:gd name="connsiteX6" fmla="*/ 71244 w 115895"/>
                <a:gd name="connsiteY6" fmla="*/ 127577 h 169316"/>
                <a:gd name="connsiteX7" fmla="*/ 71244 w 115895"/>
                <a:gd name="connsiteY7" fmla="*/ 169405 h 169316"/>
                <a:gd name="connsiteX8" fmla="*/ 90644 w 115895"/>
                <a:gd name="connsiteY8" fmla="*/ 169405 h 169316"/>
                <a:gd name="connsiteX9" fmla="*/ 90644 w 115895"/>
                <a:gd name="connsiteY9" fmla="*/ 127577 h 169316"/>
                <a:gd name="connsiteX10" fmla="*/ 116342 w 115895"/>
                <a:gd name="connsiteY10" fmla="*/ 127577 h 169316"/>
                <a:gd name="connsiteX11" fmla="*/ 116342 w 115895"/>
                <a:gd name="connsiteY11" fmla="*/ 111547 h 169316"/>
                <a:gd name="connsiteX12" fmla="*/ 70992 w 115895"/>
                <a:gd name="connsiteY12" fmla="*/ 111547 h 169316"/>
                <a:gd name="connsiteX13" fmla="*/ 10525 w 115895"/>
                <a:gd name="connsiteY13" fmla="*/ 111547 h 169316"/>
                <a:gd name="connsiteX14" fmla="*/ 70992 w 115895"/>
                <a:gd name="connsiteY14" fmla="*/ 25636 h 169316"/>
                <a:gd name="connsiteX15" fmla="*/ 70992 w 115895"/>
                <a:gd name="connsiteY15" fmla="*/ 111547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342" y="111547"/>
                  </a:moveTo>
                  <a:lnTo>
                    <a:pt x="90644" y="111547"/>
                  </a:lnTo>
                  <a:lnTo>
                    <a:pt x="90644" y="88"/>
                  </a:lnTo>
                  <a:lnTo>
                    <a:pt x="79558" y="88"/>
                  </a:lnTo>
                  <a:lnTo>
                    <a:pt x="447" y="111547"/>
                  </a:lnTo>
                  <a:lnTo>
                    <a:pt x="447" y="127577"/>
                  </a:lnTo>
                  <a:lnTo>
                    <a:pt x="71244" y="127577"/>
                  </a:lnTo>
                  <a:lnTo>
                    <a:pt x="71244" y="169405"/>
                  </a:lnTo>
                  <a:lnTo>
                    <a:pt x="90644" y="169405"/>
                  </a:lnTo>
                  <a:lnTo>
                    <a:pt x="90644" y="127577"/>
                  </a:lnTo>
                  <a:lnTo>
                    <a:pt x="116342" y="127577"/>
                  </a:lnTo>
                  <a:lnTo>
                    <a:pt x="116342" y="111547"/>
                  </a:lnTo>
                  <a:close/>
                  <a:moveTo>
                    <a:pt x="70992" y="111547"/>
                  </a:moveTo>
                  <a:lnTo>
                    <a:pt x="10525" y="111547"/>
                  </a:lnTo>
                  <a:lnTo>
                    <a:pt x="70992" y="25636"/>
                  </a:lnTo>
                  <a:lnTo>
                    <a:pt x="70992" y="11154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2" name="Freeform: Shape 3201">
              <a:extLst>
                <a:ext uri="{FF2B5EF4-FFF2-40B4-BE49-F238E27FC236}">
                  <a16:creationId xmlns:a16="http://schemas.microsoft.com/office/drawing/2014/main" id="{030D16E6-8B9F-181C-8991-21EF4CD4E0C2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13274953" y="4449262"/>
              <a:ext cx="108085" cy="167813"/>
            </a:xfrm>
            <a:custGeom>
              <a:avLst/>
              <a:gdLst>
                <a:gd name="connsiteX0" fmla="*/ 108537 w 108085"/>
                <a:gd name="connsiteY0" fmla="*/ 88 h 167813"/>
                <a:gd name="connsiteX1" fmla="*/ 15317 w 108085"/>
                <a:gd name="connsiteY1" fmla="*/ 88 h 167813"/>
                <a:gd name="connsiteX2" fmla="*/ 452 w 108085"/>
                <a:gd name="connsiteY2" fmla="*/ 36907 h 167813"/>
                <a:gd name="connsiteX3" fmla="*/ 4735 w 108085"/>
                <a:gd name="connsiteY3" fmla="*/ 38911 h 167813"/>
                <a:gd name="connsiteX4" fmla="*/ 33961 w 108085"/>
                <a:gd name="connsiteY4" fmla="*/ 18623 h 167813"/>
                <a:gd name="connsiteX5" fmla="*/ 88633 w 108085"/>
                <a:gd name="connsiteY5" fmla="*/ 18623 h 167813"/>
                <a:gd name="connsiteX6" fmla="*/ 38748 w 108085"/>
                <a:gd name="connsiteY6" fmla="*/ 167902 h 167813"/>
                <a:gd name="connsiteX7" fmla="*/ 55124 w 108085"/>
                <a:gd name="connsiteY7" fmla="*/ 167902 h 167813"/>
                <a:gd name="connsiteX8" fmla="*/ 108537 w 108085"/>
                <a:gd name="connsiteY8" fmla="*/ 4096 h 167813"/>
                <a:gd name="connsiteX9" fmla="*/ 108537 w 108085"/>
                <a:gd name="connsiteY9" fmla="*/ 88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537" y="88"/>
                  </a:moveTo>
                  <a:lnTo>
                    <a:pt x="15317" y="88"/>
                  </a:lnTo>
                  <a:lnTo>
                    <a:pt x="452" y="36907"/>
                  </a:lnTo>
                  <a:lnTo>
                    <a:pt x="4735" y="38911"/>
                  </a:lnTo>
                  <a:cubicBezTo>
                    <a:pt x="15569" y="21879"/>
                    <a:pt x="20104" y="18623"/>
                    <a:pt x="33961" y="18623"/>
                  </a:cubicBezTo>
                  <a:lnTo>
                    <a:pt x="88633" y="18623"/>
                  </a:lnTo>
                  <a:lnTo>
                    <a:pt x="38748" y="167902"/>
                  </a:lnTo>
                  <a:lnTo>
                    <a:pt x="55124" y="167902"/>
                  </a:lnTo>
                  <a:lnTo>
                    <a:pt x="108537" y="4096"/>
                  </a:lnTo>
                  <a:lnTo>
                    <a:pt x="108537" y="8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3" name="Freeform: Shape 3202">
              <a:extLst>
                <a:ext uri="{FF2B5EF4-FFF2-40B4-BE49-F238E27FC236}">
                  <a16:creationId xmlns:a16="http://schemas.microsoft.com/office/drawing/2014/main" id="{0599FD5C-18B5-F0B9-C102-6958D52053F5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13399383" y="4445755"/>
              <a:ext cx="115895" cy="169316"/>
            </a:xfrm>
            <a:custGeom>
              <a:avLst/>
              <a:gdLst>
                <a:gd name="connsiteX0" fmla="*/ 116352 w 115895"/>
                <a:gd name="connsiteY0" fmla="*/ 111547 h 169316"/>
                <a:gd name="connsiteX1" fmla="*/ 90654 w 115895"/>
                <a:gd name="connsiteY1" fmla="*/ 111547 h 169316"/>
                <a:gd name="connsiteX2" fmla="*/ 90654 w 115895"/>
                <a:gd name="connsiteY2" fmla="*/ 88 h 169316"/>
                <a:gd name="connsiteX3" fmla="*/ 79568 w 115895"/>
                <a:gd name="connsiteY3" fmla="*/ 88 h 169316"/>
                <a:gd name="connsiteX4" fmla="*/ 457 w 115895"/>
                <a:gd name="connsiteY4" fmla="*/ 111547 h 169316"/>
                <a:gd name="connsiteX5" fmla="*/ 457 w 115895"/>
                <a:gd name="connsiteY5" fmla="*/ 127577 h 169316"/>
                <a:gd name="connsiteX6" fmla="*/ 71254 w 115895"/>
                <a:gd name="connsiteY6" fmla="*/ 127577 h 169316"/>
                <a:gd name="connsiteX7" fmla="*/ 71254 w 115895"/>
                <a:gd name="connsiteY7" fmla="*/ 169405 h 169316"/>
                <a:gd name="connsiteX8" fmla="*/ 90654 w 115895"/>
                <a:gd name="connsiteY8" fmla="*/ 169405 h 169316"/>
                <a:gd name="connsiteX9" fmla="*/ 90654 w 115895"/>
                <a:gd name="connsiteY9" fmla="*/ 127577 h 169316"/>
                <a:gd name="connsiteX10" fmla="*/ 116352 w 115895"/>
                <a:gd name="connsiteY10" fmla="*/ 127577 h 169316"/>
                <a:gd name="connsiteX11" fmla="*/ 116352 w 115895"/>
                <a:gd name="connsiteY11" fmla="*/ 111547 h 169316"/>
                <a:gd name="connsiteX12" fmla="*/ 71002 w 115895"/>
                <a:gd name="connsiteY12" fmla="*/ 111547 h 169316"/>
                <a:gd name="connsiteX13" fmla="*/ 10535 w 115895"/>
                <a:gd name="connsiteY13" fmla="*/ 111547 h 169316"/>
                <a:gd name="connsiteX14" fmla="*/ 71002 w 115895"/>
                <a:gd name="connsiteY14" fmla="*/ 25636 h 169316"/>
                <a:gd name="connsiteX15" fmla="*/ 71002 w 115895"/>
                <a:gd name="connsiteY15" fmla="*/ 111547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352" y="111547"/>
                  </a:moveTo>
                  <a:lnTo>
                    <a:pt x="90654" y="111547"/>
                  </a:lnTo>
                  <a:lnTo>
                    <a:pt x="90654" y="88"/>
                  </a:lnTo>
                  <a:lnTo>
                    <a:pt x="79568" y="88"/>
                  </a:lnTo>
                  <a:lnTo>
                    <a:pt x="457" y="111547"/>
                  </a:lnTo>
                  <a:lnTo>
                    <a:pt x="457" y="127577"/>
                  </a:lnTo>
                  <a:lnTo>
                    <a:pt x="71254" y="127577"/>
                  </a:lnTo>
                  <a:lnTo>
                    <a:pt x="71254" y="169405"/>
                  </a:lnTo>
                  <a:lnTo>
                    <a:pt x="90654" y="169405"/>
                  </a:lnTo>
                  <a:lnTo>
                    <a:pt x="90654" y="127577"/>
                  </a:lnTo>
                  <a:lnTo>
                    <a:pt x="116352" y="127577"/>
                  </a:lnTo>
                  <a:lnTo>
                    <a:pt x="116352" y="111547"/>
                  </a:lnTo>
                  <a:close/>
                  <a:moveTo>
                    <a:pt x="71002" y="111547"/>
                  </a:moveTo>
                  <a:lnTo>
                    <a:pt x="10535" y="111547"/>
                  </a:lnTo>
                  <a:lnTo>
                    <a:pt x="71002" y="25636"/>
                  </a:lnTo>
                  <a:lnTo>
                    <a:pt x="71002" y="111547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4" name="Freeform: Shape 3203">
              <a:extLst>
                <a:ext uri="{FF2B5EF4-FFF2-40B4-BE49-F238E27FC236}">
                  <a16:creationId xmlns:a16="http://schemas.microsoft.com/office/drawing/2014/main" id="{242EECD2-B11D-4E34-5308-C03F89C02D0C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3814586" y="4403890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5" name="Freeform: Shape 3204">
              <a:extLst>
                <a:ext uri="{FF2B5EF4-FFF2-40B4-BE49-F238E27FC236}">
                  <a16:creationId xmlns:a16="http://schemas.microsoft.com/office/drawing/2014/main" id="{17A9776D-C72C-51A3-21F2-64BBFD45264D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3750665" y="4705580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6" name="Freeform: Shape 3205">
              <a:extLst>
                <a:ext uri="{FF2B5EF4-FFF2-40B4-BE49-F238E27FC236}">
                  <a16:creationId xmlns:a16="http://schemas.microsoft.com/office/drawing/2014/main" id="{3C6782A4-CBA3-AE83-B11B-9E9043918866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3750665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7" name="Freeform: Shape 3206">
              <a:extLst>
                <a:ext uri="{FF2B5EF4-FFF2-40B4-BE49-F238E27FC236}">
                  <a16:creationId xmlns:a16="http://schemas.microsoft.com/office/drawing/2014/main" id="{915EBC15-E588-E006-71B8-1732C6DEE208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4036737" y="4757501"/>
              <a:ext cx="112116" cy="169316"/>
            </a:xfrm>
            <a:custGeom>
              <a:avLst/>
              <a:gdLst>
                <a:gd name="connsiteX0" fmla="*/ 112204 w 112116"/>
                <a:gd name="connsiteY0" fmla="*/ 135103 h 169316"/>
                <a:gd name="connsiteX1" fmla="*/ 108929 w 112116"/>
                <a:gd name="connsiteY1" fmla="*/ 133851 h 169316"/>
                <a:gd name="connsiteX2" fmla="*/ 84994 w 112116"/>
                <a:gd name="connsiteY2" fmla="*/ 150382 h 169316"/>
                <a:gd name="connsiteX3" fmla="*/ 24778 w 112116"/>
                <a:gd name="connsiteY3" fmla="*/ 150382 h 169316"/>
                <a:gd name="connsiteX4" fmla="*/ 67106 w 112116"/>
                <a:gd name="connsiteY4" fmla="*/ 106299 h 169316"/>
                <a:gd name="connsiteX5" fmla="*/ 99355 w 112116"/>
                <a:gd name="connsiteY5" fmla="*/ 44434 h 169316"/>
                <a:gd name="connsiteX6" fmla="*/ 52745 w 112116"/>
                <a:gd name="connsiteY6" fmla="*/ 101 h 169316"/>
                <a:gd name="connsiteX7" fmla="*/ 16464 w 112116"/>
                <a:gd name="connsiteY7" fmla="*/ 15630 h 169316"/>
                <a:gd name="connsiteX8" fmla="*/ 340 w 112116"/>
                <a:gd name="connsiteY8" fmla="*/ 49944 h 169316"/>
                <a:gd name="connsiteX9" fmla="*/ 5631 w 112116"/>
                <a:gd name="connsiteY9" fmla="*/ 51196 h 169316"/>
                <a:gd name="connsiteX10" fmla="*/ 42163 w 112116"/>
                <a:gd name="connsiteY10" fmla="*/ 18635 h 169316"/>
                <a:gd name="connsiteX11" fmla="*/ 77687 w 112116"/>
                <a:gd name="connsiteY11" fmla="*/ 53951 h 169316"/>
                <a:gd name="connsiteX12" fmla="*/ 44934 w 112116"/>
                <a:gd name="connsiteY12" fmla="*/ 119073 h 169316"/>
                <a:gd name="connsiteX13" fmla="*/ 88 w 112116"/>
                <a:gd name="connsiteY13" fmla="*/ 166412 h 169316"/>
                <a:gd name="connsiteX14" fmla="*/ 88 w 112116"/>
                <a:gd name="connsiteY14" fmla="*/ 169417 h 169316"/>
                <a:gd name="connsiteX15" fmla="*/ 98347 w 112116"/>
                <a:gd name="connsiteY15" fmla="*/ 169417 h 169316"/>
                <a:gd name="connsiteX16" fmla="*/ 112204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204" y="135103"/>
                  </a:moveTo>
                  <a:lnTo>
                    <a:pt x="108929" y="133851"/>
                  </a:lnTo>
                  <a:cubicBezTo>
                    <a:pt x="99607" y="148128"/>
                    <a:pt x="96331" y="150382"/>
                    <a:pt x="84994" y="150382"/>
                  </a:cubicBezTo>
                  <a:lnTo>
                    <a:pt x="24778" y="150382"/>
                  </a:lnTo>
                  <a:lnTo>
                    <a:pt x="67106" y="106299"/>
                  </a:lnTo>
                  <a:cubicBezTo>
                    <a:pt x="89529" y="83006"/>
                    <a:pt x="99355" y="63970"/>
                    <a:pt x="99355" y="44434"/>
                  </a:cubicBezTo>
                  <a:cubicBezTo>
                    <a:pt x="99355" y="19387"/>
                    <a:pt x="78947" y="101"/>
                    <a:pt x="52745" y="101"/>
                  </a:cubicBezTo>
                  <a:cubicBezTo>
                    <a:pt x="38887" y="101"/>
                    <a:pt x="25786" y="5611"/>
                    <a:pt x="16464" y="15630"/>
                  </a:cubicBezTo>
                  <a:cubicBezTo>
                    <a:pt x="8402" y="24146"/>
                    <a:pt x="4623" y="32161"/>
                    <a:pt x="340" y="49944"/>
                  </a:cubicBezTo>
                  <a:lnTo>
                    <a:pt x="5631" y="51196"/>
                  </a:lnTo>
                  <a:cubicBezTo>
                    <a:pt x="15708" y="26650"/>
                    <a:pt x="24778" y="18635"/>
                    <a:pt x="42163" y="18635"/>
                  </a:cubicBezTo>
                  <a:cubicBezTo>
                    <a:pt x="63326" y="18635"/>
                    <a:pt x="77687" y="32912"/>
                    <a:pt x="77687" y="53951"/>
                  </a:cubicBezTo>
                  <a:cubicBezTo>
                    <a:pt x="77687" y="73488"/>
                    <a:pt x="66098" y="96782"/>
                    <a:pt x="44934" y="119073"/>
                  </a:cubicBezTo>
                  <a:lnTo>
                    <a:pt x="88" y="166412"/>
                  </a:lnTo>
                  <a:lnTo>
                    <a:pt x="88" y="169417"/>
                  </a:lnTo>
                  <a:lnTo>
                    <a:pt x="98347" y="169417"/>
                  </a:lnTo>
                  <a:lnTo>
                    <a:pt x="112204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8" name="Freeform: Shape 3207">
              <a:extLst>
                <a:ext uri="{FF2B5EF4-FFF2-40B4-BE49-F238E27FC236}">
                  <a16:creationId xmlns:a16="http://schemas.microsoft.com/office/drawing/2014/main" id="{64B01786-4F1C-A62B-143A-F73CC915AFBB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4424023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9" name="Freeform: Shape 3208">
              <a:extLst>
                <a:ext uri="{FF2B5EF4-FFF2-40B4-BE49-F238E27FC236}">
                  <a16:creationId xmlns:a16="http://schemas.microsoft.com/office/drawing/2014/main" id="{E98E1EC1-A7ED-DD6A-6424-5E4FD978EDB2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4713371" y="4757501"/>
              <a:ext cx="98007" cy="172823"/>
            </a:xfrm>
            <a:custGeom>
              <a:avLst/>
              <a:gdLst>
                <a:gd name="connsiteX0" fmla="*/ 27828 w 98007"/>
                <a:gd name="connsiteY0" fmla="*/ 86763 h 172823"/>
                <a:gd name="connsiteX1" fmla="*/ 54535 w 98007"/>
                <a:gd name="connsiteY1" fmla="*/ 89518 h 172823"/>
                <a:gd name="connsiteX2" fmla="*/ 79981 w 98007"/>
                <a:gd name="connsiteY2" fmla="*/ 126587 h 172823"/>
                <a:gd name="connsiteX3" fmla="*/ 46976 w 98007"/>
                <a:gd name="connsiteY3" fmla="*/ 163907 h 172823"/>
                <a:gd name="connsiteX4" fmla="*/ 25813 w 98007"/>
                <a:gd name="connsiteY4" fmla="*/ 156143 h 172823"/>
                <a:gd name="connsiteX5" fmla="*/ 9688 w 98007"/>
                <a:gd name="connsiteY5" fmla="*/ 149881 h 172823"/>
                <a:gd name="connsiteX6" fmla="*/ 114 w 98007"/>
                <a:gd name="connsiteY6" fmla="*/ 158647 h 172823"/>
                <a:gd name="connsiteX7" fmla="*/ 28584 w 98007"/>
                <a:gd name="connsiteY7" fmla="*/ 172924 h 172823"/>
                <a:gd name="connsiteX8" fmla="*/ 79729 w 98007"/>
                <a:gd name="connsiteY8" fmla="*/ 156143 h 172823"/>
                <a:gd name="connsiteX9" fmla="*/ 98122 w 98007"/>
                <a:gd name="connsiteY9" fmla="*/ 114565 h 172823"/>
                <a:gd name="connsiteX10" fmla="*/ 86784 w 98007"/>
                <a:gd name="connsiteY10" fmla="*/ 82254 h 172823"/>
                <a:gd name="connsiteX11" fmla="*/ 65872 w 98007"/>
                <a:gd name="connsiteY11" fmla="*/ 68980 h 172823"/>
                <a:gd name="connsiteX12" fmla="*/ 89555 w 98007"/>
                <a:gd name="connsiteY12" fmla="*/ 34415 h 172823"/>
                <a:gd name="connsiteX13" fmla="*/ 50252 w 98007"/>
                <a:gd name="connsiteY13" fmla="*/ 101 h 172823"/>
                <a:gd name="connsiteX14" fmla="*/ 17499 w 98007"/>
                <a:gd name="connsiteY14" fmla="*/ 12374 h 172823"/>
                <a:gd name="connsiteX15" fmla="*/ 618 w 98007"/>
                <a:gd name="connsiteY15" fmla="*/ 40677 h 172823"/>
                <a:gd name="connsiteX16" fmla="*/ 4397 w 98007"/>
                <a:gd name="connsiteY16" fmla="*/ 41678 h 172823"/>
                <a:gd name="connsiteX17" fmla="*/ 41937 w 98007"/>
                <a:gd name="connsiteY17" fmla="*/ 15129 h 172823"/>
                <a:gd name="connsiteX18" fmla="*/ 69652 w 98007"/>
                <a:gd name="connsiteY18" fmla="*/ 41929 h 172823"/>
                <a:gd name="connsiteX19" fmla="*/ 59574 w 98007"/>
                <a:gd name="connsiteY19" fmla="*/ 66224 h 172823"/>
                <a:gd name="connsiteX20" fmla="*/ 27828 w 98007"/>
                <a:gd name="connsiteY20" fmla="*/ 83507 h 172823"/>
                <a:gd name="connsiteX21" fmla="*/ 27828 w 98007"/>
                <a:gd name="connsiteY21" fmla="*/ 8676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7828" y="86763"/>
                  </a:moveTo>
                  <a:cubicBezTo>
                    <a:pt x="42693" y="86763"/>
                    <a:pt x="48488" y="87264"/>
                    <a:pt x="54535" y="89518"/>
                  </a:cubicBezTo>
                  <a:cubicBezTo>
                    <a:pt x="70155" y="95028"/>
                    <a:pt x="79981" y="109305"/>
                    <a:pt x="79981" y="126587"/>
                  </a:cubicBezTo>
                  <a:cubicBezTo>
                    <a:pt x="79981" y="147627"/>
                    <a:pt x="65620" y="163907"/>
                    <a:pt x="46976" y="163907"/>
                  </a:cubicBezTo>
                  <a:cubicBezTo>
                    <a:pt x="40174" y="163907"/>
                    <a:pt x="35135" y="162154"/>
                    <a:pt x="25813" y="156143"/>
                  </a:cubicBezTo>
                  <a:cubicBezTo>
                    <a:pt x="18254" y="151634"/>
                    <a:pt x="13971" y="149881"/>
                    <a:pt x="9688" y="149881"/>
                  </a:cubicBezTo>
                  <a:cubicBezTo>
                    <a:pt x="3893" y="149881"/>
                    <a:pt x="114" y="153387"/>
                    <a:pt x="114" y="158647"/>
                  </a:cubicBezTo>
                  <a:cubicBezTo>
                    <a:pt x="114" y="167414"/>
                    <a:pt x="10948" y="172924"/>
                    <a:pt x="28584" y="172924"/>
                  </a:cubicBezTo>
                  <a:cubicBezTo>
                    <a:pt x="47984" y="172924"/>
                    <a:pt x="67888" y="166412"/>
                    <a:pt x="79729" y="156143"/>
                  </a:cubicBezTo>
                  <a:cubicBezTo>
                    <a:pt x="91571" y="145873"/>
                    <a:pt x="98122" y="131346"/>
                    <a:pt x="98122" y="114565"/>
                  </a:cubicBezTo>
                  <a:cubicBezTo>
                    <a:pt x="98122" y="101791"/>
                    <a:pt x="94090" y="90019"/>
                    <a:pt x="86784" y="82254"/>
                  </a:cubicBezTo>
                  <a:cubicBezTo>
                    <a:pt x="81745" y="76744"/>
                    <a:pt x="76958" y="73738"/>
                    <a:pt x="65872" y="68980"/>
                  </a:cubicBezTo>
                  <a:cubicBezTo>
                    <a:pt x="83257" y="57207"/>
                    <a:pt x="89555" y="47940"/>
                    <a:pt x="89555" y="34415"/>
                  </a:cubicBezTo>
                  <a:cubicBezTo>
                    <a:pt x="89555" y="14127"/>
                    <a:pt x="73431" y="101"/>
                    <a:pt x="50252" y="101"/>
                  </a:cubicBezTo>
                  <a:cubicBezTo>
                    <a:pt x="37654" y="101"/>
                    <a:pt x="26569" y="4359"/>
                    <a:pt x="17499" y="12374"/>
                  </a:cubicBezTo>
                  <a:cubicBezTo>
                    <a:pt x="9940" y="19136"/>
                    <a:pt x="6161" y="25648"/>
                    <a:pt x="618" y="40677"/>
                  </a:cubicBezTo>
                  <a:lnTo>
                    <a:pt x="4397" y="41678"/>
                  </a:lnTo>
                  <a:cubicBezTo>
                    <a:pt x="14727" y="23394"/>
                    <a:pt x="26065" y="15129"/>
                    <a:pt x="41937" y="15129"/>
                  </a:cubicBezTo>
                  <a:cubicBezTo>
                    <a:pt x="58314" y="15129"/>
                    <a:pt x="69652" y="26149"/>
                    <a:pt x="69652" y="41929"/>
                  </a:cubicBezTo>
                  <a:cubicBezTo>
                    <a:pt x="69652" y="50946"/>
                    <a:pt x="65872" y="59963"/>
                    <a:pt x="59574" y="66224"/>
                  </a:cubicBezTo>
                  <a:cubicBezTo>
                    <a:pt x="52015" y="73738"/>
                    <a:pt x="44961" y="77495"/>
                    <a:pt x="27828" y="83507"/>
                  </a:cubicBezTo>
                  <a:lnTo>
                    <a:pt x="27828" y="8676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0" name="Freeform: Shape 3209">
              <a:extLst>
                <a:ext uri="{FF2B5EF4-FFF2-40B4-BE49-F238E27FC236}">
                  <a16:creationId xmlns:a16="http://schemas.microsoft.com/office/drawing/2014/main" id="{ADCE5B56-07AA-77A3-A1A1-D2614B78CD93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5097382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2" name="Freeform: Shape 3211">
              <a:extLst>
                <a:ext uri="{FF2B5EF4-FFF2-40B4-BE49-F238E27FC236}">
                  <a16:creationId xmlns:a16="http://schemas.microsoft.com/office/drawing/2014/main" id="{7B61D767-7E47-2CAB-EB08-721231BFA22E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5291895" y="4757501"/>
              <a:ext cx="98007" cy="172823"/>
            </a:xfrm>
            <a:custGeom>
              <a:avLst/>
              <a:gdLst>
                <a:gd name="connsiteX0" fmla="*/ 27851 w 98007"/>
                <a:gd name="connsiteY0" fmla="*/ 86763 h 172823"/>
                <a:gd name="connsiteX1" fmla="*/ 54558 w 98007"/>
                <a:gd name="connsiteY1" fmla="*/ 89518 h 172823"/>
                <a:gd name="connsiteX2" fmla="*/ 80004 w 98007"/>
                <a:gd name="connsiteY2" fmla="*/ 126587 h 172823"/>
                <a:gd name="connsiteX3" fmla="*/ 46999 w 98007"/>
                <a:gd name="connsiteY3" fmla="*/ 163907 h 172823"/>
                <a:gd name="connsiteX4" fmla="*/ 25836 w 98007"/>
                <a:gd name="connsiteY4" fmla="*/ 156143 h 172823"/>
                <a:gd name="connsiteX5" fmla="*/ 9711 w 98007"/>
                <a:gd name="connsiteY5" fmla="*/ 149881 h 172823"/>
                <a:gd name="connsiteX6" fmla="*/ 137 w 98007"/>
                <a:gd name="connsiteY6" fmla="*/ 158647 h 172823"/>
                <a:gd name="connsiteX7" fmla="*/ 28607 w 98007"/>
                <a:gd name="connsiteY7" fmla="*/ 172924 h 172823"/>
                <a:gd name="connsiteX8" fmla="*/ 79752 w 98007"/>
                <a:gd name="connsiteY8" fmla="*/ 156143 h 172823"/>
                <a:gd name="connsiteX9" fmla="*/ 98144 w 98007"/>
                <a:gd name="connsiteY9" fmla="*/ 114565 h 172823"/>
                <a:gd name="connsiteX10" fmla="*/ 86807 w 98007"/>
                <a:gd name="connsiteY10" fmla="*/ 82254 h 172823"/>
                <a:gd name="connsiteX11" fmla="*/ 65895 w 98007"/>
                <a:gd name="connsiteY11" fmla="*/ 68980 h 172823"/>
                <a:gd name="connsiteX12" fmla="*/ 89578 w 98007"/>
                <a:gd name="connsiteY12" fmla="*/ 34415 h 172823"/>
                <a:gd name="connsiteX13" fmla="*/ 50274 w 98007"/>
                <a:gd name="connsiteY13" fmla="*/ 101 h 172823"/>
                <a:gd name="connsiteX14" fmla="*/ 17521 w 98007"/>
                <a:gd name="connsiteY14" fmla="*/ 12374 h 172823"/>
                <a:gd name="connsiteX15" fmla="*/ 641 w 98007"/>
                <a:gd name="connsiteY15" fmla="*/ 40677 h 172823"/>
                <a:gd name="connsiteX16" fmla="*/ 4420 w 98007"/>
                <a:gd name="connsiteY16" fmla="*/ 41678 h 172823"/>
                <a:gd name="connsiteX17" fmla="*/ 41960 w 98007"/>
                <a:gd name="connsiteY17" fmla="*/ 15129 h 172823"/>
                <a:gd name="connsiteX18" fmla="*/ 69674 w 98007"/>
                <a:gd name="connsiteY18" fmla="*/ 41929 h 172823"/>
                <a:gd name="connsiteX19" fmla="*/ 59596 w 98007"/>
                <a:gd name="connsiteY19" fmla="*/ 66224 h 172823"/>
                <a:gd name="connsiteX20" fmla="*/ 27851 w 98007"/>
                <a:gd name="connsiteY20" fmla="*/ 83507 h 172823"/>
                <a:gd name="connsiteX21" fmla="*/ 27851 w 98007"/>
                <a:gd name="connsiteY21" fmla="*/ 8676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7851" y="86763"/>
                  </a:moveTo>
                  <a:cubicBezTo>
                    <a:pt x="42716" y="86763"/>
                    <a:pt x="48511" y="87264"/>
                    <a:pt x="54558" y="89518"/>
                  </a:cubicBezTo>
                  <a:cubicBezTo>
                    <a:pt x="70178" y="95028"/>
                    <a:pt x="80004" y="109305"/>
                    <a:pt x="80004" y="126587"/>
                  </a:cubicBezTo>
                  <a:cubicBezTo>
                    <a:pt x="80004" y="147627"/>
                    <a:pt x="65643" y="163907"/>
                    <a:pt x="46999" y="163907"/>
                  </a:cubicBezTo>
                  <a:cubicBezTo>
                    <a:pt x="40197" y="163907"/>
                    <a:pt x="35158" y="162154"/>
                    <a:pt x="25836" y="156143"/>
                  </a:cubicBezTo>
                  <a:cubicBezTo>
                    <a:pt x="18277" y="151634"/>
                    <a:pt x="13994" y="149881"/>
                    <a:pt x="9711" y="149881"/>
                  </a:cubicBezTo>
                  <a:cubicBezTo>
                    <a:pt x="3916" y="149881"/>
                    <a:pt x="137" y="153387"/>
                    <a:pt x="137" y="158647"/>
                  </a:cubicBezTo>
                  <a:cubicBezTo>
                    <a:pt x="137" y="167414"/>
                    <a:pt x="10971" y="172924"/>
                    <a:pt x="28607" y="172924"/>
                  </a:cubicBezTo>
                  <a:cubicBezTo>
                    <a:pt x="48007" y="172924"/>
                    <a:pt x="67911" y="166412"/>
                    <a:pt x="79752" y="156143"/>
                  </a:cubicBezTo>
                  <a:cubicBezTo>
                    <a:pt x="91594" y="145873"/>
                    <a:pt x="98144" y="131346"/>
                    <a:pt x="98144" y="114565"/>
                  </a:cubicBezTo>
                  <a:cubicBezTo>
                    <a:pt x="98144" y="101791"/>
                    <a:pt x="94113" y="90019"/>
                    <a:pt x="86807" y="82254"/>
                  </a:cubicBezTo>
                  <a:cubicBezTo>
                    <a:pt x="81768" y="76744"/>
                    <a:pt x="76981" y="73738"/>
                    <a:pt x="65895" y="68980"/>
                  </a:cubicBezTo>
                  <a:cubicBezTo>
                    <a:pt x="83279" y="57207"/>
                    <a:pt x="89578" y="47940"/>
                    <a:pt x="89578" y="34415"/>
                  </a:cubicBezTo>
                  <a:cubicBezTo>
                    <a:pt x="89578" y="14127"/>
                    <a:pt x="73454" y="101"/>
                    <a:pt x="50274" y="101"/>
                  </a:cubicBezTo>
                  <a:cubicBezTo>
                    <a:pt x="37677" y="101"/>
                    <a:pt x="26591" y="4359"/>
                    <a:pt x="17521" y="12374"/>
                  </a:cubicBezTo>
                  <a:cubicBezTo>
                    <a:pt x="9963" y="19136"/>
                    <a:pt x="6184" y="25648"/>
                    <a:pt x="641" y="40677"/>
                  </a:cubicBezTo>
                  <a:lnTo>
                    <a:pt x="4420" y="41678"/>
                  </a:lnTo>
                  <a:cubicBezTo>
                    <a:pt x="14750" y="23394"/>
                    <a:pt x="26088" y="15129"/>
                    <a:pt x="41960" y="15129"/>
                  </a:cubicBezTo>
                  <a:cubicBezTo>
                    <a:pt x="58337" y="15129"/>
                    <a:pt x="69674" y="26149"/>
                    <a:pt x="69674" y="41929"/>
                  </a:cubicBezTo>
                  <a:cubicBezTo>
                    <a:pt x="69674" y="50946"/>
                    <a:pt x="65895" y="59963"/>
                    <a:pt x="59596" y="66224"/>
                  </a:cubicBezTo>
                  <a:cubicBezTo>
                    <a:pt x="52038" y="73738"/>
                    <a:pt x="44984" y="77495"/>
                    <a:pt x="27851" y="83507"/>
                  </a:cubicBezTo>
                  <a:lnTo>
                    <a:pt x="27851" y="8676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3" name="Freeform: Shape 3212">
              <a:extLst>
                <a:ext uri="{FF2B5EF4-FFF2-40B4-BE49-F238E27FC236}">
                  <a16:creationId xmlns:a16="http://schemas.microsoft.com/office/drawing/2014/main" id="{0278FAB6-6832-5D9C-B528-0700F01C2670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5425144" y="4901771"/>
              <a:ext cx="27966" cy="27802"/>
            </a:xfrm>
            <a:custGeom>
              <a:avLst/>
              <a:gdLst>
                <a:gd name="connsiteX0" fmla="*/ 13999 w 27966"/>
                <a:gd name="connsiteY0" fmla="*/ 101 h 27802"/>
                <a:gd name="connsiteX1" fmla="*/ 142 w 27966"/>
                <a:gd name="connsiteY1" fmla="*/ 14377 h 27802"/>
                <a:gd name="connsiteX2" fmla="*/ 13747 w 27966"/>
                <a:gd name="connsiteY2" fmla="*/ 27903 h 27802"/>
                <a:gd name="connsiteX3" fmla="*/ 28108 w 27966"/>
                <a:gd name="connsiteY3" fmla="*/ 14377 h 27802"/>
                <a:gd name="connsiteX4" fmla="*/ 13999 w 27966"/>
                <a:gd name="connsiteY4" fmla="*/ 101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3999" y="101"/>
                  </a:moveTo>
                  <a:cubicBezTo>
                    <a:pt x="6441" y="101"/>
                    <a:pt x="142" y="6613"/>
                    <a:pt x="142" y="14377"/>
                  </a:cubicBezTo>
                  <a:cubicBezTo>
                    <a:pt x="142" y="21641"/>
                    <a:pt x="6441" y="27903"/>
                    <a:pt x="13747" y="27903"/>
                  </a:cubicBezTo>
                  <a:cubicBezTo>
                    <a:pt x="21557" y="27903"/>
                    <a:pt x="28108" y="21641"/>
                    <a:pt x="28108" y="14377"/>
                  </a:cubicBezTo>
                  <a:cubicBezTo>
                    <a:pt x="28108" y="6613"/>
                    <a:pt x="21557" y="101"/>
                    <a:pt x="13999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4" name="Freeform: Shape 3213">
              <a:extLst>
                <a:ext uri="{FF2B5EF4-FFF2-40B4-BE49-F238E27FC236}">
                  <a16:creationId xmlns:a16="http://schemas.microsoft.com/office/drawing/2014/main" id="{3FEBBEB8-B51E-B15F-A5DF-4E790007465C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5473754" y="4757501"/>
              <a:ext cx="115895" cy="169316"/>
            </a:xfrm>
            <a:custGeom>
              <a:avLst/>
              <a:gdLst>
                <a:gd name="connsiteX0" fmla="*/ 116040 w 115895"/>
                <a:gd name="connsiteY0" fmla="*/ 111559 h 169316"/>
                <a:gd name="connsiteX1" fmla="*/ 90341 w 115895"/>
                <a:gd name="connsiteY1" fmla="*/ 111559 h 169316"/>
                <a:gd name="connsiteX2" fmla="*/ 90341 w 115895"/>
                <a:gd name="connsiteY2" fmla="*/ 101 h 169316"/>
                <a:gd name="connsiteX3" fmla="*/ 79256 w 115895"/>
                <a:gd name="connsiteY3" fmla="*/ 101 h 169316"/>
                <a:gd name="connsiteX4" fmla="*/ 144 w 115895"/>
                <a:gd name="connsiteY4" fmla="*/ 111559 h 169316"/>
                <a:gd name="connsiteX5" fmla="*/ 144 w 115895"/>
                <a:gd name="connsiteY5" fmla="*/ 127589 h 169316"/>
                <a:gd name="connsiteX6" fmla="*/ 70942 w 115895"/>
                <a:gd name="connsiteY6" fmla="*/ 127589 h 169316"/>
                <a:gd name="connsiteX7" fmla="*/ 70942 w 115895"/>
                <a:gd name="connsiteY7" fmla="*/ 169417 h 169316"/>
                <a:gd name="connsiteX8" fmla="*/ 90341 w 115895"/>
                <a:gd name="connsiteY8" fmla="*/ 169417 h 169316"/>
                <a:gd name="connsiteX9" fmla="*/ 90341 w 115895"/>
                <a:gd name="connsiteY9" fmla="*/ 127589 h 169316"/>
                <a:gd name="connsiteX10" fmla="*/ 116040 w 115895"/>
                <a:gd name="connsiteY10" fmla="*/ 127589 h 169316"/>
                <a:gd name="connsiteX11" fmla="*/ 116040 w 115895"/>
                <a:gd name="connsiteY11" fmla="*/ 111559 h 169316"/>
                <a:gd name="connsiteX12" fmla="*/ 70690 w 115895"/>
                <a:gd name="connsiteY12" fmla="*/ 111559 h 169316"/>
                <a:gd name="connsiteX13" fmla="*/ 10222 w 115895"/>
                <a:gd name="connsiteY13" fmla="*/ 111559 h 169316"/>
                <a:gd name="connsiteX14" fmla="*/ 70690 w 115895"/>
                <a:gd name="connsiteY14" fmla="*/ 25648 h 169316"/>
                <a:gd name="connsiteX15" fmla="*/ 70690 w 115895"/>
                <a:gd name="connsiteY15" fmla="*/ 111559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040" y="111559"/>
                  </a:moveTo>
                  <a:lnTo>
                    <a:pt x="90341" y="111559"/>
                  </a:lnTo>
                  <a:lnTo>
                    <a:pt x="90341" y="101"/>
                  </a:lnTo>
                  <a:lnTo>
                    <a:pt x="79256" y="101"/>
                  </a:lnTo>
                  <a:lnTo>
                    <a:pt x="144" y="111559"/>
                  </a:lnTo>
                  <a:lnTo>
                    <a:pt x="144" y="127589"/>
                  </a:lnTo>
                  <a:lnTo>
                    <a:pt x="70942" y="127589"/>
                  </a:lnTo>
                  <a:lnTo>
                    <a:pt x="70942" y="169417"/>
                  </a:lnTo>
                  <a:lnTo>
                    <a:pt x="90341" y="169417"/>
                  </a:lnTo>
                  <a:lnTo>
                    <a:pt x="90341" y="127589"/>
                  </a:lnTo>
                  <a:lnTo>
                    <a:pt x="116040" y="127589"/>
                  </a:lnTo>
                  <a:lnTo>
                    <a:pt x="116040" y="111559"/>
                  </a:lnTo>
                  <a:close/>
                  <a:moveTo>
                    <a:pt x="70690" y="111559"/>
                  </a:moveTo>
                  <a:lnTo>
                    <a:pt x="10222" y="111559"/>
                  </a:lnTo>
                  <a:lnTo>
                    <a:pt x="70690" y="25648"/>
                  </a:lnTo>
                  <a:lnTo>
                    <a:pt x="70690" y="1115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5" name="Freeform: Shape 3214">
              <a:extLst>
                <a:ext uri="{FF2B5EF4-FFF2-40B4-BE49-F238E27FC236}">
                  <a16:creationId xmlns:a16="http://schemas.microsoft.com/office/drawing/2014/main" id="{AD3FC19C-8CF0-0907-E4E3-D333EFC872D3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5770740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7" name="Freeform: Shape 3216">
              <a:extLst>
                <a:ext uri="{FF2B5EF4-FFF2-40B4-BE49-F238E27FC236}">
                  <a16:creationId xmlns:a16="http://schemas.microsoft.com/office/drawing/2014/main" id="{3964DBF8-DABA-8903-57BC-54506B927FF2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6035827" y="4757501"/>
              <a:ext cx="71300" cy="169316"/>
            </a:xfrm>
            <a:custGeom>
              <a:avLst/>
              <a:gdLst>
                <a:gd name="connsiteX0" fmla="*/ 45516 w 71300"/>
                <a:gd name="connsiteY0" fmla="*/ 101 h 169316"/>
                <a:gd name="connsiteX1" fmla="*/ 166 w 71300"/>
                <a:gd name="connsiteY1" fmla="*/ 22893 h 169316"/>
                <a:gd name="connsiteX2" fmla="*/ 166 w 71300"/>
                <a:gd name="connsiteY2" fmla="*/ 26400 h 169316"/>
                <a:gd name="connsiteX3" fmla="*/ 6968 w 71300"/>
                <a:gd name="connsiteY3" fmla="*/ 23645 h 169316"/>
                <a:gd name="connsiteX4" fmla="*/ 18306 w 71300"/>
                <a:gd name="connsiteY4" fmla="*/ 20890 h 169316"/>
                <a:gd name="connsiteX5" fmla="*/ 25864 w 71300"/>
                <a:gd name="connsiteY5" fmla="*/ 32662 h 169316"/>
                <a:gd name="connsiteX6" fmla="*/ 25864 w 71300"/>
                <a:gd name="connsiteY6" fmla="*/ 146124 h 169316"/>
                <a:gd name="connsiteX7" fmla="*/ 19817 w 71300"/>
                <a:gd name="connsiteY7" fmla="*/ 162404 h 169316"/>
                <a:gd name="connsiteX8" fmla="*/ 1929 w 71300"/>
                <a:gd name="connsiteY8" fmla="*/ 165660 h 169316"/>
                <a:gd name="connsiteX9" fmla="*/ 1929 w 71300"/>
                <a:gd name="connsiteY9" fmla="*/ 169417 h 169316"/>
                <a:gd name="connsiteX10" fmla="*/ 71467 w 71300"/>
                <a:gd name="connsiteY10" fmla="*/ 169417 h 169316"/>
                <a:gd name="connsiteX11" fmla="*/ 71467 w 71300"/>
                <a:gd name="connsiteY11" fmla="*/ 165660 h 169316"/>
                <a:gd name="connsiteX12" fmla="*/ 47532 w 71300"/>
                <a:gd name="connsiteY12" fmla="*/ 150883 h 169316"/>
                <a:gd name="connsiteX13" fmla="*/ 47532 w 71300"/>
                <a:gd name="connsiteY13" fmla="*/ 602 h 169316"/>
                <a:gd name="connsiteX14" fmla="*/ 45516 w 71300"/>
                <a:gd name="connsiteY14" fmla="*/ 101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516" y="101"/>
                  </a:moveTo>
                  <a:lnTo>
                    <a:pt x="166" y="22893"/>
                  </a:lnTo>
                  <a:lnTo>
                    <a:pt x="166" y="26400"/>
                  </a:lnTo>
                  <a:cubicBezTo>
                    <a:pt x="3189" y="25147"/>
                    <a:pt x="5960" y="24146"/>
                    <a:pt x="6968" y="23645"/>
                  </a:cubicBezTo>
                  <a:cubicBezTo>
                    <a:pt x="11503" y="21891"/>
                    <a:pt x="15786" y="20890"/>
                    <a:pt x="18306" y="20890"/>
                  </a:cubicBezTo>
                  <a:cubicBezTo>
                    <a:pt x="23597" y="20890"/>
                    <a:pt x="25864" y="24647"/>
                    <a:pt x="25864" y="32662"/>
                  </a:cubicBezTo>
                  <a:lnTo>
                    <a:pt x="25864" y="146124"/>
                  </a:lnTo>
                  <a:cubicBezTo>
                    <a:pt x="25864" y="154389"/>
                    <a:pt x="23849" y="160150"/>
                    <a:pt x="19817" y="162404"/>
                  </a:cubicBezTo>
                  <a:cubicBezTo>
                    <a:pt x="16038" y="164659"/>
                    <a:pt x="12511" y="165410"/>
                    <a:pt x="1929" y="165660"/>
                  </a:cubicBezTo>
                  <a:lnTo>
                    <a:pt x="1929" y="169417"/>
                  </a:lnTo>
                  <a:lnTo>
                    <a:pt x="71467" y="169417"/>
                  </a:lnTo>
                  <a:lnTo>
                    <a:pt x="71467" y="165660"/>
                  </a:lnTo>
                  <a:cubicBezTo>
                    <a:pt x="51563" y="165410"/>
                    <a:pt x="47532" y="162905"/>
                    <a:pt x="47532" y="150883"/>
                  </a:cubicBezTo>
                  <a:lnTo>
                    <a:pt x="47532" y="602"/>
                  </a:lnTo>
                  <a:lnTo>
                    <a:pt x="45516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8" name="Freeform: Shape 3217">
              <a:extLst>
                <a:ext uri="{FF2B5EF4-FFF2-40B4-BE49-F238E27FC236}">
                  <a16:creationId xmlns:a16="http://schemas.microsoft.com/office/drawing/2014/main" id="{3DEF4676-6A8C-0F06-001D-1414B14F9575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6151943" y="4901771"/>
              <a:ext cx="27966" cy="27802"/>
            </a:xfrm>
            <a:custGeom>
              <a:avLst/>
              <a:gdLst>
                <a:gd name="connsiteX0" fmla="*/ 14028 w 27966"/>
                <a:gd name="connsiteY0" fmla="*/ 101 h 27802"/>
                <a:gd name="connsiteX1" fmla="*/ 171 w 27966"/>
                <a:gd name="connsiteY1" fmla="*/ 14377 h 27802"/>
                <a:gd name="connsiteX2" fmla="*/ 13776 w 27966"/>
                <a:gd name="connsiteY2" fmla="*/ 27903 h 27802"/>
                <a:gd name="connsiteX3" fmla="*/ 28137 w 27966"/>
                <a:gd name="connsiteY3" fmla="*/ 14377 h 27802"/>
                <a:gd name="connsiteX4" fmla="*/ 14028 w 27966"/>
                <a:gd name="connsiteY4" fmla="*/ 101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28" y="101"/>
                  </a:moveTo>
                  <a:cubicBezTo>
                    <a:pt x="6469" y="101"/>
                    <a:pt x="171" y="6613"/>
                    <a:pt x="171" y="14377"/>
                  </a:cubicBezTo>
                  <a:cubicBezTo>
                    <a:pt x="171" y="21641"/>
                    <a:pt x="6469" y="27903"/>
                    <a:pt x="13776" y="27903"/>
                  </a:cubicBezTo>
                  <a:cubicBezTo>
                    <a:pt x="21586" y="27903"/>
                    <a:pt x="28137" y="21641"/>
                    <a:pt x="28137" y="14377"/>
                  </a:cubicBezTo>
                  <a:cubicBezTo>
                    <a:pt x="28137" y="6613"/>
                    <a:pt x="21586" y="101"/>
                    <a:pt x="14028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9" name="Freeform: Shape 3218">
              <a:extLst>
                <a:ext uri="{FF2B5EF4-FFF2-40B4-BE49-F238E27FC236}">
                  <a16:creationId xmlns:a16="http://schemas.microsoft.com/office/drawing/2014/main" id="{7867BE31-A032-0102-F6EC-37797A5B404C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6203576" y="4757501"/>
              <a:ext cx="113880" cy="172823"/>
            </a:xfrm>
            <a:custGeom>
              <a:avLst/>
              <a:gdLst>
                <a:gd name="connsiteX0" fmla="*/ 58121 w 113880"/>
                <a:gd name="connsiteY0" fmla="*/ 101 h 172823"/>
                <a:gd name="connsiteX1" fmla="*/ 24360 w 113880"/>
                <a:gd name="connsiteY1" fmla="*/ 13125 h 172823"/>
                <a:gd name="connsiteX2" fmla="*/ 173 w 113880"/>
                <a:gd name="connsiteY2" fmla="*/ 85260 h 172823"/>
                <a:gd name="connsiteX3" fmla="*/ 20329 w 113880"/>
                <a:gd name="connsiteY3" fmla="*/ 155892 h 172823"/>
                <a:gd name="connsiteX4" fmla="*/ 57113 w 113880"/>
                <a:gd name="connsiteY4" fmla="*/ 172924 h 172823"/>
                <a:gd name="connsiteX5" fmla="*/ 89866 w 113880"/>
                <a:gd name="connsiteY5" fmla="*/ 159900 h 172823"/>
                <a:gd name="connsiteX6" fmla="*/ 114053 w 113880"/>
                <a:gd name="connsiteY6" fmla="*/ 86763 h 172823"/>
                <a:gd name="connsiteX7" fmla="*/ 58121 w 113880"/>
                <a:gd name="connsiteY7" fmla="*/ 101 h 172823"/>
                <a:gd name="connsiteX8" fmla="*/ 57365 w 113880"/>
                <a:gd name="connsiteY8" fmla="*/ 6613 h 172823"/>
                <a:gd name="connsiteX9" fmla="*/ 89866 w 113880"/>
                <a:gd name="connsiteY9" fmla="*/ 87264 h 172823"/>
                <a:gd name="connsiteX10" fmla="*/ 57113 w 113880"/>
                <a:gd name="connsiteY10" fmla="*/ 166412 h 172823"/>
                <a:gd name="connsiteX11" fmla="*/ 24360 w 113880"/>
                <a:gd name="connsiteY11" fmla="*/ 87514 h 172823"/>
                <a:gd name="connsiteX12" fmla="*/ 57365 w 113880"/>
                <a:gd name="connsiteY12" fmla="*/ 661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21" y="101"/>
                  </a:moveTo>
                  <a:cubicBezTo>
                    <a:pt x="44264" y="101"/>
                    <a:pt x="33682" y="4359"/>
                    <a:pt x="24360" y="13125"/>
                  </a:cubicBezTo>
                  <a:cubicBezTo>
                    <a:pt x="9747" y="27151"/>
                    <a:pt x="173" y="55955"/>
                    <a:pt x="173" y="85260"/>
                  </a:cubicBezTo>
                  <a:cubicBezTo>
                    <a:pt x="173" y="112561"/>
                    <a:pt x="8487" y="141866"/>
                    <a:pt x="20329" y="155892"/>
                  </a:cubicBezTo>
                  <a:cubicBezTo>
                    <a:pt x="29651" y="166913"/>
                    <a:pt x="42500" y="172924"/>
                    <a:pt x="57113" y="172924"/>
                  </a:cubicBezTo>
                  <a:cubicBezTo>
                    <a:pt x="69962" y="172924"/>
                    <a:pt x="80796" y="168666"/>
                    <a:pt x="89866" y="159900"/>
                  </a:cubicBezTo>
                  <a:cubicBezTo>
                    <a:pt x="104479" y="146124"/>
                    <a:pt x="114053" y="117069"/>
                    <a:pt x="114053" y="86763"/>
                  </a:cubicBezTo>
                  <a:cubicBezTo>
                    <a:pt x="114053" y="35417"/>
                    <a:pt x="91126" y="101"/>
                    <a:pt x="58121" y="101"/>
                  </a:cubicBezTo>
                  <a:close/>
                  <a:moveTo>
                    <a:pt x="57365" y="6613"/>
                  </a:moveTo>
                  <a:cubicBezTo>
                    <a:pt x="78529" y="6613"/>
                    <a:pt x="89866" y="34916"/>
                    <a:pt x="89866" y="87264"/>
                  </a:cubicBezTo>
                  <a:cubicBezTo>
                    <a:pt x="89866" y="139612"/>
                    <a:pt x="78781" y="166412"/>
                    <a:pt x="57113" y="166412"/>
                  </a:cubicBezTo>
                  <a:cubicBezTo>
                    <a:pt x="35446" y="166412"/>
                    <a:pt x="24360" y="139612"/>
                    <a:pt x="24360" y="87514"/>
                  </a:cubicBezTo>
                  <a:cubicBezTo>
                    <a:pt x="24360" y="34415"/>
                    <a:pt x="35698" y="6613"/>
                    <a:pt x="57365" y="6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0" name="Freeform: Shape 3219">
              <a:extLst>
                <a:ext uri="{FF2B5EF4-FFF2-40B4-BE49-F238E27FC236}">
                  <a16:creationId xmlns:a16="http://schemas.microsoft.com/office/drawing/2014/main" id="{55835F6F-2734-F1F5-4480-D0781FA5C85E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6331534" y="4757501"/>
              <a:ext cx="108085" cy="174827"/>
            </a:xfrm>
            <a:custGeom>
              <a:avLst/>
              <a:gdLst>
                <a:gd name="connsiteX0" fmla="*/ 7485 w 108085"/>
                <a:gd name="connsiteY0" fmla="*/ 174928 h 174827"/>
                <a:gd name="connsiteX1" fmla="*/ 66692 w 108085"/>
                <a:gd name="connsiteY1" fmla="*/ 154640 h 174827"/>
                <a:gd name="connsiteX2" fmla="*/ 108263 w 108085"/>
                <a:gd name="connsiteY2" fmla="*/ 70733 h 174827"/>
                <a:gd name="connsiteX3" fmla="*/ 52583 w 108085"/>
                <a:gd name="connsiteY3" fmla="*/ 101 h 174827"/>
                <a:gd name="connsiteX4" fmla="*/ 178 w 108085"/>
                <a:gd name="connsiteY4" fmla="*/ 59211 h 174827"/>
                <a:gd name="connsiteX5" fmla="*/ 45529 w 108085"/>
                <a:gd name="connsiteY5" fmla="*/ 110056 h 174827"/>
                <a:gd name="connsiteX6" fmla="*/ 83321 w 108085"/>
                <a:gd name="connsiteY6" fmla="*/ 95780 h 174827"/>
                <a:gd name="connsiteX7" fmla="*/ 6729 w 108085"/>
                <a:gd name="connsiteY7" fmla="*/ 169918 h 174827"/>
                <a:gd name="connsiteX8" fmla="*/ 7485 w 108085"/>
                <a:gd name="connsiteY8" fmla="*/ 174928 h 174827"/>
                <a:gd name="connsiteX9" fmla="*/ 83824 w 108085"/>
                <a:gd name="connsiteY9" fmla="*/ 80501 h 174827"/>
                <a:gd name="connsiteX10" fmla="*/ 80045 w 108085"/>
                <a:gd name="connsiteY10" fmla="*/ 90019 h 174827"/>
                <a:gd name="connsiteX11" fmla="*/ 54599 w 108085"/>
                <a:gd name="connsiteY11" fmla="*/ 99286 h 174827"/>
                <a:gd name="connsiteX12" fmla="*/ 23357 w 108085"/>
                <a:gd name="connsiteY12" fmla="*/ 50695 h 174827"/>
                <a:gd name="connsiteX13" fmla="*/ 32679 w 108085"/>
                <a:gd name="connsiteY13" fmla="*/ 14878 h 174827"/>
                <a:gd name="connsiteX14" fmla="*/ 50567 w 108085"/>
                <a:gd name="connsiteY14" fmla="*/ 7114 h 174827"/>
                <a:gd name="connsiteX15" fmla="*/ 83824 w 108085"/>
                <a:gd name="connsiteY15" fmla="*/ 70733 h 174827"/>
                <a:gd name="connsiteX16" fmla="*/ 83824 w 108085"/>
                <a:gd name="connsiteY16" fmla="*/ 80501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485" y="174928"/>
                  </a:moveTo>
                  <a:cubicBezTo>
                    <a:pt x="35703" y="171672"/>
                    <a:pt x="49560" y="166913"/>
                    <a:pt x="66692" y="154640"/>
                  </a:cubicBezTo>
                  <a:cubicBezTo>
                    <a:pt x="92895" y="135604"/>
                    <a:pt x="108263" y="104546"/>
                    <a:pt x="108263" y="70733"/>
                  </a:cubicBezTo>
                  <a:cubicBezTo>
                    <a:pt x="108263" y="29405"/>
                    <a:pt x="85084" y="101"/>
                    <a:pt x="52583" y="101"/>
                  </a:cubicBezTo>
                  <a:cubicBezTo>
                    <a:pt x="22601" y="101"/>
                    <a:pt x="178" y="25398"/>
                    <a:pt x="178" y="59211"/>
                  </a:cubicBezTo>
                  <a:cubicBezTo>
                    <a:pt x="178" y="89768"/>
                    <a:pt x="18318" y="110056"/>
                    <a:pt x="45529" y="110056"/>
                  </a:cubicBezTo>
                  <a:cubicBezTo>
                    <a:pt x="59386" y="110056"/>
                    <a:pt x="69967" y="106049"/>
                    <a:pt x="83321" y="95780"/>
                  </a:cubicBezTo>
                  <a:cubicBezTo>
                    <a:pt x="72991" y="136606"/>
                    <a:pt x="45025" y="163406"/>
                    <a:pt x="6729" y="169918"/>
                  </a:cubicBezTo>
                  <a:lnTo>
                    <a:pt x="7485" y="174928"/>
                  </a:lnTo>
                  <a:close/>
                  <a:moveTo>
                    <a:pt x="83824" y="80501"/>
                  </a:moveTo>
                  <a:cubicBezTo>
                    <a:pt x="83824" y="85510"/>
                    <a:pt x="82817" y="87765"/>
                    <a:pt x="80045" y="90019"/>
                  </a:cubicBezTo>
                  <a:cubicBezTo>
                    <a:pt x="72991" y="96030"/>
                    <a:pt x="63669" y="99286"/>
                    <a:pt x="54599" y="99286"/>
                  </a:cubicBezTo>
                  <a:cubicBezTo>
                    <a:pt x="35451" y="99286"/>
                    <a:pt x="23357" y="80501"/>
                    <a:pt x="23357" y="50695"/>
                  </a:cubicBezTo>
                  <a:cubicBezTo>
                    <a:pt x="23357" y="36419"/>
                    <a:pt x="27388" y="21390"/>
                    <a:pt x="32679" y="14878"/>
                  </a:cubicBezTo>
                  <a:cubicBezTo>
                    <a:pt x="36962" y="9869"/>
                    <a:pt x="43261" y="7114"/>
                    <a:pt x="50567" y="7114"/>
                  </a:cubicBezTo>
                  <a:cubicBezTo>
                    <a:pt x="72487" y="7114"/>
                    <a:pt x="83824" y="28654"/>
                    <a:pt x="83824" y="70733"/>
                  </a:cubicBezTo>
                  <a:lnTo>
                    <a:pt x="83824" y="805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1" name="Freeform: Shape 3220">
              <a:extLst>
                <a:ext uri="{FF2B5EF4-FFF2-40B4-BE49-F238E27FC236}">
                  <a16:creationId xmlns:a16="http://schemas.microsoft.com/office/drawing/2014/main" id="{2C82F5A7-7B66-87EA-6915-313E8137C7D4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6457980" y="4757501"/>
              <a:ext cx="108085" cy="174827"/>
            </a:xfrm>
            <a:custGeom>
              <a:avLst/>
              <a:gdLst>
                <a:gd name="connsiteX0" fmla="*/ 7490 w 108085"/>
                <a:gd name="connsiteY0" fmla="*/ 174928 h 174827"/>
                <a:gd name="connsiteX1" fmla="*/ 66697 w 108085"/>
                <a:gd name="connsiteY1" fmla="*/ 154640 h 174827"/>
                <a:gd name="connsiteX2" fmla="*/ 108268 w 108085"/>
                <a:gd name="connsiteY2" fmla="*/ 70733 h 174827"/>
                <a:gd name="connsiteX3" fmla="*/ 52588 w 108085"/>
                <a:gd name="connsiteY3" fmla="*/ 101 h 174827"/>
                <a:gd name="connsiteX4" fmla="*/ 183 w 108085"/>
                <a:gd name="connsiteY4" fmla="*/ 59211 h 174827"/>
                <a:gd name="connsiteX5" fmla="*/ 45533 w 108085"/>
                <a:gd name="connsiteY5" fmla="*/ 110056 h 174827"/>
                <a:gd name="connsiteX6" fmla="*/ 83326 w 108085"/>
                <a:gd name="connsiteY6" fmla="*/ 95780 h 174827"/>
                <a:gd name="connsiteX7" fmla="*/ 6734 w 108085"/>
                <a:gd name="connsiteY7" fmla="*/ 169918 h 174827"/>
                <a:gd name="connsiteX8" fmla="*/ 7490 w 108085"/>
                <a:gd name="connsiteY8" fmla="*/ 174928 h 174827"/>
                <a:gd name="connsiteX9" fmla="*/ 83829 w 108085"/>
                <a:gd name="connsiteY9" fmla="*/ 80501 h 174827"/>
                <a:gd name="connsiteX10" fmla="*/ 80050 w 108085"/>
                <a:gd name="connsiteY10" fmla="*/ 90019 h 174827"/>
                <a:gd name="connsiteX11" fmla="*/ 54604 w 108085"/>
                <a:gd name="connsiteY11" fmla="*/ 99286 h 174827"/>
                <a:gd name="connsiteX12" fmla="*/ 23362 w 108085"/>
                <a:gd name="connsiteY12" fmla="*/ 50695 h 174827"/>
                <a:gd name="connsiteX13" fmla="*/ 32684 w 108085"/>
                <a:gd name="connsiteY13" fmla="*/ 14878 h 174827"/>
                <a:gd name="connsiteX14" fmla="*/ 50572 w 108085"/>
                <a:gd name="connsiteY14" fmla="*/ 7114 h 174827"/>
                <a:gd name="connsiteX15" fmla="*/ 83829 w 108085"/>
                <a:gd name="connsiteY15" fmla="*/ 70733 h 174827"/>
                <a:gd name="connsiteX16" fmla="*/ 83829 w 108085"/>
                <a:gd name="connsiteY16" fmla="*/ 80501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490" y="174928"/>
                  </a:moveTo>
                  <a:cubicBezTo>
                    <a:pt x="35708" y="171672"/>
                    <a:pt x="49565" y="166913"/>
                    <a:pt x="66697" y="154640"/>
                  </a:cubicBezTo>
                  <a:cubicBezTo>
                    <a:pt x="92900" y="135604"/>
                    <a:pt x="108268" y="104546"/>
                    <a:pt x="108268" y="70733"/>
                  </a:cubicBezTo>
                  <a:cubicBezTo>
                    <a:pt x="108268" y="29405"/>
                    <a:pt x="85089" y="101"/>
                    <a:pt x="52588" y="101"/>
                  </a:cubicBezTo>
                  <a:cubicBezTo>
                    <a:pt x="22606" y="101"/>
                    <a:pt x="183" y="25398"/>
                    <a:pt x="183" y="59211"/>
                  </a:cubicBezTo>
                  <a:cubicBezTo>
                    <a:pt x="183" y="89768"/>
                    <a:pt x="18323" y="110056"/>
                    <a:pt x="45533" y="110056"/>
                  </a:cubicBezTo>
                  <a:cubicBezTo>
                    <a:pt x="59391" y="110056"/>
                    <a:pt x="69972" y="106049"/>
                    <a:pt x="83326" y="95780"/>
                  </a:cubicBezTo>
                  <a:cubicBezTo>
                    <a:pt x="72996" y="136606"/>
                    <a:pt x="45030" y="163406"/>
                    <a:pt x="6734" y="169918"/>
                  </a:cubicBezTo>
                  <a:lnTo>
                    <a:pt x="7490" y="174928"/>
                  </a:lnTo>
                  <a:close/>
                  <a:moveTo>
                    <a:pt x="83829" y="80501"/>
                  </a:moveTo>
                  <a:cubicBezTo>
                    <a:pt x="83829" y="85510"/>
                    <a:pt x="82822" y="87765"/>
                    <a:pt x="80050" y="90019"/>
                  </a:cubicBezTo>
                  <a:cubicBezTo>
                    <a:pt x="72996" y="96030"/>
                    <a:pt x="63674" y="99286"/>
                    <a:pt x="54604" y="99286"/>
                  </a:cubicBezTo>
                  <a:cubicBezTo>
                    <a:pt x="35456" y="99286"/>
                    <a:pt x="23362" y="80501"/>
                    <a:pt x="23362" y="50695"/>
                  </a:cubicBezTo>
                  <a:cubicBezTo>
                    <a:pt x="23362" y="36419"/>
                    <a:pt x="27393" y="21390"/>
                    <a:pt x="32684" y="14878"/>
                  </a:cubicBezTo>
                  <a:cubicBezTo>
                    <a:pt x="36967" y="9869"/>
                    <a:pt x="43266" y="7114"/>
                    <a:pt x="50572" y="7114"/>
                  </a:cubicBezTo>
                  <a:cubicBezTo>
                    <a:pt x="72492" y="7114"/>
                    <a:pt x="83829" y="28654"/>
                    <a:pt x="83829" y="70733"/>
                  </a:cubicBezTo>
                  <a:lnTo>
                    <a:pt x="83829" y="805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2" name="Freeform: Shape 3221">
              <a:extLst>
                <a:ext uri="{FF2B5EF4-FFF2-40B4-BE49-F238E27FC236}">
                  <a16:creationId xmlns:a16="http://schemas.microsoft.com/office/drawing/2014/main" id="{4A37B534-0AD7-7314-201C-C21A18B99853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6803872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4" name="Freeform: Shape 3223">
              <a:extLst>
                <a:ext uri="{FF2B5EF4-FFF2-40B4-BE49-F238E27FC236}">
                  <a16:creationId xmlns:a16="http://schemas.microsoft.com/office/drawing/2014/main" id="{356733E2-4822-656C-2074-68FBC9F92A55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7428732" y="4757501"/>
              <a:ext cx="71300" cy="169316"/>
            </a:xfrm>
            <a:custGeom>
              <a:avLst/>
              <a:gdLst>
                <a:gd name="connsiteX0" fmla="*/ 45571 w 71300"/>
                <a:gd name="connsiteY0" fmla="*/ 101 h 169316"/>
                <a:gd name="connsiteX1" fmla="*/ 221 w 71300"/>
                <a:gd name="connsiteY1" fmla="*/ 22893 h 169316"/>
                <a:gd name="connsiteX2" fmla="*/ 221 w 71300"/>
                <a:gd name="connsiteY2" fmla="*/ 26400 h 169316"/>
                <a:gd name="connsiteX3" fmla="*/ 7023 w 71300"/>
                <a:gd name="connsiteY3" fmla="*/ 23645 h 169316"/>
                <a:gd name="connsiteX4" fmla="*/ 18361 w 71300"/>
                <a:gd name="connsiteY4" fmla="*/ 20890 h 169316"/>
                <a:gd name="connsiteX5" fmla="*/ 25919 w 71300"/>
                <a:gd name="connsiteY5" fmla="*/ 32662 h 169316"/>
                <a:gd name="connsiteX6" fmla="*/ 25919 w 71300"/>
                <a:gd name="connsiteY6" fmla="*/ 146124 h 169316"/>
                <a:gd name="connsiteX7" fmla="*/ 19872 w 71300"/>
                <a:gd name="connsiteY7" fmla="*/ 162404 h 169316"/>
                <a:gd name="connsiteX8" fmla="*/ 1984 w 71300"/>
                <a:gd name="connsiteY8" fmla="*/ 165660 h 169316"/>
                <a:gd name="connsiteX9" fmla="*/ 1984 w 71300"/>
                <a:gd name="connsiteY9" fmla="*/ 169417 h 169316"/>
                <a:gd name="connsiteX10" fmla="*/ 71521 w 71300"/>
                <a:gd name="connsiteY10" fmla="*/ 169417 h 169316"/>
                <a:gd name="connsiteX11" fmla="*/ 71521 w 71300"/>
                <a:gd name="connsiteY11" fmla="*/ 165660 h 169316"/>
                <a:gd name="connsiteX12" fmla="*/ 47587 w 71300"/>
                <a:gd name="connsiteY12" fmla="*/ 150883 h 169316"/>
                <a:gd name="connsiteX13" fmla="*/ 47587 w 71300"/>
                <a:gd name="connsiteY13" fmla="*/ 602 h 169316"/>
                <a:gd name="connsiteX14" fmla="*/ 45571 w 71300"/>
                <a:gd name="connsiteY14" fmla="*/ 101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571" y="101"/>
                  </a:moveTo>
                  <a:lnTo>
                    <a:pt x="221" y="22893"/>
                  </a:lnTo>
                  <a:lnTo>
                    <a:pt x="221" y="26400"/>
                  </a:lnTo>
                  <a:cubicBezTo>
                    <a:pt x="3244" y="25147"/>
                    <a:pt x="6015" y="24146"/>
                    <a:pt x="7023" y="23645"/>
                  </a:cubicBezTo>
                  <a:cubicBezTo>
                    <a:pt x="11558" y="21891"/>
                    <a:pt x="15841" y="20890"/>
                    <a:pt x="18361" y="20890"/>
                  </a:cubicBezTo>
                  <a:cubicBezTo>
                    <a:pt x="23652" y="20890"/>
                    <a:pt x="25919" y="24647"/>
                    <a:pt x="25919" y="32662"/>
                  </a:cubicBezTo>
                  <a:lnTo>
                    <a:pt x="25919" y="146124"/>
                  </a:lnTo>
                  <a:cubicBezTo>
                    <a:pt x="25919" y="154389"/>
                    <a:pt x="23904" y="160150"/>
                    <a:pt x="19872" y="162404"/>
                  </a:cubicBezTo>
                  <a:cubicBezTo>
                    <a:pt x="16093" y="164659"/>
                    <a:pt x="12566" y="165410"/>
                    <a:pt x="1984" y="165660"/>
                  </a:cubicBezTo>
                  <a:lnTo>
                    <a:pt x="1984" y="169417"/>
                  </a:lnTo>
                  <a:lnTo>
                    <a:pt x="71521" y="169417"/>
                  </a:lnTo>
                  <a:lnTo>
                    <a:pt x="71521" y="165660"/>
                  </a:lnTo>
                  <a:cubicBezTo>
                    <a:pt x="51618" y="165410"/>
                    <a:pt x="47587" y="162905"/>
                    <a:pt x="47587" y="150883"/>
                  </a:cubicBezTo>
                  <a:lnTo>
                    <a:pt x="47587" y="602"/>
                  </a:lnTo>
                  <a:lnTo>
                    <a:pt x="45571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5" name="Freeform: Shape 3224">
              <a:extLst>
                <a:ext uri="{FF2B5EF4-FFF2-40B4-BE49-F238E27FC236}">
                  <a16:creationId xmlns:a16="http://schemas.microsoft.com/office/drawing/2014/main" id="{1BF5DDA6-5338-076B-0E41-D0AA389ECF49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7544848" y="4901771"/>
              <a:ext cx="27966" cy="27802"/>
            </a:xfrm>
            <a:custGeom>
              <a:avLst/>
              <a:gdLst>
                <a:gd name="connsiteX0" fmla="*/ 14083 w 27966"/>
                <a:gd name="connsiteY0" fmla="*/ 101 h 27802"/>
                <a:gd name="connsiteX1" fmla="*/ 225 w 27966"/>
                <a:gd name="connsiteY1" fmla="*/ 14377 h 27802"/>
                <a:gd name="connsiteX2" fmla="*/ 13831 w 27966"/>
                <a:gd name="connsiteY2" fmla="*/ 27903 h 27802"/>
                <a:gd name="connsiteX3" fmla="*/ 28192 w 27966"/>
                <a:gd name="connsiteY3" fmla="*/ 14377 h 27802"/>
                <a:gd name="connsiteX4" fmla="*/ 14083 w 27966"/>
                <a:gd name="connsiteY4" fmla="*/ 101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83" y="101"/>
                  </a:moveTo>
                  <a:cubicBezTo>
                    <a:pt x="6524" y="101"/>
                    <a:pt x="225" y="6613"/>
                    <a:pt x="225" y="14377"/>
                  </a:cubicBezTo>
                  <a:cubicBezTo>
                    <a:pt x="225" y="21641"/>
                    <a:pt x="6524" y="27903"/>
                    <a:pt x="13831" y="27903"/>
                  </a:cubicBezTo>
                  <a:cubicBezTo>
                    <a:pt x="21641" y="27903"/>
                    <a:pt x="28192" y="21641"/>
                    <a:pt x="28192" y="14377"/>
                  </a:cubicBezTo>
                  <a:cubicBezTo>
                    <a:pt x="28192" y="6613"/>
                    <a:pt x="21641" y="101"/>
                    <a:pt x="14083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6" name="Freeform: Shape 3225">
              <a:extLst>
                <a:ext uri="{FF2B5EF4-FFF2-40B4-BE49-F238E27FC236}">
                  <a16:creationId xmlns:a16="http://schemas.microsoft.com/office/drawing/2014/main" id="{A611D172-970D-1D6F-CBE2-8C6BECC13567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7597993" y="4757501"/>
              <a:ext cx="112116" cy="169316"/>
            </a:xfrm>
            <a:custGeom>
              <a:avLst/>
              <a:gdLst>
                <a:gd name="connsiteX0" fmla="*/ 112344 w 112116"/>
                <a:gd name="connsiteY0" fmla="*/ 135103 h 169316"/>
                <a:gd name="connsiteX1" fmla="*/ 109069 w 112116"/>
                <a:gd name="connsiteY1" fmla="*/ 133851 h 169316"/>
                <a:gd name="connsiteX2" fmla="*/ 85134 w 112116"/>
                <a:gd name="connsiteY2" fmla="*/ 150382 h 169316"/>
                <a:gd name="connsiteX3" fmla="*/ 24919 w 112116"/>
                <a:gd name="connsiteY3" fmla="*/ 150382 h 169316"/>
                <a:gd name="connsiteX4" fmla="*/ 67246 w 112116"/>
                <a:gd name="connsiteY4" fmla="*/ 106299 h 169316"/>
                <a:gd name="connsiteX5" fmla="*/ 99495 w 112116"/>
                <a:gd name="connsiteY5" fmla="*/ 44434 h 169316"/>
                <a:gd name="connsiteX6" fmla="*/ 52885 w 112116"/>
                <a:gd name="connsiteY6" fmla="*/ 101 h 169316"/>
                <a:gd name="connsiteX7" fmla="*/ 16605 w 112116"/>
                <a:gd name="connsiteY7" fmla="*/ 15630 h 169316"/>
                <a:gd name="connsiteX8" fmla="*/ 480 w 112116"/>
                <a:gd name="connsiteY8" fmla="*/ 49944 h 169316"/>
                <a:gd name="connsiteX9" fmla="*/ 5771 w 112116"/>
                <a:gd name="connsiteY9" fmla="*/ 51196 h 169316"/>
                <a:gd name="connsiteX10" fmla="*/ 42303 w 112116"/>
                <a:gd name="connsiteY10" fmla="*/ 18635 h 169316"/>
                <a:gd name="connsiteX11" fmla="*/ 77828 w 112116"/>
                <a:gd name="connsiteY11" fmla="*/ 53951 h 169316"/>
                <a:gd name="connsiteX12" fmla="*/ 45075 w 112116"/>
                <a:gd name="connsiteY12" fmla="*/ 119073 h 169316"/>
                <a:gd name="connsiteX13" fmla="*/ 228 w 112116"/>
                <a:gd name="connsiteY13" fmla="*/ 166412 h 169316"/>
                <a:gd name="connsiteX14" fmla="*/ 228 w 112116"/>
                <a:gd name="connsiteY14" fmla="*/ 169417 h 169316"/>
                <a:gd name="connsiteX15" fmla="*/ 98487 w 112116"/>
                <a:gd name="connsiteY15" fmla="*/ 169417 h 169316"/>
                <a:gd name="connsiteX16" fmla="*/ 112344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344" y="135103"/>
                  </a:moveTo>
                  <a:lnTo>
                    <a:pt x="109069" y="133851"/>
                  </a:lnTo>
                  <a:cubicBezTo>
                    <a:pt x="99747" y="148128"/>
                    <a:pt x="96472" y="150382"/>
                    <a:pt x="85134" y="150382"/>
                  </a:cubicBezTo>
                  <a:lnTo>
                    <a:pt x="24919" y="150382"/>
                  </a:lnTo>
                  <a:lnTo>
                    <a:pt x="67246" y="106299"/>
                  </a:lnTo>
                  <a:cubicBezTo>
                    <a:pt x="89669" y="83006"/>
                    <a:pt x="99495" y="63970"/>
                    <a:pt x="99495" y="44434"/>
                  </a:cubicBezTo>
                  <a:cubicBezTo>
                    <a:pt x="99495" y="19387"/>
                    <a:pt x="79087" y="101"/>
                    <a:pt x="52885" y="101"/>
                  </a:cubicBezTo>
                  <a:cubicBezTo>
                    <a:pt x="39028" y="101"/>
                    <a:pt x="25927" y="5611"/>
                    <a:pt x="16605" y="15630"/>
                  </a:cubicBezTo>
                  <a:cubicBezTo>
                    <a:pt x="8542" y="24146"/>
                    <a:pt x="4763" y="32161"/>
                    <a:pt x="480" y="49944"/>
                  </a:cubicBezTo>
                  <a:lnTo>
                    <a:pt x="5771" y="51196"/>
                  </a:lnTo>
                  <a:cubicBezTo>
                    <a:pt x="15849" y="26650"/>
                    <a:pt x="24919" y="18635"/>
                    <a:pt x="42303" y="18635"/>
                  </a:cubicBezTo>
                  <a:cubicBezTo>
                    <a:pt x="63467" y="18635"/>
                    <a:pt x="77828" y="32912"/>
                    <a:pt x="77828" y="53951"/>
                  </a:cubicBezTo>
                  <a:cubicBezTo>
                    <a:pt x="77828" y="73488"/>
                    <a:pt x="66238" y="96782"/>
                    <a:pt x="45075" y="119073"/>
                  </a:cubicBezTo>
                  <a:lnTo>
                    <a:pt x="228" y="166412"/>
                  </a:lnTo>
                  <a:lnTo>
                    <a:pt x="228" y="169417"/>
                  </a:lnTo>
                  <a:lnTo>
                    <a:pt x="98487" y="169417"/>
                  </a:lnTo>
                  <a:lnTo>
                    <a:pt x="112344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7" name="Freeform: Shape 3226">
              <a:extLst>
                <a:ext uri="{FF2B5EF4-FFF2-40B4-BE49-F238E27FC236}">
                  <a16:creationId xmlns:a16="http://schemas.microsoft.com/office/drawing/2014/main" id="{96919864-4D5A-DF9D-EF97-9D03FA8A7AC7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7724439" y="4757501"/>
              <a:ext cx="112116" cy="169316"/>
            </a:xfrm>
            <a:custGeom>
              <a:avLst/>
              <a:gdLst>
                <a:gd name="connsiteX0" fmla="*/ 112349 w 112116"/>
                <a:gd name="connsiteY0" fmla="*/ 135103 h 169316"/>
                <a:gd name="connsiteX1" fmla="*/ 109074 w 112116"/>
                <a:gd name="connsiteY1" fmla="*/ 133851 h 169316"/>
                <a:gd name="connsiteX2" fmla="*/ 85139 w 112116"/>
                <a:gd name="connsiteY2" fmla="*/ 150382 h 169316"/>
                <a:gd name="connsiteX3" fmla="*/ 24924 w 112116"/>
                <a:gd name="connsiteY3" fmla="*/ 150382 h 169316"/>
                <a:gd name="connsiteX4" fmla="*/ 67251 w 112116"/>
                <a:gd name="connsiteY4" fmla="*/ 106299 h 169316"/>
                <a:gd name="connsiteX5" fmla="*/ 99500 w 112116"/>
                <a:gd name="connsiteY5" fmla="*/ 44434 h 169316"/>
                <a:gd name="connsiteX6" fmla="*/ 52890 w 112116"/>
                <a:gd name="connsiteY6" fmla="*/ 101 h 169316"/>
                <a:gd name="connsiteX7" fmla="*/ 16610 w 112116"/>
                <a:gd name="connsiteY7" fmla="*/ 15630 h 169316"/>
                <a:gd name="connsiteX8" fmla="*/ 485 w 112116"/>
                <a:gd name="connsiteY8" fmla="*/ 49944 h 169316"/>
                <a:gd name="connsiteX9" fmla="*/ 5776 w 112116"/>
                <a:gd name="connsiteY9" fmla="*/ 51196 h 169316"/>
                <a:gd name="connsiteX10" fmla="*/ 42308 w 112116"/>
                <a:gd name="connsiteY10" fmla="*/ 18635 h 169316"/>
                <a:gd name="connsiteX11" fmla="*/ 77833 w 112116"/>
                <a:gd name="connsiteY11" fmla="*/ 53951 h 169316"/>
                <a:gd name="connsiteX12" fmla="*/ 45079 w 112116"/>
                <a:gd name="connsiteY12" fmla="*/ 119073 h 169316"/>
                <a:gd name="connsiteX13" fmla="*/ 233 w 112116"/>
                <a:gd name="connsiteY13" fmla="*/ 166412 h 169316"/>
                <a:gd name="connsiteX14" fmla="*/ 233 w 112116"/>
                <a:gd name="connsiteY14" fmla="*/ 169417 h 169316"/>
                <a:gd name="connsiteX15" fmla="*/ 98492 w 112116"/>
                <a:gd name="connsiteY15" fmla="*/ 169417 h 169316"/>
                <a:gd name="connsiteX16" fmla="*/ 112349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349" y="135103"/>
                  </a:moveTo>
                  <a:lnTo>
                    <a:pt x="109074" y="133851"/>
                  </a:lnTo>
                  <a:cubicBezTo>
                    <a:pt x="99752" y="148128"/>
                    <a:pt x="96477" y="150382"/>
                    <a:pt x="85139" y="150382"/>
                  </a:cubicBezTo>
                  <a:lnTo>
                    <a:pt x="24924" y="150382"/>
                  </a:lnTo>
                  <a:lnTo>
                    <a:pt x="67251" y="106299"/>
                  </a:lnTo>
                  <a:cubicBezTo>
                    <a:pt x="89674" y="83006"/>
                    <a:pt x="99500" y="63970"/>
                    <a:pt x="99500" y="44434"/>
                  </a:cubicBezTo>
                  <a:cubicBezTo>
                    <a:pt x="99500" y="19387"/>
                    <a:pt x="79092" y="101"/>
                    <a:pt x="52890" y="101"/>
                  </a:cubicBezTo>
                  <a:cubicBezTo>
                    <a:pt x="39033" y="101"/>
                    <a:pt x="25932" y="5611"/>
                    <a:pt x="16610" y="15630"/>
                  </a:cubicBezTo>
                  <a:cubicBezTo>
                    <a:pt x="8547" y="24146"/>
                    <a:pt x="4768" y="32161"/>
                    <a:pt x="485" y="49944"/>
                  </a:cubicBezTo>
                  <a:lnTo>
                    <a:pt x="5776" y="51196"/>
                  </a:lnTo>
                  <a:cubicBezTo>
                    <a:pt x="15854" y="26650"/>
                    <a:pt x="24924" y="18635"/>
                    <a:pt x="42308" y="18635"/>
                  </a:cubicBezTo>
                  <a:cubicBezTo>
                    <a:pt x="63472" y="18635"/>
                    <a:pt x="77833" y="32912"/>
                    <a:pt x="77833" y="53951"/>
                  </a:cubicBezTo>
                  <a:cubicBezTo>
                    <a:pt x="77833" y="73488"/>
                    <a:pt x="66243" y="96782"/>
                    <a:pt x="45079" y="119073"/>
                  </a:cubicBezTo>
                  <a:lnTo>
                    <a:pt x="233" y="166412"/>
                  </a:lnTo>
                  <a:lnTo>
                    <a:pt x="233" y="169417"/>
                  </a:lnTo>
                  <a:lnTo>
                    <a:pt x="98492" y="169417"/>
                  </a:lnTo>
                  <a:lnTo>
                    <a:pt x="112349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8" name="Freeform: Shape 3227">
              <a:extLst>
                <a:ext uri="{FF2B5EF4-FFF2-40B4-BE49-F238E27FC236}">
                  <a16:creationId xmlns:a16="http://schemas.microsoft.com/office/drawing/2014/main" id="{0A408057-15E1-E029-8854-507CA8028369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7846350" y="4757501"/>
              <a:ext cx="115895" cy="169316"/>
            </a:xfrm>
            <a:custGeom>
              <a:avLst/>
              <a:gdLst>
                <a:gd name="connsiteX0" fmla="*/ 116134 w 115895"/>
                <a:gd name="connsiteY0" fmla="*/ 111559 h 169316"/>
                <a:gd name="connsiteX1" fmla="*/ 90435 w 115895"/>
                <a:gd name="connsiteY1" fmla="*/ 111559 h 169316"/>
                <a:gd name="connsiteX2" fmla="*/ 90435 w 115895"/>
                <a:gd name="connsiteY2" fmla="*/ 101 h 169316"/>
                <a:gd name="connsiteX3" fmla="*/ 79349 w 115895"/>
                <a:gd name="connsiteY3" fmla="*/ 101 h 169316"/>
                <a:gd name="connsiteX4" fmla="*/ 238 w 115895"/>
                <a:gd name="connsiteY4" fmla="*/ 111559 h 169316"/>
                <a:gd name="connsiteX5" fmla="*/ 238 w 115895"/>
                <a:gd name="connsiteY5" fmla="*/ 127589 h 169316"/>
                <a:gd name="connsiteX6" fmla="*/ 71035 w 115895"/>
                <a:gd name="connsiteY6" fmla="*/ 127589 h 169316"/>
                <a:gd name="connsiteX7" fmla="*/ 71035 w 115895"/>
                <a:gd name="connsiteY7" fmla="*/ 169417 h 169316"/>
                <a:gd name="connsiteX8" fmla="*/ 90435 w 115895"/>
                <a:gd name="connsiteY8" fmla="*/ 169417 h 169316"/>
                <a:gd name="connsiteX9" fmla="*/ 90435 w 115895"/>
                <a:gd name="connsiteY9" fmla="*/ 127589 h 169316"/>
                <a:gd name="connsiteX10" fmla="*/ 116134 w 115895"/>
                <a:gd name="connsiteY10" fmla="*/ 127589 h 169316"/>
                <a:gd name="connsiteX11" fmla="*/ 116134 w 115895"/>
                <a:gd name="connsiteY11" fmla="*/ 111559 h 169316"/>
                <a:gd name="connsiteX12" fmla="*/ 70783 w 115895"/>
                <a:gd name="connsiteY12" fmla="*/ 111559 h 169316"/>
                <a:gd name="connsiteX13" fmla="*/ 10316 w 115895"/>
                <a:gd name="connsiteY13" fmla="*/ 111559 h 169316"/>
                <a:gd name="connsiteX14" fmla="*/ 70783 w 115895"/>
                <a:gd name="connsiteY14" fmla="*/ 25648 h 169316"/>
                <a:gd name="connsiteX15" fmla="*/ 70783 w 115895"/>
                <a:gd name="connsiteY15" fmla="*/ 111559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134" y="111559"/>
                  </a:moveTo>
                  <a:lnTo>
                    <a:pt x="90435" y="111559"/>
                  </a:lnTo>
                  <a:lnTo>
                    <a:pt x="90435" y="101"/>
                  </a:lnTo>
                  <a:lnTo>
                    <a:pt x="79349" y="101"/>
                  </a:lnTo>
                  <a:lnTo>
                    <a:pt x="238" y="111559"/>
                  </a:lnTo>
                  <a:lnTo>
                    <a:pt x="238" y="127589"/>
                  </a:lnTo>
                  <a:lnTo>
                    <a:pt x="71035" y="127589"/>
                  </a:lnTo>
                  <a:lnTo>
                    <a:pt x="71035" y="169417"/>
                  </a:lnTo>
                  <a:lnTo>
                    <a:pt x="90435" y="169417"/>
                  </a:lnTo>
                  <a:lnTo>
                    <a:pt x="90435" y="127589"/>
                  </a:lnTo>
                  <a:lnTo>
                    <a:pt x="116134" y="127589"/>
                  </a:lnTo>
                  <a:lnTo>
                    <a:pt x="116134" y="111559"/>
                  </a:lnTo>
                  <a:close/>
                  <a:moveTo>
                    <a:pt x="70783" y="111559"/>
                  </a:moveTo>
                  <a:lnTo>
                    <a:pt x="10316" y="111559"/>
                  </a:lnTo>
                  <a:lnTo>
                    <a:pt x="70783" y="25648"/>
                  </a:lnTo>
                  <a:lnTo>
                    <a:pt x="70783" y="1115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9" name="Freeform: Shape 3228">
              <a:extLst>
                <a:ext uri="{FF2B5EF4-FFF2-40B4-BE49-F238E27FC236}">
                  <a16:creationId xmlns:a16="http://schemas.microsoft.com/office/drawing/2014/main" id="{C5F8678D-2F19-9C2B-EF78-0ABF50DB9566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8556551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1" name="Freeform: Shape 3230">
              <a:extLst>
                <a:ext uri="{FF2B5EF4-FFF2-40B4-BE49-F238E27FC236}">
                  <a16:creationId xmlns:a16="http://schemas.microsoft.com/office/drawing/2014/main" id="{9F253E6E-59BB-0525-FAED-41A067E5FB19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8865296" y="4757501"/>
              <a:ext cx="71300" cy="169316"/>
            </a:xfrm>
            <a:custGeom>
              <a:avLst/>
              <a:gdLst>
                <a:gd name="connsiteX0" fmla="*/ 45628 w 71300"/>
                <a:gd name="connsiteY0" fmla="*/ 101 h 169316"/>
                <a:gd name="connsiteX1" fmla="*/ 277 w 71300"/>
                <a:gd name="connsiteY1" fmla="*/ 22893 h 169316"/>
                <a:gd name="connsiteX2" fmla="*/ 277 w 71300"/>
                <a:gd name="connsiteY2" fmla="*/ 26400 h 169316"/>
                <a:gd name="connsiteX3" fmla="*/ 7080 w 71300"/>
                <a:gd name="connsiteY3" fmla="*/ 23645 h 169316"/>
                <a:gd name="connsiteX4" fmla="*/ 18417 w 71300"/>
                <a:gd name="connsiteY4" fmla="*/ 20890 h 169316"/>
                <a:gd name="connsiteX5" fmla="*/ 25976 w 71300"/>
                <a:gd name="connsiteY5" fmla="*/ 32662 h 169316"/>
                <a:gd name="connsiteX6" fmla="*/ 25976 w 71300"/>
                <a:gd name="connsiteY6" fmla="*/ 146124 h 169316"/>
                <a:gd name="connsiteX7" fmla="*/ 19929 w 71300"/>
                <a:gd name="connsiteY7" fmla="*/ 162404 h 169316"/>
                <a:gd name="connsiteX8" fmla="*/ 2041 w 71300"/>
                <a:gd name="connsiteY8" fmla="*/ 165660 h 169316"/>
                <a:gd name="connsiteX9" fmla="*/ 2041 w 71300"/>
                <a:gd name="connsiteY9" fmla="*/ 169417 h 169316"/>
                <a:gd name="connsiteX10" fmla="*/ 71578 w 71300"/>
                <a:gd name="connsiteY10" fmla="*/ 169417 h 169316"/>
                <a:gd name="connsiteX11" fmla="*/ 71578 w 71300"/>
                <a:gd name="connsiteY11" fmla="*/ 165660 h 169316"/>
                <a:gd name="connsiteX12" fmla="*/ 47643 w 71300"/>
                <a:gd name="connsiteY12" fmla="*/ 150883 h 169316"/>
                <a:gd name="connsiteX13" fmla="*/ 47643 w 71300"/>
                <a:gd name="connsiteY13" fmla="*/ 602 h 169316"/>
                <a:gd name="connsiteX14" fmla="*/ 45628 w 71300"/>
                <a:gd name="connsiteY14" fmla="*/ 101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628" y="101"/>
                  </a:moveTo>
                  <a:lnTo>
                    <a:pt x="277" y="22893"/>
                  </a:lnTo>
                  <a:lnTo>
                    <a:pt x="277" y="26400"/>
                  </a:lnTo>
                  <a:cubicBezTo>
                    <a:pt x="3300" y="25147"/>
                    <a:pt x="6072" y="24146"/>
                    <a:pt x="7080" y="23645"/>
                  </a:cubicBezTo>
                  <a:cubicBezTo>
                    <a:pt x="11615" y="21891"/>
                    <a:pt x="15898" y="20890"/>
                    <a:pt x="18417" y="20890"/>
                  </a:cubicBezTo>
                  <a:cubicBezTo>
                    <a:pt x="23708" y="20890"/>
                    <a:pt x="25976" y="24647"/>
                    <a:pt x="25976" y="32662"/>
                  </a:cubicBezTo>
                  <a:lnTo>
                    <a:pt x="25976" y="146124"/>
                  </a:lnTo>
                  <a:cubicBezTo>
                    <a:pt x="25976" y="154389"/>
                    <a:pt x="23960" y="160150"/>
                    <a:pt x="19929" y="162404"/>
                  </a:cubicBezTo>
                  <a:cubicBezTo>
                    <a:pt x="16150" y="164659"/>
                    <a:pt x="12622" y="165410"/>
                    <a:pt x="2041" y="165660"/>
                  </a:cubicBezTo>
                  <a:lnTo>
                    <a:pt x="2041" y="169417"/>
                  </a:lnTo>
                  <a:lnTo>
                    <a:pt x="71578" y="169417"/>
                  </a:lnTo>
                  <a:lnTo>
                    <a:pt x="71578" y="165660"/>
                  </a:lnTo>
                  <a:cubicBezTo>
                    <a:pt x="51674" y="165410"/>
                    <a:pt x="47643" y="162905"/>
                    <a:pt x="47643" y="150883"/>
                  </a:cubicBezTo>
                  <a:lnTo>
                    <a:pt x="47643" y="602"/>
                  </a:lnTo>
                  <a:lnTo>
                    <a:pt x="45628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2" name="Freeform: Shape 3231">
              <a:extLst>
                <a:ext uri="{FF2B5EF4-FFF2-40B4-BE49-F238E27FC236}">
                  <a16:creationId xmlns:a16="http://schemas.microsoft.com/office/drawing/2014/main" id="{40E520B0-EB29-4BA6-3754-2944D93AB46E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8981412" y="4901771"/>
              <a:ext cx="27966" cy="27802"/>
            </a:xfrm>
            <a:custGeom>
              <a:avLst/>
              <a:gdLst>
                <a:gd name="connsiteX0" fmla="*/ 14139 w 27966"/>
                <a:gd name="connsiteY0" fmla="*/ 101 h 27802"/>
                <a:gd name="connsiteX1" fmla="*/ 282 w 27966"/>
                <a:gd name="connsiteY1" fmla="*/ 14377 h 27802"/>
                <a:gd name="connsiteX2" fmla="*/ 13887 w 27966"/>
                <a:gd name="connsiteY2" fmla="*/ 27903 h 27802"/>
                <a:gd name="connsiteX3" fmla="*/ 28248 w 27966"/>
                <a:gd name="connsiteY3" fmla="*/ 14377 h 27802"/>
                <a:gd name="connsiteX4" fmla="*/ 14139 w 27966"/>
                <a:gd name="connsiteY4" fmla="*/ 101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139" y="101"/>
                  </a:moveTo>
                  <a:cubicBezTo>
                    <a:pt x="6581" y="101"/>
                    <a:pt x="282" y="6613"/>
                    <a:pt x="282" y="14377"/>
                  </a:cubicBezTo>
                  <a:cubicBezTo>
                    <a:pt x="282" y="21641"/>
                    <a:pt x="6581" y="27903"/>
                    <a:pt x="13887" y="27903"/>
                  </a:cubicBezTo>
                  <a:cubicBezTo>
                    <a:pt x="21698" y="27903"/>
                    <a:pt x="28248" y="21641"/>
                    <a:pt x="28248" y="14377"/>
                  </a:cubicBezTo>
                  <a:cubicBezTo>
                    <a:pt x="28248" y="6613"/>
                    <a:pt x="21698" y="101"/>
                    <a:pt x="14139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3" name="Freeform: Shape 3232">
              <a:extLst>
                <a:ext uri="{FF2B5EF4-FFF2-40B4-BE49-F238E27FC236}">
                  <a16:creationId xmlns:a16="http://schemas.microsoft.com/office/drawing/2014/main" id="{CC873E1C-3315-0A33-74BF-F04547E752B3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9032038" y="4761007"/>
              <a:ext cx="108085" cy="167813"/>
            </a:xfrm>
            <a:custGeom>
              <a:avLst/>
              <a:gdLst>
                <a:gd name="connsiteX0" fmla="*/ 108370 w 108085"/>
                <a:gd name="connsiteY0" fmla="*/ 101 h 167813"/>
                <a:gd name="connsiteX1" fmla="*/ 15149 w 108085"/>
                <a:gd name="connsiteY1" fmla="*/ 101 h 167813"/>
                <a:gd name="connsiteX2" fmla="*/ 285 w 108085"/>
                <a:gd name="connsiteY2" fmla="*/ 36920 h 167813"/>
                <a:gd name="connsiteX3" fmla="*/ 4568 w 108085"/>
                <a:gd name="connsiteY3" fmla="*/ 38923 h 167813"/>
                <a:gd name="connsiteX4" fmla="*/ 33794 w 108085"/>
                <a:gd name="connsiteY4" fmla="*/ 18635 h 167813"/>
                <a:gd name="connsiteX5" fmla="*/ 88466 w 108085"/>
                <a:gd name="connsiteY5" fmla="*/ 18635 h 167813"/>
                <a:gd name="connsiteX6" fmla="*/ 38581 w 108085"/>
                <a:gd name="connsiteY6" fmla="*/ 167915 h 167813"/>
                <a:gd name="connsiteX7" fmla="*/ 54957 w 108085"/>
                <a:gd name="connsiteY7" fmla="*/ 167915 h 167813"/>
                <a:gd name="connsiteX8" fmla="*/ 108370 w 108085"/>
                <a:gd name="connsiteY8" fmla="*/ 4108 h 167813"/>
                <a:gd name="connsiteX9" fmla="*/ 108370 w 108085"/>
                <a:gd name="connsiteY9" fmla="*/ 101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370" y="101"/>
                  </a:moveTo>
                  <a:lnTo>
                    <a:pt x="15149" y="101"/>
                  </a:lnTo>
                  <a:lnTo>
                    <a:pt x="285" y="36920"/>
                  </a:lnTo>
                  <a:lnTo>
                    <a:pt x="4568" y="38923"/>
                  </a:lnTo>
                  <a:cubicBezTo>
                    <a:pt x="15401" y="21891"/>
                    <a:pt x="19936" y="18635"/>
                    <a:pt x="33794" y="18635"/>
                  </a:cubicBezTo>
                  <a:lnTo>
                    <a:pt x="88466" y="18635"/>
                  </a:lnTo>
                  <a:lnTo>
                    <a:pt x="38581" y="167915"/>
                  </a:lnTo>
                  <a:lnTo>
                    <a:pt x="54957" y="167915"/>
                  </a:lnTo>
                  <a:lnTo>
                    <a:pt x="108370" y="4108"/>
                  </a:lnTo>
                  <a:lnTo>
                    <a:pt x="108370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4" name="Freeform: Shape 3233">
              <a:extLst>
                <a:ext uri="{FF2B5EF4-FFF2-40B4-BE49-F238E27FC236}">
                  <a16:creationId xmlns:a16="http://schemas.microsoft.com/office/drawing/2014/main" id="{A7FD368C-9A1B-747A-F7B5-603463697FB1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9158484" y="4761007"/>
              <a:ext cx="108085" cy="167813"/>
            </a:xfrm>
            <a:custGeom>
              <a:avLst/>
              <a:gdLst>
                <a:gd name="connsiteX0" fmla="*/ 108375 w 108085"/>
                <a:gd name="connsiteY0" fmla="*/ 101 h 167813"/>
                <a:gd name="connsiteX1" fmla="*/ 15154 w 108085"/>
                <a:gd name="connsiteY1" fmla="*/ 101 h 167813"/>
                <a:gd name="connsiteX2" fmla="*/ 290 w 108085"/>
                <a:gd name="connsiteY2" fmla="*/ 36920 h 167813"/>
                <a:gd name="connsiteX3" fmla="*/ 4573 w 108085"/>
                <a:gd name="connsiteY3" fmla="*/ 38923 h 167813"/>
                <a:gd name="connsiteX4" fmla="*/ 33798 w 108085"/>
                <a:gd name="connsiteY4" fmla="*/ 18635 h 167813"/>
                <a:gd name="connsiteX5" fmla="*/ 88471 w 108085"/>
                <a:gd name="connsiteY5" fmla="*/ 18635 h 167813"/>
                <a:gd name="connsiteX6" fmla="*/ 38585 w 108085"/>
                <a:gd name="connsiteY6" fmla="*/ 167915 h 167813"/>
                <a:gd name="connsiteX7" fmla="*/ 54962 w 108085"/>
                <a:gd name="connsiteY7" fmla="*/ 167915 h 167813"/>
                <a:gd name="connsiteX8" fmla="*/ 108375 w 108085"/>
                <a:gd name="connsiteY8" fmla="*/ 4108 h 167813"/>
                <a:gd name="connsiteX9" fmla="*/ 108375 w 108085"/>
                <a:gd name="connsiteY9" fmla="*/ 101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375" y="101"/>
                  </a:moveTo>
                  <a:lnTo>
                    <a:pt x="15154" y="101"/>
                  </a:lnTo>
                  <a:lnTo>
                    <a:pt x="290" y="36920"/>
                  </a:lnTo>
                  <a:lnTo>
                    <a:pt x="4573" y="38923"/>
                  </a:lnTo>
                  <a:cubicBezTo>
                    <a:pt x="15406" y="21891"/>
                    <a:pt x="19941" y="18635"/>
                    <a:pt x="33798" y="18635"/>
                  </a:cubicBezTo>
                  <a:lnTo>
                    <a:pt x="88471" y="18635"/>
                  </a:lnTo>
                  <a:lnTo>
                    <a:pt x="38585" y="167915"/>
                  </a:lnTo>
                  <a:lnTo>
                    <a:pt x="54962" y="167915"/>
                  </a:lnTo>
                  <a:lnTo>
                    <a:pt x="108375" y="4108"/>
                  </a:lnTo>
                  <a:lnTo>
                    <a:pt x="108375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5" name="Freeform: Shape 3234">
              <a:extLst>
                <a:ext uri="{FF2B5EF4-FFF2-40B4-BE49-F238E27FC236}">
                  <a16:creationId xmlns:a16="http://schemas.microsoft.com/office/drawing/2014/main" id="{0876F77B-4582-A5D7-E5A8-C20448DC3157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9287449" y="4757501"/>
              <a:ext cx="112116" cy="169316"/>
            </a:xfrm>
            <a:custGeom>
              <a:avLst/>
              <a:gdLst>
                <a:gd name="connsiteX0" fmla="*/ 112411 w 112116"/>
                <a:gd name="connsiteY0" fmla="*/ 135103 h 169316"/>
                <a:gd name="connsiteX1" fmla="*/ 109136 w 112116"/>
                <a:gd name="connsiteY1" fmla="*/ 133851 h 169316"/>
                <a:gd name="connsiteX2" fmla="*/ 85201 w 112116"/>
                <a:gd name="connsiteY2" fmla="*/ 150382 h 169316"/>
                <a:gd name="connsiteX3" fmla="*/ 24985 w 112116"/>
                <a:gd name="connsiteY3" fmla="*/ 150382 h 169316"/>
                <a:gd name="connsiteX4" fmla="*/ 67312 w 112116"/>
                <a:gd name="connsiteY4" fmla="*/ 106299 h 169316"/>
                <a:gd name="connsiteX5" fmla="*/ 99562 w 112116"/>
                <a:gd name="connsiteY5" fmla="*/ 44434 h 169316"/>
                <a:gd name="connsiteX6" fmla="*/ 52951 w 112116"/>
                <a:gd name="connsiteY6" fmla="*/ 101 h 169316"/>
                <a:gd name="connsiteX7" fmla="*/ 16671 w 112116"/>
                <a:gd name="connsiteY7" fmla="*/ 15630 h 169316"/>
                <a:gd name="connsiteX8" fmla="*/ 546 w 112116"/>
                <a:gd name="connsiteY8" fmla="*/ 49944 h 169316"/>
                <a:gd name="connsiteX9" fmla="*/ 5837 w 112116"/>
                <a:gd name="connsiteY9" fmla="*/ 51196 h 169316"/>
                <a:gd name="connsiteX10" fmla="*/ 42370 w 112116"/>
                <a:gd name="connsiteY10" fmla="*/ 18635 h 169316"/>
                <a:gd name="connsiteX11" fmla="*/ 77894 w 112116"/>
                <a:gd name="connsiteY11" fmla="*/ 53951 h 169316"/>
                <a:gd name="connsiteX12" fmla="*/ 45141 w 112116"/>
                <a:gd name="connsiteY12" fmla="*/ 119073 h 169316"/>
                <a:gd name="connsiteX13" fmla="*/ 295 w 112116"/>
                <a:gd name="connsiteY13" fmla="*/ 166412 h 169316"/>
                <a:gd name="connsiteX14" fmla="*/ 295 w 112116"/>
                <a:gd name="connsiteY14" fmla="*/ 169417 h 169316"/>
                <a:gd name="connsiteX15" fmla="*/ 98554 w 112116"/>
                <a:gd name="connsiteY15" fmla="*/ 169417 h 169316"/>
                <a:gd name="connsiteX16" fmla="*/ 112411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411" y="135103"/>
                  </a:moveTo>
                  <a:lnTo>
                    <a:pt x="109136" y="133851"/>
                  </a:lnTo>
                  <a:cubicBezTo>
                    <a:pt x="99814" y="148128"/>
                    <a:pt x="96538" y="150382"/>
                    <a:pt x="85201" y="150382"/>
                  </a:cubicBezTo>
                  <a:lnTo>
                    <a:pt x="24985" y="150382"/>
                  </a:lnTo>
                  <a:lnTo>
                    <a:pt x="67312" y="106299"/>
                  </a:lnTo>
                  <a:cubicBezTo>
                    <a:pt x="89736" y="83006"/>
                    <a:pt x="99562" y="63970"/>
                    <a:pt x="99562" y="44434"/>
                  </a:cubicBezTo>
                  <a:cubicBezTo>
                    <a:pt x="99562" y="19387"/>
                    <a:pt x="79154" y="101"/>
                    <a:pt x="52951" y="101"/>
                  </a:cubicBezTo>
                  <a:cubicBezTo>
                    <a:pt x="39094" y="101"/>
                    <a:pt x="25993" y="5611"/>
                    <a:pt x="16671" y="15630"/>
                  </a:cubicBezTo>
                  <a:cubicBezTo>
                    <a:pt x="8609" y="24146"/>
                    <a:pt x="4830" y="32161"/>
                    <a:pt x="546" y="49944"/>
                  </a:cubicBezTo>
                  <a:lnTo>
                    <a:pt x="5837" y="51196"/>
                  </a:lnTo>
                  <a:cubicBezTo>
                    <a:pt x="15915" y="26650"/>
                    <a:pt x="24985" y="18635"/>
                    <a:pt x="42370" y="18635"/>
                  </a:cubicBezTo>
                  <a:cubicBezTo>
                    <a:pt x="63533" y="18635"/>
                    <a:pt x="77894" y="32912"/>
                    <a:pt x="77894" y="53951"/>
                  </a:cubicBezTo>
                  <a:cubicBezTo>
                    <a:pt x="77894" y="73488"/>
                    <a:pt x="66305" y="96782"/>
                    <a:pt x="45141" y="119073"/>
                  </a:cubicBezTo>
                  <a:lnTo>
                    <a:pt x="295" y="166412"/>
                  </a:lnTo>
                  <a:lnTo>
                    <a:pt x="295" y="169417"/>
                  </a:lnTo>
                  <a:lnTo>
                    <a:pt x="98554" y="169417"/>
                  </a:lnTo>
                  <a:lnTo>
                    <a:pt x="112411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6" name="Freeform: Shape 3235">
              <a:extLst>
                <a:ext uri="{FF2B5EF4-FFF2-40B4-BE49-F238E27FC236}">
                  <a16:creationId xmlns:a16="http://schemas.microsoft.com/office/drawing/2014/main" id="{7AF9C39B-A821-BF10-5031-58A74BF6D48D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9414399" y="4754495"/>
              <a:ext cx="102290" cy="175828"/>
            </a:xfrm>
            <a:custGeom>
              <a:avLst/>
              <a:gdLst>
                <a:gd name="connsiteX0" fmla="*/ 37840 w 102290"/>
                <a:gd name="connsiteY0" fmla="*/ 26400 h 175828"/>
                <a:gd name="connsiteX1" fmla="*/ 87221 w 102290"/>
                <a:gd name="connsiteY1" fmla="*/ 26400 h 175828"/>
                <a:gd name="connsiteX2" fmla="*/ 93016 w 102290"/>
                <a:gd name="connsiteY2" fmla="*/ 24146 h 175828"/>
                <a:gd name="connsiteX3" fmla="*/ 102590 w 102290"/>
                <a:gd name="connsiteY3" fmla="*/ 1854 h 175828"/>
                <a:gd name="connsiteX4" fmla="*/ 100322 w 102290"/>
                <a:gd name="connsiteY4" fmla="*/ 101 h 175828"/>
                <a:gd name="connsiteX5" fmla="*/ 88733 w 102290"/>
                <a:gd name="connsiteY5" fmla="*/ 6613 h 175828"/>
                <a:gd name="connsiteX6" fmla="*/ 36076 w 102290"/>
                <a:gd name="connsiteY6" fmla="*/ 6613 h 175828"/>
                <a:gd name="connsiteX7" fmla="*/ 8614 w 102290"/>
                <a:gd name="connsiteY7" fmla="*/ 65974 h 175828"/>
                <a:gd name="connsiteX8" fmla="*/ 8362 w 102290"/>
                <a:gd name="connsiteY8" fmla="*/ 67226 h 175828"/>
                <a:gd name="connsiteX9" fmla="*/ 11385 w 102290"/>
                <a:gd name="connsiteY9" fmla="*/ 69230 h 175828"/>
                <a:gd name="connsiteX10" fmla="*/ 39855 w 102290"/>
                <a:gd name="connsiteY10" fmla="*/ 74239 h 175828"/>
                <a:gd name="connsiteX11" fmla="*/ 82182 w 102290"/>
                <a:gd name="connsiteY11" fmla="*/ 123832 h 175828"/>
                <a:gd name="connsiteX12" fmla="*/ 47162 w 102290"/>
                <a:gd name="connsiteY12" fmla="*/ 166662 h 175828"/>
                <a:gd name="connsiteX13" fmla="*/ 30281 w 102290"/>
                <a:gd name="connsiteY13" fmla="*/ 159399 h 175828"/>
                <a:gd name="connsiteX14" fmla="*/ 11133 w 102290"/>
                <a:gd name="connsiteY14" fmla="*/ 151133 h 175828"/>
                <a:gd name="connsiteX15" fmla="*/ 300 w 102290"/>
                <a:gd name="connsiteY15" fmla="*/ 160401 h 175828"/>
                <a:gd name="connsiteX16" fmla="*/ 31037 w 102290"/>
                <a:gd name="connsiteY16" fmla="*/ 175930 h 175828"/>
                <a:gd name="connsiteX17" fmla="*/ 82938 w 102290"/>
                <a:gd name="connsiteY17" fmla="*/ 156393 h 175828"/>
                <a:gd name="connsiteX18" fmla="*/ 99819 w 102290"/>
                <a:gd name="connsiteY18" fmla="*/ 111810 h 175828"/>
                <a:gd name="connsiteX19" fmla="*/ 82434 w 102290"/>
                <a:gd name="connsiteY19" fmla="*/ 69731 h 175828"/>
                <a:gd name="connsiteX20" fmla="*/ 27258 w 102290"/>
                <a:gd name="connsiteY20" fmla="*/ 47690 h 175828"/>
                <a:gd name="connsiteX21" fmla="*/ 37840 w 102290"/>
                <a:gd name="connsiteY21" fmla="*/ 26400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840" y="26400"/>
                  </a:moveTo>
                  <a:lnTo>
                    <a:pt x="87221" y="26400"/>
                  </a:lnTo>
                  <a:cubicBezTo>
                    <a:pt x="91252" y="26400"/>
                    <a:pt x="92260" y="25899"/>
                    <a:pt x="93016" y="24146"/>
                  </a:cubicBezTo>
                  <a:lnTo>
                    <a:pt x="102590" y="1854"/>
                  </a:lnTo>
                  <a:lnTo>
                    <a:pt x="100322" y="101"/>
                  </a:lnTo>
                  <a:cubicBezTo>
                    <a:pt x="96543" y="5360"/>
                    <a:pt x="94024" y="6613"/>
                    <a:pt x="88733" y="6613"/>
                  </a:cubicBezTo>
                  <a:lnTo>
                    <a:pt x="36076" y="6613"/>
                  </a:lnTo>
                  <a:lnTo>
                    <a:pt x="8614" y="65974"/>
                  </a:lnTo>
                  <a:cubicBezTo>
                    <a:pt x="8362" y="66475"/>
                    <a:pt x="8362" y="66725"/>
                    <a:pt x="8362" y="67226"/>
                  </a:cubicBezTo>
                  <a:cubicBezTo>
                    <a:pt x="8362" y="68479"/>
                    <a:pt x="9370" y="69230"/>
                    <a:pt x="11385" y="69230"/>
                  </a:cubicBezTo>
                  <a:cubicBezTo>
                    <a:pt x="19447" y="69230"/>
                    <a:pt x="29525" y="70983"/>
                    <a:pt x="39855" y="74239"/>
                  </a:cubicBezTo>
                  <a:cubicBezTo>
                    <a:pt x="68829" y="83507"/>
                    <a:pt x="82182" y="99036"/>
                    <a:pt x="82182" y="123832"/>
                  </a:cubicBezTo>
                  <a:cubicBezTo>
                    <a:pt x="82182" y="147877"/>
                    <a:pt x="66814" y="166662"/>
                    <a:pt x="47162" y="166662"/>
                  </a:cubicBezTo>
                  <a:cubicBezTo>
                    <a:pt x="42123" y="166662"/>
                    <a:pt x="37840" y="164909"/>
                    <a:pt x="30281" y="159399"/>
                  </a:cubicBezTo>
                  <a:cubicBezTo>
                    <a:pt x="22219" y="153638"/>
                    <a:pt x="16424" y="151133"/>
                    <a:pt x="11133" y="151133"/>
                  </a:cubicBezTo>
                  <a:cubicBezTo>
                    <a:pt x="3827" y="151133"/>
                    <a:pt x="300" y="154139"/>
                    <a:pt x="300" y="160401"/>
                  </a:cubicBezTo>
                  <a:cubicBezTo>
                    <a:pt x="300" y="169918"/>
                    <a:pt x="12141" y="175930"/>
                    <a:pt x="31037" y="175930"/>
                  </a:cubicBezTo>
                  <a:cubicBezTo>
                    <a:pt x="52201" y="175930"/>
                    <a:pt x="70341" y="169167"/>
                    <a:pt x="82938" y="156393"/>
                  </a:cubicBezTo>
                  <a:cubicBezTo>
                    <a:pt x="94528" y="145122"/>
                    <a:pt x="99819" y="130845"/>
                    <a:pt x="99819" y="111810"/>
                  </a:cubicBezTo>
                  <a:cubicBezTo>
                    <a:pt x="99819" y="93776"/>
                    <a:pt x="95032" y="82254"/>
                    <a:pt x="82434" y="69731"/>
                  </a:cubicBezTo>
                  <a:cubicBezTo>
                    <a:pt x="71349" y="58710"/>
                    <a:pt x="56988" y="52950"/>
                    <a:pt x="27258" y="47690"/>
                  </a:cubicBezTo>
                  <a:lnTo>
                    <a:pt x="37840" y="2640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7" name="Freeform: Shape 3236">
              <a:extLst>
                <a:ext uri="{FF2B5EF4-FFF2-40B4-BE49-F238E27FC236}">
                  <a16:creationId xmlns:a16="http://schemas.microsoft.com/office/drawing/2014/main" id="{6FC51532-8E44-EE27-57B9-FE27705659DD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9535806" y="4757501"/>
              <a:ext cx="115895" cy="169316"/>
            </a:xfrm>
            <a:custGeom>
              <a:avLst/>
              <a:gdLst>
                <a:gd name="connsiteX0" fmla="*/ 116200 w 115895"/>
                <a:gd name="connsiteY0" fmla="*/ 111559 h 169316"/>
                <a:gd name="connsiteX1" fmla="*/ 90501 w 115895"/>
                <a:gd name="connsiteY1" fmla="*/ 111559 h 169316"/>
                <a:gd name="connsiteX2" fmla="*/ 90501 w 115895"/>
                <a:gd name="connsiteY2" fmla="*/ 101 h 169316"/>
                <a:gd name="connsiteX3" fmla="*/ 79416 w 115895"/>
                <a:gd name="connsiteY3" fmla="*/ 101 h 169316"/>
                <a:gd name="connsiteX4" fmla="*/ 304 w 115895"/>
                <a:gd name="connsiteY4" fmla="*/ 111559 h 169316"/>
                <a:gd name="connsiteX5" fmla="*/ 304 w 115895"/>
                <a:gd name="connsiteY5" fmla="*/ 127589 h 169316"/>
                <a:gd name="connsiteX6" fmla="*/ 71102 w 115895"/>
                <a:gd name="connsiteY6" fmla="*/ 127589 h 169316"/>
                <a:gd name="connsiteX7" fmla="*/ 71102 w 115895"/>
                <a:gd name="connsiteY7" fmla="*/ 169417 h 169316"/>
                <a:gd name="connsiteX8" fmla="*/ 90501 w 115895"/>
                <a:gd name="connsiteY8" fmla="*/ 169417 h 169316"/>
                <a:gd name="connsiteX9" fmla="*/ 90501 w 115895"/>
                <a:gd name="connsiteY9" fmla="*/ 127589 h 169316"/>
                <a:gd name="connsiteX10" fmla="*/ 116200 w 115895"/>
                <a:gd name="connsiteY10" fmla="*/ 127589 h 169316"/>
                <a:gd name="connsiteX11" fmla="*/ 116200 w 115895"/>
                <a:gd name="connsiteY11" fmla="*/ 111559 h 169316"/>
                <a:gd name="connsiteX12" fmla="*/ 70850 w 115895"/>
                <a:gd name="connsiteY12" fmla="*/ 111559 h 169316"/>
                <a:gd name="connsiteX13" fmla="*/ 10382 w 115895"/>
                <a:gd name="connsiteY13" fmla="*/ 111559 h 169316"/>
                <a:gd name="connsiteX14" fmla="*/ 70850 w 115895"/>
                <a:gd name="connsiteY14" fmla="*/ 25648 h 169316"/>
                <a:gd name="connsiteX15" fmla="*/ 70850 w 115895"/>
                <a:gd name="connsiteY15" fmla="*/ 111559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200" y="111559"/>
                  </a:moveTo>
                  <a:lnTo>
                    <a:pt x="90501" y="111559"/>
                  </a:lnTo>
                  <a:lnTo>
                    <a:pt x="90501" y="101"/>
                  </a:lnTo>
                  <a:lnTo>
                    <a:pt x="79416" y="101"/>
                  </a:lnTo>
                  <a:lnTo>
                    <a:pt x="304" y="111559"/>
                  </a:lnTo>
                  <a:lnTo>
                    <a:pt x="304" y="127589"/>
                  </a:lnTo>
                  <a:lnTo>
                    <a:pt x="71102" y="127589"/>
                  </a:lnTo>
                  <a:lnTo>
                    <a:pt x="71102" y="169417"/>
                  </a:lnTo>
                  <a:lnTo>
                    <a:pt x="90501" y="169417"/>
                  </a:lnTo>
                  <a:lnTo>
                    <a:pt x="90501" y="127589"/>
                  </a:lnTo>
                  <a:lnTo>
                    <a:pt x="116200" y="127589"/>
                  </a:lnTo>
                  <a:lnTo>
                    <a:pt x="116200" y="111559"/>
                  </a:lnTo>
                  <a:close/>
                  <a:moveTo>
                    <a:pt x="70850" y="111559"/>
                  </a:moveTo>
                  <a:lnTo>
                    <a:pt x="10382" y="111559"/>
                  </a:lnTo>
                  <a:lnTo>
                    <a:pt x="70850" y="25648"/>
                  </a:lnTo>
                  <a:lnTo>
                    <a:pt x="70850" y="11155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8" name="Freeform: Shape 3237">
              <a:extLst>
                <a:ext uri="{FF2B5EF4-FFF2-40B4-BE49-F238E27FC236}">
                  <a16:creationId xmlns:a16="http://schemas.microsoft.com/office/drawing/2014/main" id="{CEDABD4E-5228-B359-1E3C-3F1C13D4AEFD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9666786" y="4757501"/>
              <a:ext cx="108085" cy="174827"/>
            </a:xfrm>
            <a:custGeom>
              <a:avLst/>
              <a:gdLst>
                <a:gd name="connsiteX0" fmla="*/ 7616 w 108085"/>
                <a:gd name="connsiteY0" fmla="*/ 174928 h 174827"/>
                <a:gd name="connsiteX1" fmla="*/ 66823 w 108085"/>
                <a:gd name="connsiteY1" fmla="*/ 154640 h 174827"/>
                <a:gd name="connsiteX2" fmla="*/ 108395 w 108085"/>
                <a:gd name="connsiteY2" fmla="*/ 70733 h 174827"/>
                <a:gd name="connsiteX3" fmla="*/ 52714 w 108085"/>
                <a:gd name="connsiteY3" fmla="*/ 101 h 174827"/>
                <a:gd name="connsiteX4" fmla="*/ 309 w 108085"/>
                <a:gd name="connsiteY4" fmla="*/ 59211 h 174827"/>
                <a:gd name="connsiteX5" fmla="*/ 45660 w 108085"/>
                <a:gd name="connsiteY5" fmla="*/ 110056 h 174827"/>
                <a:gd name="connsiteX6" fmla="*/ 83452 w 108085"/>
                <a:gd name="connsiteY6" fmla="*/ 95780 h 174827"/>
                <a:gd name="connsiteX7" fmla="*/ 6860 w 108085"/>
                <a:gd name="connsiteY7" fmla="*/ 169918 h 174827"/>
                <a:gd name="connsiteX8" fmla="*/ 7616 w 108085"/>
                <a:gd name="connsiteY8" fmla="*/ 174928 h 174827"/>
                <a:gd name="connsiteX9" fmla="*/ 83956 w 108085"/>
                <a:gd name="connsiteY9" fmla="*/ 80501 h 174827"/>
                <a:gd name="connsiteX10" fmla="*/ 80177 w 108085"/>
                <a:gd name="connsiteY10" fmla="*/ 90019 h 174827"/>
                <a:gd name="connsiteX11" fmla="*/ 54730 w 108085"/>
                <a:gd name="connsiteY11" fmla="*/ 99286 h 174827"/>
                <a:gd name="connsiteX12" fmla="*/ 23489 w 108085"/>
                <a:gd name="connsiteY12" fmla="*/ 50695 h 174827"/>
                <a:gd name="connsiteX13" fmla="*/ 32811 w 108085"/>
                <a:gd name="connsiteY13" fmla="*/ 14878 h 174827"/>
                <a:gd name="connsiteX14" fmla="*/ 50699 w 108085"/>
                <a:gd name="connsiteY14" fmla="*/ 7114 h 174827"/>
                <a:gd name="connsiteX15" fmla="*/ 83956 w 108085"/>
                <a:gd name="connsiteY15" fmla="*/ 70733 h 174827"/>
                <a:gd name="connsiteX16" fmla="*/ 83956 w 108085"/>
                <a:gd name="connsiteY16" fmla="*/ 80501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616" y="174928"/>
                  </a:moveTo>
                  <a:cubicBezTo>
                    <a:pt x="35834" y="171672"/>
                    <a:pt x="49691" y="166913"/>
                    <a:pt x="66823" y="154640"/>
                  </a:cubicBezTo>
                  <a:cubicBezTo>
                    <a:pt x="93026" y="135604"/>
                    <a:pt x="108395" y="104546"/>
                    <a:pt x="108395" y="70733"/>
                  </a:cubicBezTo>
                  <a:cubicBezTo>
                    <a:pt x="108395" y="29405"/>
                    <a:pt x="85216" y="101"/>
                    <a:pt x="52714" y="101"/>
                  </a:cubicBezTo>
                  <a:cubicBezTo>
                    <a:pt x="22733" y="101"/>
                    <a:pt x="309" y="25398"/>
                    <a:pt x="309" y="59211"/>
                  </a:cubicBezTo>
                  <a:cubicBezTo>
                    <a:pt x="309" y="89768"/>
                    <a:pt x="18450" y="110056"/>
                    <a:pt x="45660" y="110056"/>
                  </a:cubicBezTo>
                  <a:cubicBezTo>
                    <a:pt x="59517" y="110056"/>
                    <a:pt x="70099" y="106049"/>
                    <a:pt x="83452" y="95780"/>
                  </a:cubicBezTo>
                  <a:cubicBezTo>
                    <a:pt x="73122" y="136606"/>
                    <a:pt x="45156" y="163406"/>
                    <a:pt x="6860" y="169918"/>
                  </a:cubicBezTo>
                  <a:lnTo>
                    <a:pt x="7616" y="174928"/>
                  </a:lnTo>
                  <a:close/>
                  <a:moveTo>
                    <a:pt x="83956" y="80501"/>
                  </a:moveTo>
                  <a:cubicBezTo>
                    <a:pt x="83956" y="85510"/>
                    <a:pt x="82948" y="87765"/>
                    <a:pt x="80177" y="90019"/>
                  </a:cubicBezTo>
                  <a:cubicBezTo>
                    <a:pt x="73122" y="96030"/>
                    <a:pt x="63800" y="99286"/>
                    <a:pt x="54730" y="99286"/>
                  </a:cubicBezTo>
                  <a:cubicBezTo>
                    <a:pt x="35582" y="99286"/>
                    <a:pt x="23489" y="80501"/>
                    <a:pt x="23489" y="50695"/>
                  </a:cubicBezTo>
                  <a:cubicBezTo>
                    <a:pt x="23489" y="36419"/>
                    <a:pt x="27520" y="21390"/>
                    <a:pt x="32811" y="14878"/>
                  </a:cubicBezTo>
                  <a:cubicBezTo>
                    <a:pt x="37094" y="9869"/>
                    <a:pt x="43392" y="7114"/>
                    <a:pt x="50699" y="7114"/>
                  </a:cubicBezTo>
                  <a:cubicBezTo>
                    <a:pt x="72618" y="7114"/>
                    <a:pt x="83956" y="28654"/>
                    <a:pt x="83956" y="70733"/>
                  </a:cubicBezTo>
                  <a:lnTo>
                    <a:pt x="83956" y="805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9" name="Freeform: Shape 3238">
              <a:extLst>
                <a:ext uri="{FF2B5EF4-FFF2-40B4-BE49-F238E27FC236}">
                  <a16:creationId xmlns:a16="http://schemas.microsoft.com/office/drawing/2014/main" id="{17C6CD9B-829D-1273-E967-F5CC02BF6512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9791721" y="4757501"/>
              <a:ext cx="113880" cy="172823"/>
            </a:xfrm>
            <a:custGeom>
              <a:avLst/>
              <a:gdLst>
                <a:gd name="connsiteX0" fmla="*/ 58262 w 113880"/>
                <a:gd name="connsiteY0" fmla="*/ 101 h 172823"/>
                <a:gd name="connsiteX1" fmla="*/ 24501 w 113880"/>
                <a:gd name="connsiteY1" fmla="*/ 13125 h 172823"/>
                <a:gd name="connsiteX2" fmla="*/ 314 w 113880"/>
                <a:gd name="connsiteY2" fmla="*/ 85260 h 172823"/>
                <a:gd name="connsiteX3" fmla="*/ 20470 w 113880"/>
                <a:gd name="connsiteY3" fmla="*/ 155892 h 172823"/>
                <a:gd name="connsiteX4" fmla="*/ 57254 w 113880"/>
                <a:gd name="connsiteY4" fmla="*/ 172924 h 172823"/>
                <a:gd name="connsiteX5" fmla="*/ 90008 w 113880"/>
                <a:gd name="connsiteY5" fmla="*/ 159900 h 172823"/>
                <a:gd name="connsiteX6" fmla="*/ 114194 w 113880"/>
                <a:gd name="connsiteY6" fmla="*/ 86763 h 172823"/>
                <a:gd name="connsiteX7" fmla="*/ 58262 w 113880"/>
                <a:gd name="connsiteY7" fmla="*/ 101 h 172823"/>
                <a:gd name="connsiteX8" fmla="*/ 57506 w 113880"/>
                <a:gd name="connsiteY8" fmla="*/ 6613 h 172823"/>
                <a:gd name="connsiteX9" fmla="*/ 90008 w 113880"/>
                <a:gd name="connsiteY9" fmla="*/ 87264 h 172823"/>
                <a:gd name="connsiteX10" fmla="*/ 57254 w 113880"/>
                <a:gd name="connsiteY10" fmla="*/ 166412 h 172823"/>
                <a:gd name="connsiteX11" fmla="*/ 24501 w 113880"/>
                <a:gd name="connsiteY11" fmla="*/ 87514 h 172823"/>
                <a:gd name="connsiteX12" fmla="*/ 57506 w 113880"/>
                <a:gd name="connsiteY12" fmla="*/ 661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262" y="101"/>
                  </a:moveTo>
                  <a:cubicBezTo>
                    <a:pt x="44405" y="101"/>
                    <a:pt x="33823" y="4359"/>
                    <a:pt x="24501" y="13125"/>
                  </a:cubicBezTo>
                  <a:cubicBezTo>
                    <a:pt x="9888" y="27151"/>
                    <a:pt x="314" y="55955"/>
                    <a:pt x="314" y="85260"/>
                  </a:cubicBezTo>
                  <a:cubicBezTo>
                    <a:pt x="314" y="112561"/>
                    <a:pt x="8629" y="141866"/>
                    <a:pt x="20470" y="155892"/>
                  </a:cubicBezTo>
                  <a:cubicBezTo>
                    <a:pt x="29792" y="166913"/>
                    <a:pt x="42642" y="172924"/>
                    <a:pt x="57254" y="172924"/>
                  </a:cubicBezTo>
                  <a:cubicBezTo>
                    <a:pt x="70104" y="172924"/>
                    <a:pt x="80937" y="168666"/>
                    <a:pt x="90008" y="159900"/>
                  </a:cubicBezTo>
                  <a:cubicBezTo>
                    <a:pt x="104620" y="146124"/>
                    <a:pt x="114194" y="117069"/>
                    <a:pt x="114194" y="86763"/>
                  </a:cubicBezTo>
                  <a:cubicBezTo>
                    <a:pt x="114194" y="35417"/>
                    <a:pt x="91267" y="101"/>
                    <a:pt x="58262" y="101"/>
                  </a:cubicBezTo>
                  <a:close/>
                  <a:moveTo>
                    <a:pt x="57506" y="6613"/>
                  </a:moveTo>
                  <a:cubicBezTo>
                    <a:pt x="78670" y="6613"/>
                    <a:pt x="90008" y="34916"/>
                    <a:pt x="90008" y="87264"/>
                  </a:cubicBezTo>
                  <a:cubicBezTo>
                    <a:pt x="90008" y="139612"/>
                    <a:pt x="78922" y="166412"/>
                    <a:pt x="57254" y="166412"/>
                  </a:cubicBezTo>
                  <a:cubicBezTo>
                    <a:pt x="35587" y="166412"/>
                    <a:pt x="24501" y="139612"/>
                    <a:pt x="24501" y="87514"/>
                  </a:cubicBezTo>
                  <a:cubicBezTo>
                    <a:pt x="24501" y="34415"/>
                    <a:pt x="35839" y="6613"/>
                    <a:pt x="57506" y="6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0" name="Freeform: Shape 3239">
              <a:extLst>
                <a:ext uri="{FF2B5EF4-FFF2-40B4-BE49-F238E27FC236}">
                  <a16:creationId xmlns:a16="http://schemas.microsoft.com/office/drawing/2014/main" id="{C3F6E20F-E058-60BD-5F85-5F01C9D4BC59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9919678" y="4757501"/>
              <a:ext cx="112116" cy="169316"/>
            </a:xfrm>
            <a:custGeom>
              <a:avLst/>
              <a:gdLst>
                <a:gd name="connsiteX0" fmla="*/ 112436 w 112116"/>
                <a:gd name="connsiteY0" fmla="*/ 135103 h 169316"/>
                <a:gd name="connsiteX1" fmla="*/ 109161 w 112116"/>
                <a:gd name="connsiteY1" fmla="*/ 133851 h 169316"/>
                <a:gd name="connsiteX2" fmla="*/ 85226 w 112116"/>
                <a:gd name="connsiteY2" fmla="*/ 150382 h 169316"/>
                <a:gd name="connsiteX3" fmla="*/ 25010 w 112116"/>
                <a:gd name="connsiteY3" fmla="*/ 150382 h 169316"/>
                <a:gd name="connsiteX4" fmla="*/ 67337 w 112116"/>
                <a:gd name="connsiteY4" fmla="*/ 106299 h 169316"/>
                <a:gd name="connsiteX5" fmla="*/ 99587 w 112116"/>
                <a:gd name="connsiteY5" fmla="*/ 44434 h 169316"/>
                <a:gd name="connsiteX6" fmla="*/ 52976 w 112116"/>
                <a:gd name="connsiteY6" fmla="*/ 101 h 169316"/>
                <a:gd name="connsiteX7" fmla="*/ 16696 w 112116"/>
                <a:gd name="connsiteY7" fmla="*/ 15630 h 169316"/>
                <a:gd name="connsiteX8" fmla="*/ 571 w 112116"/>
                <a:gd name="connsiteY8" fmla="*/ 49944 h 169316"/>
                <a:gd name="connsiteX9" fmla="*/ 5862 w 112116"/>
                <a:gd name="connsiteY9" fmla="*/ 51196 h 169316"/>
                <a:gd name="connsiteX10" fmla="*/ 42395 w 112116"/>
                <a:gd name="connsiteY10" fmla="*/ 18635 h 169316"/>
                <a:gd name="connsiteX11" fmla="*/ 77919 w 112116"/>
                <a:gd name="connsiteY11" fmla="*/ 53951 h 169316"/>
                <a:gd name="connsiteX12" fmla="*/ 45166 w 112116"/>
                <a:gd name="connsiteY12" fmla="*/ 119073 h 169316"/>
                <a:gd name="connsiteX13" fmla="*/ 319 w 112116"/>
                <a:gd name="connsiteY13" fmla="*/ 166412 h 169316"/>
                <a:gd name="connsiteX14" fmla="*/ 319 w 112116"/>
                <a:gd name="connsiteY14" fmla="*/ 169417 h 169316"/>
                <a:gd name="connsiteX15" fmla="*/ 98579 w 112116"/>
                <a:gd name="connsiteY15" fmla="*/ 169417 h 169316"/>
                <a:gd name="connsiteX16" fmla="*/ 112436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436" y="135103"/>
                  </a:moveTo>
                  <a:lnTo>
                    <a:pt x="109161" y="133851"/>
                  </a:lnTo>
                  <a:cubicBezTo>
                    <a:pt x="99838" y="148128"/>
                    <a:pt x="96563" y="150382"/>
                    <a:pt x="85226" y="150382"/>
                  </a:cubicBezTo>
                  <a:lnTo>
                    <a:pt x="25010" y="150382"/>
                  </a:lnTo>
                  <a:lnTo>
                    <a:pt x="67337" y="106299"/>
                  </a:lnTo>
                  <a:cubicBezTo>
                    <a:pt x="89761" y="83006"/>
                    <a:pt x="99587" y="63970"/>
                    <a:pt x="99587" y="44434"/>
                  </a:cubicBezTo>
                  <a:cubicBezTo>
                    <a:pt x="99587" y="19387"/>
                    <a:pt x="79179" y="101"/>
                    <a:pt x="52976" y="101"/>
                  </a:cubicBezTo>
                  <a:cubicBezTo>
                    <a:pt x="39119" y="101"/>
                    <a:pt x="26018" y="5611"/>
                    <a:pt x="16696" y="15630"/>
                  </a:cubicBezTo>
                  <a:cubicBezTo>
                    <a:pt x="8634" y="24146"/>
                    <a:pt x="4854" y="32161"/>
                    <a:pt x="571" y="49944"/>
                  </a:cubicBezTo>
                  <a:lnTo>
                    <a:pt x="5862" y="51196"/>
                  </a:lnTo>
                  <a:cubicBezTo>
                    <a:pt x="15940" y="26650"/>
                    <a:pt x="25010" y="18635"/>
                    <a:pt x="42395" y="18635"/>
                  </a:cubicBezTo>
                  <a:cubicBezTo>
                    <a:pt x="63558" y="18635"/>
                    <a:pt x="77919" y="32912"/>
                    <a:pt x="77919" y="53951"/>
                  </a:cubicBezTo>
                  <a:cubicBezTo>
                    <a:pt x="77919" y="73488"/>
                    <a:pt x="66330" y="96782"/>
                    <a:pt x="45166" y="119073"/>
                  </a:cubicBezTo>
                  <a:lnTo>
                    <a:pt x="319" y="166412"/>
                  </a:lnTo>
                  <a:lnTo>
                    <a:pt x="319" y="169417"/>
                  </a:lnTo>
                  <a:lnTo>
                    <a:pt x="98579" y="169417"/>
                  </a:lnTo>
                  <a:lnTo>
                    <a:pt x="112436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1" name="Freeform: Shape 3240">
              <a:extLst>
                <a:ext uri="{FF2B5EF4-FFF2-40B4-BE49-F238E27FC236}">
                  <a16:creationId xmlns:a16="http://schemas.microsoft.com/office/drawing/2014/main" id="{6141CB53-E70F-F631-7391-01C12F300BEA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10309229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3" name="Freeform: Shape 3242">
              <a:extLst>
                <a:ext uri="{FF2B5EF4-FFF2-40B4-BE49-F238E27FC236}">
                  <a16:creationId xmlns:a16="http://schemas.microsoft.com/office/drawing/2014/main" id="{40CC48A7-669B-D441-F8BD-DCEA797E0397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10557728" y="4862447"/>
              <a:ext cx="61978" cy="15779"/>
            </a:xfrm>
            <a:custGeom>
              <a:avLst/>
              <a:gdLst>
                <a:gd name="connsiteX0" fmla="*/ 344 w 61978"/>
                <a:gd name="connsiteY0" fmla="*/ 101 h 15779"/>
                <a:gd name="connsiteX1" fmla="*/ 344 w 61978"/>
                <a:gd name="connsiteY1" fmla="*/ 15880 h 15779"/>
                <a:gd name="connsiteX2" fmla="*/ 62323 w 61978"/>
                <a:gd name="connsiteY2" fmla="*/ 15880 h 15779"/>
                <a:gd name="connsiteX3" fmla="*/ 62323 w 61978"/>
                <a:gd name="connsiteY3" fmla="*/ 101 h 15779"/>
                <a:gd name="connsiteX4" fmla="*/ 344 w 61978"/>
                <a:gd name="connsiteY4" fmla="*/ 101 h 15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78" h="15779">
                  <a:moveTo>
                    <a:pt x="344" y="101"/>
                  </a:moveTo>
                  <a:lnTo>
                    <a:pt x="344" y="15880"/>
                  </a:lnTo>
                  <a:lnTo>
                    <a:pt x="62323" y="15880"/>
                  </a:lnTo>
                  <a:lnTo>
                    <a:pt x="62323" y="101"/>
                  </a:lnTo>
                  <a:lnTo>
                    <a:pt x="344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4" name="Freeform: Shape 3243">
              <a:extLst>
                <a:ext uri="{FF2B5EF4-FFF2-40B4-BE49-F238E27FC236}">
                  <a16:creationId xmlns:a16="http://schemas.microsoft.com/office/drawing/2014/main" id="{32EF2418-4965-52D6-A538-BA3D8E3AF5CB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10638161" y="4757501"/>
              <a:ext cx="113880" cy="172823"/>
            </a:xfrm>
            <a:custGeom>
              <a:avLst/>
              <a:gdLst>
                <a:gd name="connsiteX0" fmla="*/ 58296 w 113880"/>
                <a:gd name="connsiteY0" fmla="*/ 101 h 172823"/>
                <a:gd name="connsiteX1" fmla="*/ 24535 w 113880"/>
                <a:gd name="connsiteY1" fmla="*/ 13125 h 172823"/>
                <a:gd name="connsiteX2" fmla="*/ 348 w 113880"/>
                <a:gd name="connsiteY2" fmla="*/ 85260 h 172823"/>
                <a:gd name="connsiteX3" fmla="*/ 20504 w 113880"/>
                <a:gd name="connsiteY3" fmla="*/ 155892 h 172823"/>
                <a:gd name="connsiteX4" fmla="*/ 57288 w 113880"/>
                <a:gd name="connsiteY4" fmla="*/ 172924 h 172823"/>
                <a:gd name="connsiteX5" fmla="*/ 90041 w 113880"/>
                <a:gd name="connsiteY5" fmla="*/ 159900 h 172823"/>
                <a:gd name="connsiteX6" fmla="*/ 114228 w 113880"/>
                <a:gd name="connsiteY6" fmla="*/ 86763 h 172823"/>
                <a:gd name="connsiteX7" fmla="*/ 58296 w 113880"/>
                <a:gd name="connsiteY7" fmla="*/ 101 h 172823"/>
                <a:gd name="connsiteX8" fmla="*/ 57540 w 113880"/>
                <a:gd name="connsiteY8" fmla="*/ 6613 h 172823"/>
                <a:gd name="connsiteX9" fmla="*/ 90041 w 113880"/>
                <a:gd name="connsiteY9" fmla="*/ 87264 h 172823"/>
                <a:gd name="connsiteX10" fmla="*/ 57288 w 113880"/>
                <a:gd name="connsiteY10" fmla="*/ 166412 h 172823"/>
                <a:gd name="connsiteX11" fmla="*/ 24535 w 113880"/>
                <a:gd name="connsiteY11" fmla="*/ 87514 h 172823"/>
                <a:gd name="connsiteX12" fmla="*/ 57540 w 113880"/>
                <a:gd name="connsiteY12" fmla="*/ 661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296" y="101"/>
                  </a:moveTo>
                  <a:cubicBezTo>
                    <a:pt x="44439" y="101"/>
                    <a:pt x="33857" y="4359"/>
                    <a:pt x="24535" y="13125"/>
                  </a:cubicBezTo>
                  <a:cubicBezTo>
                    <a:pt x="9922" y="27151"/>
                    <a:pt x="348" y="55955"/>
                    <a:pt x="348" y="85260"/>
                  </a:cubicBezTo>
                  <a:cubicBezTo>
                    <a:pt x="348" y="112561"/>
                    <a:pt x="8662" y="141866"/>
                    <a:pt x="20504" y="155892"/>
                  </a:cubicBezTo>
                  <a:cubicBezTo>
                    <a:pt x="29826" y="166913"/>
                    <a:pt x="42675" y="172924"/>
                    <a:pt x="57288" y="172924"/>
                  </a:cubicBezTo>
                  <a:cubicBezTo>
                    <a:pt x="70137" y="172924"/>
                    <a:pt x="80971" y="168666"/>
                    <a:pt x="90041" y="159900"/>
                  </a:cubicBezTo>
                  <a:cubicBezTo>
                    <a:pt x="104654" y="146124"/>
                    <a:pt x="114228" y="117069"/>
                    <a:pt x="114228" y="86763"/>
                  </a:cubicBezTo>
                  <a:cubicBezTo>
                    <a:pt x="114228" y="35417"/>
                    <a:pt x="91301" y="101"/>
                    <a:pt x="58296" y="101"/>
                  </a:cubicBezTo>
                  <a:close/>
                  <a:moveTo>
                    <a:pt x="57540" y="6613"/>
                  </a:moveTo>
                  <a:cubicBezTo>
                    <a:pt x="78703" y="6613"/>
                    <a:pt x="90041" y="34916"/>
                    <a:pt x="90041" y="87264"/>
                  </a:cubicBezTo>
                  <a:cubicBezTo>
                    <a:pt x="90041" y="139612"/>
                    <a:pt x="78955" y="166412"/>
                    <a:pt x="57288" y="166412"/>
                  </a:cubicBezTo>
                  <a:cubicBezTo>
                    <a:pt x="35620" y="166412"/>
                    <a:pt x="24535" y="139612"/>
                    <a:pt x="24535" y="87514"/>
                  </a:cubicBezTo>
                  <a:cubicBezTo>
                    <a:pt x="24535" y="34415"/>
                    <a:pt x="35872" y="6613"/>
                    <a:pt x="57540" y="6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5" name="Freeform: Shape 3244">
              <a:extLst>
                <a:ext uri="{FF2B5EF4-FFF2-40B4-BE49-F238E27FC236}">
                  <a16:creationId xmlns:a16="http://schemas.microsoft.com/office/drawing/2014/main" id="{F2F62600-6B17-6DF7-3E5E-848CA878174B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10776197" y="4901771"/>
              <a:ext cx="27966" cy="27802"/>
            </a:xfrm>
            <a:custGeom>
              <a:avLst/>
              <a:gdLst>
                <a:gd name="connsiteX0" fmla="*/ 14210 w 27966"/>
                <a:gd name="connsiteY0" fmla="*/ 101 h 27802"/>
                <a:gd name="connsiteX1" fmla="*/ 353 w 27966"/>
                <a:gd name="connsiteY1" fmla="*/ 14377 h 27802"/>
                <a:gd name="connsiteX2" fmla="*/ 13958 w 27966"/>
                <a:gd name="connsiteY2" fmla="*/ 27903 h 27802"/>
                <a:gd name="connsiteX3" fmla="*/ 28319 w 27966"/>
                <a:gd name="connsiteY3" fmla="*/ 14377 h 27802"/>
                <a:gd name="connsiteX4" fmla="*/ 14210 w 27966"/>
                <a:gd name="connsiteY4" fmla="*/ 101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10" y="101"/>
                  </a:moveTo>
                  <a:cubicBezTo>
                    <a:pt x="6651" y="101"/>
                    <a:pt x="353" y="6613"/>
                    <a:pt x="353" y="14377"/>
                  </a:cubicBezTo>
                  <a:cubicBezTo>
                    <a:pt x="353" y="21641"/>
                    <a:pt x="6651" y="27903"/>
                    <a:pt x="13958" y="27903"/>
                  </a:cubicBezTo>
                  <a:cubicBezTo>
                    <a:pt x="21768" y="27903"/>
                    <a:pt x="28319" y="21641"/>
                    <a:pt x="28319" y="14377"/>
                  </a:cubicBezTo>
                  <a:cubicBezTo>
                    <a:pt x="28319" y="6613"/>
                    <a:pt x="21768" y="101"/>
                    <a:pt x="14210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6" name="Freeform: Shape 3245">
              <a:extLst>
                <a:ext uri="{FF2B5EF4-FFF2-40B4-BE49-F238E27FC236}">
                  <a16:creationId xmlns:a16="http://schemas.microsoft.com/office/drawing/2014/main" id="{846EB51F-C53D-0020-B015-4D93C30491BB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10827830" y="4757501"/>
              <a:ext cx="113880" cy="172823"/>
            </a:xfrm>
            <a:custGeom>
              <a:avLst/>
              <a:gdLst>
                <a:gd name="connsiteX0" fmla="*/ 58303 w 113880"/>
                <a:gd name="connsiteY0" fmla="*/ 101 h 172823"/>
                <a:gd name="connsiteX1" fmla="*/ 24542 w 113880"/>
                <a:gd name="connsiteY1" fmla="*/ 13125 h 172823"/>
                <a:gd name="connsiteX2" fmla="*/ 355 w 113880"/>
                <a:gd name="connsiteY2" fmla="*/ 85260 h 172823"/>
                <a:gd name="connsiteX3" fmla="*/ 20511 w 113880"/>
                <a:gd name="connsiteY3" fmla="*/ 155892 h 172823"/>
                <a:gd name="connsiteX4" fmla="*/ 57295 w 113880"/>
                <a:gd name="connsiteY4" fmla="*/ 172924 h 172823"/>
                <a:gd name="connsiteX5" fmla="*/ 90048 w 113880"/>
                <a:gd name="connsiteY5" fmla="*/ 159900 h 172823"/>
                <a:gd name="connsiteX6" fmla="*/ 114235 w 113880"/>
                <a:gd name="connsiteY6" fmla="*/ 86763 h 172823"/>
                <a:gd name="connsiteX7" fmla="*/ 58303 w 113880"/>
                <a:gd name="connsiteY7" fmla="*/ 101 h 172823"/>
                <a:gd name="connsiteX8" fmla="*/ 57547 w 113880"/>
                <a:gd name="connsiteY8" fmla="*/ 6613 h 172823"/>
                <a:gd name="connsiteX9" fmla="*/ 90048 w 113880"/>
                <a:gd name="connsiteY9" fmla="*/ 87264 h 172823"/>
                <a:gd name="connsiteX10" fmla="*/ 57295 w 113880"/>
                <a:gd name="connsiteY10" fmla="*/ 166412 h 172823"/>
                <a:gd name="connsiteX11" fmla="*/ 24542 w 113880"/>
                <a:gd name="connsiteY11" fmla="*/ 87514 h 172823"/>
                <a:gd name="connsiteX12" fmla="*/ 57547 w 113880"/>
                <a:gd name="connsiteY12" fmla="*/ 661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03" y="101"/>
                  </a:moveTo>
                  <a:cubicBezTo>
                    <a:pt x="44446" y="101"/>
                    <a:pt x="33864" y="4359"/>
                    <a:pt x="24542" y="13125"/>
                  </a:cubicBezTo>
                  <a:cubicBezTo>
                    <a:pt x="9929" y="27151"/>
                    <a:pt x="355" y="55955"/>
                    <a:pt x="355" y="85260"/>
                  </a:cubicBezTo>
                  <a:cubicBezTo>
                    <a:pt x="355" y="112561"/>
                    <a:pt x="8670" y="141866"/>
                    <a:pt x="20511" y="155892"/>
                  </a:cubicBezTo>
                  <a:cubicBezTo>
                    <a:pt x="29833" y="166913"/>
                    <a:pt x="42682" y="172924"/>
                    <a:pt x="57295" y="172924"/>
                  </a:cubicBezTo>
                  <a:cubicBezTo>
                    <a:pt x="70145" y="172924"/>
                    <a:pt x="80978" y="168666"/>
                    <a:pt x="90048" y="159900"/>
                  </a:cubicBezTo>
                  <a:cubicBezTo>
                    <a:pt x="104661" y="146124"/>
                    <a:pt x="114235" y="117069"/>
                    <a:pt x="114235" y="86763"/>
                  </a:cubicBezTo>
                  <a:cubicBezTo>
                    <a:pt x="114235" y="35417"/>
                    <a:pt x="91308" y="101"/>
                    <a:pt x="58303" y="101"/>
                  </a:cubicBezTo>
                  <a:close/>
                  <a:moveTo>
                    <a:pt x="57547" y="6613"/>
                  </a:moveTo>
                  <a:cubicBezTo>
                    <a:pt x="78711" y="6613"/>
                    <a:pt x="90048" y="34916"/>
                    <a:pt x="90048" y="87264"/>
                  </a:cubicBezTo>
                  <a:cubicBezTo>
                    <a:pt x="90048" y="139612"/>
                    <a:pt x="78963" y="166412"/>
                    <a:pt x="57295" y="166412"/>
                  </a:cubicBezTo>
                  <a:cubicBezTo>
                    <a:pt x="35628" y="166412"/>
                    <a:pt x="24542" y="139612"/>
                    <a:pt x="24542" y="87514"/>
                  </a:cubicBezTo>
                  <a:cubicBezTo>
                    <a:pt x="24542" y="34415"/>
                    <a:pt x="35880" y="6613"/>
                    <a:pt x="57547" y="6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7" name="Freeform: Shape 3246">
              <a:extLst>
                <a:ext uri="{FF2B5EF4-FFF2-40B4-BE49-F238E27FC236}">
                  <a16:creationId xmlns:a16="http://schemas.microsoft.com/office/drawing/2014/main" id="{58983EC8-C945-0838-9701-BE1B5749C1BF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10976195" y="4757501"/>
              <a:ext cx="71300" cy="169316"/>
            </a:xfrm>
            <a:custGeom>
              <a:avLst/>
              <a:gdLst>
                <a:gd name="connsiteX0" fmla="*/ 45711 w 71300"/>
                <a:gd name="connsiteY0" fmla="*/ 101 h 169316"/>
                <a:gd name="connsiteX1" fmla="*/ 360 w 71300"/>
                <a:gd name="connsiteY1" fmla="*/ 22893 h 169316"/>
                <a:gd name="connsiteX2" fmla="*/ 360 w 71300"/>
                <a:gd name="connsiteY2" fmla="*/ 26400 h 169316"/>
                <a:gd name="connsiteX3" fmla="*/ 7163 w 71300"/>
                <a:gd name="connsiteY3" fmla="*/ 23645 h 169316"/>
                <a:gd name="connsiteX4" fmla="*/ 18500 w 71300"/>
                <a:gd name="connsiteY4" fmla="*/ 20890 h 169316"/>
                <a:gd name="connsiteX5" fmla="*/ 26059 w 71300"/>
                <a:gd name="connsiteY5" fmla="*/ 32662 h 169316"/>
                <a:gd name="connsiteX6" fmla="*/ 26059 w 71300"/>
                <a:gd name="connsiteY6" fmla="*/ 146124 h 169316"/>
                <a:gd name="connsiteX7" fmla="*/ 20012 w 71300"/>
                <a:gd name="connsiteY7" fmla="*/ 162404 h 169316"/>
                <a:gd name="connsiteX8" fmla="*/ 2124 w 71300"/>
                <a:gd name="connsiteY8" fmla="*/ 165660 h 169316"/>
                <a:gd name="connsiteX9" fmla="*/ 2124 w 71300"/>
                <a:gd name="connsiteY9" fmla="*/ 169417 h 169316"/>
                <a:gd name="connsiteX10" fmla="*/ 71661 w 71300"/>
                <a:gd name="connsiteY10" fmla="*/ 169417 h 169316"/>
                <a:gd name="connsiteX11" fmla="*/ 71661 w 71300"/>
                <a:gd name="connsiteY11" fmla="*/ 165660 h 169316"/>
                <a:gd name="connsiteX12" fmla="*/ 47726 w 71300"/>
                <a:gd name="connsiteY12" fmla="*/ 150883 h 169316"/>
                <a:gd name="connsiteX13" fmla="*/ 47726 w 71300"/>
                <a:gd name="connsiteY13" fmla="*/ 602 h 169316"/>
                <a:gd name="connsiteX14" fmla="*/ 45711 w 71300"/>
                <a:gd name="connsiteY14" fmla="*/ 101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711" y="101"/>
                  </a:moveTo>
                  <a:lnTo>
                    <a:pt x="360" y="22893"/>
                  </a:lnTo>
                  <a:lnTo>
                    <a:pt x="360" y="26400"/>
                  </a:lnTo>
                  <a:cubicBezTo>
                    <a:pt x="3384" y="25147"/>
                    <a:pt x="6155" y="24146"/>
                    <a:pt x="7163" y="23645"/>
                  </a:cubicBezTo>
                  <a:cubicBezTo>
                    <a:pt x="11698" y="21891"/>
                    <a:pt x="15981" y="20890"/>
                    <a:pt x="18500" y="20890"/>
                  </a:cubicBezTo>
                  <a:cubicBezTo>
                    <a:pt x="23791" y="20890"/>
                    <a:pt x="26059" y="24647"/>
                    <a:pt x="26059" y="32662"/>
                  </a:cubicBezTo>
                  <a:lnTo>
                    <a:pt x="26059" y="146124"/>
                  </a:lnTo>
                  <a:cubicBezTo>
                    <a:pt x="26059" y="154389"/>
                    <a:pt x="24043" y="160150"/>
                    <a:pt x="20012" y="162404"/>
                  </a:cubicBezTo>
                  <a:cubicBezTo>
                    <a:pt x="16233" y="164659"/>
                    <a:pt x="12706" y="165410"/>
                    <a:pt x="2124" y="165660"/>
                  </a:cubicBezTo>
                  <a:lnTo>
                    <a:pt x="2124" y="169417"/>
                  </a:lnTo>
                  <a:lnTo>
                    <a:pt x="71661" y="169417"/>
                  </a:lnTo>
                  <a:lnTo>
                    <a:pt x="71661" y="165660"/>
                  </a:lnTo>
                  <a:cubicBezTo>
                    <a:pt x="51757" y="165410"/>
                    <a:pt x="47726" y="162905"/>
                    <a:pt x="47726" y="150883"/>
                  </a:cubicBezTo>
                  <a:lnTo>
                    <a:pt x="47726" y="602"/>
                  </a:lnTo>
                  <a:lnTo>
                    <a:pt x="45711" y="101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8" name="Freeform: Shape 3247">
              <a:extLst>
                <a:ext uri="{FF2B5EF4-FFF2-40B4-BE49-F238E27FC236}">
                  <a16:creationId xmlns:a16="http://schemas.microsoft.com/office/drawing/2014/main" id="{8507E464-7B05-05FE-7B85-ADC2DB1C341A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11082737" y="4754495"/>
              <a:ext cx="102290" cy="175828"/>
            </a:xfrm>
            <a:custGeom>
              <a:avLst/>
              <a:gdLst>
                <a:gd name="connsiteX0" fmla="*/ 37905 w 102290"/>
                <a:gd name="connsiteY0" fmla="*/ 26400 h 175828"/>
                <a:gd name="connsiteX1" fmla="*/ 87287 w 102290"/>
                <a:gd name="connsiteY1" fmla="*/ 26400 h 175828"/>
                <a:gd name="connsiteX2" fmla="*/ 93082 w 102290"/>
                <a:gd name="connsiteY2" fmla="*/ 24146 h 175828"/>
                <a:gd name="connsiteX3" fmla="*/ 102656 w 102290"/>
                <a:gd name="connsiteY3" fmla="*/ 1854 h 175828"/>
                <a:gd name="connsiteX4" fmla="*/ 100388 w 102290"/>
                <a:gd name="connsiteY4" fmla="*/ 101 h 175828"/>
                <a:gd name="connsiteX5" fmla="*/ 88799 w 102290"/>
                <a:gd name="connsiteY5" fmla="*/ 6613 h 175828"/>
                <a:gd name="connsiteX6" fmla="*/ 36142 w 102290"/>
                <a:gd name="connsiteY6" fmla="*/ 6613 h 175828"/>
                <a:gd name="connsiteX7" fmla="*/ 8679 w 102290"/>
                <a:gd name="connsiteY7" fmla="*/ 65974 h 175828"/>
                <a:gd name="connsiteX8" fmla="*/ 8428 w 102290"/>
                <a:gd name="connsiteY8" fmla="*/ 67226 h 175828"/>
                <a:gd name="connsiteX9" fmla="*/ 11451 w 102290"/>
                <a:gd name="connsiteY9" fmla="*/ 69230 h 175828"/>
                <a:gd name="connsiteX10" fmla="*/ 39921 w 102290"/>
                <a:gd name="connsiteY10" fmla="*/ 74239 h 175828"/>
                <a:gd name="connsiteX11" fmla="*/ 82248 w 102290"/>
                <a:gd name="connsiteY11" fmla="*/ 123832 h 175828"/>
                <a:gd name="connsiteX12" fmla="*/ 47227 w 102290"/>
                <a:gd name="connsiteY12" fmla="*/ 166662 h 175828"/>
                <a:gd name="connsiteX13" fmla="*/ 30347 w 102290"/>
                <a:gd name="connsiteY13" fmla="*/ 159399 h 175828"/>
                <a:gd name="connsiteX14" fmla="*/ 11199 w 102290"/>
                <a:gd name="connsiteY14" fmla="*/ 151133 h 175828"/>
                <a:gd name="connsiteX15" fmla="*/ 365 w 102290"/>
                <a:gd name="connsiteY15" fmla="*/ 160401 h 175828"/>
                <a:gd name="connsiteX16" fmla="*/ 31103 w 102290"/>
                <a:gd name="connsiteY16" fmla="*/ 175930 h 175828"/>
                <a:gd name="connsiteX17" fmla="*/ 83004 w 102290"/>
                <a:gd name="connsiteY17" fmla="*/ 156393 h 175828"/>
                <a:gd name="connsiteX18" fmla="*/ 99884 w 102290"/>
                <a:gd name="connsiteY18" fmla="*/ 111810 h 175828"/>
                <a:gd name="connsiteX19" fmla="*/ 82500 w 102290"/>
                <a:gd name="connsiteY19" fmla="*/ 69731 h 175828"/>
                <a:gd name="connsiteX20" fmla="*/ 27324 w 102290"/>
                <a:gd name="connsiteY20" fmla="*/ 47690 h 175828"/>
                <a:gd name="connsiteX21" fmla="*/ 37905 w 102290"/>
                <a:gd name="connsiteY21" fmla="*/ 26400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905" y="26400"/>
                  </a:moveTo>
                  <a:lnTo>
                    <a:pt x="87287" y="26400"/>
                  </a:lnTo>
                  <a:cubicBezTo>
                    <a:pt x="91318" y="26400"/>
                    <a:pt x="92326" y="25899"/>
                    <a:pt x="93082" y="24146"/>
                  </a:cubicBezTo>
                  <a:lnTo>
                    <a:pt x="102656" y="1854"/>
                  </a:lnTo>
                  <a:lnTo>
                    <a:pt x="100388" y="101"/>
                  </a:lnTo>
                  <a:cubicBezTo>
                    <a:pt x="96609" y="5360"/>
                    <a:pt x="94090" y="6613"/>
                    <a:pt x="88799" y="6613"/>
                  </a:cubicBezTo>
                  <a:lnTo>
                    <a:pt x="36142" y="6613"/>
                  </a:lnTo>
                  <a:lnTo>
                    <a:pt x="8679" y="65974"/>
                  </a:lnTo>
                  <a:cubicBezTo>
                    <a:pt x="8428" y="66475"/>
                    <a:pt x="8428" y="66725"/>
                    <a:pt x="8428" y="67226"/>
                  </a:cubicBezTo>
                  <a:cubicBezTo>
                    <a:pt x="8428" y="68479"/>
                    <a:pt x="9435" y="69230"/>
                    <a:pt x="11451" y="69230"/>
                  </a:cubicBezTo>
                  <a:cubicBezTo>
                    <a:pt x="19513" y="69230"/>
                    <a:pt x="29591" y="70983"/>
                    <a:pt x="39921" y="74239"/>
                  </a:cubicBezTo>
                  <a:cubicBezTo>
                    <a:pt x="68895" y="83507"/>
                    <a:pt x="82248" y="99036"/>
                    <a:pt x="82248" y="123832"/>
                  </a:cubicBezTo>
                  <a:cubicBezTo>
                    <a:pt x="82248" y="147877"/>
                    <a:pt x="66879" y="166662"/>
                    <a:pt x="47227" y="166662"/>
                  </a:cubicBezTo>
                  <a:cubicBezTo>
                    <a:pt x="42188" y="166662"/>
                    <a:pt x="37905" y="164909"/>
                    <a:pt x="30347" y="159399"/>
                  </a:cubicBezTo>
                  <a:cubicBezTo>
                    <a:pt x="22285" y="153638"/>
                    <a:pt x="16490" y="151133"/>
                    <a:pt x="11199" y="151133"/>
                  </a:cubicBezTo>
                  <a:cubicBezTo>
                    <a:pt x="3893" y="151133"/>
                    <a:pt x="365" y="154139"/>
                    <a:pt x="365" y="160401"/>
                  </a:cubicBezTo>
                  <a:cubicBezTo>
                    <a:pt x="365" y="169918"/>
                    <a:pt x="12207" y="175930"/>
                    <a:pt x="31103" y="175930"/>
                  </a:cubicBezTo>
                  <a:cubicBezTo>
                    <a:pt x="52266" y="175930"/>
                    <a:pt x="70406" y="169167"/>
                    <a:pt x="83004" y="156393"/>
                  </a:cubicBezTo>
                  <a:cubicBezTo>
                    <a:pt x="94593" y="145122"/>
                    <a:pt x="99884" y="130845"/>
                    <a:pt x="99884" y="111810"/>
                  </a:cubicBezTo>
                  <a:cubicBezTo>
                    <a:pt x="99884" y="93776"/>
                    <a:pt x="95097" y="82254"/>
                    <a:pt x="82500" y="69731"/>
                  </a:cubicBezTo>
                  <a:cubicBezTo>
                    <a:pt x="71414" y="58710"/>
                    <a:pt x="57053" y="52950"/>
                    <a:pt x="27324" y="47690"/>
                  </a:cubicBezTo>
                  <a:lnTo>
                    <a:pt x="37905" y="2640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9" name="Freeform: Shape 3248">
              <a:extLst>
                <a:ext uri="{FF2B5EF4-FFF2-40B4-BE49-F238E27FC236}">
                  <a16:creationId xmlns:a16="http://schemas.microsoft.com/office/drawing/2014/main" id="{EC2595B3-7D7C-CC9A-0DE9-5B68345DF7F9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11208679" y="4757501"/>
              <a:ext cx="112116" cy="169316"/>
            </a:xfrm>
            <a:custGeom>
              <a:avLst/>
              <a:gdLst>
                <a:gd name="connsiteX0" fmla="*/ 112487 w 112116"/>
                <a:gd name="connsiteY0" fmla="*/ 135103 h 169316"/>
                <a:gd name="connsiteX1" fmla="*/ 109211 w 112116"/>
                <a:gd name="connsiteY1" fmla="*/ 133851 h 169316"/>
                <a:gd name="connsiteX2" fmla="*/ 85276 w 112116"/>
                <a:gd name="connsiteY2" fmla="*/ 150382 h 169316"/>
                <a:gd name="connsiteX3" fmla="*/ 25061 w 112116"/>
                <a:gd name="connsiteY3" fmla="*/ 150382 h 169316"/>
                <a:gd name="connsiteX4" fmla="*/ 67388 w 112116"/>
                <a:gd name="connsiteY4" fmla="*/ 106299 h 169316"/>
                <a:gd name="connsiteX5" fmla="*/ 99637 w 112116"/>
                <a:gd name="connsiteY5" fmla="*/ 44434 h 169316"/>
                <a:gd name="connsiteX6" fmla="*/ 53027 w 112116"/>
                <a:gd name="connsiteY6" fmla="*/ 101 h 169316"/>
                <a:gd name="connsiteX7" fmla="*/ 16747 w 112116"/>
                <a:gd name="connsiteY7" fmla="*/ 15630 h 169316"/>
                <a:gd name="connsiteX8" fmla="*/ 622 w 112116"/>
                <a:gd name="connsiteY8" fmla="*/ 49944 h 169316"/>
                <a:gd name="connsiteX9" fmla="*/ 5913 w 112116"/>
                <a:gd name="connsiteY9" fmla="*/ 51196 h 169316"/>
                <a:gd name="connsiteX10" fmla="*/ 42445 w 112116"/>
                <a:gd name="connsiteY10" fmla="*/ 18635 h 169316"/>
                <a:gd name="connsiteX11" fmla="*/ 77970 w 112116"/>
                <a:gd name="connsiteY11" fmla="*/ 53951 h 169316"/>
                <a:gd name="connsiteX12" fmla="*/ 45217 w 112116"/>
                <a:gd name="connsiteY12" fmla="*/ 119073 h 169316"/>
                <a:gd name="connsiteX13" fmla="*/ 370 w 112116"/>
                <a:gd name="connsiteY13" fmla="*/ 166412 h 169316"/>
                <a:gd name="connsiteX14" fmla="*/ 370 w 112116"/>
                <a:gd name="connsiteY14" fmla="*/ 169417 h 169316"/>
                <a:gd name="connsiteX15" fmla="*/ 98629 w 112116"/>
                <a:gd name="connsiteY15" fmla="*/ 169417 h 169316"/>
                <a:gd name="connsiteX16" fmla="*/ 112487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487" y="135103"/>
                  </a:moveTo>
                  <a:lnTo>
                    <a:pt x="109211" y="133851"/>
                  </a:lnTo>
                  <a:cubicBezTo>
                    <a:pt x="99889" y="148128"/>
                    <a:pt x="96614" y="150382"/>
                    <a:pt x="85276" y="150382"/>
                  </a:cubicBezTo>
                  <a:lnTo>
                    <a:pt x="25061" y="150382"/>
                  </a:lnTo>
                  <a:lnTo>
                    <a:pt x="67388" y="106299"/>
                  </a:lnTo>
                  <a:cubicBezTo>
                    <a:pt x="89811" y="83006"/>
                    <a:pt x="99637" y="63970"/>
                    <a:pt x="99637" y="44434"/>
                  </a:cubicBezTo>
                  <a:cubicBezTo>
                    <a:pt x="99637" y="19387"/>
                    <a:pt x="79230" y="101"/>
                    <a:pt x="53027" y="101"/>
                  </a:cubicBezTo>
                  <a:cubicBezTo>
                    <a:pt x="39170" y="101"/>
                    <a:pt x="26069" y="5611"/>
                    <a:pt x="16747" y="15630"/>
                  </a:cubicBezTo>
                  <a:cubicBezTo>
                    <a:pt x="8684" y="24146"/>
                    <a:pt x="4905" y="32161"/>
                    <a:pt x="622" y="49944"/>
                  </a:cubicBezTo>
                  <a:lnTo>
                    <a:pt x="5913" y="51196"/>
                  </a:lnTo>
                  <a:cubicBezTo>
                    <a:pt x="15991" y="26650"/>
                    <a:pt x="25061" y="18635"/>
                    <a:pt x="42445" y="18635"/>
                  </a:cubicBezTo>
                  <a:cubicBezTo>
                    <a:pt x="63609" y="18635"/>
                    <a:pt x="77970" y="32912"/>
                    <a:pt x="77970" y="53951"/>
                  </a:cubicBezTo>
                  <a:cubicBezTo>
                    <a:pt x="77970" y="73488"/>
                    <a:pt x="66380" y="96782"/>
                    <a:pt x="45217" y="119073"/>
                  </a:cubicBezTo>
                  <a:lnTo>
                    <a:pt x="370" y="166412"/>
                  </a:lnTo>
                  <a:lnTo>
                    <a:pt x="370" y="169417"/>
                  </a:lnTo>
                  <a:lnTo>
                    <a:pt x="98629" y="169417"/>
                  </a:lnTo>
                  <a:lnTo>
                    <a:pt x="112487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0" name="Freeform: Shape 3249">
              <a:extLst>
                <a:ext uri="{FF2B5EF4-FFF2-40B4-BE49-F238E27FC236}">
                  <a16:creationId xmlns:a16="http://schemas.microsoft.com/office/drawing/2014/main" id="{AB132B66-8625-21F0-01A5-0ABF7DF2728E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11338400" y="4757501"/>
              <a:ext cx="98007" cy="172823"/>
            </a:xfrm>
            <a:custGeom>
              <a:avLst/>
              <a:gdLst>
                <a:gd name="connsiteX0" fmla="*/ 28089 w 98007"/>
                <a:gd name="connsiteY0" fmla="*/ 86763 h 172823"/>
                <a:gd name="connsiteX1" fmla="*/ 54796 w 98007"/>
                <a:gd name="connsiteY1" fmla="*/ 89518 h 172823"/>
                <a:gd name="connsiteX2" fmla="*/ 80242 w 98007"/>
                <a:gd name="connsiteY2" fmla="*/ 126587 h 172823"/>
                <a:gd name="connsiteX3" fmla="*/ 47237 w 98007"/>
                <a:gd name="connsiteY3" fmla="*/ 163907 h 172823"/>
                <a:gd name="connsiteX4" fmla="*/ 26074 w 98007"/>
                <a:gd name="connsiteY4" fmla="*/ 156143 h 172823"/>
                <a:gd name="connsiteX5" fmla="*/ 9949 w 98007"/>
                <a:gd name="connsiteY5" fmla="*/ 149881 h 172823"/>
                <a:gd name="connsiteX6" fmla="*/ 375 w 98007"/>
                <a:gd name="connsiteY6" fmla="*/ 158647 h 172823"/>
                <a:gd name="connsiteX7" fmla="*/ 28845 w 98007"/>
                <a:gd name="connsiteY7" fmla="*/ 172924 h 172823"/>
                <a:gd name="connsiteX8" fmla="*/ 79990 w 98007"/>
                <a:gd name="connsiteY8" fmla="*/ 156143 h 172823"/>
                <a:gd name="connsiteX9" fmla="*/ 98383 w 98007"/>
                <a:gd name="connsiteY9" fmla="*/ 114565 h 172823"/>
                <a:gd name="connsiteX10" fmla="*/ 87045 w 98007"/>
                <a:gd name="connsiteY10" fmla="*/ 82254 h 172823"/>
                <a:gd name="connsiteX11" fmla="*/ 66133 w 98007"/>
                <a:gd name="connsiteY11" fmla="*/ 68980 h 172823"/>
                <a:gd name="connsiteX12" fmla="*/ 89816 w 98007"/>
                <a:gd name="connsiteY12" fmla="*/ 34415 h 172823"/>
                <a:gd name="connsiteX13" fmla="*/ 50513 w 98007"/>
                <a:gd name="connsiteY13" fmla="*/ 101 h 172823"/>
                <a:gd name="connsiteX14" fmla="*/ 17760 w 98007"/>
                <a:gd name="connsiteY14" fmla="*/ 12374 h 172823"/>
                <a:gd name="connsiteX15" fmla="*/ 879 w 98007"/>
                <a:gd name="connsiteY15" fmla="*/ 40677 h 172823"/>
                <a:gd name="connsiteX16" fmla="*/ 4658 w 98007"/>
                <a:gd name="connsiteY16" fmla="*/ 41678 h 172823"/>
                <a:gd name="connsiteX17" fmla="*/ 42198 w 98007"/>
                <a:gd name="connsiteY17" fmla="*/ 15129 h 172823"/>
                <a:gd name="connsiteX18" fmla="*/ 69913 w 98007"/>
                <a:gd name="connsiteY18" fmla="*/ 41929 h 172823"/>
                <a:gd name="connsiteX19" fmla="*/ 59835 w 98007"/>
                <a:gd name="connsiteY19" fmla="*/ 66224 h 172823"/>
                <a:gd name="connsiteX20" fmla="*/ 28089 w 98007"/>
                <a:gd name="connsiteY20" fmla="*/ 83507 h 172823"/>
                <a:gd name="connsiteX21" fmla="*/ 28089 w 98007"/>
                <a:gd name="connsiteY21" fmla="*/ 8676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8089" y="86763"/>
                  </a:moveTo>
                  <a:cubicBezTo>
                    <a:pt x="42954" y="86763"/>
                    <a:pt x="48749" y="87264"/>
                    <a:pt x="54796" y="89518"/>
                  </a:cubicBezTo>
                  <a:cubicBezTo>
                    <a:pt x="70416" y="95028"/>
                    <a:pt x="80242" y="109305"/>
                    <a:pt x="80242" y="126587"/>
                  </a:cubicBezTo>
                  <a:cubicBezTo>
                    <a:pt x="80242" y="147627"/>
                    <a:pt x="65881" y="163907"/>
                    <a:pt x="47237" y="163907"/>
                  </a:cubicBezTo>
                  <a:cubicBezTo>
                    <a:pt x="40435" y="163907"/>
                    <a:pt x="35396" y="162154"/>
                    <a:pt x="26074" y="156143"/>
                  </a:cubicBezTo>
                  <a:cubicBezTo>
                    <a:pt x="18515" y="151634"/>
                    <a:pt x="14232" y="149881"/>
                    <a:pt x="9949" y="149881"/>
                  </a:cubicBezTo>
                  <a:cubicBezTo>
                    <a:pt x="4154" y="149881"/>
                    <a:pt x="375" y="153387"/>
                    <a:pt x="375" y="158647"/>
                  </a:cubicBezTo>
                  <a:cubicBezTo>
                    <a:pt x="375" y="167414"/>
                    <a:pt x="11209" y="172924"/>
                    <a:pt x="28845" y="172924"/>
                  </a:cubicBezTo>
                  <a:cubicBezTo>
                    <a:pt x="48245" y="172924"/>
                    <a:pt x="68149" y="166412"/>
                    <a:pt x="79990" y="156143"/>
                  </a:cubicBezTo>
                  <a:cubicBezTo>
                    <a:pt x="91832" y="145873"/>
                    <a:pt x="98383" y="131346"/>
                    <a:pt x="98383" y="114565"/>
                  </a:cubicBezTo>
                  <a:cubicBezTo>
                    <a:pt x="98383" y="101791"/>
                    <a:pt x="94351" y="90019"/>
                    <a:pt x="87045" y="82254"/>
                  </a:cubicBezTo>
                  <a:cubicBezTo>
                    <a:pt x="82006" y="76744"/>
                    <a:pt x="77219" y="73738"/>
                    <a:pt x="66133" y="68980"/>
                  </a:cubicBezTo>
                  <a:cubicBezTo>
                    <a:pt x="83518" y="57207"/>
                    <a:pt x="89816" y="47940"/>
                    <a:pt x="89816" y="34415"/>
                  </a:cubicBezTo>
                  <a:cubicBezTo>
                    <a:pt x="89816" y="14127"/>
                    <a:pt x="73692" y="101"/>
                    <a:pt x="50513" y="101"/>
                  </a:cubicBezTo>
                  <a:cubicBezTo>
                    <a:pt x="37915" y="101"/>
                    <a:pt x="26830" y="4359"/>
                    <a:pt x="17760" y="12374"/>
                  </a:cubicBezTo>
                  <a:cubicBezTo>
                    <a:pt x="10201" y="19136"/>
                    <a:pt x="6422" y="25648"/>
                    <a:pt x="879" y="40677"/>
                  </a:cubicBezTo>
                  <a:lnTo>
                    <a:pt x="4658" y="41678"/>
                  </a:lnTo>
                  <a:cubicBezTo>
                    <a:pt x="14988" y="23394"/>
                    <a:pt x="26326" y="15129"/>
                    <a:pt x="42198" y="15129"/>
                  </a:cubicBezTo>
                  <a:cubicBezTo>
                    <a:pt x="58575" y="15129"/>
                    <a:pt x="69913" y="26149"/>
                    <a:pt x="69913" y="41929"/>
                  </a:cubicBezTo>
                  <a:cubicBezTo>
                    <a:pt x="69913" y="50946"/>
                    <a:pt x="66133" y="59963"/>
                    <a:pt x="59835" y="66224"/>
                  </a:cubicBezTo>
                  <a:cubicBezTo>
                    <a:pt x="52276" y="73738"/>
                    <a:pt x="45222" y="77495"/>
                    <a:pt x="28089" y="83507"/>
                  </a:cubicBezTo>
                  <a:lnTo>
                    <a:pt x="28089" y="8676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1" name="Freeform: Shape 3250">
              <a:extLst>
                <a:ext uri="{FF2B5EF4-FFF2-40B4-BE49-F238E27FC236}">
                  <a16:creationId xmlns:a16="http://schemas.microsoft.com/office/drawing/2014/main" id="{62FA5536-9B79-7D05-E222-FEB71FAE2364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11462579" y="4755497"/>
              <a:ext cx="109344" cy="174827"/>
            </a:xfrm>
            <a:custGeom>
              <a:avLst/>
              <a:gdLst>
                <a:gd name="connsiteX0" fmla="*/ 104182 w 109344"/>
                <a:gd name="connsiteY0" fmla="*/ 101 h 174827"/>
                <a:gd name="connsiteX1" fmla="*/ 42455 w 109344"/>
                <a:gd name="connsiteY1" fmla="*/ 20138 h 174827"/>
                <a:gd name="connsiteX2" fmla="*/ 380 w 109344"/>
                <a:gd name="connsiteY2" fmla="*/ 101540 h 174827"/>
                <a:gd name="connsiteX3" fmla="*/ 18016 w 109344"/>
                <a:gd name="connsiteY3" fmla="*/ 157896 h 174827"/>
                <a:gd name="connsiteX4" fmla="*/ 56816 w 109344"/>
                <a:gd name="connsiteY4" fmla="*/ 174928 h 174827"/>
                <a:gd name="connsiteX5" fmla="*/ 109725 w 109344"/>
                <a:gd name="connsiteY5" fmla="*/ 116569 h 174827"/>
                <a:gd name="connsiteX6" fmla="*/ 62359 w 109344"/>
                <a:gd name="connsiteY6" fmla="*/ 64221 h 174827"/>
                <a:gd name="connsiteX7" fmla="*/ 30110 w 109344"/>
                <a:gd name="connsiteY7" fmla="*/ 75492 h 174827"/>
                <a:gd name="connsiteX8" fmla="*/ 104686 w 109344"/>
                <a:gd name="connsiteY8" fmla="*/ 4108 h 174827"/>
                <a:gd name="connsiteX9" fmla="*/ 104182 w 109344"/>
                <a:gd name="connsiteY9" fmla="*/ 101 h 174827"/>
                <a:gd name="connsiteX10" fmla="*/ 52785 w 109344"/>
                <a:gd name="connsiteY10" fmla="*/ 75742 h 174827"/>
                <a:gd name="connsiteX11" fmla="*/ 87050 w 109344"/>
                <a:gd name="connsiteY11" fmla="*/ 125084 h 174827"/>
                <a:gd name="connsiteX12" fmla="*/ 59588 w 109344"/>
                <a:gd name="connsiteY12" fmla="*/ 167915 h 174827"/>
                <a:gd name="connsiteX13" fmla="*/ 23811 w 109344"/>
                <a:gd name="connsiteY13" fmla="*/ 105548 h 174827"/>
                <a:gd name="connsiteX14" fmla="*/ 30866 w 109344"/>
                <a:gd name="connsiteY14" fmla="*/ 82004 h 174827"/>
                <a:gd name="connsiteX15" fmla="*/ 52785 w 109344"/>
                <a:gd name="connsiteY15" fmla="*/ 75742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344" h="174827">
                  <a:moveTo>
                    <a:pt x="104182" y="101"/>
                  </a:moveTo>
                  <a:cubicBezTo>
                    <a:pt x="75460" y="2605"/>
                    <a:pt x="60847" y="7364"/>
                    <a:pt x="42455" y="20138"/>
                  </a:cubicBezTo>
                  <a:cubicBezTo>
                    <a:pt x="15245" y="39424"/>
                    <a:pt x="380" y="67978"/>
                    <a:pt x="380" y="101540"/>
                  </a:cubicBezTo>
                  <a:cubicBezTo>
                    <a:pt x="380" y="123331"/>
                    <a:pt x="7183" y="145372"/>
                    <a:pt x="18016" y="157896"/>
                  </a:cubicBezTo>
                  <a:cubicBezTo>
                    <a:pt x="27590" y="168916"/>
                    <a:pt x="41196" y="174928"/>
                    <a:pt x="56816" y="174928"/>
                  </a:cubicBezTo>
                  <a:cubicBezTo>
                    <a:pt x="88058" y="174928"/>
                    <a:pt x="109725" y="151133"/>
                    <a:pt x="109725" y="116569"/>
                  </a:cubicBezTo>
                  <a:cubicBezTo>
                    <a:pt x="109725" y="84509"/>
                    <a:pt x="91333" y="64221"/>
                    <a:pt x="62359" y="64221"/>
                  </a:cubicBezTo>
                  <a:cubicBezTo>
                    <a:pt x="51273" y="64221"/>
                    <a:pt x="45983" y="65974"/>
                    <a:pt x="30110" y="75492"/>
                  </a:cubicBezTo>
                  <a:cubicBezTo>
                    <a:pt x="36912" y="37671"/>
                    <a:pt x="65131" y="10620"/>
                    <a:pt x="104686" y="4108"/>
                  </a:cubicBezTo>
                  <a:lnTo>
                    <a:pt x="104182" y="101"/>
                  </a:lnTo>
                  <a:close/>
                  <a:moveTo>
                    <a:pt x="52785" y="75742"/>
                  </a:moveTo>
                  <a:cubicBezTo>
                    <a:pt x="74453" y="75742"/>
                    <a:pt x="87050" y="93776"/>
                    <a:pt x="87050" y="125084"/>
                  </a:cubicBezTo>
                  <a:cubicBezTo>
                    <a:pt x="87050" y="152636"/>
                    <a:pt x="77224" y="167915"/>
                    <a:pt x="59588" y="167915"/>
                  </a:cubicBezTo>
                  <a:cubicBezTo>
                    <a:pt x="37416" y="167915"/>
                    <a:pt x="23811" y="144371"/>
                    <a:pt x="23811" y="105548"/>
                  </a:cubicBezTo>
                  <a:cubicBezTo>
                    <a:pt x="23811" y="92774"/>
                    <a:pt x="25827" y="85761"/>
                    <a:pt x="30866" y="82004"/>
                  </a:cubicBezTo>
                  <a:cubicBezTo>
                    <a:pt x="36157" y="77996"/>
                    <a:pt x="43967" y="75742"/>
                    <a:pt x="52785" y="75742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2" name="Freeform: Shape 3251">
              <a:extLst>
                <a:ext uri="{FF2B5EF4-FFF2-40B4-BE49-F238E27FC236}">
                  <a16:creationId xmlns:a16="http://schemas.microsoft.com/office/drawing/2014/main" id="{51AA49B6-BE47-C526-7545-C2AAA78FCEE7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11588017" y="4757501"/>
              <a:ext cx="112116" cy="169316"/>
            </a:xfrm>
            <a:custGeom>
              <a:avLst/>
              <a:gdLst>
                <a:gd name="connsiteX0" fmla="*/ 112502 w 112116"/>
                <a:gd name="connsiteY0" fmla="*/ 135103 h 169316"/>
                <a:gd name="connsiteX1" fmla="*/ 109226 w 112116"/>
                <a:gd name="connsiteY1" fmla="*/ 133851 h 169316"/>
                <a:gd name="connsiteX2" fmla="*/ 85291 w 112116"/>
                <a:gd name="connsiteY2" fmla="*/ 150382 h 169316"/>
                <a:gd name="connsiteX3" fmla="*/ 25076 w 112116"/>
                <a:gd name="connsiteY3" fmla="*/ 150382 h 169316"/>
                <a:gd name="connsiteX4" fmla="*/ 67403 w 112116"/>
                <a:gd name="connsiteY4" fmla="*/ 106299 h 169316"/>
                <a:gd name="connsiteX5" fmla="*/ 99652 w 112116"/>
                <a:gd name="connsiteY5" fmla="*/ 44434 h 169316"/>
                <a:gd name="connsiteX6" fmla="*/ 53042 w 112116"/>
                <a:gd name="connsiteY6" fmla="*/ 101 h 169316"/>
                <a:gd name="connsiteX7" fmla="*/ 16762 w 112116"/>
                <a:gd name="connsiteY7" fmla="*/ 15630 h 169316"/>
                <a:gd name="connsiteX8" fmla="*/ 637 w 112116"/>
                <a:gd name="connsiteY8" fmla="*/ 49944 h 169316"/>
                <a:gd name="connsiteX9" fmla="*/ 5928 w 112116"/>
                <a:gd name="connsiteY9" fmla="*/ 51196 h 169316"/>
                <a:gd name="connsiteX10" fmla="*/ 42460 w 112116"/>
                <a:gd name="connsiteY10" fmla="*/ 18635 h 169316"/>
                <a:gd name="connsiteX11" fmla="*/ 77985 w 112116"/>
                <a:gd name="connsiteY11" fmla="*/ 53951 h 169316"/>
                <a:gd name="connsiteX12" fmla="*/ 45232 w 112116"/>
                <a:gd name="connsiteY12" fmla="*/ 119073 h 169316"/>
                <a:gd name="connsiteX13" fmla="*/ 385 w 112116"/>
                <a:gd name="connsiteY13" fmla="*/ 166412 h 169316"/>
                <a:gd name="connsiteX14" fmla="*/ 385 w 112116"/>
                <a:gd name="connsiteY14" fmla="*/ 169417 h 169316"/>
                <a:gd name="connsiteX15" fmla="*/ 98644 w 112116"/>
                <a:gd name="connsiteY15" fmla="*/ 169417 h 169316"/>
                <a:gd name="connsiteX16" fmla="*/ 112502 w 112116"/>
                <a:gd name="connsiteY16" fmla="*/ 13510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502" y="135103"/>
                  </a:moveTo>
                  <a:lnTo>
                    <a:pt x="109226" y="133851"/>
                  </a:lnTo>
                  <a:cubicBezTo>
                    <a:pt x="99904" y="148128"/>
                    <a:pt x="96629" y="150382"/>
                    <a:pt x="85291" y="150382"/>
                  </a:cubicBezTo>
                  <a:lnTo>
                    <a:pt x="25076" y="150382"/>
                  </a:lnTo>
                  <a:lnTo>
                    <a:pt x="67403" y="106299"/>
                  </a:lnTo>
                  <a:cubicBezTo>
                    <a:pt x="89826" y="83006"/>
                    <a:pt x="99652" y="63970"/>
                    <a:pt x="99652" y="44434"/>
                  </a:cubicBezTo>
                  <a:cubicBezTo>
                    <a:pt x="99652" y="19387"/>
                    <a:pt x="79245" y="101"/>
                    <a:pt x="53042" y="101"/>
                  </a:cubicBezTo>
                  <a:cubicBezTo>
                    <a:pt x="39185" y="101"/>
                    <a:pt x="26084" y="5611"/>
                    <a:pt x="16762" y="15630"/>
                  </a:cubicBezTo>
                  <a:cubicBezTo>
                    <a:pt x="8699" y="24146"/>
                    <a:pt x="4920" y="32161"/>
                    <a:pt x="637" y="49944"/>
                  </a:cubicBezTo>
                  <a:lnTo>
                    <a:pt x="5928" y="51196"/>
                  </a:lnTo>
                  <a:cubicBezTo>
                    <a:pt x="16006" y="26650"/>
                    <a:pt x="25076" y="18635"/>
                    <a:pt x="42460" y="18635"/>
                  </a:cubicBezTo>
                  <a:cubicBezTo>
                    <a:pt x="63624" y="18635"/>
                    <a:pt x="77985" y="32912"/>
                    <a:pt x="77985" y="53951"/>
                  </a:cubicBezTo>
                  <a:cubicBezTo>
                    <a:pt x="77985" y="73488"/>
                    <a:pt x="66395" y="96782"/>
                    <a:pt x="45232" y="119073"/>
                  </a:cubicBezTo>
                  <a:lnTo>
                    <a:pt x="385" y="166412"/>
                  </a:lnTo>
                  <a:lnTo>
                    <a:pt x="385" y="169417"/>
                  </a:lnTo>
                  <a:lnTo>
                    <a:pt x="98644" y="169417"/>
                  </a:lnTo>
                  <a:lnTo>
                    <a:pt x="112502" y="13510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3" name="Freeform: Shape 3252">
              <a:extLst>
                <a:ext uri="{FF2B5EF4-FFF2-40B4-BE49-F238E27FC236}">
                  <a16:creationId xmlns:a16="http://schemas.microsoft.com/office/drawing/2014/main" id="{E798620F-2F5C-9C6E-6A09-A78D638A2AF2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11714967" y="4754495"/>
              <a:ext cx="102290" cy="175828"/>
            </a:xfrm>
            <a:custGeom>
              <a:avLst/>
              <a:gdLst>
                <a:gd name="connsiteX0" fmla="*/ 37930 w 102290"/>
                <a:gd name="connsiteY0" fmla="*/ 26400 h 175828"/>
                <a:gd name="connsiteX1" fmla="*/ 87312 w 102290"/>
                <a:gd name="connsiteY1" fmla="*/ 26400 h 175828"/>
                <a:gd name="connsiteX2" fmla="*/ 93107 w 102290"/>
                <a:gd name="connsiteY2" fmla="*/ 24146 h 175828"/>
                <a:gd name="connsiteX3" fmla="*/ 102681 w 102290"/>
                <a:gd name="connsiteY3" fmla="*/ 1854 h 175828"/>
                <a:gd name="connsiteX4" fmla="*/ 100413 w 102290"/>
                <a:gd name="connsiteY4" fmla="*/ 101 h 175828"/>
                <a:gd name="connsiteX5" fmla="*/ 88824 w 102290"/>
                <a:gd name="connsiteY5" fmla="*/ 6613 h 175828"/>
                <a:gd name="connsiteX6" fmla="*/ 36167 w 102290"/>
                <a:gd name="connsiteY6" fmla="*/ 6613 h 175828"/>
                <a:gd name="connsiteX7" fmla="*/ 8704 w 102290"/>
                <a:gd name="connsiteY7" fmla="*/ 65974 h 175828"/>
                <a:gd name="connsiteX8" fmla="*/ 8452 w 102290"/>
                <a:gd name="connsiteY8" fmla="*/ 67226 h 175828"/>
                <a:gd name="connsiteX9" fmla="*/ 11476 w 102290"/>
                <a:gd name="connsiteY9" fmla="*/ 69230 h 175828"/>
                <a:gd name="connsiteX10" fmla="*/ 39946 w 102290"/>
                <a:gd name="connsiteY10" fmla="*/ 74239 h 175828"/>
                <a:gd name="connsiteX11" fmla="*/ 82273 w 102290"/>
                <a:gd name="connsiteY11" fmla="*/ 123832 h 175828"/>
                <a:gd name="connsiteX12" fmla="*/ 47252 w 102290"/>
                <a:gd name="connsiteY12" fmla="*/ 166662 h 175828"/>
                <a:gd name="connsiteX13" fmla="*/ 30372 w 102290"/>
                <a:gd name="connsiteY13" fmla="*/ 159399 h 175828"/>
                <a:gd name="connsiteX14" fmla="*/ 11224 w 102290"/>
                <a:gd name="connsiteY14" fmla="*/ 151133 h 175828"/>
                <a:gd name="connsiteX15" fmla="*/ 390 w 102290"/>
                <a:gd name="connsiteY15" fmla="*/ 160401 h 175828"/>
                <a:gd name="connsiteX16" fmla="*/ 31128 w 102290"/>
                <a:gd name="connsiteY16" fmla="*/ 175930 h 175828"/>
                <a:gd name="connsiteX17" fmla="*/ 83029 w 102290"/>
                <a:gd name="connsiteY17" fmla="*/ 156393 h 175828"/>
                <a:gd name="connsiteX18" fmla="*/ 99909 w 102290"/>
                <a:gd name="connsiteY18" fmla="*/ 111810 h 175828"/>
                <a:gd name="connsiteX19" fmla="*/ 82525 w 102290"/>
                <a:gd name="connsiteY19" fmla="*/ 69731 h 175828"/>
                <a:gd name="connsiteX20" fmla="*/ 27348 w 102290"/>
                <a:gd name="connsiteY20" fmla="*/ 47690 h 175828"/>
                <a:gd name="connsiteX21" fmla="*/ 37930 w 102290"/>
                <a:gd name="connsiteY21" fmla="*/ 26400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930" y="26400"/>
                  </a:moveTo>
                  <a:lnTo>
                    <a:pt x="87312" y="26400"/>
                  </a:lnTo>
                  <a:cubicBezTo>
                    <a:pt x="91343" y="26400"/>
                    <a:pt x="92351" y="25899"/>
                    <a:pt x="93107" y="24146"/>
                  </a:cubicBezTo>
                  <a:lnTo>
                    <a:pt x="102681" y="1854"/>
                  </a:lnTo>
                  <a:lnTo>
                    <a:pt x="100413" y="101"/>
                  </a:lnTo>
                  <a:cubicBezTo>
                    <a:pt x="96634" y="5360"/>
                    <a:pt x="94114" y="6613"/>
                    <a:pt x="88824" y="6613"/>
                  </a:cubicBezTo>
                  <a:lnTo>
                    <a:pt x="36167" y="6613"/>
                  </a:lnTo>
                  <a:lnTo>
                    <a:pt x="8704" y="65974"/>
                  </a:lnTo>
                  <a:cubicBezTo>
                    <a:pt x="8452" y="66475"/>
                    <a:pt x="8452" y="66725"/>
                    <a:pt x="8452" y="67226"/>
                  </a:cubicBezTo>
                  <a:cubicBezTo>
                    <a:pt x="8452" y="68479"/>
                    <a:pt x="9460" y="69230"/>
                    <a:pt x="11476" y="69230"/>
                  </a:cubicBezTo>
                  <a:cubicBezTo>
                    <a:pt x="19538" y="69230"/>
                    <a:pt x="29616" y="70983"/>
                    <a:pt x="39946" y="74239"/>
                  </a:cubicBezTo>
                  <a:cubicBezTo>
                    <a:pt x="68920" y="83507"/>
                    <a:pt x="82273" y="99036"/>
                    <a:pt x="82273" y="123832"/>
                  </a:cubicBezTo>
                  <a:cubicBezTo>
                    <a:pt x="82273" y="147877"/>
                    <a:pt x="66904" y="166662"/>
                    <a:pt x="47252" y="166662"/>
                  </a:cubicBezTo>
                  <a:cubicBezTo>
                    <a:pt x="42213" y="166662"/>
                    <a:pt x="37930" y="164909"/>
                    <a:pt x="30372" y="159399"/>
                  </a:cubicBezTo>
                  <a:cubicBezTo>
                    <a:pt x="22310" y="153638"/>
                    <a:pt x="16515" y="151133"/>
                    <a:pt x="11224" y="151133"/>
                  </a:cubicBezTo>
                  <a:cubicBezTo>
                    <a:pt x="3917" y="151133"/>
                    <a:pt x="390" y="154139"/>
                    <a:pt x="390" y="160401"/>
                  </a:cubicBezTo>
                  <a:cubicBezTo>
                    <a:pt x="390" y="169918"/>
                    <a:pt x="12232" y="175930"/>
                    <a:pt x="31128" y="175930"/>
                  </a:cubicBezTo>
                  <a:cubicBezTo>
                    <a:pt x="52291" y="175930"/>
                    <a:pt x="70431" y="169167"/>
                    <a:pt x="83029" y="156393"/>
                  </a:cubicBezTo>
                  <a:cubicBezTo>
                    <a:pt x="94618" y="145122"/>
                    <a:pt x="99909" y="130845"/>
                    <a:pt x="99909" y="111810"/>
                  </a:cubicBezTo>
                  <a:cubicBezTo>
                    <a:pt x="99909" y="93776"/>
                    <a:pt x="95122" y="82254"/>
                    <a:pt x="82525" y="69731"/>
                  </a:cubicBezTo>
                  <a:cubicBezTo>
                    <a:pt x="71439" y="58710"/>
                    <a:pt x="57078" y="52950"/>
                    <a:pt x="27348" y="47690"/>
                  </a:cubicBezTo>
                  <a:lnTo>
                    <a:pt x="37930" y="26400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4" name="Freeform: Shape 3253">
              <a:extLst>
                <a:ext uri="{FF2B5EF4-FFF2-40B4-BE49-F238E27FC236}">
                  <a16:creationId xmlns:a16="http://schemas.microsoft.com/office/drawing/2014/main" id="{AF19A801-EE01-3FFD-6276-D39CB95F7C9E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12061908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6" name="Freeform: Shape 3255">
              <a:extLst>
                <a:ext uri="{FF2B5EF4-FFF2-40B4-BE49-F238E27FC236}">
                  <a16:creationId xmlns:a16="http://schemas.microsoft.com/office/drawing/2014/main" id="{5EF3B388-A0C0-5215-9C74-48C8E8B41C14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12791294" y="4757501"/>
              <a:ext cx="113880" cy="172823"/>
            </a:xfrm>
            <a:custGeom>
              <a:avLst/>
              <a:gdLst>
                <a:gd name="connsiteX0" fmla="*/ 58380 w 113880"/>
                <a:gd name="connsiteY0" fmla="*/ 101 h 172823"/>
                <a:gd name="connsiteX1" fmla="*/ 24620 w 113880"/>
                <a:gd name="connsiteY1" fmla="*/ 13125 h 172823"/>
                <a:gd name="connsiteX2" fmla="*/ 433 w 113880"/>
                <a:gd name="connsiteY2" fmla="*/ 85260 h 172823"/>
                <a:gd name="connsiteX3" fmla="*/ 20588 w 113880"/>
                <a:gd name="connsiteY3" fmla="*/ 155892 h 172823"/>
                <a:gd name="connsiteX4" fmla="*/ 57373 w 113880"/>
                <a:gd name="connsiteY4" fmla="*/ 172924 h 172823"/>
                <a:gd name="connsiteX5" fmla="*/ 90126 w 113880"/>
                <a:gd name="connsiteY5" fmla="*/ 159900 h 172823"/>
                <a:gd name="connsiteX6" fmla="*/ 114313 w 113880"/>
                <a:gd name="connsiteY6" fmla="*/ 86763 h 172823"/>
                <a:gd name="connsiteX7" fmla="*/ 58380 w 113880"/>
                <a:gd name="connsiteY7" fmla="*/ 101 h 172823"/>
                <a:gd name="connsiteX8" fmla="*/ 57625 w 113880"/>
                <a:gd name="connsiteY8" fmla="*/ 6613 h 172823"/>
                <a:gd name="connsiteX9" fmla="*/ 90126 w 113880"/>
                <a:gd name="connsiteY9" fmla="*/ 87264 h 172823"/>
                <a:gd name="connsiteX10" fmla="*/ 57373 w 113880"/>
                <a:gd name="connsiteY10" fmla="*/ 166412 h 172823"/>
                <a:gd name="connsiteX11" fmla="*/ 24620 w 113880"/>
                <a:gd name="connsiteY11" fmla="*/ 87514 h 172823"/>
                <a:gd name="connsiteX12" fmla="*/ 57625 w 113880"/>
                <a:gd name="connsiteY12" fmla="*/ 661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80" y="101"/>
                  </a:moveTo>
                  <a:cubicBezTo>
                    <a:pt x="44523" y="101"/>
                    <a:pt x="33942" y="4359"/>
                    <a:pt x="24620" y="13125"/>
                  </a:cubicBezTo>
                  <a:cubicBezTo>
                    <a:pt x="10007" y="27151"/>
                    <a:pt x="433" y="55955"/>
                    <a:pt x="433" y="85260"/>
                  </a:cubicBezTo>
                  <a:cubicBezTo>
                    <a:pt x="433" y="112561"/>
                    <a:pt x="8747" y="141866"/>
                    <a:pt x="20588" y="155892"/>
                  </a:cubicBezTo>
                  <a:cubicBezTo>
                    <a:pt x="29910" y="166913"/>
                    <a:pt x="42760" y="172924"/>
                    <a:pt x="57373" y="172924"/>
                  </a:cubicBezTo>
                  <a:cubicBezTo>
                    <a:pt x="70222" y="172924"/>
                    <a:pt x="81056" y="168666"/>
                    <a:pt x="90126" y="159900"/>
                  </a:cubicBezTo>
                  <a:cubicBezTo>
                    <a:pt x="104739" y="146124"/>
                    <a:pt x="114313" y="117069"/>
                    <a:pt x="114313" y="86763"/>
                  </a:cubicBezTo>
                  <a:cubicBezTo>
                    <a:pt x="114313" y="35417"/>
                    <a:pt x="91385" y="101"/>
                    <a:pt x="58380" y="101"/>
                  </a:cubicBezTo>
                  <a:close/>
                  <a:moveTo>
                    <a:pt x="57625" y="6613"/>
                  </a:moveTo>
                  <a:cubicBezTo>
                    <a:pt x="78788" y="6613"/>
                    <a:pt x="90126" y="34916"/>
                    <a:pt x="90126" y="87264"/>
                  </a:cubicBezTo>
                  <a:cubicBezTo>
                    <a:pt x="90126" y="139612"/>
                    <a:pt x="79040" y="166412"/>
                    <a:pt x="57373" y="166412"/>
                  </a:cubicBezTo>
                  <a:cubicBezTo>
                    <a:pt x="35705" y="166412"/>
                    <a:pt x="24620" y="139612"/>
                    <a:pt x="24620" y="87514"/>
                  </a:cubicBezTo>
                  <a:cubicBezTo>
                    <a:pt x="24620" y="34415"/>
                    <a:pt x="35957" y="6613"/>
                    <a:pt x="57625" y="6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7" name="Freeform: Shape 3256">
              <a:extLst>
                <a:ext uri="{FF2B5EF4-FFF2-40B4-BE49-F238E27FC236}">
                  <a16:creationId xmlns:a16="http://schemas.microsoft.com/office/drawing/2014/main" id="{A38ABB15-47E4-D68F-8868-DEFD753461A9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12929330" y="4901771"/>
              <a:ext cx="27966" cy="27802"/>
            </a:xfrm>
            <a:custGeom>
              <a:avLst/>
              <a:gdLst>
                <a:gd name="connsiteX0" fmla="*/ 14295 w 27966"/>
                <a:gd name="connsiteY0" fmla="*/ 101 h 27802"/>
                <a:gd name="connsiteX1" fmla="*/ 438 w 27966"/>
                <a:gd name="connsiteY1" fmla="*/ 14377 h 27802"/>
                <a:gd name="connsiteX2" fmla="*/ 14043 w 27966"/>
                <a:gd name="connsiteY2" fmla="*/ 27903 h 27802"/>
                <a:gd name="connsiteX3" fmla="*/ 28404 w 27966"/>
                <a:gd name="connsiteY3" fmla="*/ 14377 h 27802"/>
                <a:gd name="connsiteX4" fmla="*/ 14295 w 27966"/>
                <a:gd name="connsiteY4" fmla="*/ 101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95" y="101"/>
                  </a:moveTo>
                  <a:cubicBezTo>
                    <a:pt x="6736" y="101"/>
                    <a:pt x="438" y="6613"/>
                    <a:pt x="438" y="14377"/>
                  </a:cubicBezTo>
                  <a:cubicBezTo>
                    <a:pt x="438" y="21641"/>
                    <a:pt x="6736" y="27903"/>
                    <a:pt x="14043" y="27903"/>
                  </a:cubicBezTo>
                  <a:cubicBezTo>
                    <a:pt x="21853" y="27903"/>
                    <a:pt x="28404" y="21641"/>
                    <a:pt x="28404" y="14377"/>
                  </a:cubicBezTo>
                  <a:cubicBezTo>
                    <a:pt x="28404" y="6613"/>
                    <a:pt x="21853" y="101"/>
                    <a:pt x="14295" y="101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8" name="Freeform: Shape 3257">
              <a:extLst>
                <a:ext uri="{FF2B5EF4-FFF2-40B4-BE49-F238E27FC236}">
                  <a16:creationId xmlns:a16="http://schemas.microsoft.com/office/drawing/2014/main" id="{4C4B471C-780C-9C25-B286-20A53D7855D8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12980963" y="4757501"/>
              <a:ext cx="113880" cy="172823"/>
            </a:xfrm>
            <a:custGeom>
              <a:avLst/>
              <a:gdLst>
                <a:gd name="connsiteX0" fmla="*/ 58388 w 113880"/>
                <a:gd name="connsiteY0" fmla="*/ 101 h 172823"/>
                <a:gd name="connsiteX1" fmla="*/ 24627 w 113880"/>
                <a:gd name="connsiteY1" fmla="*/ 13125 h 172823"/>
                <a:gd name="connsiteX2" fmla="*/ 440 w 113880"/>
                <a:gd name="connsiteY2" fmla="*/ 85260 h 172823"/>
                <a:gd name="connsiteX3" fmla="*/ 20596 w 113880"/>
                <a:gd name="connsiteY3" fmla="*/ 155892 h 172823"/>
                <a:gd name="connsiteX4" fmla="*/ 57380 w 113880"/>
                <a:gd name="connsiteY4" fmla="*/ 172924 h 172823"/>
                <a:gd name="connsiteX5" fmla="*/ 90133 w 113880"/>
                <a:gd name="connsiteY5" fmla="*/ 159900 h 172823"/>
                <a:gd name="connsiteX6" fmla="*/ 114320 w 113880"/>
                <a:gd name="connsiteY6" fmla="*/ 86763 h 172823"/>
                <a:gd name="connsiteX7" fmla="*/ 58388 w 113880"/>
                <a:gd name="connsiteY7" fmla="*/ 101 h 172823"/>
                <a:gd name="connsiteX8" fmla="*/ 57632 w 113880"/>
                <a:gd name="connsiteY8" fmla="*/ 6613 h 172823"/>
                <a:gd name="connsiteX9" fmla="*/ 90133 w 113880"/>
                <a:gd name="connsiteY9" fmla="*/ 87264 h 172823"/>
                <a:gd name="connsiteX10" fmla="*/ 57380 w 113880"/>
                <a:gd name="connsiteY10" fmla="*/ 166412 h 172823"/>
                <a:gd name="connsiteX11" fmla="*/ 24627 w 113880"/>
                <a:gd name="connsiteY11" fmla="*/ 87514 h 172823"/>
                <a:gd name="connsiteX12" fmla="*/ 57632 w 113880"/>
                <a:gd name="connsiteY12" fmla="*/ 6613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88" y="101"/>
                  </a:moveTo>
                  <a:cubicBezTo>
                    <a:pt x="44531" y="101"/>
                    <a:pt x="33949" y="4359"/>
                    <a:pt x="24627" y="13125"/>
                  </a:cubicBezTo>
                  <a:cubicBezTo>
                    <a:pt x="10014" y="27151"/>
                    <a:pt x="440" y="55955"/>
                    <a:pt x="440" y="85260"/>
                  </a:cubicBezTo>
                  <a:cubicBezTo>
                    <a:pt x="440" y="112561"/>
                    <a:pt x="8754" y="141866"/>
                    <a:pt x="20596" y="155892"/>
                  </a:cubicBezTo>
                  <a:cubicBezTo>
                    <a:pt x="29918" y="166913"/>
                    <a:pt x="42767" y="172924"/>
                    <a:pt x="57380" y="172924"/>
                  </a:cubicBezTo>
                  <a:cubicBezTo>
                    <a:pt x="70229" y="172924"/>
                    <a:pt x="81063" y="168666"/>
                    <a:pt x="90133" y="159900"/>
                  </a:cubicBezTo>
                  <a:cubicBezTo>
                    <a:pt x="104746" y="146124"/>
                    <a:pt x="114320" y="117069"/>
                    <a:pt x="114320" y="86763"/>
                  </a:cubicBezTo>
                  <a:cubicBezTo>
                    <a:pt x="114320" y="35417"/>
                    <a:pt x="91393" y="101"/>
                    <a:pt x="58388" y="101"/>
                  </a:cubicBezTo>
                  <a:close/>
                  <a:moveTo>
                    <a:pt x="57632" y="6613"/>
                  </a:moveTo>
                  <a:cubicBezTo>
                    <a:pt x="78796" y="6613"/>
                    <a:pt x="90133" y="34916"/>
                    <a:pt x="90133" y="87264"/>
                  </a:cubicBezTo>
                  <a:cubicBezTo>
                    <a:pt x="90133" y="139612"/>
                    <a:pt x="79048" y="166412"/>
                    <a:pt x="57380" y="166412"/>
                  </a:cubicBezTo>
                  <a:cubicBezTo>
                    <a:pt x="35713" y="166412"/>
                    <a:pt x="24627" y="139612"/>
                    <a:pt x="24627" y="87514"/>
                  </a:cubicBezTo>
                  <a:cubicBezTo>
                    <a:pt x="24627" y="34415"/>
                    <a:pt x="35965" y="6613"/>
                    <a:pt x="57632" y="66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9" name="Freeform: Shape 3258">
              <a:extLst>
                <a:ext uri="{FF2B5EF4-FFF2-40B4-BE49-F238E27FC236}">
                  <a16:creationId xmlns:a16="http://schemas.microsoft.com/office/drawing/2014/main" id="{5B66844F-EFBB-0293-B3E2-581CFEB66959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13814586" y="4715636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0" name="Freeform: Shape 3259">
              <a:extLst>
                <a:ext uri="{FF2B5EF4-FFF2-40B4-BE49-F238E27FC236}">
                  <a16:creationId xmlns:a16="http://schemas.microsoft.com/office/drawing/2014/main" id="{0BDB72E2-3F15-3954-D01D-C27655250B56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3750665" y="5017325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1" name="Freeform: Shape 3260">
              <a:extLst>
                <a:ext uri="{FF2B5EF4-FFF2-40B4-BE49-F238E27FC236}">
                  <a16:creationId xmlns:a16="http://schemas.microsoft.com/office/drawing/2014/main" id="{639B37F8-F31B-6B0B-AF54-8E2DAA05A6FA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3750665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2" name="Freeform: Shape 3261">
              <a:extLst>
                <a:ext uri="{FF2B5EF4-FFF2-40B4-BE49-F238E27FC236}">
                  <a16:creationId xmlns:a16="http://schemas.microsoft.com/office/drawing/2014/main" id="{990C106F-92EE-17CF-05B8-395D32CC27A7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4040013" y="5069246"/>
              <a:ext cx="98007" cy="172823"/>
            </a:xfrm>
            <a:custGeom>
              <a:avLst/>
              <a:gdLst>
                <a:gd name="connsiteX0" fmla="*/ 27802 w 98007"/>
                <a:gd name="connsiteY0" fmla="*/ 86775 h 172823"/>
                <a:gd name="connsiteX1" fmla="*/ 54508 w 98007"/>
                <a:gd name="connsiteY1" fmla="*/ 89530 h 172823"/>
                <a:gd name="connsiteX2" fmla="*/ 79955 w 98007"/>
                <a:gd name="connsiteY2" fmla="*/ 126600 h 172823"/>
                <a:gd name="connsiteX3" fmla="*/ 46950 w 98007"/>
                <a:gd name="connsiteY3" fmla="*/ 163919 h 172823"/>
                <a:gd name="connsiteX4" fmla="*/ 25786 w 98007"/>
                <a:gd name="connsiteY4" fmla="*/ 156155 h 172823"/>
                <a:gd name="connsiteX5" fmla="*/ 9662 w 98007"/>
                <a:gd name="connsiteY5" fmla="*/ 149893 h 172823"/>
                <a:gd name="connsiteX6" fmla="*/ 88 w 98007"/>
                <a:gd name="connsiteY6" fmla="*/ 158660 h 172823"/>
                <a:gd name="connsiteX7" fmla="*/ 28558 w 98007"/>
                <a:gd name="connsiteY7" fmla="*/ 172936 h 172823"/>
                <a:gd name="connsiteX8" fmla="*/ 79703 w 98007"/>
                <a:gd name="connsiteY8" fmla="*/ 156155 h 172823"/>
                <a:gd name="connsiteX9" fmla="*/ 98095 w 98007"/>
                <a:gd name="connsiteY9" fmla="*/ 114577 h 172823"/>
                <a:gd name="connsiteX10" fmla="*/ 86757 w 98007"/>
                <a:gd name="connsiteY10" fmla="*/ 82267 h 172823"/>
                <a:gd name="connsiteX11" fmla="*/ 65846 w 98007"/>
                <a:gd name="connsiteY11" fmla="*/ 68992 h 172823"/>
                <a:gd name="connsiteX12" fmla="*/ 89529 w 98007"/>
                <a:gd name="connsiteY12" fmla="*/ 34427 h 172823"/>
                <a:gd name="connsiteX13" fmla="*/ 50225 w 98007"/>
                <a:gd name="connsiteY13" fmla="*/ 113 h 172823"/>
                <a:gd name="connsiteX14" fmla="*/ 17472 w 98007"/>
                <a:gd name="connsiteY14" fmla="*/ 12386 h 172823"/>
                <a:gd name="connsiteX15" fmla="*/ 592 w 98007"/>
                <a:gd name="connsiteY15" fmla="*/ 40689 h 172823"/>
                <a:gd name="connsiteX16" fmla="*/ 4371 w 98007"/>
                <a:gd name="connsiteY16" fmla="*/ 41691 h 172823"/>
                <a:gd name="connsiteX17" fmla="*/ 41911 w 98007"/>
                <a:gd name="connsiteY17" fmla="*/ 15141 h 172823"/>
                <a:gd name="connsiteX18" fmla="*/ 69625 w 98007"/>
                <a:gd name="connsiteY18" fmla="*/ 41941 h 172823"/>
                <a:gd name="connsiteX19" fmla="*/ 59547 w 98007"/>
                <a:gd name="connsiteY19" fmla="*/ 66237 h 172823"/>
                <a:gd name="connsiteX20" fmla="*/ 27802 w 98007"/>
                <a:gd name="connsiteY20" fmla="*/ 83519 h 172823"/>
                <a:gd name="connsiteX21" fmla="*/ 27802 w 98007"/>
                <a:gd name="connsiteY21" fmla="*/ 8677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7802" y="86775"/>
                  </a:moveTo>
                  <a:cubicBezTo>
                    <a:pt x="42667" y="86775"/>
                    <a:pt x="48462" y="87276"/>
                    <a:pt x="54508" y="89530"/>
                  </a:cubicBezTo>
                  <a:cubicBezTo>
                    <a:pt x="70129" y="95041"/>
                    <a:pt x="79955" y="109317"/>
                    <a:pt x="79955" y="126600"/>
                  </a:cubicBezTo>
                  <a:cubicBezTo>
                    <a:pt x="79955" y="147639"/>
                    <a:pt x="65594" y="163919"/>
                    <a:pt x="46950" y="163919"/>
                  </a:cubicBezTo>
                  <a:cubicBezTo>
                    <a:pt x="40147" y="163919"/>
                    <a:pt x="35108" y="162166"/>
                    <a:pt x="25786" y="156155"/>
                  </a:cubicBezTo>
                  <a:cubicBezTo>
                    <a:pt x="18228" y="151647"/>
                    <a:pt x="13945" y="149893"/>
                    <a:pt x="9662" y="149893"/>
                  </a:cubicBezTo>
                  <a:cubicBezTo>
                    <a:pt x="3867" y="149893"/>
                    <a:pt x="88" y="153400"/>
                    <a:pt x="88" y="158660"/>
                  </a:cubicBezTo>
                  <a:cubicBezTo>
                    <a:pt x="88" y="167426"/>
                    <a:pt x="10921" y="172936"/>
                    <a:pt x="28558" y="172936"/>
                  </a:cubicBezTo>
                  <a:cubicBezTo>
                    <a:pt x="47958" y="172936"/>
                    <a:pt x="67861" y="166424"/>
                    <a:pt x="79703" y="156155"/>
                  </a:cubicBezTo>
                  <a:cubicBezTo>
                    <a:pt x="91544" y="145886"/>
                    <a:pt x="98095" y="131359"/>
                    <a:pt x="98095" y="114577"/>
                  </a:cubicBezTo>
                  <a:cubicBezTo>
                    <a:pt x="98095" y="101803"/>
                    <a:pt x="94064" y="90031"/>
                    <a:pt x="86757" y="82267"/>
                  </a:cubicBezTo>
                  <a:cubicBezTo>
                    <a:pt x="81718" y="76756"/>
                    <a:pt x="76931" y="73751"/>
                    <a:pt x="65846" y="68992"/>
                  </a:cubicBezTo>
                  <a:cubicBezTo>
                    <a:pt x="83230" y="57220"/>
                    <a:pt x="89529" y="47952"/>
                    <a:pt x="89529" y="34427"/>
                  </a:cubicBezTo>
                  <a:cubicBezTo>
                    <a:pt x="89529" y="14139"/>
                    <a:pt x="73404" y="113"/>
                    <a:pt x="50225" y="113"/>
                  </a:cubicBezTo>
                  <a:cubicBezTo>
                    <a:pt x="37628" y="113"/>
                    <a:pt x="26542" y="4371"/>
                    <a:pt x="17472" y="12386"/>
                  </a:cubicBezTo>
                  <a:cubicBezTo>
                    <a:pt x="9914" y="19149"/>
                    <a:pt x="6134" y="25661"/>
                    <a:pt x="592" y="40689"/>
                  </a:cubicBezTo>
                  <a:lnTo>
                    <a:pt x="4371" y="41691"/>
                  </a:lnTo>
                  <a:cubicBezTo>
                    <a:pt x="14701" y="23407"/>
                    <a:pt x="26038" y="15141"/>
                    <a:pt x="41911" y="15141"/>
                  </a:cubicBezTo>
                  <a:cubicBezTo>
                    <a:pt x="58287" y="15141"/>
                    <a:pt x="69625" y="26162"/>
                    <a:pt x="69625" y="41941"/>
                  </a:cubicBezTo>
                  <a:cubicBezTo>
                    <a:pt x="69625" y="50958"/>
                    <a:pt x="65846" y="59975"/>
                    <a:pt x="59547" y="66237"/>
                  </a:cubicBezTo>
                  <a:cubicBezTo>
                    <a:pt x="51989" y="73751"/>
                    <a:pt x="44934" y="77508"/>
                    <a:pt x="27802" y="83519"/>
                  </a:cubicBezTo>
                  <a:lnTo>
                    <a:pt x="27802" y="8677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3" name="Freeform: Shape 3262">
              <a:extLst>
                <a:ext uri="{FF2B5EF4-FFF2-40B4-BE49-F238E27FC236}">
                  <a16:creationId xmlns:a16="http://schemas.microsoft.com/office/drawing/2014/main" id="{95517AB2-0F5E-A2C8-928D-518F3734D14B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4424023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4" name="Freeform: Shape 3263">
              <a:extLst>
                <a:ext uri="{FF2B5EF4-FFF2-40B4-BE49-F238E27FC236}">
                  <a16:creationId xmlns:a16="http://schemas.microsoft.com/office/drawing/2014/main" id="{7D40CC32-CA56-0B0A-578F-088536E8F99C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4710600" y="5066241"/>
              <a:ext cx="102290" cy="175828"/>
            </a:xfrm>
            <a:custGeom>
              <a:avLst/>
              <a:gdLst>
                <a:gd name="connsiteX0" fmla="*/ 37654 w 102290"/>
                <a:gd name="connsiteY0" fmla="*/ 26412 h 175828"/>
                <a:gd name="connsiteX1" fmla="*/ 87036 w 102290"/>
                <a:gd name="connsiteY1" fmla="*/ 26412 h 175828"/>
                <a:gd name="connsiteX2" fmla="*/ 92831 w 102290"/>
                <a:gd name="connsiteY2" fmla="*/ 24158 h 175828"/>
                <a:gd name="connsiteX3" fmla="*/ 102405 w 102290"/>
                <a:gd name="connsiteY3" fmla="*/ 1866 h 175828"/>
                <a:gd name="connsiteX4" fmla="*/ 100137 w 102290"/>
                <a:gd name="connsiteY4" fmla="*/ 113 h 175828"/>
                <a:gd name="connsiteX5" fmla="*/ 88548 w 102290"/>
                <a:gd name="connsiteY5" fmla="*/ 6625 h 175828"/>
                <a:gd name="connsiteX6" fmla="*/ 35891 w 102290"/>
                <a:gd name="connsiteY6" fmla="*/ 6625 h 175828"/>
                <a:gd name="connsiteX7" fmla="*/ 8428 w 102290"/>
                <a:gd name="connsiteY7" fmla="*/ 65986 h 175828"/>
                <a:gd name="connsiteX8" fmla="*/ 8177 w 102290"/>
                <a:gd name="connsiteY8" fmla="*/ 67239 h 175828"/>
                <a:gd name="connsiteX9" fmla="*/ 11200 w 102290"/>
                <a:gd name="connsiteY9" fmla="*/ 69242 h 175828"/>
                <a:gd name="connsiteX10" fmla="*/ 39670 w 102290"/>
                <a:gd name="connsiteY10" fmla="*/ 74252 h 175828"/>
                <a:gd name="connsiteX11" fmla="*/ 81997 w 102290"/>
                <a:gd name="connsiteY11" fmla="*/ 123844 h 175828"/>
                <a:gd name="connsiteX12" fmla="*/ 46976 w 102290"/>
                <a:gd name="connsiteY12" fmla="*/ 166675 h 175828"/>
                <a:gd name="connsiteX13" fmla="*/ 30096 w 102290"/>
                <a:gd name="connsiteY13" fmla="*/ 159411 h 175828"/>
                <a:gd name="connsiteX14" fmla="*/ 10948 w 102290"/>
                <a:gd name="connsiteY14" fmla="*/ 151146 h 175828"/>
                <a:gd name="connsiteX15" fmla="*/ 114 w 102290"/>
                <a:gd name="connsiteY15" fmla="*/ 160413 h 175828"/>
                <a:gd name="connsiteX16" fmla="*/ 30852 w 102290"/>
                <a:gd name="connsiteY16" fmla="*/ 175942 h 175828"/>
                <a:gd name="connsiteX17" fmla="*/ 82753 w 102290"/>
                <a:gd name="connsiteY17" fmla="*/ 156405 h 175828"/>
                <a:gd name="connsiteX18" fmla="*/ 99633 w 102290"/>
                <a:gd name="connsiteY18" fmla="*/ 111822 h 175828"/>
                <a:gd name="connsiteX19" fmla="*/ 82249 w 102290"/>
                <a:gd name="connsiteY19" fmla="*/ 69743 h 175828"/>
                <a:gd name="connsiteX20" fmla="*/ 27073 w 102290"/>
                <a:gd name="connsiteY20" fmla="*/ 47702 h 175828"/>
                <a:gd name="connsiteX21" fmla="*/ 37654 w 102290"/>
                <a:gd name="connsiteY21" fmla="*/ 26412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654" y="26412"/>
                  </a:moveTo>
                  <a:lnTo>
                    <a:pt x="87036" y="26412"/>
                  </a:lnTo>
                  <a:cubicBezTo>
                    <a:pt x="91067" y="26412"/>
                    <a:pt x="92075" y="25911"/>
                    <a:pt x="92831" y="24158"/>
                  </a:cubicBezTo>
                  <a:lnTo>
                    <a:pt x="102405" y="1866"/>
                  </a:lnTo>
                  <a:lnTo>
                    <a:pt x="100137" y="113"/>
                  </a:lnTo>
                  <a:cubicBezTo>
                    <a:pt x="96358" y="5373"/>
                    <a:pt x="93838" y="6625"/>
                    <a:pt x="88548" y="6625"/>
                  </a:cubicBezTo>
                  <a:lnTo>
                    <a:pt x="35891" y="6625"/>
                  </a:lnTo>
                  <a:lnTo>
                    <a:pt x="8428" y="65986"/>
                  </a:lnTo>
                  <a:cubicBezTo>
                    <a:pt x="8177" y="66487"/>
                    <a:pt x="8177" y="66738"/>
                    <a:pt x="8177" y="67239"/>
                  </a:cubicBezTo>
                  <a:cubicBezTo>
                    <a:pt x="8177" y="68491"/>
                    <a:pt x="9184" y="69242"/>
                    <a:pt x="11200" y="69242"/>
                  </a:cubicBezTo>
                  <a:cubicBezTo>
                    <a:pt x="19262" y="69242"/>
                    <a:pt x="29340" y="70996"/>
                    <a:pt x="39670" y="74252"/>
                  </a:cubicBezTo>
                  <a:cubicBezTo>
                    <a:pt x="68644" y="83519"/>
                    <a:pt x="81997" y="99048"/>
                    <a:pt x="81997" y="123844"/>
                  </a:cubicBezTo>
                  <a:cubicBezTo>
                    <a:pt x="81997" y="147889"/>
                    <a:pt x="66628" y="166675"/>
                    <a:pt x="46976" y="166675"/>
                  </a:cubicBezTo>
                  <a:cubicBezTo>
                    <a:pt x="41937" y="166675"/>
                    <a:pt x="37654" y="164921"/>
                    <a:pt x="30096" y="159411"/>
                  </a:cubicBezTo>
                  <a:cubicBezTo>
                    <a:pt x="22034" y="153650"/>
                    <a:pt x="16239" y="151146"/>
                    <a:pt x="10948" y="151146"/>
                  </a:cubicBezTo>
                  <a:cubicBezTo>
                    <a:pt x="3641" y="151146"/>
                    <a:pt x="114" y="154151"/>
                    <a:pt x="114" y="160413"/>
                  </a:cubicBezTo>
                  <a:cubicBezTo>
                    <a:pt x="114" y="169931"/>
                    <a:pt x="11956" y="175942"/>
                    <a:pt x="30852" y="175942"/>
                  </a:cubicBezTo>
                  <a:cubicBezTo>
                    <a:pt x="52015" y="175942"/>
                    <a:pt x="70155" y="169179"/>
                    <a:pt x="82753" y="156405"/>
                  </a:cubicBezTo>
                  <a:cubicBezTo>
                    <a:pt x="94342" y="145134"/>
                    <a:pt x="99633" y="130858"/>
                    <a:pt x="99633" y="111822"/>
                  </a:cubicBezTo>
                  <a:cubicBezTo>
                    <a:pt x="99633" y="93788"/>
                    <a:pt x="94846" y="82267"/>
                    <a:pt x="82249" y="69743"/>
                  </a:cubicBezTo>
                  <a:cubicBezTo>
                    <a:pt x="71163" y="58723"/>
                    <a:pt x="56802" y="52962"/>
                    <a:pt x="27073" y="47702"/>
                  </a:cubicBezTo>
                  <a:lnTo>
                    <a:pt x="37654" y="2641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5" name="Freeform: Shape 3264">
              <a:extLst>
                <a:ext uri="{FF2B5EF4-FFF2-40B4-BE49-F238E27FC236}">
                  <a16:creationId xmlns:a16="http://schemas.microsoft.com/office/drawing/2014/main" id="{268DB0D4-13DD-34F2-84D8-AEABA48D2FD7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5097382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7" name="Freeform: Shape 3266">
              <a:extLst>
                <a:ext uri="{FF2B5EF4-FFF2-40B4-BE49-F238E27FC236}">
                  <a16:creationId xmlns:a16="http://schemas.microsoft.com/office/drawing/2014/main" id="{C0E3B0D0-5BED-C43F-E8AD-7988CA03F880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5295171" y="5069246"/>
              <a:ext cx="98007" cy="172823"/>
            </a:xfrm>
            <a:custGeom>
              <a:avLst/>
              <a:gdLst>
                <a:gd name="connsiteX0" fmla="*/ 59093 w 98007"/>
                <a:gd name="connsiteY0" fmla="*/ 76506 h 172823"/>
                <a:gd name="connsiteX1" fmla="*/ 92853 w 98007"/>
                <a:gd name="connsiteY1" fmla="*/ 35680 h 172823"/>
                <a:gd name="connsiteX2" fmla="*/ 49519 w 98007"/>
                <a:gd name="connsiteY2" fmla="*/ 113 h 172823"/>
                <a:gd name="connsiteX3" fmla="*/ 1649 w 98007"/>
                <a:gd name="connsiteY3" fmla="*/ 39687 h 172823"/>
                <a:gd name="connsiteX4" fmla="*/ 32890 w 98007"/>
                <a:gd name="connsiteY4" fmla="*/ 86274 h 172823"/>
                <a:gd name="connsiteX5" fmla="*/ 137 w 98007"/>
                <a:gd name="connsiteY5" fmla="*/ 131609 h 172823"/>
                <a:gd name="connsiteX6" fmla="*/ 48511 w 98007"/>
                <a:gd name="connsiteY6" fmla="*/ 172936 h 172823"/>
                <a:gd name="connsiteX7" fmla="*/ 98144 w 98007"/>
                <a:gd name="connsiteY7" fmla="*/ 130607 h 172823"/>
                <a:gd name="connsiteX8" fmla="*/ 59093 w 98007"/>
                <a:gd name="connsiteY8" fmla="*/ 76506 h 172823"/>
                <a:gd name="connsiteX9" fmla="*/ 54558 w 98007"/>
                <a:gd name="connsiteY9" fmla="*/ 102304 h 172823"/>
                <a:gd name="connsiteX10" fmla="*/ 78996 w 98007"/>
                <a:gd name="connsiteY10" fmla="*/ 138372 h 172823"/>
                <a:gd name="connsiteX11" fmla="*/ 51282 w 98007"/>
                <a:gd name="connsiteY11" fmla="*/ 165923 h 172823"/>
                <a:gd name="connsiteX12" fmla="*/ 19285 w 98007"/>
                <a:gd name="connsiteY12" fmla="*/ 129605 h 172823"/>
                <a:gd name="connsiteX13" fmla="*/ 39441 w 98007"/>
                <a:gd name="connsiteY13" fmla="*/ 91284 h 172823"/>
                <a:gd name="connsiteX14" fmla="*/ 54558 w 98007"/>
                <a:gd name="connsiteY14" fmla="*/ 102304 h 172823"/>
                <a:gd name="connsiteX15" fmla="*/ 51786 w 98007"/>
                <a:gd name="connsiteY15" fmla="*/ 71997 h 172823"/>
                <a:gd name="connsiteX16" fmla="*/ 20293 w 98007"/>
                <a:gd name="connsiteY16" fmla="*/ 31923 h 172823"/>
                <a:gd name="connsiteX17" fmla="*/ 47503 w 98007"/>
                <a:gd name="connsiteY17" fmla="*/ 7126 h 172823"/>
                <a:gd name="connsiteX18" fmla="*/ 75469 w 98007"/>
                <a:gd name="connsiteY18" fmla="*/ 35429 h 172823"/>
                <a:gd name="connsiteX19" fmla="*/ 54054 w 98007"/>
                <a:gd name="connsiteY19" fmla="*/ 70495 h 172823"/>
                <a:gd name="connsiteX20" fmla="*/ 51786 w 98007"/>
                <a:gd name="connsiteY20" fmla="*/ 71997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007" h="172823">
                  <a:moveTo>
                    <a:pt x="59093" y="76506"/>
                  </a:moveTo>
                  <a:cubicBezTo>
                    <a:pt x="84035" y="63231"/>
                    <a:pt x="92853" y="52711"/>
                    <a:pt x="92853" y="35680"/>
                  </a:cubicBezTo>
                  <a:cubicBezTo>
                    <a:pt x="92853" y="15141"/>
                    <a:pt x="74713" y="113"/>
                    <a:pt x="49519" y="113"/>
                  </a:cubicBezTo>
                  <a:cubicBezTo>
                    <a:pt x="22056" y="113"/>
                    <a:pt x="1649" y="16894"/>
                    <a:pt x="1649" y="39687"/>
                  </a:cubicBezTo>
                  <a:cubicBezTo>
                    <a:pt x="1649" y="55967"/>
                    <a:pt x="6436" y="63231"/>
                    <a:pt x="32890" y="86274"/>
                  </a:cubicBezTo>
                  <a:cubicBezTo>
                    <a:pt x="5680" y="106813"/>
                    <a:pt x="137" y="114577"/>
                    <a:pt x="137" y="131609"/>
                  </a:cubicBezTo>
                  <a:cubicBezTo>
                    <a:pt x="137" y="155904"/>
                    <a:pt x="20041" y="172936"/>
                    <a:pt x="48511" y="172936"/>
                  </a:cubicBezTo>
                  <a:cubicBezTo>
                    <a:pt x="78744" y="172936"/>
                    <a:pt x="98144" y="156405"/>
                    <a:pt x="98144" y="130607"/>
                  </a:cubicBezTo>
                  <a:cubicBezTo>
                    <a:pt x="98144" y="111321"/>
                    <a:pt x="89578" y="99048"/>
                    <a:pt x="59093" y="76506"/>
                  </a:cubicBezTo>
                  <a:close/>
                  <a:moveTo>
                    <a:pt x="54558" y="102304"/>
                  </a:moveTo>
                  <a:cubicBezTo>
                    <a:pt x="72950" y="115329"/>
                    <a:pt x="78996" y="124345"/>
                    <a:pt x="78996" y="138372"/>
                  </a:cubicBezTo>
                  <a:cubicBezTo>
                    <a:pt x="78996" y="154652"/>
                    <a:pt x="67659" y="165923"/>
                    <a:pt x="51282" y="165923"/>
                  </a:cubicBezTo>
                  <a:cubicBezTo>
                    <a:pt x="32134" y="165923"/>
                    <a:pt x="19285" y="151396"/>
                    <a:pt x="19285" y="129605"/>
                  </a:cubicBezTo>
                  <a:cubicBezTo>
                    <a:pt x="19285" y="113575"/>
                    <a:pt x="24828" y="103056"/>
                    <a:pt x="39441" y="91284"/>
                  </a:cubicBezTo>
                  <a:lnTo>
                    <a:pt x="54558" y="102304"/>
                  </a:lnTo>
                  <a:close/>
                  <a:moveTo>
                    <a:pt x="51786" y="71997"/>
                  </a:moveTo>
                  <a:cubicBezTo>
                    <a:pt x="29363" y="57470"/>
                    <a:pt x="20293" y="45949"/>
                    <a:pt x="20293" y="31923"/>
                  </a:cubicBezTo>
                  <a:cubicBezTo>
                    <a:pt x="20293" y="17395"/>
                    <a:pt x="31630" y="7126"/>
                    <a:pt x="47503" y="7126"/>
                  </a:cubicBezTo>
                  <a:cubicBezTo>
                    <a:pt x="64635" y="7126"/>
                    <a:pt x="75469" y="18147"/>
                    <a:pt x="75469" y="35429"/>
                  </a:cubicBezTo>
                  <a:cubicBezTo>
                    <a:pt x="75469" y="49706"/>
                    <a:pt x="68415" y="60977"/>
                    <a:pt x="54054" y="70495"/>
                  </a:cubicBezTo>
                  <a:cubicBezTo>
                    <a:pt x="52794" y="71246"/>
                    <a:pt x="52794" y="71246"/>
                    <a:pt x="51786" y="71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8" name="Freeform: Shape 3267">
              <a:extLst>
                <a:ext uri="{FF2B5EF4-FFF2-40B4-BE49-F238E27FC236}">
                  <a16:creationId xmlns:a16="http://schemas.microsoft.com/office/drawing/2014/main" id="{FB5EBA83-B7BF-009E-BF26-A1E346818D0C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5425144" y="5213516"/>
              <a:ext cx="27966" cy="27802"/>
            </a:xfrm>
            <a:custGeom>
              <a:avLst/>
              <a:gdLst>
                <a:gd name="connsiteX0" fmla="*/ 13999 w 27966"/>
                <a:gd name="connsiteY0" fmla="*/ 113 h 27802"/>
                <a:gd name="connsiteX1" fmla="*/ 142 w 27966"/>
                <a:gd name="connsiteY1" fmla="*/ 14390 h 27802"/>
                <a:gd name="connsiteX2" fmla="*/ 13747 w 27966"/>
                <a:gd name="connsiteY2" fmla="*/ 27915 h 27802"/>
                <a:gd name="connsiteX3" fmla="*/ 28108 w 27966"/>
                <a:gd name="connsiteY3" fmla="*/ 14390 h 27802"/>
                <a:gd name="connsiteX4" fmla="*/ 13999 w 27966"/>
                <a:gd name="connsiteY4" fmla="*/ 113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3999" y="113"/>
                  </a:moveTo>
                  <a:cubicBezTo>
                    <a:pt x="6441" y="113"/>
                    <a:pt x="142" y="6625"/>
                    <a:pt x="142" y="14390"/>
                  </a:cubicBezTo>
                  <a:cubicBezTo>
                    <a:pt x="142" y="21653"/>
                    <a:pt x="6441" y="27915"/>
                    <a:pt x="13747" y="27915"/>
                  </a:cubicBezTo>
                  <a:cubicBezTo>
                    <a:pt x="21557" y="27915"/>
                    <a:pt x="28108" y="21653"/>
                    <a:pt x="28108" y="14390"/>
                  </a:cubicBezTo>
                  <a:cubicBezTo>
                    <a:pt x="28108" y="6625"/>
                    <a:pt x="21557" y="113"/>
                    <a:pt x="13999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9" name="Freeform: Shape 3268">
              <a:extLst>
                <a:ext uri="{FF2B5EF4-FFF2-40B4-BE49-F238E27FC236}">
                  <a16:creationId xmlns:a16="http://schemas.microsoft.com/office/drawing/2014/main" id="{20A107B5-30DE-9210-85A5-905E89E16768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5473754" y="5069246"/>
              <a:ext cx="115895" cy="169316"/>
            </a:xfrm>
            <a:custGeom>
              <a:avLst/>
              <a:gdLst>
                <a:gd name="connsiteX0" fmla="*/ 116040 w 115895"/>
                <a:gd name="connsiteY0" fmla="*/ 111572 h 169316"/>
                <a:gd name="connsiteX1" fmla="*/ 90341 w 115895"/>
                <a:gd name="connsiteY1" fmla="*/ 111572 h 169316"/>
                <a:gd name="connsiteX2" fmla="*/ 90341 w 115895"/>
                <a:gd name="connsiteY2" fmla="*/ 113 h 169316"/>
                <a:gd name="connsiteX3" fmla="*/ 79256 w 115895"/>
                <a:gd name="connsiteY3" fmla="*/ 113 h 169316"/>
                <a:gd name="connsiteX4" fmla="*/ 144 w 115895"/>
                <a:gd name="connsiteY4" fmla="*/ 111572 h 169316"/>
                <a:gd name="connsiteX5" fmla="*/ 144 w 115895"/>
                <a:gd name="connsiteY5" fmla="*/ 127602 h 169316"/>
                <a:gd name="connsiteX6" fmla="*/ 70942 w 115895"/>
                <a:gd name="connsiteY6" fmla="*/ 127602 h 169316"/>
                <a:gd name="connsiteX7" fmla="*/ 70942 w 115895"/>
                <a:gd name="connsiteY7" fmla="*/ 169430 h 169316"/>
                <a:gd name="connsiteX8" fmla="*/ 90341 w 115895"/>
                <a:gd name="connsiteY8" fmla="*/ 169430 h 169316"/>
                <a:gd name="connsiteX9" fmla="*/ 90341 w 115895"/>
                <a:gd name="connsiteY9" fmla="*/ 127602 h 169316"/>
                <a:gd name="connsiteX10" fmla="*/ 116040 w 115895"/>
                <a:gd name="connsiteY10" fmla="*/ 127602 h 169316"/>
                <a:gd name="connsiteX11" fmla="*/ 116040 w 115895"/>
                <a:gd name="connsiteY11" fmla="*/ 111572 h 169316"/>
                <a:gd name="connsiteX12" fmla="*/ 70690 w 115895"/>
                <a:gd name="connsiteY12" fmla="*/ 111572 h 169316"/>
                <a:gd name="connsiteX13" fmla="*/ 10222 w 115895"/>
                <a:gd name="connsiteY13" fmla="*/ 111572 h 169316"/>
                <a:gd name="connsiteX14" fmla="*/ 70690 w 115895"/>
                <a:gd name="connsiteY14" fmla="*/ 25661 h 169316"/>
                <a:gd name="connsiteX15" fmla="*/ 70690 w 115895"/>
                <a:gd name="connsiteY15" fmla="*/ 111572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040" y="111572"/>
                  </a:moveTo>
                  <a:lnTo>
                    <a:pt x="90341" y="111572"/>
                  </a:lnTo>
                  <a:lnTo>
                    <a:pt x="90341" y="113"/>
                  </a:lnTo>
                  <a:lnTo>
                    <a:pt x="79256" y="113"/>
                  </a:lnTo>
                  <a:lnTo>
                    <a:pt x="144" y="111572"/>
                  </a:lnTo>
                  <a:lnTo>
                    <a:pt x="144" y="127602"/>
                  </a:lnTo>
                  <a:lnTo>
                    <a:pt x="70942" y="127602"/>
                  </a:lnTo>
                  <a:lnTo>
                    <a:pt x="70942" y="169430"/>
                  </a:lnTo>
                  <a:lnTo>
                    <a:pt x="90341" y="169430"/>
                  </a:lnTo>
                  <a:lnTo>
                    <a:pt x="90341" y="127602"/>
                  </a:lnTo>
                  <a:lnTo>
                    <a:pt x="116040" y="127602"/>
                  </a:lnTo>
                  <a:lnTo>
                    <a:pt x="116040" y="111572"/>
                  </a:lnTo>
                  <a:close/>
                  <a:moveTo>
                    <a:pt x="70690" y="111572"/>
                  </a:moveTo>
                  <a:lnTo>
                    <a:pt x="10222" y="111572"/>
                  </a:lnTo>
                  <a:lnTo>
                    <a:pt x="70690" y="25661"/>
                  </a:lnTo>
                  <a:lnTo>
                    <a:pt x="70690" y="1115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0" name="Freeform: Shape 3269">
              <a:extLst>
                <a:ext uri="{FF2B5EF4-FFF2-40B4-BE49-F238E27FC236}">
                  <a16:creationId xmlns:a16="http://schemas.microsoft.com/office/drawing/2014/main" id="{47C3D88D-5897-087E-B69F-9CA436B1169A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5770740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2" name="Freeform: Shape 3271">
              <a:extLst>
                <a:ext uri="{FF2B5EF4-FFF2-40B4-BE49-F238E27FC236}">
                  <a16:creationId xmlns:a16="http://schemas.microsoft.com/office/drawing/2014/main" id="{610A046E-39F9-4DB6-BFA0-263B5AAFA05D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6035827" y="5069246"/>
              <a:ext cx="71300" cy="169316"/>
            </a:xfrm>
            <a:custGeom>
              <a:avLst/>
              <a:gdLst>
                <a:gd name="connsiteX0" fmla="*/ 45516 w 71300"/>
                <a:gd name="connsiteY0" fmla="*/ 113 h 169316"/>
                <a:gd name="connsiteX1" fmla="*/ 166 w 71300"/>
                <a:gd name="connsiteY1" fmla="*/ 22906 h 169316"/>
                <a:gd name="connsiteX2" fmla="*/ 166 w 71300"/>
                <a:gd name="connsiteY2" fmla="*/ 26412 h 169316"/>
                <a:gd name="connsiteX3" fmla="*/ 6968 w 71300"/>
                <a:gd name="connsiteY3" fmla="*/ 23657 h 169316"/>
                <a:gd name="connsiteX4" fmla="*/ 18306 w 71300"/>
                <a:gd name="connsiteY4" fmla="*/ 20902 h 169316"/>
                <a:gd name="connsiteX5" fmla="*/ 25864 w 71300"/>
                <a:gd name="connsiteY5" fmla="*/ 32674 h 169316"/>
                <a:gd name="connsiteX6" fmla="*/ 25864 w 71300"/>
                <a:gd name="connsiteY6" fmla="*/ 146136 h 169316"/>
                <a:gd name="connsiteX7" fmla="*/ 19817 w 71300"/>
                <a:gd name="connsiteY7" fmla="*/ 162417 h 169316"/>
                <a:gd name="connsiteX8" fmla="*/ 1929 w 71300"/>
                <a:gd name="connsiteY8" fmla="*/ 165673 h 169316"/>
                <a:gd name="connsiteX9" fmla="*/ 1929 w 71300"/>
                <a:gd name="connsiteY9" fmla="*/ 169430 h 169316"/>
                <a:gd name="connsiteX10" fmla="*/ 71467 w 71300"/>
                <a:gd name="connsiteY10" fmla="*/ 169430 h 169316"/>
                <a:gd name="connsiteX11" fmla="*/ 71467 w 71300"/>
                <a:gd name="connsiteY11" fmla="*/ 165673 h 169316"/>
                <a:gd name="connsiteX12" fmla="*/ 47532 w 71300"/>
                <a:gd name="connsiteY12" fmla="*/ 150895 h 169316"/>
                <a:gd name="connsiteX13" fmla="*/ 47532 w 71300"/>
                <a:gd name="connsiteY13" fmla="*/ 614 h 169316"/>
                <a:gd name="connsiteX14" fmla="*/ 45516 w 71300"/>
                <a:gd name="connsiteY14" fmla="*/ 11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516" y="113"/>
                  </a:moveTo>
                  <a:lnTo>
                    <a:pt x="166" y="22906"/>
                  </a:lnTo>
                  <a:lnTo>
                    <a:pt x="166" y="26412"/>
                  </a:lnTo>
                  <a:cubicBezTo>
                    <a:pt x="3189" y="25160"/>
                    <a:pt x="5960" y="24158"/>
                    <a:pt x="6968" y="23657"/>
                  </a:cubicBezTo>
                  <a:cubicBezTo>
                    <a:pt x="11503" y="21904"/>
                    <a:pt x="15786" y="20902"/>
                    <a:pt x="18306" y="20902"/>
                  </a:cubicBezTo>
                  <a:cubicBezTo>
                    <a:pt x="23597" y="20902"/>
                    <a:pt x="25864" y="24659"/>
                    <a:pt x="25864" y="32674"/>
                  </a:cubicBezTo>
                  <a:lnTo>
                    <a:pt x="25864" y="146136"/>
                  </a:lnTo>
                  <a:cubicBezTo>
                    <a:pt x="25864" y="154402"/>
                    <a:pt x="23849" y="160162"/>
                    <a:pt x="19817" y="162417"/>
                  </a:cubicBezTo>
                  <a:cubicBezTo>
                    <a:pt x="16038" y="164671"/>
                    <a:pt x="12511" y="165422"/>
                    <a:pt x="1929" y="165673"/>
                  </a:cubicBezTo>
                  <a:lnTo>
                    <a:pt x="1929" y="169430"/>
                  </a:lnTo>
                  <a:lnTo>
                    <a:pt x="71467" y="169430"/>
                  </a:lnTo>
                  <a:lnTo>
                    <a:pt x="71467" y="165673"/>
                  </a:lnTo>
                  <a:cubicBezTo>
                    <a:pt x="51563" y="165422"/>
                    <a:pt x="47532" y="162918"/>
                    <a:pt x="47532" y="150895"/>
                  </a:cubicBezTo>
                  <a:lnTo>
                    <a:pt x="47532" y="614"/>
                  </a:lnTo>
                  <a:lnTo>
                    <a:pt x="45516" y="1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3" name="Freeform: Shape 3272">
              <a:extLst>
                <a:ext uri="{FF2B5EF4-FFF2-40B4-BE49-F238E27FC236}">
                  <a16:creationId xmlns:a16="http://schemas.microsoft.com/office/drawing/2014/main" id="{3A75629D-1615-97FA-6380-11D84AB23F91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6151943" y="5213516"/>
              <a:ext cx="27966" cy="27802"/>
            </a:xfrm>
            <a:custGeom>
              <a:avLst/>
              <a:gdLst>
                <a:gd name="connsiteX0" fmla="*/ 14028 w 27966"/>
                <a:gd name="connsiteY0" fmla="*/ 113 h 27802"/>
                <a:gd name="connsiteX1" fmla="*/ 171 w 27966"/>
                <a:gd name="connsiteY1" fmla="*/ 14390 h 27802"/>
                <a:gd name="connsiteX2" fmla="*/ 13776 w 27966"/>
                <a:gd name="connsiteY2" fmla="*/ 27915 h 27802"/>
                <a:gd name="connsiteX3" fmla="*/ 28137 w 27966"/>
                <a:gd name="connsiteY3" fmla="*/ 14390 h 27802"/>
                <a:gd name="connsiteX4" fmla="*/ 14028 w 27966"/>
                <a:gd name="connsiteY4" fmla="*/ 113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28" y="113"/>
                  </a:moveTo>
                  <a:cubicBezTo>
                    <a:pt x="6469" y="113"/>
                    <a:pt x="171" y="6625"/>
                    <a:pt x="171" y="14390"/>
                  </a:cubicBezTo>
                  <a:cubicBezTo>
                    <a:pt x="171" y="21653"/>
                    <a:pt x="6469" y="27915"/>
                    <a:pt x="13776" y="27915"/>
                  </a:cubicBezTo>
                  <a:cubicBezTo>
                    <a:pt x="21586" y="27915"/>
                    <a:pt x="28137" y="21653"/>
                    <a:pt x="28137" y="14390"/>
                  </a:cubicBezTo>
                  <a:cubicBezTo>
                    <a:pt x="28137" y="6625"/>
                    <a:pt x="21586" y="113"/>
                    <a:pt x="14028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4" name="Freeform: Shape 3273">
              <a:extLst>
                <a:ext uri="{FF2B5EF4-FFF2-40B4-BE49-F238E27FC236}">
                  <a16:creationId xmlns:a16="http://schemas.microsoft.com/office/drawing/2014/main" id="{D54C3C98-8263-B145-0E4B-83987613F43A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6206096" y="5067243"/>
              <a:ext cx="109344" cy="174827"/>
            </a:xfrm>
            <a:custGeom>
              <a:avLst/>
              <a:gdLst>
                <a:gd name="connsiteX0" fmla="*/ 103975 w 109344"/>
                <a:gd name="connsiteY0" fmla="*/ 113 h 174827"/>
                <a:gd name="connsiteX1" fmla="*/ 42248 w 109344"/>
                <a:gd name="connsiteY1" fmla="*/ 20150 h 174827"/>
                <a:gd name="connsiteX2" fmla="*/ 173 w 109344"/>
                <a:gd name="connsiteY2" fmla="*/ 101553 h 174827"/>
                <a:gd name="connsiteX3" fmla="*/ 17809 w 109344"/>
                <a:gd name="connsiteY3" fmla="*/ 157908 h 174827"/>
                <a:gd name="connsiteX4" fmla="*/ 56609 w 109344"/>
                <a:gd name="connsiteY4" fmla="*/ 174940 h 174827"/>
                <a:gd name="connsiteX5" fmla="*/ 109518 w 109344"/>
                <a:gd name="connsiteY5" fmla="*/ 116581 h 174827"/>
                <a:gd name="connsiteX6" fmla="*/ 62152 w 109344"/>
                <a:gd name="connsiteY6" fmla="*/ 64233 h 174827"/>
                <a:gd name="connsiteX7" fmla="*/ 29903 w 109344"/>
                <a:gd name="connsiteY7" fmla="*/ 75504 h 174827"/>
                <a:gd name="connsiteX8" fmla="*/ 104479 w 109344"/>
                <a:gd name="connsiteY8" fmla="*/ 4120 h 174827"/>
                <a:gd name="connsiteX9" fmla="*/ 103975 w 109344"/>
                <a:gd name="connsiteY9" fmla="*/ 113 h 174827"/>
                <a:gd name="connsiteX10" fmla="*/ 52578 w 109344"/>
                <a:gd name="connsiteY10" fmla="*/ 75755 h 174827"/>
                <a:gd name="connsiteX11" fmla="*/ 86843 w 109344"/>
                <a:gd name="connsiteY11" fmla="*/ 125097 h 174827"/>
                <a:gd name="connsiteX12" fmla="*/ 59381 w 109344"/>
                <a:gd name="connsiteY12" fmla="*/ 167927 h 174827"/>
                <a:gd name="connsiteX13" fmla="*/ 23604 w 109344"/>
                <a:gd name="connsiteY13" fmla="*/ 105560 h 174827"/>
                <a:gd name="connsiteX14" fmla="*/ 30659 w 109344"/>
                <a:gd name="connsiteY14" fmla="*/ 82016 h 174827"/>
                <a:gd name="connsiteX15" fmla="*/ 52578 w 109344"/>
                <a:gd name="connsiteY15" fmla="*/ 75755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344" h="174827">
                  <a:moveTo>
                    <a:pt x="103975" y="113"/>
                  </a:moveTo>
                  <a:cubicBezTo>
                    <a:pt x="75253" y="2618"/>
                    <a:pt x="60640" y="7377"/>
                    <a:pt x="42248" y="20150"/>
                  </a:cubicBezTo>
                  <a:cubicBezTo>
                    <a:pt x="15038" y="39437"/>
                    <a:pt x="173" y="67990"/>
                    <a:pt x="173" y="101553"/>
                  </a:cubicBezTo>
                  <a:cubicBezTo>
                    <a:pt x="173" y="123344"/>
                    <a:pt x="6976" y="145385"/>
                    <a:pt x="17809" y="157908"/>
                  </a:cubicBezTo>
                  <a:cubicBezTo>
                    <a:pt x="27383" y="168929"/>
                    <a:pt x="40989" y="174940"/>
                    <a:pt x="56609" y="174940"/>
                  </a:cubicBezTo>
                  <a:cubicBezTo>
                    <a:pt x="87851" y="174940"/>
                    <a:pt x="109518" y="151146"/>
                    <a:pt x="109518" y="116581"/>
                  </a:cubicBezTo>
                  <a:cubicBezTo>
                    <a:pt x="109518" y="84521"/>
                    <a:pt x="91126" y="64233"/>
                    <a:pt x="62152" y="64233"/>
                  </a:cubicBezTo>
                  <a:cubicBezTo>
                    <a:pt x="51066" y="64233"/>
                    <a:pt x="45775" y="65986"/>
                    <a:pt x="29903" y="75504"/>
                  </a:cubicBezTo>
                  <a:cubicBezTo>
                    <a:pt x="36705" y="37683"/>
                    <a:pt x="64923" y="10633"/>
                    <a:pt x="104479" y="4120"/>
                  </a:cubicBezTo>
                  <a:lnTo>
                    <a:pt x="103975" y="113"/>
                  </a:lnTo>
                  <a:close/>
                  <a:moveTo>
                    <a:pt x="52578" y="75755"/>
                  </a:moveTo>
                  <a:cubicBezTo>
                    <a:pt x="74246" y="75755"/>
                    <a:pt x="86843" y="93788"/>
                    <a:pt x="86843" y="125097"/>
                  </a:cubicBezTo>
                  <a:cubicBezTo>
                    <a:pt x="86843" y="152648"/>
                    <a:pt x="77017" y="167927"/>
                    <a:pt x="59381" y="167927"/>
                  </a:cubicBezTo>
                  <a:cubicBezTo>
                    <a:pt x="37209" y="167927"/>
                    <a:pt x="23604" y="144383"/>
                    <a:pt x="23604" y="105560"/>
                  </a:cubicBezTo>
                  <a:cubicBezTo>
                    <a:pt x="23604" y="92786"/>
                    <a:pt x="25620" y="85773"/>
                    <a:pt x="30659" y="82016"/>
                  </a:cubicBezTo>
                  <a:cubicBezTo>
                    <a:pt x="35950" y="78009"/>
                    <a:pt x="43760" y="75755"/>
                    <a:pt x="52578" y="7575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5" name="Freeform: Shape 3274">
              <a:extLst>
                <a:ext uri="{FF2B5EF4-FFF2-40B4-BE49-F238E27FC236}">
                  <a16:creationId xmlns:a16="http://schemas.microsoft.com/office/drawing/2014/main" id="{762F59A1-064A-EB2E-66B1-E735FBDD5997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6330022" y="5069246"/>
              <a:ext cx="113880" cy="172823"/>
            </a:xfrm>
            <a:custGeom>
              <a:avLst/>
              <a:gdLst>
                <a:gd name="connsiteX0" fmla="*/ 58126 w 113880"/>
                <a:gd name="connsiteY0" fmla="*/ 113 h 172823"/>
                <a:gd name="connsiteX1" fmla="*/ 24365 w 113880"/>
                <a:gd name="connsiteY1" fmla="*/ 13137 h 172823"/>
                <a:gd name="connsiteX2" fmla="*/ 178 w 113880"/>
                <a:gd name="connsiteY2" fmla="*/ 85272 h 172823"/>
                <a:gd name="connsiteX3" fmla="*/ 20334 w 113880"/>
                <a:gd name="connsiteY3" fmla="*/ 155904 h 172823"/>
                <a:gd name="connsiteX4" fmla="*/ 57118 w 113880"/>
                <a:gd name="connsiteY4" fmla="*/ 172936 h 172823"/>
                <a:gd name="connsiteX5" fmla="*/ 89871 w 113880"/>
                <a:gd name="connsiteY5" fmla="*/ 159912 h 172823"/>
                <a:gd name="connsiteX6" fmla="*/ 114058 w 113880"/>
                <a:gd name="connsiteY6" fmla="*/ 86775 h 172823"/>
                <a:gd name="connsiteX7" fmla="*/ 58126 w 113880"/>
                <a:gd name="connsiteY7" fmla="*/ 113 h 172823"/>
                <a:gd name="connsiteX8" fmla="*/ 57370 w 113880"/>
                <a:gd name="connsiteY8" fmla="*/ 6625 h 172823"/>
                <a:gd name="connsiteX9" fmla="*/ 89871 w 113880"/>
                <a:gd name="connsiteY9" fmla="*/ 87276 h 172823"/>
                <a:gd name="connsiteX10" fmla="*/ 57118 w 113880"/>
                <a:gd name="connsiteY10" fmla="*/ 166424 h 172823"/>
                <a:gd name="connsiteX11" fmla="*/ 24365 w 113880"/>
                <a:gd name="connsiteY11" fmla="*/ 87527 h 172823"/>
                <a:gd name="connsiteX12" fmla="*/ 57370 w 113880"/>
                <a:gd name="connsiteY12" fmla="*/ 662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126" y="113"/>
                  </a:moveTo>
                  <a:cubicBezTo>
                    <a:pt x="44269" y="113"/>
                    <a:pt x="33687" y="4371"/>
                    <a:pt x="24365" y="13137"/>
                  </a:cubicBezTo>
                  <a:cubicBezTo>
                    <a:pt x="9752" y="27164"/>
                    <a:pt x="178" y="55967"/>
                    <a:pt x="178" y="85272"/>
                  </a:cubicBezTo>
                  <a:cubicBezTo>
                    <a:pt x="178" y="112573"/>
                    <a:pt x="8492" y="141878"/>
                    <a:pt x="20334" y="155904"/>
                  </a:cubicBezTo>
                  <a:cubicBezTo>
                    <a:pt x="29656" y="166925"/>
                    <a:pt x="42505" y="172936"/>
                    <a:pt x="57118" y="172936"/>
                  </a:cubicBezTo>
                  <a:cubicBezTo>
                    <a:pt x="69967" y="172936"/>
                    <a:pt x="80801" y="168678"/>
                    <a:pt x="89871" y="159912"/>
                  </a:cubicBezTo>
                  <a:cubicBezTo>
                    <a:pt x="104484" y="146136"/>
                    <a:pt x="114058" y="117082"/>
                    <a:pt x="114058" y="86775"/>
                  </a:cubicBezTo>
                  <a:cubicBezTo>
                    <a:pt x="114058" y="35429"/>
                    <a:pt x="91131" y="113"/>
                    <a:pt x="58126" y="113"/>
                  </a:cubicBezTo>
                  <a:close/>
                  <a:moveTo>
                    <a:pt x="57370" y="6625"/>
                  </a:moveTo>
                  <a:cubicBezTo>
                    <a:pt x="78534" y="6625"/>
                    <a:pt x="89871" y="34928"/>
                    <a:pt x="89871" y="87276"/>
                  </a:cubicBezTo>
                  <a:cubicBezTo>
                    <a:pt x="89871" y="139624"/>
                    <a:pt x="78786" y="166424"/>
                    <a:pt x="57118" y="166424"/>
                  </a:cubicBezTo>
                  <a:cubicBezTo>
                    <a:pt x="35451" y="166424"/>
                    <a:pt x="24365" y="139624"/>
                    <a:pt x="24365" y="87527"/>
                  </a:cubicBezTo>
                  <a:cubicBezTo>
                    <a:pt x="24365" y="34427"/>
                    <a:pt x="35703" y="6625"/>
                    <a:pt x="57370" y="66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6" name="Freeform: Shape 3275">
              <a:extLst>
                <a:ext uri="{FF2B5EF4-FFF2-40B4-BE49-F238E27FC236}">
                  <a16:creationId xmlns:a16="http://schemas.microsoft.com/office/drawing/2014/main" id="{6309C563-D2EC-FC2A-7922-AEBFF9D95975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6457980" y="5069246"/>
              <a:ext cx="108085" cy="174827"/>
            </a:xfrm>
            <a:custGeom>
              <a:avLst/>
              <a:gdLst>
                <a:gd name="connsiteX0" fmla="*/ 7490 w 108085"/>
                <a:gd name="connsiteY0" fmla="*/ 174940 h 174827"/>
                <a:gd name="connsiteX1" fmla="*/ 66697 w 108085"/>
                <a:gd name="connsiteY1" fmla="*/ 154652 h 174827"/>
                <a:gd name="connsiteX2" fmla="*/ 108268 w 108085"/>
                <a:gd name="connsiteY2" fmla="*/ 70745 h 174827"/>
                <a:gd name="connsiteX3" fmla="*/ 52588 w 108085"/>
                <a:gd name="connsiteY3" fmla="*/ 113 h 174827"/>
                <a:gd name="connsiteX4" fmla="*/ 183 w 108085"/>
                <a:gd name="connsiteY4" fmla="*/ 59224 h 174827"/>
                <a:gd name="connsiteX5" fmla="*/ 45533 w 108085"/>
                <a:gd name="connsiteY5" fmla="*/ 110069 h 174827"/>
                <a:gd name="connsiteX6" fmla="*/ 83326 w 108085"/>
                <a:gd name="connsiteY6" fmla="*/ 95792 h 174827"/>
                <a:gd name="connsiteX7" fmla="*/ 6734 w 108085"/>
                <a:gd name="connsiteY7" fmla="*/ 169931 h 174827"/>
                <a:gd name="connsiteX8" fmla="*/ 7490 w 108085"/>
                <a:gd name="connsiteY8" fmla="*/ 174940 h 174827"/>
                <a:gd name="connsiteX9" fmla="*/ 83829 w 108085"/>
                <a:gd name="connsiteY9" fmla="*/ 80513 h 174827"/>
                <a:gd name="connsiteX10" fmla="*/ 80050 w 108085"/>
                <a:gd name="connsiteY10" fmla="*/ 90031 h 174827"/>
                <a:gd name="connsiteX11" fmla="*/ 54604 w 108085"/>
                <a:gd name="connsiteY11" fmla="*/ 99299 h 174827"/>
                <a:gd name="connsiteX12" fmla="*/ 23362 w 108085"/>
                <a:gd name="connsiteY12" fmla="*/ 50708 h 174827"/>
                <a:gd name="connsiteX13" fmla="*/ 32684 w 108085"/>
                <a:gd name="connsiteY13" fmla="*/ 14891 h 174827"/>
                <a:gd name="connsiteX14" fmla="*/ 50572 w 108085"/>
                <a:gd name="connsiteY14" fmla="*/ 7126 h 174827"/>
                <a:gd name="connsiteX15" fmla="*/ 83829 w 108085"/>
                <a:gd name="connsiteY15" fmla="*/ 70745 h 174827"/>
                <a:gd name="connsiteX16" fmla="*/ 83829 w 108085"/>
                <a:gd name="connsiteY16" fmla="*/ 80513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490" y="174940"/>
                  </a:moveTo>
                  <a:cubicBezTo>
                    <a:pt x="35708" y="171684"/>
                    <a:pt x="49565" y="166925"/>
                    <a:pt x="66697" y="154652"/>
                  </a:cubicBezTo>
                  <a:cubicBezTo>
                    <a:pt x="92900" y="135617"/>
                    <a:pt x="108268" y="104558"/>
                    <a:pt x="108268" y="70745"/>
                  </a:cubicBezTo>
                  <a:cubicBezTo>
                    <a:pt x="108268" y="29418"/>
                    <a:pt x="85089" y="113"/>
                    <a:pt x="52588" y="113"/>
                  </a:cubicBezTo>
                  <a:cubicBezTo>
                    <a:pt x="22606" y="113"/>
                    <a:pt x="183" y="25410"/>
                    <a:pt x="183" y="59224"/>
                  </a:cubicBezTo>
                  <a:cubicBezTo>
                    <a:pt x="183" y="89781"/>
                    <a:pt x="18323" y="110069"/>
                    <a:pt x="45533" y="110069"/>
                  </a:cubicBezTo>
                  <a:cubicBezTo>
                    <a:pt x="59391" y="110069"/>
                    <a:pt x="69972" y="106061"/>
                    <a:pt x="83326" y="95792"/>
                  </a:cubicBezTo>
                  <a:cubicBezTo>
                    <a:pt x="72996" y="136618"/>
                    <a:pt x="45030" y="163419"/>
                    <a:pt x="6734" y="169931"/>
                  </a:cubicBezTo>
                  <a:lnTo>
                    <a:pt x="7490" y="174940"/>
                  </a:lnTo>
                  <a:close/>
                  <a:moveTo>
                    <a:pt x="83829" y="80513"/>
                  </a:moveTo>
                  <a:cubicBezTo>
                    <a:pt x="83829" y="85523"/>
                    <a:pt x="82822" y="87777"/>
                    <a:pt x="80050" y="90031"/>
                  </a:cubicBezTo>
                  <a:cubicBezTo>
                    <a:pt x="72996" y="96042"/>
                    <a:pt x="63674" y="99299"/>
                    <a:pt x="54604" y="99299"/>
                  </a:cubicBezTo>
                  <a:cubicBezTo>
                    <a:pt x="35456" y="99299"/>
                    <a:pt x="23362" y="80513"/>
                    <a:pt x="23362" y="50708"/>
                  </a:cubicBezTo>
                  <a:cubicBezTo>
                    <a:pt x="23362" y="36431"/>
                    <a:pt x="27393" y="21403"/>
                    <a:pt x="32684" y="14891"/>
                  </a:cubicBezTo>
                  <a:cubicBezTo>
                    <a:pt x="36967" y="9881"/>
                    <a:pt x="43266" y="7126"/>
                    <a:pt x="50572" y="7126"/>
                  </a:cubicBezTo>
                  <a:cubicBezTo>
                    <a:pt x="72492" y="7126"/>
                    <a:pt x="83829" y="28666"/>
                    <a:pt x="83829" y="70745"/>
                  </a:cubicBezTo>
                  <a:lnTo>
                    <a:pt x="83829" y="805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7" name="Freeform: Shape 3276">
              <a:extLst>
                <a:ext uri="{FF2B5EF4-FFF2-40B4-BE49-F238E27FC236}">
                  <a16:creationId xmlns:a16="http://schemas.microsoft.com/office/drawing/2014/main" id="{74886C3E-7C30-FD9C-B320-161F6DAC0A85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6803872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9" name="Freeform: Shape 3278">
              <a:extLst>
                <a:ext uri="{FF2B5EF4-FFF2-40B4-BE49-F238E27FC236}">
                  <a16:creationId xmlns:a16="http://schemas.microsoft.com/office/drawing/2014/main" id="{8CF4BFE7-3B99-D44F-3891-FB95DC820B3B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7408324" y="5069246"/>
              <a:ext cx="112116" cy="169316"/>
            </a:xfrm>
            <a:custGeom>
              <a:avLst/>
              <a:gdLst>
                <a:gd name="connsiteX0" fmla="*/ 112337 w 112116"/>
                <a:gd name="connsiteY0" fmla="*/ 135116 h 169316"/>
                <a:gd name="connsiteX1" fmla="*/ 109062 w 112116"/>
                <a:gd name="connsiteY1" fmla="*/ 133863 h 169316"/>
                <a:gd name="connsiteX2" fmla="*/ 85127 w 112116"/>
                <a:gd name="connsiteY2" fmla="*/ 150394 h 169316"/>
                <a:gd name="connsiteX3" fmla="*/ 24911 w 112116"/>
                <a:gd name="connsiteY3" fmla="*/ 150394 h 169316"/>
                <a:gd name="connsiteX4" fmla="*/ 67238 w 112116"/>
                <a:gd name="connsiteY4" fmla="*/ 106312 h 169316"/>
                <a:gd name="connsiteX5" fmla="*/ 99488 w 112116"/>
                <a:gd name="connsiteY5" fmla="*/ 44446 h 169316"/>
                <a:gd name="connsiteX6" fmla="*/ 52877 w 112116"/>
                <a:gd name="connsiteY6" fmla="*/ 113 h 169316"/>
                <a:gd name="connsiteX7" fmla="*/ 16597 w 112116"/>
                <a:gd name="connsiteY7" fmla="*/ 15642 h 169316"/>
                <a:gd name="connsiteX8" fmla="*/ 472 w 112116"/>
                <a:gd name="connsiteY8" fmla="*/ 49956 h 169316"/>
                <a:gd name="connsiteX9" fmla="*/ 5763 w 112116"/>
                <a:gd name="connsiteY9" fmla="*/ 51209 h 169316"/>
                <a:gd name="connsiteX10" fmla="*/ 42296 w 112116"/>
                <a:gd name="connsiteY10" fmla="*/ 18648 h 169316"/>
                <a:gd name="connsiteX11" fmla="*/ 77820 w 112116"/>
                <a:gd name="connsiteY11" fmla="*/ 53964 h 169316"/>
                <a:gd name="connsiteX12" fmla="*/ 45067 w 112116"/>
                <a:gd name="connsiteY12" fmla="*/ 119086 h 169316"/>
                <a:gd name="connsiteX13" fmla="*/ 221 w 112116"/>
                <a:gd name="connsiteY13" fmla="*/ 166424 h 169316"/>
                <a:gd name="connsiteX14" fmla="*/ 221 w 112116"/>
                <a:gd name="connsiteY14" fmla="*/ 169430 h 169316"/>
                <a:gd name="connsiteX15" fmla="*/ 98480 w 112116"/>
                <a:gd name="connsiteY15" fmla="*/ 169430 h 169316"/>
                <a:gd name="connsiteX16" fmla="*/ 112337 w 112116"/>
                <a:gd name="connsiteY16" fmla="*/ 135116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337" y="135116"/>
                  </a:moveTo>
                  <a:lnTo>
                    <a:pt x="109062" y="133863"/>
                  </a:lnTo>
                  <a:cubicBezTo>
                    <a:pt x="99740" y="148140"/>
                    <a:pt x="96464" y="150394"/>
                    <a:pt x="85127" y="150394"/>
                  </a:cubicBezTo>
                  <a:lnTo>
                    <a:pt x="24911" y="150394"/>
                  </a:lnTo>
                  <a:lnTo>
                    <a:pt x="67238" y="106312"/>
                  </a:lnTo>
                  <a:cubicBezTo>
                    <a:pt x="89662" y="83018"/>
                    <a:pt x="99488" y="63982"/>
                    <a:pt x="99488" y="44446"/>
                  </a:cubicBezTo>
                  <a:cubicBezTo>
                    <a:pt x="99488" y="19399"/>
                    <a:pt x="79080" y="113"/>
                    <a:pt x="52877" y="113"/>
                  </a:cubicBezTo>
                  <a:cubicBezTo>
                    <a:pt x="39020" y="113"/>
                    <a:pt x="25919" y="5623"/>
                    <a:pt x="16597" y="15642"/>
                  </a:cubicBezTo>
                  <a:cubicBezTo>
                    <a:pt x="8535" y="24158"/>
                    <a:pt x="4756" y="32173"/>
                    <a:pt x="472" y="49956"/>
                  </a:cubicBezTo>
                  <a:lnTo>
                    <a:pt x="5763" y="51209"/>
                  </a:lnTo>
                  <a:cubicBezTo>
                    <a:pt x="15841" y="26663"/>
                    <a:pt x="24911" y="18648"/>
                    <a:pt x="42296" y="18648"/>
                  </a:cubicBezTo>
                  <a:cubicBezTo>
                    <a:pt x="63459" y="18648"/>
                    <a:pt x="77820" y="32924"/>
                    <a:pt x="77820" y="53964"/>
                  </a:cubicBezTo>
                  <a:cubicBezTo>
                    <a:pt x="77820" y="73500"/>
                    <a:pt x="66231" y="96794"/>
                    <a:pt x="45067" y="119086"/>
                  </a:cubicBezTo>
                  <a:lnTo>
                    <a:pt x="221" y="166424"/>
                  </a:lnTo>
                  <a:lnTo>
                    <a:pt x="221" y="169430"/>
                  </a:lnTo>
                  <a:lnTo>
                    <a:pt x="98480" y="169430"/>
                  </a:lnTo>
                  <a:lnTo>
                    <a:pt x="112337" y="13511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0" name="Freeform: Shape 3279">
              <a:extLst>
                <a:ext uri="{FF2B5EF4-FFF2-40B4-BE49-F238E27FC236}">
                  <a16:creationId xmlns:a16="http://schemas.microsoft.com/office/drawing/2014/main" id="{3CEB5454-BD7E-12BF-1987-C9B41DD8FCEA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7544848" y="5213516"/>
              <a:ext cx="27966" cy="27802"/>
            </a:xfrm>
            <a:custGeom>
              <a:avLst/>
              <a:gdLst>
                <a:gd name="connsiteX0" fmla="*/ 14083 w 27966"/>
                <a:gd name="connsiteY0" fmla="*/ 113 h 27802"/>
                <a:gd name="connsiteX1" fmla="*/ 225 w 27966"/>
                <a:gd name="connsiteY1" fmla="*/ 14390 h 27802"/>
                <a:gd name="connsiteX2" fmla="*/ 13831 w 27966"/>
                <a:gd name="connsiteY2" fmla="*/ 27915 h 27802"/>
                <a:gd name="connsiteX3" fmla="*/ 28192 w 27966"/>
                <a:gd name="connsiteY3" fmla="*/ 14390 h 27802"/>
                <a:gd name="connsiteX4" fmla="*/ 14083 w 27966"/>
                <a:gd name="connsiteY4" fmla="*/ 113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83" y="113"/>
                  </a:moveTo>
                  <a:cubicBezTo>
                    <a:pt x="6524" y="113"/>
                    <a:pt x="225" y="6625"/>
                    <a:pt x="225" y="14390"/>
                  </a:cubicBezTo>
                  <a:cubicBezTo>
                    <a:pt x="225" y="21653"/>
                    <a:pt x="6524" y="27915"/>
                    <a:pt x="13831" y="27915"/>
                  </a:cubicBezTo>
                  <a:cubicBezTo>
                    <a:pt x="21641" y="27915"/>
                    <a:pt x="28192" y="21653"/>
                    <a:pt x="28192" y="14390"/>
                  </a:cubicBezTo>
                  <a:cubicBezTo>
                    <a:pt x="28192" y="6625"/>
                    <a:pt x="21641" y="113"/>
                    <a:pt x="14083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1" name="Freeform: Shape 3280">
              <a:extLst>
                <a:ext uri="{FF2B5EF4-FFF2-40B4-BE49-F238E27FC236}">
                  <a16:creationId xmlns:a16="http://schemas.microsoft.com/office/drawing/2014/main" id="{918B231C-8021-03AC-B976-6410D906485A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7618401" y="5069246"/>
              <a:ext cx="71300" cy="169316"/>
            </a:xfrm>
            <a:custGeom>
              <a:avLst/>
              <a:gdLst>
                <a:gd name="connsiteX0" fmla="*/ 45578 w 71300"/>
                <a:gd name="connsiteY0" fmla="*/ 113 h 169316"/>
                <a:gd name="connsiteX1" fmla="*/ 228 w 71300"/>
                <a:gd name="connsiteY1" fmla="*/ 22906 h 169316"/>
                <a:gd name="connsiteX2" fmla="*/ 228 w 71300"/>
                <a:gd name="connsiteY2" fmla="*/ 26412 h 169316"/>
                <a:gd name="connsiteX3" fmla="*/ 7031 w 71300"/>
                <a:gd name="connsiteY3" fmla="*/ 23657 h 169316"/>
                <a:gd name="connsiteX4" fmla="*/ 18368 w 71300"/>
                <a:gd name="connsiteY4" fmla="*/ 20902 h 169316"/>
                <a:gd name="connsiteX5" fmla="*/ 25927 w 71300"/>
                <a:gd name="connsiteY5" fmla="*/ 32674 h 169316"/>
                <a:gd name="connsiteX6" fmla="*/ 25927 w 71300"/>
                <a:gd name="connsiteY6" fmla="*/ 146136 h 169316"/>
                <a:gd name="connsiteX7" fmla="*/ 19880 w 71300"/>
                <a:gd name="connsiteY7" fmla="*/ 162417 h 169316"/>
                <a:gd name="connsiteX8" fmla="*/ 1992 w 71300"/>
                <a:gd name="connsiteY8" fmla="*/ 165673 h 169316"/>
                <a:gd name="connsiteX9" fmla="*/ 1992 w 71300"/>
                <a:gd name="connsiteY9" fmla="*/ 169430 h 169316"/>
                <a:gd name="connsiteX10" fmla="*/ 71529 w 71300"/>
                <a:gd name="connsiteY10" fmla="*/ 169430 h 169316"/>
                <a:gd name="connsiteX11" fmla="*/ 71529 w 71300"/>
                <a:gd name="connsiteY11" fmla="*/ 165673 h 169316"/>
                <a:gd name="connsiteX12" fmla="*/ 47594 w 71300"/>
                <a:gd name="connsiteY12" fmla="*/ 150895 h 169316"/>
                <a:gd name="connsiteX13" fmla="*/ 47594 w 71300"/>
                <a:gd name="connsiteY13" fmla="*/ 614 h 169316"/>
                <a:gd name="connsiteX14" fmla="*/ 45578 w 71300"/>
                <a:gd name="connsiteY14" fmla="*/ 11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578" y="113"/>
                  </a:moveTo>
                  <a:lnTo>
                    <a:pt x="228" y="22906"/>
                  </a:lnTo>
                  <a:lnTo>
                    <a:pt x="228" y="26412"/>
                  </a:lnTo>
                  <a:cubicBezTo>
                    <a:pt x="3251" y="25160"/>
                    <a:pt x="6023" y="24158"/>
                    <a:pt x="7031" y="23657"/>
                  </a:cubicBezTo>
                  <a:cubicBezTo>
                    <a:pt x="11566" y="21904"/>
                    <a:pt x="15849" y="20902"/>
                    <a:pt x="18368" y="20902"/>
                  </a:cubicBezTo>
                  <a:cubicBezTo>
                    <a:pt x="23659" y="20902"/>
                    <a:pt x="25927" y="24659"/>
                    <a:pt x="25927" y="32674"/>
                  </a:cubicBezTo>
                  <a:lnTo>
                    <a:pt x="25927" y="146136"/>
                  </a:lnTo>
                  <a:cubicBezTo>
                    <a:pt x="25927" y="154402"/>
                    <a:pt x="23911" y="160162"/>
                    <a:pt x="19880" y="162417"/>
                  </a:cubicBezTo>
                  <a:cubicBezTo>
                    <a:pt x="16101" y="164671"/>
                    <a:pt x="12573" y="165422"/>
                    <a:pt x="1992" y="165673"/>
                  </a:cubicBezTo>
                  <a:lnTo>
                    <a:pt x="1992" y="169430"/>
                  </a:lnTo>
                  <a:lnTo>
                    <a:pt x="71529" y="169430"/>
                  </a:lnTo>
                  <a:lnTo>
                    <a:pt x="71529" y="165673"/>
                  </a:lnTo>
                  <a:cubicBezTo>
                    <a:pt x="51625" y="165422"/>
                    <a:pt x="47594" y="162918"/>
                    <a:pt x="47594" y="150895"/>
                  </a:cubicBezTo>
                  <a:lnTo>
                    <a:pt x="47594" y="614"/>
                  </a:lnTo>
                  <a:lnTo>
                    <a:pt x="45578" y="1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2" name="Freeform: Shape 3281">
              <a:extLst>
                <a:ext uri="{FF2B5EF4-FFF2-40B4-BE49-F238E27FC236}">
                  <a16:creationId xmlns:a16="http://schemas.microsoft.com/office/drawing/2014/main" id="{50295B6C-07B1-B620-7E2B-DC77AC498FCD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7724439" y="5069246"/>
              <a:ext cx="112116" cy="169316"/>
            </a:xfrm>
            <a:custGeom>
              <a:avLst/>
              <a:gdLst>
                <a:gd name="connsiteX0" fmla="*/ 112349 w 112116"/>
                <a:gd name="connsiteY0" fmla="*/ 135116 h 169316"/>
                <a:gd name="connsiteX1" fmla="*/ 109074 w 112116"/>
                <a:gd name="connsiteY1" fmla="*/ 133863 h 169316"/>
                <a:gd name="connsiteX2" fmla="*/ 85139 w 112116"/>
                <a:gd name="connsiteY2" fmla="*/ 150394 h 169316"/>
                <a:gd name="connsiteX3" fmla="*/ 24924 w 112116"/>
                <a:gd name="connsiteY3" fmla="*/ 150394 h 169316"/>
                <a:gd name="connsiteX4" fmla="*/ 67251 w 112116"/>
                <a:gd name="connsiteY4" fmla="*/ 106312 h 169316"/>
                <a:gd name="connsiteX5" fmla="*/ 99500 w 112116"/>
                <a:gd name="connsiteY5" fmla="*/ 44446 h 169316"/>
                <a:gd name="connsiteX6" fmla="*/ 52890 w 112116"/>
                <a:gd name="connsiteY6" fmla="*/ 113 h 169316"/>
                <a:gd name="connsiteX7" fmla="*/ 16610 w 112116"/>
                <a:gd name="connsiteY7" fmla="*/ 15642 h 169316"/>
                <a:gd name="connsiteX8" fmla="*/ 485 w 112116"/>
                <a:gd name="connsiteY8" fmla="*/ 49956 h 169316"/>
                <a:gd name="connsiteX9" fmla="*/ 5776 w 112116"/>
                <a:gd name="connsiteY9" fmla="*/ 51209 h 169316"/>
                <a:gd name="connsiteX10" fmla="*/ 42308 w 112116"/>
                <a:gd name="connsiteY10" fmla="*/ 18648 h 169316"/>
                <a:gd name="connsiteX11" fmla="*/ 77833 w 112116"/>
                <a:gd name="connsiteY11" fmla="*/ 53964 h 169316"/>
                <a:gd name="connsiteX12" fmla="*/ 45079 w 112116"/>
                <a:gd name="connsiteY12" fmla="*/ 119086 h 169316"/>
                <a:gd name="connsiteX13" fmla="*/ 233 w 112116"/>
                <a:gd name="connsiteY13" fmla="*/ 166424 h 169316"/>
                <a:gd name="connsiteX14" fmla="*/ 233 w 112116"/>
                <a:gd name="connsiteY14" fmla="*/ 169430 h 169316"/>
                <a:gd name="connsiteX15" fmla="*/ 98492 w 112116"/>
                <a:gd name="connsiteY15" fmla="*/ 169430 h 169316"/>
                <a:gd name="connsiteX16" fmla="*/ 112349 w 112116"/>
                <a:gd name="connsiteY16" fmla="*/ 135116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349" y="135116"/>
                  </a:moveTo>
                  <a:lnTo>
                    <a:pt x="109074" y="133863"/>
                  </a:lnTo>
                  <a:cubicBezTo>
                    <a:pt x="99752" y="148140"/>
                    <a:pt x="96477" y="150394"/>
                    <a:pt x="85139" y="150394"/>
                  </a:cubicBezTo>
                  <a:lnTo>
                    <a:pt x="24924" y="150394"/>
                  </a:lnTo>
                  <a:lnTo>
                    <a:pt x="67251" y="106312"/>
                  </a:lnTo>
                  <a:cubicBezTo>
                    <a:pt x="89674" y="83018"/>
                    <a:pt x="99500" y="63982"/>
                    <a:pt x="99500" y="44446"/>
                  </a:cubicBezTo>
                  <a:cubicBezTo>
                    <a:pt x="99500" y="19399"/>
                    <a:pt x="79092" y="113"/>
                    <a:pt x="52890" y="113"/>
                  </a:cubicBezTo>
                  <a:cubicBezTo>
                    <a:pt x="39033" y="113"/>
                    <a:pt x="25932" y="5623"/>
                    <a:pt x="16610" y="15642"/>
                  </a:cubicBezTo>
                  <a:cubicBezTo>
                    <a:pt x="8547" y="24158"/>
                    <a:pt x="4768" y="32173"/>
                    <a:pt x="485" y="49956"/>
                  </a:cubicBezTo>
                  <a:lnTo>
                    <a:pt x="5776" y="51209"/>
                  </a:lnTo>
                  <a:cubicBezTo>
                    <a:pt x="15854" y="26663"/>
                    <a:pt x="24924" y="18648"/>
                    <a:pt x="42308" y="18648"/>
                  </a:cubicBezTo>
                  <a:cubicBezTo>
                    <a:pt x="63472" y="18648"/>
                    <a:pt x="77833" y="32924"/>
                    <a:pt x="77833" y="53964"/>
                  </a:cubicBezTo>
                  <a:cubicBezTo>
                    <a:pt x="77833" y="73500"/>
                    <a:pt x="66243" y="96794"/>
                    <a:pt x="45079" y="119086"/>
                  </a:cubicBezTo>
                  <a:lnTo>
                    <a:pt x="233" y="166424"/>
                  </a:lnTo>
                  <a:lnTo>
                    <a:pt x="233" y="169430"/>
                  </a:lnTo>
                  <a:lnTo>
                    <a:pt x="98492" y="169430"/>
                  </a:lnTo>
                  <a:lnTo>
                    <a:pt x="112349" y="13511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3" name="Freeform: Shape 3282">
              <a:extLst>
                <a:ext uri="{FF2B5EF4-FFF2-40B4-BE49-F238E27FC236}">
                  <a16:creationId xmlns:a16="http://schemas.microsoft.com/office/drawing/2014/main" id="{5D691523-D47A-5533-404F-F5B01102DCAD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7857436" y="5069246"/>
              <a:ext cx="98007" cy="172823"/>
            </a:xfrm>
            <a:custGeom>
              <a:avLst/>
              <a:gdLst>
                <a:gd name="connsiteX0" fmla="*/ 59194 w 98007"/>
                <a:gd name="connsiteY0" fmla="*/ 76506 h 172823"/>
                <a:gd name="connsiteX1" fmla="*/ 92954 w 98007"/>
                <a:gd name="connsiteY1" fmla="*/ 35680 h 172823"/>
                <a:gd name="connsiteX2" fmla="*/ 49620 w 98007"/>
                <a:gd name="connsiteY2" fmla="*/ 113 h 172823"/>
                <a:gd name="connsiteX3" fmla="*/ 1750 w 98007"/>
                <a:gd name="connsiteY3" fmla="*/ 39687 h 172823"/>
                <a:gd name="connsiteX4" fmla="*/ 32991 w 98007"/>
                <a:gd name="connsiteY4" fmla="*/ 86274 h 172823"/>
                <a:gd name="connsiteX5" fmla="*/ 238 w 98007"/>
                <a:gd name="connsiteY5" fmla="*/ 131609 h 172823"/>
                <a:gd name="connsiteX6" fmla="*/ 48612 w 98007"/>
                <a:gd name="connsiteY6" fmla="*/ 172936 h 172823"/>
                <a:gd name="connsiteX7" fmla="*/ 98245 w 98007"/>
                <a:gd name="connsiteY7" fmla="*/ 130607 h 172823"/>
                <a:gd name="connsiteX8" fmla="*/ 59194 w 98007"/>
                <a:gd name="connsiteY8" fmla="*/ 76506 h 172823"/>
                <a:gd name="connsiteX9" fmla="*/ 54658 w 98007"/>
                <a:gd name="connsiteY9" fmla="*/ 102304 h 172823"/>
                <a:gd name="connsiteX10" fmla="*/ 79097 w 98007"/>
                <a:gd name="connsiteY10" fmla="*/ 138372 h 172823"/>
                <a:gd name="connsiteX11" fmla="*/ 51383 w 98007"/>
                <a:gd name="connsiteY11" fmla="*/ 165923 h 172823"/>
                <a:gd name="connsiteX12" fmla="*/ 19386 w 98007"/>
                <a:gd name="connsiteY12" fmla="*/ 129605 h 172823"/>
                <a:gd name="connsiteX13" fmla="*/ 39542 w 98007"/>
                <a:gd name="connsiteY13" fmla="*/ 91284 h 172823"/>
                <a:gd name="connsiteX14" fmla="*/ 54658 w 98007"/>
                <a:gd name="connsiteY14" fmla="*/ 102304 h 172823"/>
                <a:gd name="connsiteX15" fmla="*/ 51887 w 98007"/>
                <a:gd name="connsiteY15" fmla="*/ 71997 h 172823"/>
                <a:gd name="connsiteX16" fmla="*/ 20394 w 98007"/>
                <a:gd name="connsiteY16" fmla="*/ 31923 h 172823"/>
                <a:gd name="connsiteX17" fmla="*/ 47604 w 98007"/>
                <a:gd name="connsiteY17" fmla="*/ 7126 h 172823"/>
                <a:gd name="connsiteX18" fmla="*/ 75570 w 98007"/>
                <a:gd name="connsiteY18" fmla="*/ 35429 h 172823"/>
                <a:gd name="connsiteX19" fmla="*/ 54155 w 98007"/>
                <a:gd name="connsiteY19" fmla="*/ 70495 h 172823"/>
                <a:gd name="connsiteX20" fmla="*/ 51887 w 98007"/>
                <a:gd name="connsiteY20" fmla="*/ 71997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007" h="172823">
                  <a:moveTo>
                    <a:pt x="59194" y="76506"/>
                  </a:moveTo>
                  <a:cubicBezTo>
                    <a:pt x="84136" y="63231"/>
                    <a:pt x="92954" y="52711"/>
                    <a:pt x="92954" y="35680"/>
                  </a:cubicBezTo>
                  <a:cubicBezTo>
                    <a:pt x="92954" y="15141"/>
                    <a:pt x="74814" y="113"/>
                    <a:pt x="49620" y="113"/>
                  </a:cubicBezTo>
                  <a:cubicBezTo>
                    <a:pt x="22157" y="113"/>
                    <a:pt x="1750" y="16894"/>
                    <a:pt x="1750" y="39687"/>
                  </a:cubicBezTo>
                  <a:cubicBezTo>
                    <a:pt x="1750" y="55967"/>
                    <a:pt x="6537" y="63231"/>
                    <a:pt x="32991" y="86274"/>
                  </a:cubicBezTo>
                  <a:cubicBezTo>
                    <a:pt x="5781" y="106813"/>
                    <a:pt x="238" y="114577"/>
                    <a:pt x="238" y="131609"/>
                  </a:cubicBezTo>
                  <a:cubicBezTo>
                    <a:pt x="238" y="155904"/>
                    <a:pt x="20142" y="172936"/>
                    <a:pt x="48612" y="172936"/>
                  </a:cubicBezTo>
                  <a:cubicBezTo>
                    <a:pt x="78845" y="172936"/>
                    <a:pt x="98245" y="156405"/>
                    <a:pt x="98245" y="130607"/>
                  </a:cubicBezTo>
                  <a:cubicBezTo>
                    <a:pt x="98245" y="111321"/>
                    <a:pt x="89679" y="99048"/>
                    <a:pt x="59194" y="76506"/>
                  </a:cubicBezTo>
                  <a:close/>
                  <a:moveTo>
                    <a:pt x="54658" y="102304"/>
                  </a:moveTo>
                  <a:cubicBezTo>
                    <a:pt x="73051" y="115329"/>
                    <a:pt x="79097" y="124345"/>
                    <a:pt x="79097" y="138372"/>
                  </a:cubicBezTo>
                  <a:cubicBezTo>
                    <a:pt x="79097" y="154652"/>
                    <a:pt x="67760" y="165923"/>
                    <a:pt x="51383" y="165923"/>
                  </a:cubicBezTo>
                  <a:cubicBezTo>
                    <a:pt x="32235" y="165923"/>
                    <a:pt x="19386" y="151396"/>
                    <a:pt x="19386" y="129605"/>
                  </a:cubicBezTo>
                  <a:cubicBezTo>
                    <a:pt x="19386" y="113575"/>
                    <a:pt x="24929" y="103056"/>
                    <a:pt x="39542" y="91284"/>
                  </a:cubicBezTo>
                  <a:lnTo>
                    <a:pt x="54658" y="102304"/>
                  </a:lnTo>
                  <a:close/>
                  <a:moveTo>
                    <a:pt x="51887" y="71997"/>
                  </a:moveTo>
                  <a:cubicBezTo>
                    <a:pt x="29464" y="57470"/>
                    <a:pt x="20394" y="45949"/>
                    <a:pt x="20394" y="31923"/>
                  </a:cubicBezTo>
                  <a:cubicBezTo>
                    <a:pt x="20394" y="17395"/>
                    <a:pt x="31731" y="7126"/>
                    <a:pt x="47604" y="7126"/>
                  </a:cubicBezTo>
                  <a:cubicBezTo>
                    <a:pt x="64736" y="7126"/>
                    <a:pt x="75570" y="18147"/>
                    <a:pt x="75570" y="35429"/>
                  </a:cubicBezTo>
                  <a:cubicBezTo>
                    <a:pt x="75570" y="49706"/>
                    <a:pt x="68516" y="60977"/>
                    <a:pt x="54155" y="70495"/>
                  </a:cubicBezTo>
                  <a:cubicBezTo>
                    <a:pt x="52895" y="71246"/>
                    <a:pt x="52895" y="71246"/>
                    <a:pt x="51887" y="7199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4" name="Freeform: Shape 3283">
              <a:extLst>
                <a:ext uri="{FF2B5EF4-FFF2-40B4-BE49-F238E27FC236}">
                  <a16:creationId xmlns:a16="http://schemas.microsoft.com/office/drawing/2014/main" id="{CCC6418C-19C0-910A-9303-562AD5A0F30F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8556551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6" name="Freeform: Shape 3285">
              <a:extLst>
                <a:ext uri="{FF2B5EF4-FFF2-40B4-BE49-F238E27FC236}">
                  <a16:creationId xmlns:a16="http://schemas.microsoft.com/office/drawing/2014/main" id="{E4BB519B-C6E7-1211-2B08-B47005D2BEE4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8865296" y="5069246"/>
              <a:ext cx="71300" cy="169316"/>
            </a:xfrm>
            <a:custGeom>
              <a:avLst/>
              <a:gdLst>
                <a:gd name="connsiteX0" fmla="*/ 45628 w 71300"/>
                <a:gd name="connsiteY0" fmla="*/ 113 h 169316"/>
                <a:gd name="connsiteX1" fmla="*/ 277 w 71300"/>
                <a:gd name="connsiteY1" fmla="*/ 22906 h 169316"/>
                <a:gd name="connsiteX2" fmla="*/ 277 w 71300"/>
                <a:gd name="connsiteY2" fmla="*/ 26412 h 169316"/>
                <a:gd name="connsiteX3" fmla="*/ 7080 w 71300"/>
                <a:gd name="connsiteY3" fmla="*/ 23657 h 169316"/>
                <a:gd name="connsiteX4" fmla="*/ 18417 w 71300"/>
                <a:gd name="connsiteY4" fmla="*/ 20902 h 169316"/>
                <a:gd name="connsiteX5" fmla="*/ 25976 w 71300"/>
                <a:gd name="connsiteY5" fmla="*/ 32674 h 169316"/>
                <a:gd name="connsiteX6" fmla="*/ 25976 w 71300"/>
                <a:gd name="connsiteY6" fmla="*/ 146136 h 169316"/>
                <a:gd name="connsiteX7" fmla="*/ 19929 w 71300"/>
                <a:gd name="connsiteY7" fmla="*/ 162417 h 169316"/>
                <a:gd name="connsiteX8" fmla="*/ 2041 w 71300"/>
                <a:gd name="connsiteY8" fmla="*/ 165673 h 169316"/>
                <a:gd name="connsiteX9" fmla="*/ 2041 w 71300"/>
                <a:gd name="connsiteY9" fmla="*/ 169430 h 169316"/>
                <a:gd name="connsiteX10" fmla="*/ 71578 w 71300"/>
                <a:gd name="connsiteY10" fmla="*/ 169430 h 169316"/>
                <a:gd name="connsiteX11" fmla="*/ 71578 w 71300"/>
                <a:gd name="connsiteY11" fmla="*/ 165673 h 169316"/>
                <a:gd name="connsiteX12" fmla="*/ 47643 w 71300"/>
                <a:gd name="connsiteY12" fmla="*/ 150895 h 169316"/>
                <a:gd name="connsiteX13" fmla="*/ 47643 w 71300"/>
                <a:gd name="connsiteY13" fmla="*/ 614 h 169316"/>
                <a:gd name="connsiteX14" fmla="*/ 45628 w 71300"/>
                <a:gd name="connsiteY14" fmla="*/ 113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628" y="113"/>
                  </a:moveTo>
                  <a:lnTo>
                    <a:pt x="277" y="22906"/>
                  </a:lnTo>
                  <a:lnTo>
                    <a:pt x="277" y="26412"/>
                  </a:lnTo>
                  <a:cubicBezTo>
                    <a:pt x="3300" y="25160"/>
                    <a:pt x="6072" y="24158"/>
                    <a:pt x="7080" y="23657"/>
                  </a:cubicBezTo>
                  <a:cubicBezTo>
                    <a:pt x="11615" y="21904"/>
                    <a:pt x="15898" y="20902"/>
                    <a:pt x="18417" y="20902"/>
                  </a:cubicBezTo>
                  <a:cubicBezTo>
                    <a:pt x="23708" y="20902"/>
                    <a:pt x="25976" y="24659"/>
                    <a:pt x="25976" y="32674"/>
                  </a:cubicBezTo>
                  <a:lnTo>
                    <a:pt x="25976" y="146136"/>
                  </a:lnTo>
                  <a:cubicBezTo>
                    <a:pt x="25976" y="154402"/>
                    <a:pt x="23960" y="160162"/>
                    <a:pt x="19929" y="162417"/>
                  </a:cubicBezTo>
                  <a:cubicBezTo>
                    <a:pt x="16150" y="164671"/>
                    <a:pt x="12622" y="165422"/>
                    <a:pt x="2041" y="165673"/>
                  </a:cubicBezTo>
                  <a:lnTo>
                    <a:pt x="2041" y="169430"/>
                  </a:lnTo>
                  <a:lnTo>
                    <a:pt x="71578" y="169430"/>
                  </a:lnTo>
                  <a:lnTo>
                    <a:pt x="71578" y="165673"/>
                  </a:lnTo>
                  <a:cubicBezTo>
                    <a:pt x="51674" y="165422"/>
                    <a:pt x="47643" y="162918"/>
                    <a:pt x="47643" y="150895"/>
                  </a:cubicBezTo>
                  <a:lnTo>
                    <a:pt x="47643" y="614"/>
                  </a:lnTo>
                  <a:lnTo>
                    <a:pt x="45628" y="1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7" name="Freeform: Shape 3286">
              <a:extLst>
                <a:ext uri="{FF2B5EF4-FFF2-40B4-BE49-F238E27FC236}">
                  <a16:creationId xmlns:a16="http://schemas.microsoft.com/office/drawing/2014/main" id="{AFCD196B-A6F2-610A-1B62-145EA62D8A13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8981412" y="5213516"/>
              <a:ext cx="27966" cy="27802"/>
            </a:xfrm>
            <a:custGeom>
              <a:avLst/>
              <a:gdLst>
                <a:gd name="connsiteX0" fmla="*/ 14139 w 27966"/>
                <a:gd name="connsiteY0" fmla="*/ 113 h 27802"/>
                <a:gd name="connsiteX1" fmla="*/ 282 w 27966"/>
                <a:gd name="connsiteY1" fmla="*/ 14390 h 27802"/>
                <a:gd name="connsiteX2" fmla="*/ 13887 w 27966"/>
                <a:gd name="connsiteY2" fmla="*/ 27915 h 27802"/>
                <a:gd name="connsiteX3" fmla="*/ 28248 w 27966"/>
                <a:gd name="connsiteY3" fmla="*/ 14390 h 27802"/>
                <a:gd name="connsiteX4" fmla="*/ 14139 w 27966"/>
                <a:gd name="connsiteY4" fmla="*/ 113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139" y="113"/>
                  </a:moveTo>
                  <a:cubicBezTo>
                    <a:pt x="6581" y="113"/>
                    <a:pt x="282" y="6625"/>
                    <a:pt x="282" y="14390"/>
                  </a:cubicBezTo>
                  <a:cubicBezTo>
                    <a:pt x="282" y="21653"/>
                    <a:pt x="6581" y="27915"/>
                    <a:pt x="13887" y="27915"/>
                  </a:cubicBezTo>
                  <a:cubicBezTo>
                    <a:pt x="21698" y="27915"/>
                    <a:pt x="28248" y="21653"/>
                    <a:pt x="28248" y="14390"/>
                  </a:cubicBezTo>
                  <a:cubicBezTo>
                    <a:pt x="28248" y="6625"/>
                    <a:pt x="21698" y="113"/>
                    <a:pt x="14139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8" name="Freeform: Shape 3287">
              <a:extLst>
                <a:ext uri="{FF2B5EF4-FFF2-40B4-BE49-F238E27FC236}">
                  <a16:creationId xmlns:a16="http://schemas.microsoft.com/office/drawing/2014/main" id="{862F7AC2-BDB4-3A0F-A7FC-680CC1F63E15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9032038" y="5072753"/>
              <a:ext cx="108085" cy="167813"/>
            </a:xfrm>
            <a:custGeom>
              <a:avLst/>
              <a:gdLst>
                <a:gd name="connsiteX0" fmla="*/ 108370 w 108085"/>
                <a:gd name="connsiteY0" fmla="*/ 113 h 167813"/>
                <a:gd name="connsiteX1" fmla="*/ 15149 w 108085"/>
                <a:gd name="connsiteY1" fmla="*/ 113 h 167813"/>
                <a:gd name="connsiteX2" fmla="*/ 285 w 108085"/>
                <a:gd name="connsiteY2" fmla="*/ 36932 h 167813"/>
                <a:gd name="connsiteX3" fmla="*/ 4568 w 108085"/>
                <a:gd name="connsiteY3" fmla="*/ 38936 h 167813"/>
                <a:gd name="connsiteX4" fmla="*/ 33794 w 108085"/>
                <a:gd name="connsiteY4" fmla="*/ 18648 h 167813"/>
                <a:gd name="connsiteX5" fmla="*/ 88466 w 108085"/>
                <a:gd name="connsiteY5" fmla="*/ 18648 h 167813"/>
                <a:gd name="connsiteX6" fmla="*/ 38581 w 108085"/>
                <a:gd name="connsiteY6" fmla="*/ 167927 h 167813"/>
                <a:gd name="connsiteX7" fmla="*/ 54957 w 108085"/>
                <a:gd name="connsiteY7" fmla="*/ 167927 h 167813"/>
                <a:gd name="connsiteX8" fmla="*/ 108370 w 108085"/>
                <a:gd name="connsiteY8" fmla="*/ 4120 h 167813"/>
                <a:gd name="connsiteX9" fmla="*/ 108370 w 108085"/>
                <a:gd name="connsiteY9" fmla="*/ 113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370" y="113"/>
                  </a:moveTo>
                  <a:lnTo>
                    <a:pt x="15149" y="113"/>
                  </a:lnTo>
                  <a:lnTo>
                    <a:pt x="285" y="36932"/>
                  </a:lnTo>
                  <a:lnTo>
                    <a:pt x="4568" y="38936"/>
                  </a:lnTo>
                  <a:cubicBezTo>
                    <a:pt x="15401" y="21904"/>
                    <a:pt x="19936" y="18648"/>
                    <a:pt x="33794" y="18648"/>
                  </a:cubicBezTo>
                  <a:lnTo>
                    <a:pt x="88466" y="18648"/>
                  </a:lnTo>
                  <a:lnTo>
                    <a:pt x="38581" y="167927"/>
                  </a:lnTo>
                  <a:lnTo>
                    <a:pt x="54957" y="167927"/>
                  </a:lnTo>
                  <a:lnTo>
                    <a:pt x="108370" y="4120"/>
                  </a:lnTo>
                  <a:lnTo>
                    <a:pt x="108370" y="1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9" name="Freeform: Shape 3288">
              <a:extLst>
                <a:ext uri="{FF2B5EF4-FFF2-40B4-BE49-F238E27FC236}">
                  <a16:creationId xmlns:a16="http://schemas.microsoft.com/office/drawing/2014/main" id="{09CD3C2E-656A-B27E-8173-E25EC33A1CB4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9161507" y="5066241"/>
              <a:ext cx="102290" cy="175828"/>
            </a:xfrm>
            <a:custGeom>
              <a:avLst/>
              <a:gdLst>
                <a:gd name="connsiteX0" fmla="*/ 37830 w 102290"/>
                <a:gd name="connsiteY0" fmla="*/ 26412 h 175828"/>
                <a:gd name="connsiteX1" fmla="*/ 87211 w 102290"/>
                <a:gd name="connsiteY1" fmla="*/ 26412 h 175828"/>
                <a:gd name="connsiteX2" fmla="*/ 93006 w 102290"/>
                <a:gd name="connsiteY2" fmla="*/ 24158 h 175828"/>
                <a:gd name="connsiteX3" fmla="*/ 102580 w 102290"/>
                <a:gd name="connsiteY3" fmla="*/ 1866 h 175828"/>
                <a:gd name="connsiteX4" fmla="*/ 100312 w 102290"/>
                <a:gd name="connsiteY4" fmla="*/ 113 h 175828"/>
                <a:gd name="connsiteX5" fmla="*/ 88723 w 102290"/>
                <a:gd name="connsiteY5" fmla="*/ 6625 h 175828"/>
                <a:gd name="connsiteX6" fmla="*/ 36066 w 102290"/>
                <a:gd name="connsiteY6" fmla="*/ 6625 h 175828"/>
                <a:gd name="connsiteX7" fmla="*/ 8604 w 102290"/>
                <a:gd name="connsiteY7" fmla="*/ 65986 h 175828"/>
                <a:gd name="connsiteX8" fmla="*/ 8352 w 102290"/>
                <a:gd name="connsiteY8" fmla="*/ 67239 h 175828"/>
                <a:gd name="connsiteX9" fmla="*/ 11375 w 102290"/>
                <a:gd name="connsiteY9" fmla="*/ 69242 h 175828"/>
                <a:gd name="connsiteX10" fmla="*/ 39845 w 102290"/>
                <a:gd name="connsiteY10" fmla="*/ 74252 h 175828"/>
                <a:gd name="connsiteX11" fmla="*/ 82172 w 102290"/>
                <a:gd name="connsiteY11" fmla="*/ 123844 h 175828"/>
                <a:gd name="connsiteX12" fmla="*/ 47152 w 102290"/>
                <a:gd name="connsiteY12" fmla="*/ 166675 h 175828"/>
                <a:gd name="connsiteX13" fmla="*/ 30271 w 102290"/>
                <a:gd name="connsiteY13" fmla="*/ 159411 h 175828"/>
                <a:gd name="connsiteX14" fmla="*/ 11123 w 102290"/>
                <a:gd name="connsiteY14" fmla="*/ 151146 h 175828"/>
                <a:gd name="connsiteX15" fmla="*/ 290 w 102290"/>
                <a:gd name="connsiteY15" fmla="*/ 160413 h 175828"/>
                <a:gd name="connsiteX16" fmla="*/ 31027 w 102290"/>
                <a:gd name="connsiteY16" fmla="*/ 175942 h 175828"/>
                <a:gd name="connsiteX17" fmla="*/ 82928 w 102290"/>
                <a:gd name="connsiteY17" fmla="*/ 156405 h 175828"/>
                <a:gd name="connsiteX18" fmla="*/ 99809 w 102290"/>
                <a:gd name="connsiteY18" fmla="*/ 111822 h 175828"/>
                <a:gd name="connsiteX19" fmla="*/ 82424 w 102290"/>
                <a:gd name="connsiteY19" fmla="*/ 69743 h 175828"/>
                <a:gd name="connsiteX20" fmla="*/ 27248 w 102290"/>
                <a:gd name="connsiteY20" fmla="*/ 47702 h 175828"/>
                <a:gd name="connsiteX21" fmla="*/ 37830 w 102290"/>
                <a:gd name="connsiteY21" fmla="*/ 26412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830" y="26412"/>
                  </a:moveTo>
                  <a:lnTo>
                    <a:pt x="87211" y="26412"/>
                  </a:lnTo>
                  <a:cubicBezTo>
                    <a:pt x="91242" y="26412"/>
                    <a:pt x="92250" y="25911"/>
                    <a:pt x="93006" y="24158"/>
                  </a:cubicBezTo>
                  <a:lnTo>
                    <a:pt x="102580" y="1866"/>
                  </a:lnTo>
                  <a:lnTo>
                    <a:pt x="100312" y="113"/>
                  </a:lnTo>
                  <a:cubicBezTo>
                    <a:pt x="96533" y="5373"/>
                    <a:pt x="94014" y="6625"/>
                    <a:pt x="88723" y="6625"/>
                  </a:cubicBezTo>
                  <a:lnTo>
                    <a:pt x="36066" y="6625"/>
                  </a:lnTo>
                  <a:lnTo>
                    <a:pt x="8604" y="65986"/>
                  </a:lnTo>
                  <a:cubicBezTo>
                    <a:pt x="8352" y="66487"/>
                    <a:pt x="8352" y="66738"/>
                    <a:pt x="8352" y="67239"/>
                  </a:cubicBezTo>
                  <a:cubicBezTo>
                    <a:pt x="8352" y="68491"/>
                    <a:pt x="9360" y="69242"/>
                    <a:pt x="11375" y="69242"/>
                  </a:cubicBezTo>
                  <a:cubicBezTo>
                    <a:pt x="19438" y="69242"/>
                    <a:pt x="29515" y="70996"/>
                    <a:pt x="39845" y="74252"/>
                  </a:cubicBezTo>
                  <a:cubicBezTo>
                    <a:pt x="68819" y="83519"/>
                    <a:pt x="82172" y="99048"/>
                    <a:pt x="82172" y="123844"/>
                  </a:cubicBezTo>
                  <a:cubicBezTo>
                    <a:pt x="82172" y="147889"/>
                    <a:pt x="66804" y="166675"/>
                    <a:pt x="47152" y="166675"/>
                  </a:cubicBezTo>
                  <a:cubicBezTo>
                    <a:pt x="42113" y="166675"/>
                    <a:pt x="37830" y="164921"/>
                    <a:pt x="30271" y="159411"/>
                  </a:cubicBezTo>
                  <a:cubicBezTo>
                    <a:pt x="22209" y="153650"/>
                    <a:pt x="16414" y="151146"/>
                    <a:pt x="11123" y="151146"/>
                  </a:cubicBezTo>
                  <a:cubicBezTo>
                    <a:pt x="3817" y="151146"/>
                    <a:pt x="290" y="154151"/>
                    <a:pt x="290" y="160413"/>
                  </a:cubicBezTo>
                  <a:cubicBezTo>
                    <a:pt x="290" y="169931"/>
                    <a:pt x="12131" y="175942"/>
                    <a:pt x="31027" y="175942"/>
                  </a:cubicBezTo>
                  <a:cubicBezTo>
                    <a:pt x="52191" y="175942"/>
                    <a:pt x="70331" y="169179"/>
                    <a:pt x="82928" y="156405"/>
                  </a:cubicBezTo>
                  <a:cubicBezTo>
                    <a:pt x="94518" y="145134"/>
                    <a:pt x="99809" y="130858"/>
                    <a:pt x="99809" y="111822"/>
                  </a:cubicBezTo>
                  <a:cubicBezTo>
                    <a:pt x="99809" y="93788"/>
                    <a:pt x="95022" y="82267"/>
                    <a:pt x="82424" y="69743"/>
                  </a:cubicBezTo>
                  <a:cubicBezTo>
                    <a:pt x="71339" y="58723"/>
                    <a:pt x="56978" y="52962"/>
                    <a:pt x="27248" y="47702"/>
                  </a:cubicBezTo>
                  <a:lnTo>
                    <a:pt x="37830" y="2641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0" name="Freeform: Shape 3289">
              <a:extLst>
                <a:ext uri="{FF2B5EF4-FFF2-40B4-BE49-F238E27FC236}">
                  <a16:creationId xmlns:a16="http://schemas.microsoft.com/office/drawing/2014/main" id="{EA8C8A14-AAD7-3703-9A1C-BC6A959A4250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9287449" y="5069246"/>
              <a:ext cx="108085" cy="174827"/>
            </a:xfrm>
            <a:custGeom>
              <a:avLst/>
              <a:gdLst>
                <a:gd name="connsiteX0" fmla="*/ 7601 w 108085"/>
                <a:gd name="connsiteY0" fmla="*/ 174940 h 174827"/>
                <a:gd name="connsiteX1" fmla="*/ 66809 w 108085"/>
                <a:gd name="connsiteY1" fmla="*/ 154652 h 174827"/>
                <a:gd name="connsiteX2" fmla="*/ 108380 w 108085"/>
                <a:gd name="connsiteY2" fmla="*/ 70745 h 174827"/>
                <a:gd name="connsiteX3" fmla="*/ 52699 w 108085"/>
                <a:gd name="connsiteY3" fmla="*/ 113 h 174827"/>
                <a:gd name="connsiteX4" fmla="*/ 295 w 108085"/>
                <a:gd name="connsiteY4" fmla="*/ 59224 h 174827"/>
                <a:gd name="connsiteX5" fmla="*/ 45645 w 108085"/>
                <a:gd name="connsiteY5" fmla="*/ 110069 h 174827"/>
                <a:gd name="connsiteX6" fmla="*/ 83437 w 108085"/>
                <a:gd name="connsiteY6" fmla="*/ 95792 h 174827"/>
                <a:gd name="connsiteX7" fmla="*/ 6845 w 108085"/>
                <a:gd name="connsiteY7" fmla="*/ 169931 h 174827"/>
                <a:gd name="connsiteX8" fmla="*/ 7601 w 108085"/>
                <a:gd name="connsiteY8" fmla="*/ 174940 h 174827"/>
                <a:gd name="connsiteX9" fmla="*/ 83941 w 108085"/>
                <a:gd name="connsiteY9" fmla="*/ 80513 h 174827"/>
                <a:gd name="connsiteX10" fmla="*/ 80162 w 108085"/>
                <a:gd name="connsiteY10" fmla="*/ 90031 h 174827"/>
                <a:gd name="connsiteX11" fmla="*/ 54715 w 108085"/>
                <a:gd name="connsiteY11" fmla="*/ 99299 h 174827"/>
                <a:gd name="connsiteX12" fmla="*/ 23474 w 108085"/>
                <a:gd name="connsiteY12" fmla="*/ 50708 h 174827"/>
                <a:gd name="connsiteX13" fmla="*/ 32796 w 108085"/>
                <a:gd name="connsiteY13" fmla="*/ 14891 h 174827"/>
                <a:gd name="connsiteX14" fmla="*/ 50684 w 108085"/>
                <a:gd name="connsiteY14" fmla="*/ 7126 h 174827"/>
                <a:gd name="connsiteX15" fmla="*/ 83941 w 108085"/>
                <a:gd name="connsiteY15" fmla="*/ 70745 h 174827"/>
                <a:gd name="connsiteX16" fmla="*/ 83941 w 108085"/>
                <a:gd name="connsiteY16" fmla="*/ 80513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601" y="174940"/>
                  </a:moveTo>
                  <a:cubicBezTo>
                    <a:pt x="35819" y="171684"/>
                    <a:pt x="49676" y="166925"/>
                    <a:pt x="66809" y="154652"/>
                  </a:cubicBezTo>
                  <a:cubicBezTo>
                    <a:pt x="93011" y="135617"/>
                    <a:pt x="108380" y="104558"/>
                    <a:pt x="108380" y="70745"/>
                  </a:cubicBezTo>
                  <a:cubicBezTo>
                    <a:pt x="108380" y="29418"/>
                    <a:pt x="85201" y="113"/>
                    <a:pt x="52699" y="113"/>
                  </a:cubicBezTo>
                  <a:cubicBezTo>
                    <a:pt x="22718" y="113"/>
                    <a:pt x="295" y="25410"/>
                    <a:pt x="295" y="59224"/>
                  </a:cubicBezTo>
                  <a:cubicBezTo>
                    <a:pt x="295" y="89781"/>
                    <a:pt x="18435" y="110069"/>
                    <a:pt x="45645" y="110069"/>
                  </a:cubicBezTo>
                  <a:cubicBezTo>
                    <a:pt x="59502" y="110069"/>
                    <a:pt x="70084" y="106061"/>
                    <a:pt x="83437" y="95792"/>
                  </a:cubicBezTo>
                  <a:cubicBezTo>
                    <a:pt x="73107" y="136618"/>
                    <a:pt x="45141" y="163419"/>
                    <a:pt x="6845" y="169931"/>
                  </a:cubicBezTo>
                  <a:lnTo>
                    <a:pt x="7601" y="174940"/>
                  </a:lnTo>
                  <a:close/>
                  <a:moveTo>
                    <a:pt x="83941" y="80513"/>
                  </a:moveTo>
                  <a:cubicBezTo>
                    <a:pt x="83941" y="85523"/>
                    <a:pt x="82933" y="87777"/>
                    <a:pt x="80162" y="90031"/>
                  </a:cubicBezTo>
                  <a:cubicBezTo>
                    <a:pt x="73107" y="96042"/>
                    <a:pt x="63785" y="99299"/>
                    <a:pt x="54715" y="99299"/>
                  </a:cubicBezTo>
                  <a:cubicBezTo>
                    <a:pt x="35567" y="99299"/>
                    <a:pt x="23474" y="80513"/>
                    <a:pt x="23474" y="50708"/>
                  </a:cubicBezTo>
                  <a:cubicBezTo>
                    <a:pt x="23474" y="36431"/>
                    <a:pt x="27505" y="21403"/>
                    <a:pt x="32796" y="14891"/>
                  </a:cubicBezTo>
                  <a:cubicBezTo>
                    <a:pt x="37079" y="9881"/>
                    <a:pt x="43377" y="7126"/>
                    <a:pt x="50684" y="7126"/>
                  </a:cubicBezTo>
                  <a:cubicBezTo>
                    <a:pt x="72603" y="7126"/>
                    <a:pt x="83941" y="28666"/>
                    <a:pt x="83941" y="70745"/>
                  </a:cubicBezTo>
                  <a:lnTo>
                    <a:pt x="83941" y="805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1" name="Freeform: Shape 3290">
              <a:extLst>
                <a:ext uri="{FF2B5EF4-FFF2-40B4-BE49-F238E27FC236}">
                  <a16:creationId xmlns:a16="http://schemas.microsoft.com/office/drawing/2014/main" id="{F318FD9B-FE79-A5E0-2E9C-9F52E4BE6E89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9414902" y="5067243"/>
              <a:ext cx="109344" cy="174827"/>
            </a:xfrm>
            <a:custGeom>
              <a:avLst/>
              <a:gdLst>
                <a:gd name="connsiteX0" fmla="*/ 104102 w 109344"/>
                <a:gd name="connsiteY0" fmla="*/ 113 h 174827"/>
                <a:gd name="connsiteX1" fmla="*/ 42375 w 109344"/>
                <a:gd name="connsiteY1" fmla="*/ 20150 h 174827"/>
                <a:gd name="connsiteX2" fmla="*/ 300 w 109344"/>
                <a:gd name="connsiteY2" fmla="*/ 101553 h 174827"/>
                <a:gd name="connsiteX3" fmla="*/ 17936 w 109344"/>
                <a:gd name="connsiteY3" fmla="*/ 157908 h 174827"/>
                <a:gd name="connsiteX4" fmla="*/ 56736 w 109344"/>
                <a:gd name="connsiteY4" fmla="*/ 174940 h 174827"/>
                <a:gd name="connsiteX5" fmla="*/ 109644 w 109344"/>
                <a:gd name="connsiteY5" fmla="*/ 116581 h 174827"/>
                <a:gd name="connsiteX6" fmla="*/ 62278 w 109344"/>
                <a:gd name="connsiteY6" fmla="*/ 64233 h 174827"/>
                <a:gd name="connsiteX7" fmla="*/ 30029 w 109344"/>
                <a:gd name="connsiteY7" fmla="*/ 75504 h 174827"/>
                <a:gd name="connsiteX8" fmla="*/ 104606 w 109344"/>
                <a:gd name="connsiteY8" fmla="*/ 4120 h 174827"/>
                <a:gd name="connsiteX9" fmla="*/ 104102 w 109344"/>
                <a:gd name="connsiteY9" fmla="*/ 113 h 174827"/>
                <a:gd name="connsiteX10" fmla="*/ 52704 w 109344"/>
                <a:gd name="connsiteY10" fmla="*/ 75755 h 174827"/>
                <a:gd name="connsiteX11" fmla="*/ 86969 w 109344"/>
                <a:gd name="connsiteY11" fmla="*/ 125097 h 174827"/>
                <a:gd name="connsiteX12" fmla="*/ 59507 w 109344"/>
                <a:gd name="connsiteY12" fmla="*/ 167927 h 174827"/>
                <a:gd name="connsiteX13" fmla="*/ 23731 w 109344"/>
                <a:gd name="connsiteY13" fmla="*/ 105560 h 174827"/>
                <a:gd name="connsiteX14" fmla="*/ 30785 w 109344"/>
                <a:gd name="connsiteY14" fmla="*/ 82016 h 174827"/>
                <a:gd name="connsiteX15" fmla="*/ 52704 w 109344"/>
                <a:gd name="connsiteY15" fmla="*/ 75755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344" h="174827">
                  <a:moveTo>
                    <a:pt x="104102" y="113"/>
                  </a:moveTo>
                  <a:cubicBezTo>
                    <a:pt x="75380" y="2618"/>
                    <a:pt x="60767" y="7377"/>
                    <a:pt x="42375" y="20150"/>
                  </a:cubicBezTo>
                  <a:cubicBezTo>
                    <a:pt x="15164" y="39437"/>
                    <a:pt x="300" y="67990"/>
                    <a:pt x="300" y="101553"/>
                  </a:cubicBezTo>
                  <a:cubicBezTo>
                    <a:pt x="300" y="123344"/>
                    <a:pt x="7102" y="145385"/>
                    <a:pt x="17936" y="157908"/>
                  </a:cubicBezTo>
                  <a:cubicBezTo>
                    <a:pt x="27510" y="168929"/>
                    <a:pt x="41115" y="174940"/>
                    <a:pt x="56736" y="174940"/>
                  </a:cubicBezTo>
                  <a:cubicBezTo>
                    <a:pt x="87977" y="174940"/>
                    <a:pt x="109644" y="151146"/>
                    <a:pt x="109644" y="116581"/>
                  </a:cubicBezTo>
                  <a:cubicBezTo>
                    <a:pt x="109644" y="84521"/>
                    <a:pt x="91252" y="64233"/>
                    <a:pt x="62278" y="64233"/>
                  </a:cubicBezTo>
                  <a:cubicBezTo>
                    <a:pt x="51193" y="64233"/>
                    <a:pt x="45902" y="65986"/>
                    <a:pt x="30029" y="75504"/>
                  </a:cubicBezTo>
                  <a:cubicBezTo>
                    <a:pt x="36832" y="37683"/>
                    <a:pt x="65050" y="10633"/>
                    <a:pt x="104606" y="4120"/>
                  </a:cubicBezTo>
                  <a:lnTo>
                    <a:pt x="104102" y="113"/>
                  </a:lnTo>
                  <a:close/>
                  <a:moveTo>
                    <a:pt x="52704" y="75755"/>
                  </a:moveTo>
                  <a:cubicBezTo>
                    <a:pt x="74372" y="75755"/>
                    <a:pt x="86969" y="93788"/>
                    <a:pt x="86969" y="125097"/>
                  </a:cubicBezTo>
                  <a:cubicBezTo>
                    <a:pt x="86969" y="152648"/>
                    <a:pt x="77143" y="167927"/>
                    <a:pt x="59507" y="167927"/>
                  </a:cubicBezTo>
                  <a:cubicBezTo>
                    <a:pt x="37336" y="167927"/>
                    <a:pt x="23731" y="144383"/>
                    <a:pt x="23731" y="105560"/>
                  </a:cubicBezTo>
                  <a:cubicBezTo>
                    <a:pt x="23731" y="92786"/>
                    <a:pt x="25746" y="85773"/>
                    <a:pt x="30785" y="82016"/>
                  </a:cubicBezTo>
                  <a:cubicBezTo>
                    <a:pt x="36076" y="78009"/>
                    <a:pt x="43886" y="75755"/>
                    <a:pt x="52704" y="7575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2" name="Freeform: Shape 3291">
              <a:extLst>
                <a:ext uri="{FF2B5EF4-FFF2-40B4-BE49-F238E27FC236}">
                  <a16:creationId xmlns:a16="http://schemas.microsoft.com/office/drawing/2014/main" id="{53438010-DFD0-9D5F-D0B6-FD2BB91753E5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9535806" y="5069246"/>
              <a:ext cx="115895" cy="169316"/>
            </a:xfrm>
            <a:custGeom>
              <a:avLst/>
              <a:gdLst>
                <a:gd name="connsiteX0" fmla="*/ 116200 w 115895"/>
                <a:gd name="connsiteY0" fmla="*/ 111572 h 169316"/>
                <a:gd name="connsiteX1" fmla="*/ 90501 w 115895"/>
                <a:gd name="connsiteY1" fmla="*/ 111572 h 169316"/>
                <a:gd name="connsiteX2" fmla="*/ 90501 w 115895"/>
                <a:gd name="connsiteY2" fmla="*/ 113 h 169316"/>
                <a:gd name="connsiteX3" fmla="*/ 79416 w 115895"/>
                <a:gd name="connsiteY3" fmla="*/ 113 h 169316"/>
                <a:gd name="connsiteX4" fmla="*/ 304 w 115895"/>
                <a:gd name="connsiteY4" fmla="*/ 111572 h 169316"/>
                <a:gd name="connsiteX5" fmla="*/ 304 w 115895"/>
                <a:gd name="connsiteY5" fmla="*/ 127602 h 169316"/>
                <a:gd name="connsiteX6" fmla="*/ 71102 w 115895"/>
                <a:gd name="connsiteY6" fmla="*/ 127602 h 169316"/>
                <a:gd name="connsiteX7" fmla="*/ 71102 w 115895"/>
                <a:gd name="connsiteY7" fmla="*/ 169430 h 169316"/>
                <a:gd name="connsiteX8" fmla="*/ 90501 w 115895"/>
                <a:gd name="connsiteY8" fmla="*/ 169430 h 169316"/>
                <a:gd name="connsiteX9" fmla="*/ 90501 w 115895"/>
                <a:gd name="connsiteY9" fmla="*/ 127602 h 169316"/>
                <a:gd name="connsiteX10" fmla="*/ 116200 w 115895"/>
                <a:gd name="connsiteY10" fmla="*/ 127602 h 169316"/>
                <a:gd name="connsiteX11" fmla="*/ 116200 w 115895"/>
                <a:gd name="connsiteY11" fmla="*/ 111572 h 169316"/>
                <a:gd name="connsiteX12" fmla="*/ 70850 w 115895"/>
                <a:gd name="connsiteY12" fmla="*/ 111572 h 169316"/>
                <a:gd name="connsiteX13" fmla="*/ 10382 w 115895"/>
                <a:gd name="connsiteY13" fmla="*/ 111572 h 169316"/>
                <a:gd name="connsiteX14" fmla="*/ 70850 w 115895"/>
                <a:gd name="connsiteY14" fmla="*/ 25661 h 169316"/>
                <a:gd name="connsiteX15" fmla="*/ 70850 w 115895"/>
                <a:gd name="connsiteY15" fmla="*/ 111572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200" y="111572"/>
                  </a:moveTo>
                  <a:lnTo>
                    <a:pt x="90501" y="111572"/>
                  </a:lnTo>
                  <a:lnTo>
                    <a:pt x="90501" y="113"/>
                  </a:lnTo>
                  <a:lnTo>
                    <a:pt x="79416" y="113"/>
                  </a:lnTo>
                  <a:lnTo>
                    <a:pt x="304" y="111572"/>
                  </a:lnTo>
                  <a:lnTo>
                    <a:pt x="304" y="127602"/>
                  </a:lnTo>
                  <a:lnTo>
                    <a:pt x="71102" y="127602"/>
                  </a:lnTo>
                  <a:lnTo>
                    <a:pt x="71102" y="169430"/>
                  </a:lnTo>
                  <a:lnTo>
                    <a:pt x="90501" y="169430"/>
                  </a:lnTo>
                  <a:lnTo>
                    <a:pt x="90501" y="127602"/>
                  </a:lnTo>
                  <a:lnTo>
                    <a:pt x="116200" y="127602"/>
                  </a:lnTo>
                  <a:lnTo>
                    <a:pt x="116200" y="111572"/>
                  </a:lnTo>
                  <a:close/>
                  <a:moveTo>
                    <a:pt x="70850" y="111572"/>
                  </a:moveTo>
                  <a:lnTo>
                    <a:pt x="10382" y="111572"/>
                  </a:lnTo>
                  <a:lnTo>
                    <a:pt x="70850" y="25661"/>
                  </a:lnTo>
                  <a:lnTo>
                    <a:pt x="70850" y="111572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3" name="Freeform: Shape 3292">
              <a:extLst>
                <a:ext uri="{FF2B5EF4-FFF2-40B4-BE49-F238E27FC236}">
                  <a16:creationId xmlns:a16="http://schemas.microsoft.com/office/drawing/2014/main" id="{DF37FCAF-D6A2-56E7-650F-ADCAE7E12FFE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9670062" y="5069246"/>
              <a:ext cx="98007" cy="172823"/>
            </a:xfrm>
            <a:custGeom>
              <a:avLst/>
              <a:gdLst>
                <a:gd name="connsiteX0" fmla="*/ 28024 w 98007"/>
                <a:gd name="connsiteY0" fmla="*/ 86775 h 172823"/>
                <a:gd name="connsiteX1" fmla="*/ 54730 w 98007"/>
                <a:gd name="connsiteY1" fmla="*/ 89530 h 172823"/>
                <a:gd name="connsiteX2" fmla="*/ 80177 w 98007"/>
                <a:gd name="connsiteY2" fmla="*/ 126600 h 172823"/>
                <a:gd name="connsiteX3" fmla="*/ 47172 w 98007"/>
                <a:gd name="connsiteY3" fmla="*/ 163919 h 172823"/>
                <a:gd name="connsiteX4" fmla="*/ 26008 w 98007"/>
                <a:gd name="connsiteY4" fmla="*/ 156155 h 172823"/>
                <a:gd name="connsiteX5" fmla="*/ 9883 w 98007"/>
                <a:gd name="connsiteY5" fmla="*/ 149893 h 172823"/>
                <a:gd name="connsiteX6" fmla="*/ 309 w 98007"/>
                <a:gd name="connsiteY6" fmla="*/ 158660 h 172823"/>
                <a:gd name="connsiteX7" fmla="*/ 28779 w 98007"/>
                <a:gd name="connsiteY7" fmla="*/ 172936 h 172823"/>
                <a:gd name="connsiteX8" fmla="*/ 79925 w 98007"/>
                <a:gd name="connsiteY8" fmla="*/ 156155 h 172823"/>
                <a:gd name="connsiteX9" fmla="*/ 98317 w 98007"/>
                <a:gd name="connsiteY9" fmla="*/ 114577 h 172823"/>
                <a:gd name="connsiteX10" fmla="*/ 86979 w 98007"/>
                <a:gd name="connsiteY10" fmla="*/ 82267 h 172823"/>
                <a:gd name="connsiteX11" fmla="*/ 66068 w 98007"/>
                <a:gd name="connsiteY11" fmla="*/ 68992 h 172823"/>
                <a:gd name="connsiteX12" fmla="*/ 89751 w 98007"/>
                <a:gd name="connsiteY12" fmla="*/ 34427 h 172823"/>
                <a:gd name="connsiteX13" fmla="*/ 50447 w 98007"/>
                <a:gd name="connsiteY13" fmla="*/ 113 h 172823"/>
                <a:gd name="connsiteX14" fmla="*/ 17694 w 98007"/>
                <a:gd name="connsiteY14" fmla="*/ 12386 h 172823"/>
                <a:gd name="connsiteX15" fmla="*/ 813 w 98007"/>
                <a:gd name="connsiteY15" fmla="*/ 40689 h 172823"/>
                <a:gd name="connsiteX16" fmla="*/ 4593 w 98007"/>
                <a:gd name="connsiteY16" fmla="*/ 41691 h 172823"/>
                <a:gd name="connsiteX17" fmla="*/ 42133 w 98007"/>
                <a:gd name="connsiteY17" fmla="*/ 15141 h 172823"/>
                <a:gd name="connsiteX18" fmla="*/ 69847 w 98007"/>
                <a:gd name="connsiteY18" fmla="*/ 41941 h 172823"/>
                <a:gd name="connsiteX19" fmla="*/ 59769 w 98007"/>
                <a:gd name="connsiteY19" fmla="*/ 66237 h 172823"/>
                <a:gd name="connsiteX20" fmla="*/ 28024 w 98007"/>
                <a:gd name="connsiteY20" fmla="*/ 83519 h 172823"/>
                <a:gd name="connsiteX21" fmla="*/ 28024 w 98007"/>
                <a:gd name="connsiteY21" fmla="*/ 8677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8007" h="172823">
                  <a:moveTo>
                    <a:pt x="28024" y="86775"/>
                  </a:moveTo>
                  <a:cubicBezTo>
                    <a:pt x="42889" y="86775"/>
                    <a:pt x="48683" y="87276"/>
                    <a:pt x="54730" y="89530"/>
                  </a:cubicBezTo>
                  <a:cubicBezTo>
                    <a:pt x="70351" y="95041"/>
                    <a:pt x="80177" y="109317"/>
                    <a:pt x="80177" y="126600"/>
                  </a:cubicBezTo>
                  <a:cubicBezTo>
                    <a:pt x="80177" y="147639"/>
                    <a:pt x="65816" y="163919"/>
                    <a:pt x="47172" y="163919"/>
                  </a:cubicBezTo>
                  <a:cubicBezTo>
                    <a:pt x="40369" y="163919"/>
                    <a:pt x="35330" y="162166"/>
                    <a:pt x="26008" y="156155"/>
                  </a:cubicBezTo>
                  <a:cubicBezTo>
                    <a:pt x="18450" y="151647"/>
                    <a:pt x="14167" y="149893"/>
                    <a:pt x="9883" y="149893"/>
                  </a:cubicBezTo>
                  <a:cubicBezTo>
                    <a:pt x="4089" y="149893"/>
                    <a:pt x="309" y="153400"/>
                    <a:pt x="309" y="158660"/>
                  </a:cubicBezTo>
                  <a:cubicBezTo>
                    <a:pt x="309" y="167426"/>
                    <a:pt x="11143" y="172936"/>
                    <a:pt x="28779" y="172936"/>
                  </a:cubicBezTo>
                  <a:cubicBezTo>
                    <a:pt x="48179" y="172936"/>
                    <a:pt x="68083" y="166424"/>
                    <a:pt x="79925" y="156155"/>
                  </a:cubicBezTo>
                  <a:cubicBezTo>
                    <a:pt x="91766" y="145886"/>
                    <a:pt x="98317" y="131359"/>
                    <a:pt x="98317" y="114577"/>
                  </a:cubicBezTo>
                  <a:cubicBezTo>
                    <a:pt x="98317" y="101803"/>
                    <a:pt x="94286" y="90031"/>
                    <a:pt x="86979" y="82267"/>
                  </a:cubicBezTo>
                  <a:cubicBezTo>
                    <a:pt x="81940" y="76756"/>
                    <a:pt x="77153" y="73751"/>
                    <a:pt x="66068" y="68992"/>
                  </a:cubicBezTo>
                  <a:cubicBezTo>
                    <a:pt x="83452" y="57220"/>
                    <a:pt x="89751" y="47952"/>
                    <a:pt x="89751" y="34427"/>
                  </a:cubicBezTo>
                  <a:cubicBezTo>
                    <a:pt x="89751" y="14139"/>
                    <a:pt x="73626" y="113"/>
                    <a:pt x="50447" y="113"/>
                  </a:cubicBezTo>
                  <a:cubicBezTo>
                    <a:pt x="37850" y="113"/>
                    <a:pt x="26764" y="4371"/>
                    <a:pt x="17694" y="12386"/>
                  </a:cubicBezTo>
                  <a:cubicBezTo>
                    <a:pt x="10135" y="19149"/>
                    <a:pt x="6356" y="25661"/>
                    <a:pt x="813" y="40689"/>
                  </a:cubicBezTo>
                  <a:lnTo>
                    <a:pt x="4593" y="41691"/>
                  </a:lnTo>
                  <a:cubicBezTo>
                    <a:pt x="14922" y="23407"/>
                    <a:pt x="26260" y="15141"/>
                    <a:pt x="42133" y="15141"/>
                  </a:cubicBezTo>
                  <a:cubicBezTo>
                    <a:pt x="58509" y="15141"/>
                    <a:pt x="69847" y="26162"/>
                    <a:pt x="69847" y="41941"/>
                  </a:cubicBezTo>
                  <a:cubicBezTo>
                    <a:pt x="69847" y="50958"/>
                    <a:pt x="66068" y="59975"/>
                    <a:pt x="59769" y="66237"/>
                  </a:cubicBezTo>
                  <a:cubicBezTo>
                    <a:pt x="52211" y="73751"/>
                    <a:pt x="45156" y="77508"/>
                    <a:pt x="28024" y="83519"/>
                  </a:cubicBezTo>
                  <a:lnTo>
                    <a:pt x="28024" y="8677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4" name="Freeform: Shape 3293">
              <a:extLst>
                <a:ext uri="{FF2B5EF4-FFF2-40B4-BE49-F238E27FC236}">
                  <a16:creationId xmlns:a16="http://schemas.microsoft.com/office/drawing/2014/main" id="{CE9C010C-4896-9485-DD0E-F6D2176A65AC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9793232" y="5069246"/>
              <a:ext cx="108085" cy="174827"/>
            </a:xfrm>
            <a:custGeom>
              <a:avLst/>
              <a:gdLst>
                <a:gd name="connsiteX0" fmla="*/ 7621 w 108085"/>
                <a:gd name="connsiteY0" fmla="*/ 174940 h 174827"/>
                <a:gd name="connsiteX1" fmla="*/ 66828 w 108085"/>
                <a:gd name="connsiteY1" fmla="*/ 154652 h 174827"/>
                <a:gd name="connsiteX2" fmla="*/ 108400 w 108085"/>
                <a:gd name="connsiteY2" fmla="*/ 70745 h 174827"/>
                <a:gd name="connsiteX3" fmla="*/ 52719 w 108085"/>
                <a:gd name="connsiteY3" fmla="*/ 113 h 174827"/>
                <a:gd name="connsiteX4" fmla="*/ 314 w 108085"/>
                <a:gd name="connsiteY4" fmla="*/ 59224 h 174827"/>
                <a:gd name="connsiteX5" fmla="*/ 45665 w 108085"/>
                <a:gd name="connsiteY5" fmla="*/ 110069 h 174827"/>
                <a:gd name="connsiteX6" fmla="*/ 83457 w 108085"/>
                <a:gd name="connsiteY6" fmla="*/ 95792 h 174827"/>
                <a:gd name="connsiteX7" fmla="*/ 6865 w 108085"/>
                <a:gd name="connsiteY7" fmla="*/ 169931 h 174827"/>
                <a:gd name="connsiteX8" fmla="*/ 7621 w 108085"/>
                <a:gd name="connsiteY8" fmla="*/ 174940 h 174827"/>
                <a:gd name="connsiteX9" fmla="*/ 83961 w 108085"/>
                <a:gd name="connsiteY9" fmla="*/ 80513 h 174827"/>
                <a:gd name="connsiteX10" fmla="*/ 80182 w 108085"/>
                <a:gd name="connsiteY10" fmla="*/ 90031 h 174827"/>
                <a:gd name="connsiteX11" fmla="*/ 54735 w 108085"/>
                <a:gd name="connsiteY11" fmla="*/ 99299 h 174827"/>
                <a:gd name="connsiteX12" fmla="*/ 23494 w 108085"/>
                <a:gd name="connsiteY12" fmla="*/ 50708 h 174827"/>
                <a:gd name="connsiteX13" fmla="*/ 32816 w 108085"/>
                <a:gd name="connsiteY13" fmla="*/ 14891 h 174827"/>
                <a:gd name="connsiteX14" fmla="*/ 50704 w 108085"/>
                <a:gd name="connsiteY14" fmla="*/ 7126 h 174827"/>
                <a:gd name="connsiteX15" fmla="*/ 83961 w 108085"/>
                <a:gd name="connsiteY15" fmla="*/ 70745 h 174827"/>
                <a:gd name="connsiteX16" fmla="*/ 83961 w 108085"/>
                <a:gd name="connsiteY16" fmla="*/ 80513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621" y="174940"/>
                  </a:moveTo>
                  <a:cubicBezTo>
                    <a:pt x="35839" y="171684"/>
                    <a:pt x="49696" y="166925"/>
                    <a:pt x="66828" y="154652"/>
                  </a:cubicBezTo>
                  <a:cubicBezTo>
                    <a:pt x="93031" y="135617"/>
                    <a:pt x="108400" y="104558"/>
                    <a:pt x="108400" y="70745"/>
                  </a:cubicBezTo>
                  <a:cubicBezTo>
                    <a:pt x="108400" y="29418"/>
                    <a:pt x="85221" y="113"/>
                    <a:pt x="52719" y="113"/>
                  </a:cubicBezTo>
                  <a:cubicBezTo>
                    <a:pt x="22738" y="113"/>
                    <a:pt x="314" y="25410"/>
                    <a:pt x="314" y="59224"/>
                  </a:cubicBezTo>
                  <a:cubicBezTo>
                    <a:pt x="314" y="89781"/>
                    <a:pt x="18455" y="110069"/>
                    <a:pt x="45665" y="110069"/>
                  </a:cubicBezTo>
                  <a:cubicBezTo>
                    <a:pt x="59522" y="110069"/>
                    <a:pt x="70104" y="106061"/>
                    <a:pt x="83457" y="95792"/>
                  </a:cubicBezTo>
                  <a:cubicBezTo>
                    <a:pt x="73127" y="136618"/>
                    <a:pt x="45161" y="163419"/>
                    <a:pt x="6865" y="169931"/>
                  </a:cubicBezTo>
                  <a:lnTo>
                    <a:pt x="7621" y="174940"/>
                  </a:lnTo>
                  <a:close/>
                  <a:moveTo>
                    <a:pt x="83961" y="80513"/>
                  </a:moveTo>
                  <a:cubicBezTo>
                    <a:pt x="83961" y="85523"/>
                    <a:pt x="82953" y="87777"/>
                    <a:pt x="80182" y="90031"/>
                  </a:cubicBezTo>
                  <a:cubicBezTo>
                    <a:pt x="73127" y="96042"/>
                    <a:pt x="63805" y="99299"/>
                    <a:pt x="54735" y="99299"/>
                  </a:cubicBezTo>
                  <a:cubicBezTo>
                    <a:pt x="35587" y="99299"/>
                    <a:pt x="23494" y="80513"/>
                    <a:pt x="23494" y="50708"/>
                  </a:cubicBezTo>
                  <a:cubicBezTo>
                    <a:pt x="23494" y="36431"/>
                    <a:pt x="27525" y="21403"/>
                    <a:pt x="32816" y="14891"/>
                  </a:cubicBezTo>
                  <a:cubicBezTo>
                    <a:pt x="37099" y="9881"/>
                    <a:pt x="43397" y="7126"/>
                    <a:pt x="50704" y="7126"/>
                  </a:cubicBezTo>
                  <a:cubicBezTo>
                    <a:pt x="72623" y="7126"/>
                    <a:pt x="83961" y="28666"/>
                    <a:pt x="83961" y="70745"/>
                  </a:cubicBezTo>
                  <a:lnTo>
                    <a:pt x="83961" y="80513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5" name="Freeform: Shape 3294">
              <a:extLst>
                <a:ext uri="{FF2B5EF4-FFF2-40B4-BE49-F238E27FC236}">
                  <a16:creationId xmlns:a16="http://schemas.microsoft.com/office/drawing/2014/main" id="{18A3B605-DCF4-9C8A-33F7-AA70ADA48739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9919678" y="5069246"/>
              <a:ext cx="112116" cy="169316"/>
            </a:xfrm>
            <a:custGeom>
              <a:avLst/>
              <a:gdLst>
                <a:gd name="connsiteX0" fmla="*/ 112436 w 112116"/>
                <a:gd name="connsiteY0" fmla="*/ 135116 h 169316"/>
                <a:gd name="connsiteX1" fmla="*/ 109161 w 112116"/>
                <a:gd name="connsiteY1" fmla="*/ 133863 h 169316"/>
                <a:gd name="connsiteX2" fmla="*/ 85226 w 112116"/>
                <a:gd name="connsiteY2" fmla="*/ 150394 h 169316"/>
                <a:gd name="connsiteX3" fmla="*/ 25010 w 112116"/>
                <a:gd name="connsiteY3" fmla="*/ 150394 h 169316"/>
                <a:gd name="connsiteX4" fmla="*/ 67337 w 112116"/>
                <a:gd name="connsiteY4" fmla="*/ 106312 h 169316"/>
                <a:gd name="connsiteX5" fmla="*/ 99587 w 112116"/>
                <a:gd name="connsiteY5" fmla="*/ 44446 h 169316"/>
                <a:gd name="connsiteX6" fmla="*/ 52976 w 112116"/>
                <a:gd name="connsiteY6" fmla="*/ 113 h 169316"/>
                <a:gd name="connsiteX7" fmla="*/ 16696 w 112116"/>
                <a:gd name="connsiteY7" fmla="*/ 15642 h 169316"/>
                <a:gd name="connsiteX8" fmla="*/ 571 w 112116"/>
                <a:gd name="connsiteY8" fmla="*/ 49956 h 169316"/>
                <a:gd name="connsiteX9" fmla="*/ 5862 w 112116"/>
                <a:gd name="connsiteY9" fmla="*/ 51209 h 169316"/>
                <a:gd name="connsiteX10" fmla="*/ 42395 w 112116"/>
                <a:gd name="connsiteY10" fmla="*/ 18648 h 169316"/>
                <a:gd name="connsiteX11" fmla="*/ 77919 w 112116"/>
                <a:gd name="connsiteY11" fmla="*/ 53964 h 169316"/>
                <a:gd name="connsiteX12" fmla="*/ 45166 w 112116"/>
                <a:gd name="connsiteY12" fmla="*/ 119086 h 169316"/>
                <a:gd name="connsiteX13" fmla="*/ 319 w 112116"/>
                <a:gd name="connsiteY13" fmla="*/ 166424 h 169316"/>
                <a:gd name="connsiteX14" fmla="*/ 319 w 112116"/>
                <a:gd name="connsiteY14" fmla="*/ 169430 h 169316"/>
                <a:gd name="connsiteX15" fmla="*/ 98579 w 112116"/>
                <a:gd name="connsiteY15" fmla="*/ 169430 h 169316"/>
                <a:gd name="connsiteX16" fmla="*/ 112436 w 112116"/>
                <a:gd name="connsiteY16" fmla="*/ 135116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436" y="135116"/>
                  </a:moveTo>
                  <a:lnTo>
                    <a:pt x="109161" y="133863"/>
                  </a:lnTo>
                  <a:cubicBezTo>
                    <a:pt x="99838" y="148140"/>
                    <a:pt x="96563" y="150394"/>
                    <a:pt x="85226" y="150394"/>
                  </a:cubicBezTo>
                  <a:lnTo>
                    <a:pt x="25010" y="150394"/>
                  </a:lnTo>
                  <a:lnTo>
                    <a:pt x="67337" y="106312"/>
                  </a:lnTo>
                  <a:cubicBezTo>
                    <a:pt x="89761" y="83018"/>
                    <a:pt x="99587" y="63982"/>
                    <a:pt x="99587" y="44446"/>
                  </a:cubicBezTo>
                  <a:cubicBezTo>
                    <a:pt x="99587" y="19399"/>
                    <a:pt x="79179" y="113"/>
                    <a:pt x="52976" y="113"/>
                  </a:cubicBezTo>
                  <a:cubicBezTo>
                    <a:pt x="39119" y="113"/>
                    <a:pt x="26018" y="5623"/>
                    <a:pt x="16696" y="15642"/>
                  </a:cubicBezTo>
                  <a:cubicBezTo>
                    <a:pt x="8634" y="24158"/>
                    <a:pt x="4854" y="32173"/>
                    <a:pt x="571" y="49956"/>
                  </a:cubicBezTo>
                  <a:lnTo>
                    <a:pt x="5862" y="51209"/>
                  </a:lnTo>
                  <a:cubicBezTo>
                    <a:pt x="15940" y="26663"/>
                    <a:pt x="25010" y="18648"/>
                    <a:pt x="42395" y="18648"/>
                  </a:cubicBezTo>
                  <a:cubicBezTo>
                    <a:pt x="63558" y="18648"/>
                    <a:pt x="77919" y="32924"/>
                    <a:pt x="77919" y="53964"/>
                  </a:cubicBezTo>
                  <a:cubicBezTo>
                    <a:pt x="77919" y="73500"/>
                    <a:pt x="66330" y="96794"/>
                    <a:pt x="45166" y="119086"/>
                  </a:cubicBezTo>
                  <a:lnTo>
                    <a:pt x="319" y="166424"/>
                  </a:lnTo>
                  <a:lnTo>
                    <a:pt x="319" y="169430"/>
                  </a:lnTo>
                  <a:lnTo>
                    <a:pt x="98579" y="169430"/>
                  </a:lnTo>
                  <a:lnTo>
                    <a:pt x="112436" y="13511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6" name="Freeform: Shape 3295">
              <a:extLst>
                <a:ext uri="{FF2B5EF4-FFF2-40B4-BE49-F238E27FC236}">
                  <a16:creationId xmlns:a16="http://schemas.microsoft.com/office/drawing/2014/main" id="{8EBAA78D-7F94-9D9C-390C-966172FAFF6D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10309229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8" name="Freeform: Shape 3297">
              <a:extLst>
                <a:ext uri="{FF2B5EF4-FFF2-40B4-BE49-F238E27FC236}">
                  <a16:creationId xmlns:a16="http://schemas.microsoft.com/office/drawing/2014/main" id="{0D79FFDD-56AD-5A9D-08AB-B4FB328288BB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11038616" y="5069246"/>
              <a:ext cx="113880" cy="172823"/>
            </a:xfrm>
            <a:custGeom>
              <a:avLst/>
              <a:gdLst>
                <a:gd name="connsiteX0" fmla="*/ 58311 w 113880"/>
                <a:gd name="connsiteY0" fmla="*/ 113 h 172823"/>
                <a:gd name="connsiteX1" fmla="*/ 24550 w 113880"/>
                <a:gd name="connsiteY1" fmla="*/ 13137 h 172823"/>
                <a:gd name="connsiteX2" fmla="*/ 364 w 113880"/>
                <a:gd name="connsiteY2" fmla="*/ 85272 h 172823"/>
                <a:gd name="connsiteX3" fmla="*/ 20519 w 113880"/>
                <a:gd name="connsiteY3" fmla="*/ 155904 h 172823"/>
                <a:gd name="connsiteX4" fmla="*/ 57304 w 113880"/>
                <a:gd name="connsiteY4" fmla="*/ 172936 h 172823"/>
                <a:gd name="connsiteX5" fmla="*/ 90057 w 113880"/>
                <a:gd name="connsiteY5" fmla="*/ 159912 h 172823"/>
                <a:gd name="connsiteX6" fmla="*/ 114244 w 113880"/>
                <a:gd name="connsiteY6" fmla="*/ 86775 h 172823"/>
                <a:gd name="connsiteX7" fmla="*/ 58311 w 113880"/>
                <a:gd name="connsiteY7" fmla="*/ 113 h 172823"/>
                <a:gd name="connsiteX8" fmla="*/ 57556 w 113880"/>
                <a:gd name="connsiteY8" fmla="*/ 6625 h 172823"/>
                <a:gd name="connsiteX9" fmla="*/ 90057 w 113880"/>
                <a:gd name="connsiteY9" fmla="*/ 87276 h 172823"/>
                <a:gd name="connsiteX10" fmla="*/ 57304 w 113880"/>
                <a:gd name="connsiteY10" fmla="*/ 166424 h 172823"/>
                <a:gd name="connsiteX11" fmla="*/ 24550 w 113880"/>
                <a:gd name="connsiteY11" fmla="*/ 87527 h 172823"/>
                <a:gd name="connsiteX12" fmla="*/ 57556 w 113880"/>
                <a:gd name="connsiteY12" fmla="*/ 662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11" y="113"/>
                  </a:moveTo>
                  <a:cubicBezTo>
                    <a:pt x="44454" y="113"/>
                    <a:pt x="33873" y="4371"/>
                    <a:pt x="24550" y="13137"/>
                  </a:cubicBezTo>
                  <a:cubicBezTo>
                    <a:pt x="9938" y="27164"/>
                    <a:pt x="364" y="55967"/>
                    <a:pt x="364" y="85272"/>
                  </a:cubicBezTo>
                  <a:cubicBezTo>
                    <a:pt x="364" y="112573"/>
                    <a:pt x="8678" y="141878"/>
                    <a:pt x="20519" y="155904"/>
                  </a:cubicBezTo>
                  <a:cubicBezTo>
                    <a:pt x="29841" y="166925"/>
                    <a:pt x="42691" y="172936"/>
                    <a:pt x="57304" y="172936"/>
                  </a:cubicBezTo>
                  <a:cubicBezTo>
                    <a:pt x="70153" y="172936"/>
                    <a:pt x="80987" y="168678"/>
                    <a:pt x="90057" y="159912"/>
                  </a:cubicBezTo>
                  <a:cubicBezTo>
                    <a:pt x="104670" y="146136"/>
                    <a:pt x="114244" y="117082"/>
                    <a:pt x="114244" y="86775"/>
                  </a:cubicBezTo>
                  <a:cubicBezTo>
                    <a:pt x="114244" y="35429"/>
                    <a:pt x="91316" y="113"/>
                    <a:pt x="58311" y="113"/>
                  </a:cubicBezTo>
                  <a:close/>
                  <a:moveTo>
                    <a:pt x="57556" y="6625"/>
                  </a:moveTo>
                  <a:cubicBezTo>
                    <a:pt x="78719" y="6625"/>
                    <a:pt x="90057" y="34928"/>
                    <a:pt x="90057" y="87276"/>
                  </a:cubicBezTo>
                  <a:cubicBezTo>
                    <a:pt x="90057" y="139624"/>
                    <a:pt x="78971" y="166424"/>
                    <a:pt x="57304" y="166424"/>
                  </a:cubicBezTo>
                  <a:cubicBezTo>
                    <a:pt x="35636" y="166424"/>
                    <a:pt x="24550" y="139624"/>
                    <a:pt x="24550" y="87527"/>
                  </a:cubicBezTo>
                  <a:cubicBezTo>
                    <a:pt x="24550" y="34427"/>
                    <a:pt x="35888" y="6625"/>
                    <a:pt x="57556" y="66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9" name="Freeform: Shape 3298">
              <a:extLst>
                <a:ext uri="{FF2B5EF4-FFF2-40B4-BE49-F238E27FC236}">
                  <a16:creationId xmlns:a16="http://schemas.microsoft.com/office/drawing/2014/main" id="{61167B37-5A88-9CE3-FFD9-91218D22B95F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11176651" y="5213516"/>
              <a:ext cx="27966" cy="27802"/>
            </a:xfrm>
            <a:custGeom>
              <a:avLst/>
              <a:gdLst>
                <a:gd name="connsiteX0" fmla="*/ 14226 w 27966"/>
                <a:gd name="connsiteY0" fmla="*/ 113 h 27802"/>
                <a:gd name="connsiteX1" fmla="*/ 369 w 27966"/>
                <a:gd name="connsiteY1" fmla="*/ 14390 h 27802"/>
                <a:gd name="connsiteX2" fmla="*/ 13974 w 27966"/>
                <a:gd name="connsiteY2" fmla="*/ 27915 h 27802"/>
                <a:gd name="connsiteX3" fmla="*/ 28335 w 27966"/>
                <a:gd name="connsiteY3" fmla="*/ 14390 h 27802"/>
                <a:gd name="connsiteX4" fmla="*/ 14226 w 27966"/>
                <a:gd name="connsiteY4" fmla="*/ 113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26" y="113"/>
                  </a:moveTo>
                  <a:cubicBezTo>
                    <a:pt x="6667" y="113"/>
                    <a:pt x="369" y="6625"/>
                    <a:pt x="369" y="14390"/>
                  </a:cubicBezTo>
                  <a:cubicBezTo>
                    <a:pt x="369" y="21653"/>
                    <a:pt x="6667" y="27915"/>
                    <a:pt x="13974" y="27915"/>
                  </a:cubicBezTo>
                  <a:cubicBezTo>
                    <a:pt x="21784" y="27915"/>
                    <a:pt x="28335" y="21653"/>
                    <a:pt x="28335" y="14390"/>
                  </a:cubicBezTo>
                  <a:cubicBezTo>
                    <a:pt x="28335" y="6625"/>
                    <a:pt x="21784" y="113"/>
                    <a:pt x="14226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0" name="Freeform: Shape 3299">
              <a:extLst>
                <a:ext uri="{FF2B5EF4-FFF2-40B4-BE49-F238E27FC236}">
                  <a16:creationId xmlns:a16="http://schemas.microsoft.com/office/drawing/2014/main" id="{655C18AA-833B-5F94-FB24-418F380BEA8E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11228284" y="5069246"/>
              <a:ext cx="113880" cy="172823"/>
            </a:xfrm>
            <a:custGeom>
              <a:avLst/>
              <a:gdLst>
                <a:gd name="connsiteX0" fmla="*/ 58319 w 113880"/>
                <a:gd name="connsiteY0" fmla="*/ 113 h 172823"/>
                <a:gd name="connsiteX1" fmla="*/ 24558 w 113880"/>
                <a:gd name="connsiteY1" fmla="*/ 13137 h 172823"/>
                <a:gd name="connsiteX2" fmla="*/ 371 w 113880"/>
                <a:gd name="connsiteY2" fmla="*/ 85272 h 172823"/>
                <a:gd name="connsiteX3" fmla="*/ 20527 w 113880"/>
                <a:gd name="connsiteY3" fmla="*/ 155904 h 172823"/>
                <a:gd name="connsiteX4" fmla="*/ 57311 w 113880"/>
                <a:gd name="connsiteY4" fmla="*/ 172936 h 172823"/>
                <a:gd name="connsiteX5" fmla="*/ 90064 w 113880"/>
                <a:gd name="connsiteY5" fmla="*/ 159912 h 172823"/>
                <a:gd name="connsiteX6" fmla="*/ 114251 w 113880"/>
                <a:gd name="connsiteY6" fmla="*/ 86775 h 172823"/>
                <a:gd name="connsiteX7" fmla="*/ 58319 w 113880"/>
                <a:gd name="connsiteY7" fmla="*/ 113 h 172823"/>
                <a:gd name="connsiteX8" fmla="*/ 57563 w 113880"/>
                <a:gd name="connsiteY8" fmla="*/ 6625 h 172823"/>
                <a:gd name="connsiteX9" fmla="*/ 90064 w 113880"/>
                <a:gd name="connsiteY9" fmla="*/ 87276 h 172823"/>
                <a:gd name="connsiteX10" fmla="*/ 57311 w 113880"/>
                <a:gd name="connsiteY10" fmla="*/ 166424 h 172823"/>
                <a:gd name="connsiteX11" fmla="*/ 24558 w 113880"/>
                <a:gd name="connsiteY11" fmla="*/ 87527 h 172823"/>
                <a:gd name="connsiteX12" fmla="*/ 57563 w 113880"/>
                <a:gd name="connsiteY12" fmla="*/ 662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19" y="113"/>
                  </a:moveTo>
                  <a:cubicBezTo>
                    <a:pt x="44462" y="113"/>
                    <a:pt x="33880" y="4371"/>
                    <a:pt x="24558" y="13137"/>
                  </a:cubicBezTo>
                  <a:cubicBezTo>
                    <a:pt x="9945" y="27164"/>
                    <a:pt x="371" y="55967"/>
                    <a:pt x="371" y="85272"/>
                  </a:cubicBezTo>
                  <a:cubicBezTo>
                    <a:pt x="371" y="112573"/>
                    <a:pt x="8685" y="141878"/>
                    <a:pt x="20527" y="155904"/>
                  </a:cubicBezTo>
                  <a:cubicBezTo>
                    <a:pt x="29849" y="166925"/>
                    <a:pt x="42698" y="172936"/>
                    <a:pt x="57311" y="172936"/>
                  </a:cubicBezTo>
                  <a:cubicBezTo>
                    <a:pt x="70160" y="172936"/>
                    <a:pt x="80994" y="168678"/>
                    <a:pt x="90064" y="159912"/>
                  </a:cubicBezTo>
                  <a:cubicBezTo>
                    <a:pt x="104677" y="146136"/>
                    <a:pt x="114251" y="117082"/>
                    <a:pt x="114251" y="86775"/>
                  </a:cubicBezTo>
                  <a:cubicBezTo>
                    <a:pt x="114251" y="35429"/>
                    <a:pt x="91324" y="113"/>
                    <a:pt x="58319" y="113"/>
                  </a:cubicBezTo>
                  <a:close/>
                  <a:moveTo>
                    <a:pt x="57563" y="6625"/>
                  </a:moveTo>
                  <a:cubicBezTo>
                    <a:pt x="78727" y="6625"/>
                    <a:pt x="90064" y="34928"/>
                    <a:pt x="90064" y="87276"/>
                  </a:cubicBezTo>
                  <a:cubicBezTo>
                    <a:pt x="90064" y="139624"/>
                    <a:pt x="78978" y="166424"/>
                    <a:pt x="57311" y="166424"/>
                  </a:cubicBezTo>
                  <a:cubicBezTo>
                    <a:pt x="35644" y="166424"/>
                    <a:pt x="24558" y="139624"/>
                    <a:pt x="24558" y="87527"/>
                  </a:cubicBezTo>
                  <a:cubicBezTo>
                    <a:pt x="24558" y="34427"/>
                    <a:pt x="35896" y="6625"/>
                    <a:pt x="57563" y="66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1" name="Freeform: Shape 3300">
              <a:extLst>
                <a:ext uri="{FF2B5EF4-FFF2-40B4-BE49-F238E27FC236}">
                  <a16:creationId xmlns:a16="http://schemas.microsoft.com/office/drawing/2014/main" id="{8AB5F2C7-E7E8-187D-38B3-D7825BCD7A28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12061908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3" name="Freeform: Shape 3302">
              <a:extLst>
                <a:ext uri="{FF2B5EF4-FFF2-40B4-BE49-F238E27FC236}">
                  <a16:creationId xmlns:a16="http://schemas.microsoft.com/office/drawing/2014/main" id="{DD6CE418-2C36-49B7-DFF9-A854448CD489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12791294" y="5069246"/>
              <a:ext cx="113880" cy="172823"/>
            </a:xfrm>
            <a:custGeom>
              <a:avLst/>
              <a:gdLst>
                <a:gd name="connsiteX0" fmla="*/ 58380 w 113880"/>
                <a:gd name="connsiteY0" fmla="*/ 113 h 172823"/>
                <a:gd name="connsiteX1" fmla="*/ 24620 w 113880"/>
                <a:gd name="connsiteY1" fmla="*/ 13137 h 172823"/>
                <a:gd name="connsiteX2" fmla="*/ 433 w 113880"/>
                <a:gd name="connsiteY2" fmla="*/ 85272 h 172823"/>
                <a:gd name="connsiteX3" fmla="*/ 20588 w 113880"/>
                <a:gd name="connsiteY3" fmla="*/ 155904 h 172823"/>
                <a:gd name="connsiteX4" fmla="*/ 57373 w 113880"/>
                <a:gd name="connsiteY4" fmla="*/ 172936 h 172823"/>
                <a:gd name="connsiteX5" fmla="*/ 90126 w 113880"/>
                <a:gd name="connsiteY5" fmla="*/ 159912 h 172823"/>
                <a:gd name="connsiteX6" fmla="*/ 114313 w 113880"/>
                <a:gd name="connsiteY6" fmla="*/ 86775 h 172823"/>
                <a:gd name="connsiteX7" fmla="*/ 58380 w 113880"/>
                <a:gd name="connsiteY7" fmla="*/ 113 h 172823"/>
                <a:gd name="connsiteX8" fmla="*/ 57625 w 113880"/>
                <a:gd name="connsiteY8" fmla="*/ 6625 h 172823"/>
                <a:gd name="connsiteX9" fmla="*/ 90126 w 113880"/>
                <a:gd name="connsiteY9" fmla="*/ 87276 h 172823"/>
                <a:gd name="connsiteX10" fmla="*/ 57373 w 113880"/>
                <a:gd name="connsiteY10" fmla="*/ 166424 h 172823"/>
                <a:gd name="connsiteX11" fmla="*/ 24620 w 113880"/>
                <a:gd name="connsiteY11" fmla="*/ 87527 h 172823"/>
                <a:gd name="connsiteX12" fmla="*/ 57625 w 113880"/>
                <a:gd name="connsiteY12" fmla="*/ 662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80" y="113"/>
                  </a:moveTo>
                  <a:cubicBezTo>
                    <a:pt x="44523" y="113"/>
                    <a:pt x="33942" y="4371"/>
                    <a:pt x="24620" y="13137"/>
                  </a:cubicBezTo>
                  <a:cubicBezTo>
                    <a:pt x="10007" y="27164"/>
                    <a:pt x="433" y="55967"/>
                    <a:pt x="433" y="85272"/>
                  </a:cubicBezTo>
                  <a:cubicBezTo>
                    <a:pt x="433" y="112573"/>
                    <a:pt x="8747" y="141878"/>
                    <a:pt x="20588" y="155904"/>
                  </a:cubicBezTo>
                  <a:cubicBezTo>
                    <a:pt x="29910" y="166925"/>
                    <a:pt x="42760" y="172936"/>
                    <a:pt x="57373" y="172936"/>
                  </a:cubicBezTo>
                  <a:cubicBezTo>
                    <a:pt x="70222" y="172936"/>
                    <a:pt x="81056" y="168678"/>
                    <a:pt x="90126" y="159912"/>
                  </a:cubicBezTo>
                  <a:cubicBezTo>
                    <a:pt x="104739" y="146136"/>
                    <a:pt x="114313" y="117082"/>
                    <a:pt x="114313" y="86775"/>
                  </a:cubicBezTo>
                  <a:cubicBezTo>
                    <a:pt x="114313" y="35429"/>
                    <a:pt x="91385" y="113"/>
                    <a:pt x="58380" y="113"/>
                  </a:cubicBezTo>
                  <a:close/>
                  <a:moveTo>
                    <a:pt x="57625" y="6625"/>
                  </a:moveTo>
                  <a:cubicBezTo>
                    <a:pt x="78788" y="6625"/>
                    <a:pt x="90126" y="34928"/>
                    <a:pt x="90126" y="87276"/>
                  </a:cubicBezTo>
                  <a:cubicBezTo>
                    <a:pt x="90126" y="139624"/>
                    <a:pt x="79040" y="166424"/>
                    <a:pt x="57373" y="166424"/>
                  </a:cubicBezTo>
                  <a:cubicBezTo>
                    <a:pt x="35705" y="166424"/>
                    <a:pt x="24620" y="139624"/>
                    <a:pt x="24620" y="87527"/>
                  </a:cubicBezTo>
                  <a:cubicBezTo>
                    <a:pt x="24620" y="34427"/>
                    <a:pt x="35957" y="6625"/>
                    <a:pt x="57625" y="66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4" name="Freeform: Shape 3303">
              <a:extLst>
                <a:ext uri="{FF2B5EF4-FFF2-40B4-BE49-F238E27FC236}">
                  <a16:creationId xmlns:a16="http://schemas.microsoft.com/office/drawing/2014/main" id="{57AD0BD2-A187-6B83-AE1D-2692609F1D24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12929330" y="5213516"/>
              <a:ext cx="27966" cy="27802"/>
            </a:xfrm>
            <a:custGeom>
              <a:avLst/>
              <a:gdLst>
                <a:gd name="connsiteX0" fmla="*/ 14295 w 27966"/>
                <a:gd name="connsiteY0" fmla="*/ 113 h 27802"/>
                <a:gd name="connsiteX1" fmla="*/ 438 w 27966"/>
                <a:gd name="connsiteY1" fmla="*/ 14390 h 27802"/>
                <a:gd name="connsiteX2" fmla="*/ 14043 w 27966"/>
                <a:gd name="connsiteY2" fmla="*/ 27915 h 27802"/>
                <a:gd name="connsiteX3" fmla="*/ 28404 w 27966"/>
                <a:gd name="connsiteY3" fmla="*/ 14390 h 27802"/>
                <a:gd name="connsiteX4" fmla="*/ 14295 w 27966"/>
                <a:gd name="connsiteY4" fmla="*/ 113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95" y="113"/>
                  </a:moveTo>
                  <a:cubicBezTo>
                    <a:pt x="6736" y="113"/>
                    <a:pt x="438" y="6625"/>
                    <a:pt x="438" y="14390"/>
                  </a:cubicBezTo>
                  <a:cubicBezTo>
                    <a:pt x="438" y="21653"/>
                    <a:pt x="6736" y="27915"/>
                    <a:pt x="14043" y="27915"/>
                  </a:cubicBezTo>
                  <a:cubicBezTo>
                    <a:pt x="21853" y="27915"/>
                    <a:pt x="28404" y="21653"/>
                    <a:pt x="28404" y="14390"/>
                  </a:cubicBezTo>
                  <a:cubicBezTo>
                    <a:pt x="28404" y="6625"/>
                    <a:pt x="21853" y="113"/>
                    <a:pt x="14295" y="113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5" name="Freeform: Shape 3304">
              <a:extLst>
                <a:ext uri="{FF2B5EF4-FFF2-40B4-BE49-F238E27FC236}">
                  <a16:creationId xmlns:a16="http://schemas.microsoft.com/office/drawing/2014/main" id="{F0EBE614-E038-02CF-CFF3-C9E3AA57C228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12980963" y="5069246"/>
              <a:ext cx="113880" cy="172823"/>
            </a:xfrm>
            <a:custGeom>
              <a:avLst/>
              <a:gdLst>
                <a:gd name="connsiteX0" fmla="*/ 58388 w 113880"/>
                <a:gd name="connsiteY0" fmla="*/ 113 h 172823"/>
                <a:gd name="connsiteX1" fmla="*/ 24627 w 113880"/>
                <a:gd name="connsiteY1" fmla="*/ 13137 h 172823"/>
                <a:gd name="connsiteX2" fmla="*/ 440 w 113880"/>
                <a:gd name="connsiteY2" fmla="*/ 85272 h 172823"/>
                <a:gd name="connsiteX3" fmla="*/ 20596 w 113880"/>
                <a:gd name="connsiteY3" fmla="*/ 155904 h 172823"/>
                <a:gd name="connsiteX4" fmla="*/ 57380 w 113880"/>
                <a:gd name="connsiteY4" fmla="*/ 172936 h 172823"/>
                <a:gd name="connsiteX5" fmla="*/ 90133 w 113880"/>
                <a:gd name="connsiteY5" fmla="*/ 159912 h 172823"/>
                <a:gd name="connsiteX6" fmla="*/ 114320 w 113880"/>
                <a:gd name="connsiteY6" fmla="*/ 86775 h 172823"/>
                <a:gd name="connsiteX7" fmla="*/ 58388 w 113880"/>
                <a:gd name="connsiteY7" fmla="*/ 113 h 172823"/>
                <a:gd name="connsiteX8" fmla="*/ 57632 w 113880"/>
                <a:gd name="connsiteY8" fmla="*/ 6625 h 172823"/>
                <a:gd name="connsiteX9" fmla="*/ 90133 w 113880"/>
                <a:gd name="connsiteY9" fmla="*/ 87276 h 172823"/>
                <a:gd name="connsiteX10" fmla="*/ 57380 w 113880"/>
                <a:gd name="connsiteY10" fmla="*/ 166424 h 172823"/>
                <a:gd name="connsiteX11" fmla="*/ 24627 w 113880"/>
                <a:gd name="connsiteY11" fmla="*/ 87527 h 172823"/>
                <a:gd name="connsiteX12" fmla="*/ 57632 w 113880"/>
                <a:gd name="connsiteY12" fmla="*/ 6625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88" y="113"/>
                  </a:moveTo>
                  <a:cubicBezTo>
                    <a:pt x="44531" y="113"/>
                    <a:pt x="33949" y="4371"/>
                    <a:pt x="24627" y="13137"/>
                  </a:cubicBezTo>
                  <a:cubicBezTo>
                    <a:pt x="10014" y="27164"/>
                    <a:pt x="440" y="55967"/>
                    <a:pt x="440" y="85272"/>
                  </a:cubicBezTo>
                  <a:cubicBezTo>
                    <a:pt x="440" y="112573"/>
                    <a:pt x="8754" y="141878"/>
                    <a:pt x="20596" y="155904"/>
                  </a:cubicBezTo>
                  <a:cubicBezTo>
                    <a:pt x="29918" y="166925"/>
                    <a:pt x="42767" y="172936"/>
                    <a:pt x="57380" y="172936"/>
                  </a:cubicBezTo>
                  <a:cubicBezTo>
                    <a:pt x="70229" y="172936"/>
                    <a:pt x="81063" y="168678"/>
                    <a:pt x="90133" y="159912"/>
                  </a:cubicBezTo>
                  <a:cubicBezTo>
                    <a:pt x="104746" y="146136"/>
                    <a:pt x="114320" y="117082"/>
                    <a:pt x="114320" y="86775"/>
                  </a:cubicBezTo>
                  <a:cubicBezTo>
                    <a:pt x="114320" y="35429"/>
                    <a:pt x="91393" y="113"/>
                    <a:pt x="58388" y="113"/>
                  </a:cubicBezTo>
                  <a:close/>
                  <a:moveTo>
                    <a:pt x="57632" y="6625"/>
                  </a:moveTo>
                  <a:cubicBezTo>
                    <a:pt x="78796" y="6625"/>
                    <a:pt x="90133" y="34928"/>
                    <a:pt x="90133" y="87276"/>
                  </a:cubicBezTo>
                  <a:cubicBezTo>
                    <a:pt x="90133" y="139624"/>
                    <a:pt x="79048" y="166424"/>
                    <a:pt x="57380" y="166424"/>
                  </a:cubicBezTo>
                  <a:cubicBezTo>
                    <a:pt x="35713" y="166424"/>
                    <a:pt x="24627" y="139624"/>
                    <a:pt x="24627" y="87527"/>
                  </a:cubicBezTo>
                  <a:cubicBezTo>
                    <a:pt x="24627" y="34427"/>
                    <a:pt x="35965" y="6625"/>
                    <a:pt x="57632" y="66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6" name="Freeform: Shape 3305">
              <a:extLst>
                <a:ext uri="{FF2B5EF4-FFF2-40B4-BE49-F238E27FC236}">
                  <a16:creationId xmlns:a16="http://schemas.microsoft.com/office/drawing/2014/main" id="{D40F5E75-65DE-B328-364F-27C591F6F6D4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13814586" y="5027381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7" name="Freeform: Shape 3306">
              <a:extLst>
                <a:ext uri="{FF2B5EF4-FFF2-40B4-BE49-F238E27FC236}">
                  <a16:creationId xmlns:a16="http://schemas.microsoft.com/office/drawing/2014/main" id="{BD5ABCDC-AEFF-592C-1958-9A0E8EDF16DF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3750665" y="5329071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8" name="Freeform: Shape 3307">
              <a:extLst>
                <a:ext uri="{FF2B5EF4-FFF2-40B4-BE49-F238E27FC236}">
                  <a16:creationId xmlns:a16="http://schemas.microsoft.com/office/drawing/2014/main" id="{1DD4CF7A-60C9-5448-13AE-C8133D8DA98A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3750665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9" name="Freeform: Shape 3308">
              <a:extLst>
                <a:ext uri="{FF2B5EF4-FFF2-40B4-BE49-F238E27FC236}">
                  <a16:creationId xmlns:a16="http://schemas.microsoft.com/office/drawing/2014/main" id="{0D4CD23E-89A7-A683-AB64-CCED6FC2FA3D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4032202" y="5380992"/>
              <a:ext cx="115895" cy="169316"/>
            </a:xfrm>
            <a:custGeom>
              <a:avLst/>
              <a:gdLst>
                <a:gd name="connsiteX0" fmla="*/ 115983 w 115895"/>
                <a:gd name="connsiteY0" fmla="*/ 111584 h 169316"/>
                <a:gd name="connsiteX1" fmla="*/ 90285 w 115895"/>
                <a:gd name="connsiteY1" fmla="*/ 111584 h 169316"/>
                <a:gd name="connsiteX2" fmla="*/ 90285 w 115895"/>
                <a:gd name="connsiteY2" fmla="*/ 125 h 169316"/>
                <a:gd name="connsiteX3" fmla="*/ 79199 w 115895"/>
                <a:gd name="connsiteY3" fmla="*/ 125 h 169316"/>
                <a:gd name="connsiteX4" fmla="*/ 88 w 115895"/>
                <a:gd name="connsiteY4" fmla="*/ 111584 h 169316"/>
                <a:gd name="connsiteX5" fmla="*/ 88 w 115895"/>
                <a:gd name="connsiteY5" fmla="*/ 127614 h 169316"/>
                <a:gd name="connsiteX6" fmla="*/ 70885 w 115895"/>
                <a:gd name="connsiteY6" fmla="*/ 127614 h 169316"/>
                <a:gd name="connsiteX7" fmla="*/ 70885 w 115895"/>
                <a:gd name="connsiteY7" fmla="*/ 169442 h 169316"/>
                <a:gd name="connsiteX8" fmla="*/ 90285 w 115895"/>
                <a:gd name="connsiteY8" fmla="*/ 169442 h 169316"/>
                <a:gd name="connsiteX9" fmla="*/ 90285 w 115895"/>
                <a:gd name="connsiteY9" fmla="*/ 127614 h 169316"/>
                <a:gd name="connsiteX10" fmla="*/ 115983 w 115895"/>
                <a:gd name="connsiteY10" fmla="*/ 127614 h 169316"/>
                <a:gd name="connsiteX11" fmla="*/ 115983 w 115895"/>
                <a:gd name="connsiteY11" fmla="*/ 111584 h 169316"/>
                <a:gd name="connsiteX12" fmla="*/ 70633 w 115895"/>
                <a:gd name="connsiteY12" fmla="*/ 111584 h 169316"/>
                <a:gd name="connsiteX13" fmla="*/ 10166 w 115895"/>
                <a:gd name="connsiteY13" fmla="*/ 111584 h 169316"/>
                <a:gd name="connsiteX14" fmla="*/ 70633 w 115895"/>
                <a:gd name="connsiteY14" fmla="*/ 25673 h 169316"/>
                <a:gd name="connsiteX15" fmla="*/ 70633 w 115895"/>
                <a:gd name="connsiteY15" fmla="*/ 111584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5983" y="111584"/>
                  </a:moveTo>
                  <a:lnTo>
                    <a:pt x="90285" y="111584"/>
                  </a:lnTo>
                  <a:lnTo>
                    <a:pt x="90285" y="125"/>
                  </a:lnTo>
                  <a:lnTo>
                    <a:pt x="79199" y="125"/>
                  </a:lnTo>
                  <a:lnTo>
                    <a:pt x="88" y="111584"/>
                  </a:lnTo>
                  <a:lnTo>
                    <a:pt x="88" y="127614"/>
                  </a:lnTo>
                  <a:lnTo>
                    <a:pt x="70885" y="127614"/>
                  </a:lnTo>
                  <a:lnTo>
                    <a:pt x="70885" y="169442"/>
                  </a:lnTo>
                  <a:lnTo>
                    <a:pt x="90285" y="169442"/>
                  </a:lnTo>
                  <a:lnTo>
                    <a:pt x="90285" y="127614"/>
                  </a:lnTo>
                  <a:lnTo>
                    <a:pt x="115983" y="127614"/>
                  </a:lnTo>
                  <a:lnTo>
                    <a:pt x="115983" y="111584"/>
                  </a:lnTo>
                  <a:close/>
                  <a:moveTo>
                    <a:pt x="70633" y="111584"/>
                  </a:moveTo>
                  <a:lnTo>
                    <a:pt x="10166" y="111584"/>
                  </a:lnTo>
                  <a:lnTo>
                    <a:pt x="70633" y="25673"/>
                  </a:lnTo>
                  <a:lnTo>
                    <a:pt x="70633" y="11158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0" name="Freeform: Shape 3309">
              <a:extLst>
                <a:ext uri="{FF2B5EF4-FFF2-40B4-BE49-F238E27FC236}">
                  <a16:creationId xmlns:a16="http://schemas.microsoft.com/office/drawing/2014/main" id="{30B3B6B4-CC03-B3AD-D2D1-7D85CA8F73C7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4424023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1" name="Freeform: Shape 3310">
              <a:extLst>
                <a:ext uri="{FF2B5EF4-FFF2-40B4-BE49-F238E27FC236}">
                  <a16:creationId xmlns:a16="http://schemas.microsoft.com/office/drawing/2014/main" id="{312324D5-4BC9-6EBD-20A9-9951B605FBBE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4707576" y="5384498"/>
              <a:ext cx="108085" cy="167813"/>
            </a:xfrm>
            <a:custGeom>
              <a:avLst/>
              <a:gdLst>
                <a:gd name="connsiteX0" fmla="*/ 108199 w 108085"/>
                <a:gd name="connsiteY0" fmla="*/ 125 h 167813"/>
                <a:gd name="connsiteX1" fmla="*/ 14979 w 108085"/>
                <a:gd name="connsiteY1" fmla="*/ 125 h 167813"/>
                <a:gd name="connsiteX2" fmla="*/ 114 w 108085"/>
                <a:gd name="connsiteY2" fmla="*/ 36944 h 167813"/>
                <a:gd name="connsiteX3" fmla="*/ 4397 w 108085"/>
                <a:gd name="connsiteY3" fmla="*/ 38948 h 167813"/>
                <a:gd name="connsiteX4" fmla="*/ 33623 w 108085"/>
                <a:gd name="connsiteY4" fmla="*/ 18660 h 167813"/>
                <a:gd name="connsiteX5" fmla="*/ 88296 w 108085"/>
                <a:gd name="connsiteY5" fmla="*/ 18660 h 167813"/>
                <a:gd name="connsiteX6" fmla="*/ 38410 w 108085"/>
                <a:gd name="connsiteY6" fmla="*/ 167939 h 167813"/>
                <a:gd name="connsiteX7" fmla="*/ 54787 w 108085"/>
                <a:gd name="connsiteY7" fmla="*/ 167939 h 167813"/>
                <a:gd name="connsiteX8" fmla="*/ 108199 w 108085"/>
                <a:gd name="connsiteY8" fmla="*/ 4133 h 167813"/>
                <a:gd name="connsiteX9" fmla="*/ 108199 w 108085"/>
                <a:gd name="connsiteY9" fmla="*/ 125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199" y="125"/>
                  </a:moveTo>
                  <a:lnTo>
                    <a:pt x="14979" y="125"/>
                  </a:lnTo>
                  <a:lnTo>
                    <a:pt x="114" y="36944"/>
                  </a:lnTo>
                  <a:lnTo>
                    <a:pt x="4397" y="38948"/>
                  </a:lnTo>
                  <a:cubicBezTo>
                    <a:pt x="15231" y="21916"/>
                    <a:pt x="19766" y="18660"/>
                    <a:pt x="33623" y="18660"/>
                  </a:cubicBezTo>
                  <a:lnTo>
                    <a:pt x="88296" y="18660"/>
                  </a:lnTo>
                  <a:lnTo>
                    <a:pt x="38410" y="167939"/>
                  </a:lnTo>
                  <a:lnTo>
                    <a:pt x="54787" y="167939"/>
                  </a:lnTo>
                  <a:lnTo>
                    <a:pt x="108199" y="4133"/>
                  </a:lnTo>
                  <a:lnTo>
                    <a:pt x="108199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2" name="Freeform: Shape 3311">
              <a:extLst>
                <a:ext uri="{FF2B5EF4-FFF2-40B4-BE49-F238E27FC236}">
                  <a16:creationId xmlns:a16="http://schemas.microsoft.com/office/drawing/2014/main" id="{5CE77581-C094-32E7-2955-B9BCAC1433AF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5097382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4" name="Freeform: Shape 3313">
              <a:extLst>
                <a:ext uri="{FF2B5EF4-FFF2-40B4-BE49-F238E27FC236}">
                  <a16:creationId xmlns:a16="http://schemas.microsoft.com/office/drawing/2014/main" id="{CE15A798-F2A2-DB4B-28DA-D726B4B125BE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5287198" y="5380992"/>
              <a:ext cx="71300" cy="169316"/>
            </a:xfrm>
            <a:custGeom>
              <a:avLst/>
              <a:gdLst>
                <a:gd name="connsiteX0" fmla="*/ 45487 w 71300"/>
                <a:gd name="connsiteY0" fmla="*/ 125 h 169316"/>
                <a:gd name="connsiteX1" fmla="*/ 136 w 71300"/>
                <a:gd name="connsiteY1" fmla="*/ 22918 h 169316"/>
                <a:gd name="connsiteX2" fmla="*/ 136 w 71300"/>
                <a:gd name="connsiteY2" fmla="*/ 26425 h 169316"/>
                <a:gd name="connsiteX3" fmla="*/ 6939 w 71300"/>
                <a:gd name="connsiteY3" fmla="*/ 23669 h 169316"/>
                <a:gd name="connsiteX4" fmla="*/ 18276 w 71300"/>
                <a:gd name="connsiteY4" fmla="*/ 20914 h 169316"/>
                <a:gd name="connsiteX5" fmla="*/ 25835 w 71300"/>
                <a:gd name="connsiteY5" fmla="*/ 32686 h 169316"/>
                <a:gd name="connsiteX6" fmla="*/ 25835 w 71300"/>
                <a:gd name="connsiteY6" fmla="*/ 146149 h 169316"/>
                <a:gd name="connsiteX7" fmla="*/ 19788 w 71300"/>
                <a:gd name="connsiteY7" fmla="*/ 162429 h 169316"/>
                <a:gd name="connsiteX8" fmla="*/ 1900 w 71300"/>
                <a:gd name="connsiteY8" fmla="*/ 165685 h 169316"/>
                <a:gd name="connsiteX9" fmla="*/ 1900 w 71300"/>
                <a:gd name="connsiteY9" fmla="*/ 169442 h 169316"/>
                <a:gd name="connsiteX10" fmla="*/ 71437 w 71300"/>
                <a:gd name="connsiteY10" fmla="*/ 169442 h 169316"/>
                <a:gd name="connsiteX11" fmla="*/ 71437 w 71300"/>
                <a:gd name="connsiteY11" fmla="*/ 165685 h 169316"/>
                <a:gd name="connsiteX12" fmla="*/ 47502 w 71300"/>
                <a:gd name="connsiteY12" fmla="*/ 150907 h 169316"/>
                <a:gd name="connsiteX13" fmla="*/ 47502 w 71300"/>
                <a:gd name="connsiteY13" fmla="*/ 626 h 169316"/>
                <a:gd name="connsiteX14" fmla="*/ 45487 w 71300"/>
                <a:gd name="connsiteY14" fmla="*/ 125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487" y="125"/>
                  </a:moveTo>
                  <a:lnTo>
                    <a:pt x="136" y="22918"/>
                  </a:lnTo>
                  <a:lnTo>
                    <a:pt x="136" y="26425"/>
                  </a:lnTo>
                  <a:cubicBezTo>
                    <a:pt x="3160" y="25172"/>
                    <a:pt x="5931" y="24170"/>
                    <a:pt x="6939" y="23669"/>
                  </a:cubicBezTo>
                  <a:cubicBezTo>
                    <a:pt x="11474" y="21916"/>
                    <a:pt x="15757" y="20914"/>
                    <a:pt x="18276" y="20914"/>
                  </a:cubicBezTo>
                  <a:cubicBezTo>
                    <a:pt x="23567" y="20914"/>
                    <a:pt x="25835" y="24671"/>
                    <a:pt x="25835" y="32686"/>
                  </a:cubicBezTo>
                  <a:lnTo>
                    <a:pt x="25835" y="146149"/>
                  </a:lnTo>
                  <a:cubicBezTo>
                    <a:pt x="25835" y="154414"/>
                    <a:pt x="23819" y="160175"/>
                    <a:pt x="19788" y="162429"/>
                  </a:cubicBezTo>
                  <a:cubicBezTo>
                    <a:pt x="16009" y="164683"/>
                    <a:pt x="12482" y="165435"/>
                    <a:pt x="1900" y="165685"/>
                  </a:cubicBezTo>
                  <a:lnTo>
                    <a:pt x="1900" y="169442"/>
                  </a:lnTo>
                  <a:lnTo>
                    <a:pt x="71437" y="169442"/>
                  </a:lnTo>
                  <a:lnTo>
                    <a:pt x="71437" y="165685"/>
                  </a:lnTo>
                  <a:cubicBezTo>
                    <a:pt x="51533" y="165435"/>
                    <a:pt x="47502" y="162930"/>
                    <a:pt x="47502" y="150907"/>
                  </a:cubicBezTo>
                  <a:lnTo>
                    <a:pt x="47502" y="626"/>
                  </a:lnTo>
                  <a:lnTo>
                    <a:pt x="45487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5" name="Freeform: Shape 3314">
              <a:extLst>
                <a:ext uri="{FF2B5EF4-FFF2-40B4-BE49-F238E27FC236}">
                  <a16:creationId xmlns:a16="http://schemas.microsoft.com/office/drawing/2014/main" id="{710CC60B-9D49-1AE8-F479-5134A0294DEB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>
            <a:xfrm>
              <a:off x="5393740" y="5377986"/>
              <a:ext cx="102290" cy="175828"/>
            </a:xfrm>
            <a:custGeom>
              <a:avLst/>
              <a:gdLst>
                <a:gd name="connsiteX0" fmla="*/ 37681 w 102290"/>
                <a:gd name="connsiteY0" fmla="*/ 26425 h 175828"/>
                <a:gd name="connsiteX1" fmla="*/ 87063 w 102290"/>
                <a:gd name="connsiteY1" fmla="*/ 26425 h 175828"/>
                <a:gd name="connsiteX2" fmla="*/ 92858 w 102290"/>
                <a:gd name="connsiteY2" fmla="*/ 24170 h 175828"/>
                <a:gd name="connsiteX3" fmla="*/ 102432 w 102290"/>
                <a:gd name="connsiteY3" fmla="*/ 1879 h 175828"/>
                <a:gd name="connsiteX4" fmla="*/ 100164 w 102290"/>
                <a:gd name="connsiteY4" fmla="*/ 125 h 175828"/>
                <a:gd name="connsiteX5" fmla="*/ 88575 w 102290"/>
                <a:gd name="connsiteY5" fmla="*/ 6638 h 175828"/>
                <a:gd name="connsiteX6" fmla="*/ 35918 w 102290"/>
                <a:gd name="connsiteY6" fmla="*/ 6638 h 175828"/>
                <a:gd name="connsiteX7" fmla="*/ 8455 w 102290"/>
                <a:gd name="connsiteY7" fmla="*/ 65999 h 175828"/>
                <a:gd name="connsiteX8" fmla="*/ 8203 w 102290"/>
                <a:gd name="connsiteY8" fmla="*/ 67251 h 175828"/>
                <a:gd name="connsiteX9" fmla="*/ 11227 w 102290"/>
                <a:gd name="connsiteY9" fmla="*/ 69255 h 175828"/>
                <a:gd name="connsiteX10" fmla="*/ 39697 w 102290"/>
                <a:gd name="connsiteY10" fmla="*/ 74264 h 175828"/>
                <a:gd name="connsiteX11" fmla="*/ 82024 w 102290"/>
                <a:gd name="connsiteY11" fmla="*/ 123857 h 175828"/>
                <a:gd name="connsiteX12" fmla="*/ 47003 w 102290"/>
                <a:gd name="connsiteY12" fmla="*/ 166687 h 175828"/>
                <a:gd name="connsiteX13" fmla="*/ 30123 w 102290"/>
                <a:gd name="connsiteY13" fmla="*/ 159423 h 175828"/>
                <a:gd name="connsiteX14" fmla="*/ 10975 w 102290"/>
                <a:gd name="connsiteY14" fmla="*/ 151158 h 175828"/>
                <a:gd name="connsiteX15" fmla="*/ 141 w 102290"/>
                <a:gd name="connsiteY15" fmla="*/ 160425 h 175828"/>
                <a:gd name="connsiteX16" fmla="*/ 30879 w 102290"/>
                <a:gd name="connsiteY16" fmla="*/ 175954 h 175828"/>
                <a:gd name="connsiteX17" fmla="*/ 82780 w 102290"/>
                <a:gd name="connsiteY17" fmla="*/ 156418 h 175828"/>
                <a:gd name="connsiteX18" fmla="*/ 99660 w 102290"/>
                <a:gd name="connsiteY18" fmla="*/ 111834 h 175828"/>
                <a:gd name="connsiteX19" fmla="*/ 82276 w 102290"/>
                <a:gd name="connsiteY19" fmla="*/ 69756 h 175828"/>
                <a:gd name="connsiteX20" fmla="*/ 27099 w 102290"/>
                <a:gd name="connsiteY20" fmla="*/ 47714 h 175828"/>
                <a:gd name="connsiteX21" fmla="*/ 37681 w 102290"/>
                <a:gd name="connsiteY21" fmla="*/ 26425 h 1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290" h="175828">
                  <a:moveTo>
                    <a:pt x="37681" y="26425"/>
                  </a:moveTo>
                  <a:lnTo>
                    <a:pt x="87063" y="26425"/>
                  </a:lnTo>
                  <a:cubicBezTo>
                    <a:pt x="91094" y="26425"/>
                    <a:pt x="92102" y="25924"/>
                    <a:pt x="92858" y="24170"/>
                  </a:cubicBezTo>
                  <a:lnTo>
                    <a:pt x="102432" y="1879"/>
                  </a:lnTo>
                  <a:lnTo>
                    <a:pt x="100164" y="125"/>
                  </a:lnTo>
                  <a:cubicBezTo>
                    <a:pt x="96385" y="5385"/>
                    <a:pt x="93865" y="6638"/>
                    <a:pt x="88575" y="6638"/>
                  </a:cubicBezTo>
                  <a:lnTo>
                    <a:pt x="35918" y="6638"/>
                  </a:lnTo>
                  <a:lnTo>
                    <a:pt x="8455" y="65999"/>
                  </a:lnTo>
                  <a:cubicBezTo>
                    <a:pt x="8203" y="66500"/>
                    <a:pt x="8203" y="66750"/>
                    <a:pt x="8203" y="67251"/>
                  </a:cubicBezTo>
                  <a:cubicBezTo>
                    <a:pt x="8203" y="68503"/>
                    <a:pt x="9211" y="69255"/>
                    <a:pt x="11227" y="69255"/>
                  </a:cubicBezTo>
                  <a:cubicBezTo>
                    <a:pt x="19289" y="69255"/>
                    <a:pt x="29367" y="71008"/>
                    <a:pt x="39697" y="74264"/>
                  </a:cubicBezTo>
                  <a:cubicBezTo>
                    <a:pt x="68671" y="83531"/>
                    <a:pt x="82024" y="99060"/>
                    <a:pt x="82024" y="123857"/>
                  </a:cubicBezTo>
                  <a:cubicBezTo>
                    <a:pt x="82024" y="147902"/>
                    <a:pt x="66655" y="166687"/>
                    <a:pt x="47003" y="166687"/>
                  </a:cubicBezTo>
                  <a:cubicBezTo>
                    <a:pt x="41964" y="166687"/>
                    <a:pt x="37681" y="164934"/>
                    <a:pt x="30123" y="159423"/>
                  </a:cubicBezTo>
                  <a:cubicBezTo>
                    <a:pt x="22061" y="153663"/>
                    <a:pt x="16266" y="151158"/>
                    <a:pt x="10975" y="151158"/>
                  </a:cubicBezTo>
                  <a:cubicBezTo>
                    <a:pt x="3668" y="151158"/>
                    <a:pt x="141" y="154164"/>
                    <a:pt x="141" y="160425"/>
                  </a:cubicBezTo>
                  <a:cubicBezTo>
                    <a:pt x="141" y="169943"/>
                    <a:pt x="11983" y="175954"/>
                    <a:pt x="30879" y="175954"/>
                  </a:cubicBezTo>
                  <a:cubicBezTo>
                    <a:pt x="52042" y="175954"/>
                    <a:pt x="70182" y="169192"/>
                    <a:pt x="82780" y="156418"/>
                  </a:cubicBezTo>
                  <a:cubicBezTo>
                    <a:pt x="94369" y="145147"/>
                    <a:pt x="99660" y="130870"/>
                    <a:pt x="99660" y="111834"/>
                  </a:cubicBezTo>
                  <a:cubicBezTo>
                    <a:pt x="99660" y="93801"/>
                    <a:pt x="94873" y="82279"/>
                    <a:pt x="82276" y="69756"/>
                  </a:cubicBezTo>
                  <a:cubicBezTo>
                    <a:pt x="71190" y="58735"/>
                    <a:pt x="56829" y="52974"/>
                    <a:pt x="27099" y="47714"/>
                  </a:cubicBezTo>
                  <a:lnTo>
                    <a:pt x="37681" y="264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6" name="Freeform: Shape 3315">
              <a:extLst>
                <a:ext uri="{FF2B5EF4-FFF2-40B4-BE49-F238E27FC236}">
                  <a16:creationId xmlns:a16="http://schemas.microsoft.com/office/drawing/2014/main" id="{6BAA9168-F0E5-1490-90E5-6D770850290D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>
            <a:xfrm>
              <a:off x="5529760" y="5525262"/>
              <a:ext cx="27966" cy="27802"/>
            </a:xfrm>
            <a:custGeom>
              <a:avLst/>
              <a:gdLst>
                <a:gd name="connsiteX0" fmla="*/ 14003 w 27966"/>
                <a:gd name="connsiteY0" fmla="*/ 125 h 27802"/>
                <a:gd name="connsiteX1" fmla="*/ 146 w 27966"/>
                <a:gd name="connsiteY1" fmla="*/ 14402 h 27802"/>
                <a:gd name="connsiteX2" fmla="*/ 13751 w 27966"/>
                <a:gd name="connsiteY2" fmla="*/ 27927 h 27802"/>
                <a:gd name="connsiteX3" fmla="*/ 28112 w 27966"/>
                <a:gd name="connsiteY3" fmla="*/ 14402 h 27802"/>
                <a:gd name="connsiteX4" fmla="*/ 14003 w 27966"/>
                <a:gd name="connsiteY4" fmla="*/ 125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03" y="125"/>
                  </a:moveTo>
                  <a:cubicBezTo>
                    <a:pt x="6445" y="125"/>
                    <a:pt x="146" y="6638"/>
                    <a:pt x="146" y="14402"/>
                  </a:cubicBezTo>
                  <a:cubicBezTo>
                    <a:pt x="146" y="21666"/>
                    <a:pt x="6445" y="27927"/>
                    <a:pt x="13751" y="27927"/>
                  </a:cubicBezTo>
                  <a:cubicBezTo>
                    <a:pt x="21562" y="27927"/>
                    <a:pt x="28112" y="21666"/>
                    <a:pt x="28112" y="14402"/>
                  </a:cubicBezTo>
                  <a:cubicBezTo>
                    <a:pt x="28112" y="6638"/>
                    <a:pt x="21562" y="125"/>
                    <a:pt x="14003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7" name="Freeform: Shape 3316">
              <a:extLst>
                <a:ext uri="{FF2B5EF4-FFF2-40B4-BE49-F238E27FC236}">
                  <a16:creationId xmlns:a16="http://schemas.microsoft.com/office/drawing/2014/main" id="{1600619B-B1CE-3635-CC50-1278C4FFFF3B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>
            <a:xfrm>
              <a:off x="5582905" y="5380992"/>
              <a:ext cx="112116" cy="169316"/>
            </a:xfrm>
            <a:custGeom>
              <a:avLst/>
              <a:gdLst>
                <a:gd name="connsiteX0" fmla="*/ 112265 w 112116"/>
                <a:gd name="connsiteY0" fmla="*/ 135128 h 169316"/>
                <a:gd name="connsiteX1" fmla="*/ 108990 w 112116"/>
                <a:gd name="connsiteY1" fmla="*/ 133876 h 169316"/>
                <a:gd name="connsiteX2" fmla="*/ 85055 w 112116"/>
                <a:gd name="connsiteY2" fmla="*/ 150407 h 169316"/>
                <a:gd name="connsiteX3" fmla="*/ 24839 w 112116"/>
                <a:gd name="connsiteY3" fmla="*/ 150407 h 169316"/>
                <a:gd name="connsiteX4" fmla="*/ 67166 w 112116"/>
                <a:gd name="connsiteY4" fmla="*/ 106324 h 169316"/>
                <a:gd name="connsiteX5" fmla="*/ 99416 w 112116"/>
                <a:gd name="connsiteY5" fmla="*/ 44458 h 169316"/>
                <a:gd name="connsiteX6" fmla="*/ 52805 w 112116"/>
                <a:gd name="connsiteY6" fmla="*/ 125 h 169316"/>
                <a:gd name="connsiteX7" fmla="*/ 16525 w 112116"/>
                <a:gd name="connsiteY7" fmla="*/ 15654 h 169316"/>
                <a:gd name="connsiteX8" fmla="*/ 401 w 112116"/>
                <a:gd name="connsiteY8" fmla="*/ 49969 h 169316"/>
                <a:gd name="connsiteX9" fmla="*/ 5691 w 112116"/>
                <a:gd name="connsiteY9" fmla="*/ 51221 h 169316"/>
                <a:gd name="connsiteX10" fmla="*/ 42224 w 112116"/>
                <a:gd name="connsiteY10" fmla="*/ 18660 h 169316"/>
                <a:gd name="connsiteX11" fmla="*/ 77748 w 112116"/>
                <a:gd name="connsiteY11" fmla="*/ 53976 h 169316"/>
                <a:gd name="connsiteX12" fmla="*/ 44995 w 112116"/>
                <a:gd name="connsiteY12" fmla="*/ 119098 h 169316"/>
                <a:gd name="connsiteX13" fmla="*/ 149 w 112116"/>
                <a:gd name="connsiteY13" fmla="*/ 166437 h 169316"/>
                <a:gd name="connsiteX14" fmla="*/ 149 w 112116"/>
                <a:gd name="connsiteY14" fmla="*/ 169442 h 169316"/>
                <a:gd name="connsiteX15" fmla="*/ 98408 w 112116"/>
                <a:gd name="connsiteY15" fmla="*/ 169442 h 169316"/>
                <a:gd name="connsiteX16" fmla="*/ 112265 w 112116"/>
                <a:gd name="connsiteY16" fmla="*/ 13512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265" y="135128"/>
                  </a:moveTo>
                  <a:lnTo>
                    <a:pt x="108990" y="133876"/>
                  </a:lnTo>
                  <a:cubicBezTo>
                    <a:pt x="99668" y="148152"/>
                    <a:pt x="96392" y="150407"/>
                    <a:pt x="85055" y="150407"/>
                  </a:cubicBezTo>
                  <a:lnTo>
                    <a:pt x="24839" y="150407"/>
                  </a:lnTo>
                  <a:lnTo>
                    <a:pt x="67166" y="106324"/>
                  </a:lnTo>
                  <a:cubicBezTo>
                    <a:pt x="89590" y="83030"/>
                    <a:pt x="99416" y="63995"/>
                    <a:pt x="99416" y="44458"/>
                  </a:cubicBezTo>
                  <a:cubicBezTo>
                    <a:pt x="99416" y="19411"/>
                    <a:pt x="79008" y="125"/>
                    <a:pt x="52805" y="125"/>
                  </a:cubicBezTo>
                  <a:cubicBezTo>
                    <a:pt x="38948" y="125"/>
                    <a:pt x="25847" y="5636"/>
                    <a:pt x="16525" y="15654"/>
                  </a:cubicBezTo>
                  <a:cubicBezTo>
                    <a:pt x="8463" y="24170"/>
                    <a:pt x="4684" y="32185"/>
                    <a:pt x="401" y="49969"/>
                  </a:cubicBezTo>
                  <a:lnTo>
                    <a:pt x="5691" y="51221"/>
                  </a:lnTo>
                  <a:cubicBezTo>
                    <a:pt x="15769" y="26675"/>
                    <a:pt x="24839" y="18660"/>
                    <a:pt x="42224" y="18660"/>
                  </a:cubicBezTo>
                  <a:cubicBezTo>
                    <a:pt x="63387" y="18660"/>
                    <a:pt x="77748" y="32937"/>
                    <a:pt x="77748" y="53976"/>
                  </a:cubicBezTo>
                  <a:cubicBezTo>
                    <a:pt x="77748" y="73513"/>
                    <a:pt x="66159" y="96806"/>
                    <a:pt x="44995" y="119098"/>
                  </a:cubicBezTo>
                  <a:lnTo>
                    <a:pt x="149" y="166437"/>
                  </a:lnTo>
                  <a:lnTo>
                    <a:pt x="149" y="169442"/>
                  </a:lnTo>
                  <a:lnTo>
                    <a:pt x="98408" y="169442"/>
                  </a:lnTo>
                  <a:lnTo>
                    <a:pt x="112265" y="13512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8" name="Freeform: Shape 3317">
              <a:extLst>
                <a:ext uri="{FF2B5EF4-FFF2-40B4-BE49-F238E27FC236}">
                  <a16:creationId xmlns:a16="http://schemas.microsoft.com/office/drawing/2014/main" id="{14BF2812-30B1-6BB5-4F30-DBCB053E3E8F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>
            <a:xfrm>
              <a:off x="5770740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5 w 10115"/>
                <a:gd name="connsiteY1" fmla="*/ 0 h 301689"/>
                <a:gd name="connsiteX2" fmla="*/ 10115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5" y="0"/>
                  </a:lnTo>
                  <a:lnTo>
                    <a:pt x="10115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0" name="Freeform: Shape 3319">
              <a:extLst>
                <a:ext uri="{FF2B5EF4-FFF2-40B4-BE49-F238E27FC236}">
                  <a16:creationId xmlns:a16="http://schemas.microsoft.com/office/drawing/2014/main" id="{C4E00837-861F-B80F-D30A-B17C2FC768EB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>
            <a:xfrm>
              <a:off x="6035827" y="5380992"/>
              <a:ext cx="71300" cy="169316"/>
            </a:xfrm>
            <a:custGeom>
              <a:avLst/>
              <a:gdLst>
                <a:gd name="connsiteX0" fmla="*/ 45516 w 71300"/>
                <a:gd name="connsiteY0" fmla="*/ 125 h 169316"/>
                <a:gd name="connsiteX1" fmla="*/ 166 w 71300"/>
                <a:gd name="connsiteY1" fmla="*/ 22918 h 169316"/>
                <a:gd name="connsiteX2" fmla="*/ 166 w 71300"/>
                <a:gd name="connsiteY2" fmla="*/ 26425 h 169316"/>
                <a:gd name="connsiteX3" fmla="*/ 6968 w 71300"/>
                <a:gd name="connsiteY3" fmla="*/ 23669 h 169316"/>
                <a:gd name="connsiteX4" fmla="*/ 18306 w 71300"/>
                <a:gd name="connsiteY4" fmla="*/ 20914 h 169316"/>
                <a:gd name="connsiteX5" fmla="*/ 25864 w 71300"/>
                <a:gd name="connsiteY5" fmla="*/ 32686 h 169316"/>
                <a:gd name="connsiteX6" fmla="*/ 25864 w 71300"/>
                <a:gd name="connsiteY6" fmla="*/ 146149 h 169316"/>
                <a:gd name="connsiteX7" fmla="*/ 19817 w 71300"/>
                <a:gd name="connsiteY7" fmla="*/ 162429 h 169316"/>
                <a:gd name="connsiteX8" fmla="*/ 1929 w 71300"/>
                <a:gd name="connsiteY8" fmla="*/ 165685 h 169316"/>
                <a:gd name="connsiteX9" fmla="*/ 1929 w 71300"/>
                <a:gd name="connsiteY9" fmla="*/ 169442 h 169316"/>
                <a:gd name="connsiteX10" fmla="*/ 71467 w 71300"/>
                <a:gd name="connsiteY10" fmla="*/ 169442 h 169316"/>
                <a:gd name="connsiteX11" fmla="*/ 71467 w 71300"/>
                <a:gd name="connsiteY11" fmla="*/ 165685 h 169316"/>
                <a:gd name="connsiteX12" fmla="*/ 47532 w 71300"/>
                <a:gd name="connsiteY12" fmla="*/ 150907 h 169316"/>
                <a:gd name="connsiteX13" fmla="*/ 47532 w 71300"/>
                <a:gd name="connsiteY13" fmla="*/ 626 h 169316"/>
                <a:gd name="connsiteX14" fmla="*/ 45516 w 71300"/>
                <a:gd name="connsiteY14" fmla="*/ 125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516" y="125"/>
                  </a:moveTo>
                  <a:lnTo>
                    <a:pt x="166" y="22918"/>
                  </a:lnTo>
                  <a:lnTo>
                    <a:pt x="166" y="26425"/>
                  </a:lnTo>
                  <a:cubicBezTo>
                    <a:pt x="3189" y="25172"/>
                    <a:pt x="5960" y="24170"/>
                    <a:pt x="6968" y="23669"/>
                  </a:cubicBezTo>
                  <a:cubicBezTo>
                    <a:pt x="11503" y="21916"/>
                    <a:pt x="15786" y="20914"/>
                    <a:pt x="18306" y="20914"/>
                  </a:cubicBezTo>
                  <a:cubicBezTo>
                    <a:pt x="23597" y="20914"/>
                    <a:pt x="25864" y="24671"/>
                    <a:pt x="25864" y="32686"/>
                  </a:cubicBezTo>
                  <a:lnTo>
                    <a:pt x="25864" y="146149"/>
                  </a:lnTo>
                  <a:cubicBezTo>
                    <a:pt x="25864" y="154414"/>
                    <a:pt x="23849" y="160175"/>
                    <a:pt x="19817" y="162429"/>
                  </a:cubicBezTo>
                  <a:cubicBezTo>
                    <a:pt x="16038" y="164683"/>
                    <a:pt x="12511" y="165435"/>
                    <a:pt x="1929" y="165685"/>
                  </a:cubicBezTo>
                  <a:lnTo>
                    <a:pt x="1929" y="169442"/>
                  </a:lnTo>
                  <a:lnTo>
                    <a:pt x="71467" y="169442"/>
                  </a:lnTo>
                  <a:lnTo>
                    <a:pt x="71467" y="165685"/>
                  </a:lnTo>
                  <a:cubicBezTo>
                    <a:pt x="51563" y="165435"/>
                    <a:pt x="47532" y="162930"/>
                    <a:pt x="47532" y="150907"/>
                  </a:cubicBezTo>
                  <a:lnTo>
                    <a:pt x="47532" y="626"/>
                  </a:lnTo>
                  <a:lnTo>
                    <a:pt x="45516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1" name="Freeform: Shape 3320">
              <a:extLst>
                <a:ext uri="{FF2B5EF4-FFF2-40B4-BE49-F238E27FC236}">
                  <a16:creationId xmlns:a16="http://schemas.microsoft.com/office/drawing/2014/main" id="{4294E045-F55E-647A-22F2-09A0F844088A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>
            <a:xfrm>
              <a:off x="6151943" y="5525262"/>
              <a:ext cx="27966" cy="27802"/>
            </a:xfrm>
            <a:custGeom>
              <a:avLst/>
              <a:gdLst>
                <a:gd name="connsiteX0" fmla="*/ 14028 w 27966"/>
                <a:gd name="connsiteY0" fmla="*/ 125 h 27802"/>
                <a:gd name="connsiteX1" fmla="*/ 171 w 27966"/>
                <a:gd name="connsiteY1" fmla="*/ 14402 h 27802"/>
                <a:gd name="connsiteX2" fmla="*/ 13776 w 27966"/>
                <a:gd name="connsiteY2" fmla="*/ 27927 h 27802"/>
                <a:gd name="connsiteX3" fmla="*/ 28137 w 27966"/>
                <a:gd name="connsiteY3" fmla="*/ 14402 h 27802"/>
                <a:gd name="connsiteX4" fmla="*/ 14028 w 27966"/>
                <a:gd name="connsiteY4" fmla="*/ 125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28" y="125"/>
                  </a:moveTo>
                  <a:cubicBezTo>
                    <a:pt x="6469" y="125"/>
                    <a:pt x="171" y="6638"/>
                    <a:pt x="171" y="14402"/>
                  </a:cubicBezTo>
                  <a:cubicBezTo>
                    <a:pt x="171" y="21666"/>
                    <a:pt x="6469" y="27927"/>
                    <a:pt x="13776" y="27927"/>
                  </a:cubicBezTo>
                  <a:cubicBezTo>
                    <a:pt x="21586" y="27927"/>
                    <a:pt x="28137" y="21666"/>
                    <a:pt x="28137" y="14402"/>
                  </a:cubicBezTo>
                  <a:cubicBezTo>
                    <a:pt x="28137" y="6638"/>
                    <a:pt x="21586" y="125"/>
                    <a:pt x="14028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2" name="Freeform: Shape 3321">
              <a:extLst>
                <a:ext uri="{FF2B5EF4-FFF2-40B4-BE49-F238E27FC236}">
                  <a16:creationId xmlns:a16="http://schemas.microsoft.com/office/drawing/2014/main" id="{BB8D4E23-8527-EBA0-69AE-2BCF454B9952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>
            <a:xfrm>
              <a:off x="6205088" y="5380992"/>
              <a:ext cx="108085" cy="174827"/>
            </a:xfrm>
            <a:custGeom>
              <a:avLst/>
              <a:gdLst>
                <a:gd name="connsiteX0" fmla="*/ 7480 w 108085"/>
                <a:gd name="connsiteY0" fmla="*/ 174952 h 174827"/>
                <a:gd name="connsiteX1" fmla="*/ 66687 w 108085"/>
                <a:gd name="connsiteY1" fmla="*/ 154664 h 174827"/>
                <a:gd name="connsiteX2" fmla="*/ 108258 w 108085"/>
                <a:gd name="connsiteY2" fmla="*/ 70758 h 174827"/>
                <a:gd name="connsiteX3" fmla="*/ 52578 w 108085"/>
                <a:gd name="connsiteY3" fmla="*/ 125 h 174827"/>
                <a:gd name="connsiteX4" fmla="*/ 173 w 108085"/>
                <a:gd name="connsiteY4" fmla="*/ 59236 h 174827"/>
                <a:gd name="connsiteX5" fmla="*/ 45524 w 108085"/>
                <a:gd name="connsiteY5" fmla="*/ 110081 h 174827"/>
                <a:gd name="connsiteX6" fmla="*/ 83316 w 108085"/>
                <a:gd name="connsiteY6" fmla="*/ 95804 h 174827"/>
                <a:gd name="connsiteX7" fmla="*/ 6724 w 108085"/>
                <a:gd name="connsiteY7" fmla="*/ 169943 h 174827"/>
                <a:gd name="connsiteX8" fmla="*/ 7480 w 108085"/>
                <a:gd name="connsiteY8" fmla="*/ 174952 h 174827"/>
                <a:gd name="connsiteX9" fmla="*/ 83819 w 108085"/>
                <a:gd name="connsiteY9" fmla="*/ 80526 h 174827"/>
                <a:gd name="connsiteX10" fmla="*/ 80040 w 108085"/>
                <a:gd name="connsiteY10" fmla="*/ 90044 h 174827"/>
                <a:gd name="connsiteX11" fmla="*/ 54594 w 108085"/>
                <a:gd name="connsiteY11" fmla="*/ 99311 h 174827"/>
                <a:gd name="connsiteX12" fmla="*/ 23352 w 108085"/>
                <a:gd name="connsiteY12" fmla="*/ 50720 h 174827"/>
                <a:gd name="connsiteX13" fmla="*/ 32674 w 108085"/>
                <a:gd name="connsiteY13" fmla="*/ 14903 h 174827"/>
                <a:gd name="connsiteX14" fmla="*/ 50562 w 108085"/>
                <a:gd name="connsiteY14" fmla="*/ 7138 h 174827"/>
                <a:gd name="connsiteX15" fmla="*/ 83819 w 108085"/>
                <a:gd name="connsiteY15" fmla="*/ 70758 h 174827"/>
                <a:gd name="connsiteX16" fmla="*/ 83819 w 108085"/>
                <a:gd name="connsiteY16" fmla="*/ 80526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085" h="174827">
                  <a:moveTo>
                    <a:pt x="7480" y="174952"/>
                  </a:moveTo>
                  <a:cubicBezTo>
                    <a:pt x="35698" y="171696"/>
                    <a:pt x="49555" y="166937"/>
                    <a:pt x="66687" y="154664"/>
                  </a:cubicBezTo>
                  <a:cubicBezTo>
                    <a:pt x="92890" y="135629"/>
                    <a:pt x="108258" y="104571"/>
                    <a:pt x="108258" y="70758"/>
                  </a:cubicBezTo>
                  <a:cubicBezTo>
                    <a:pt x="108258" y="29430"/>
                    <a:pt x="85079" y="125"/>
                    <a:pt x="52578" y="125"/>
                  </a:cubicBezTo>
                  <a:cubicBezTo>
                    <a:pt x="22596" y="125"/>
                    <a:pt x="173" y="25423"/>
                    <a:pt x="173" y="59236"/>
                  </a:cubicBezTo>
                  <a:cubicBezTo>
                    <a:pt x="173" y="89793"/>
                    <a:pt x="18313" y="110081"/>
                    <a:pt x="45524" y="110081"/>
                  </a:cubicBezTo>
                  <a:cubicBezTo>
                    <a:pt x="59381" y="110081"/>
                    <a:pt x="69962" y="106074"/>
                    <a:pt x="83316" y="95804"/>
                  </a:cubicBezTo>
                  <a:cubicBezTo>
                    <a:pt x="72986" y="136631"/>
                    <a:pt x="45020" y="163431"/>
                    <a:pt x="6724" y="169943"/>
                  </a:cubicBezTo>
                  <a:lnTo>
                    <a:pt x="7480" y="174952"/>
                  </a:lnTo>
                  <a:close/>
                  <a:moveTo>
                    <a:pt x="83819" y="80526"/>
                  </a:moveTo>
                  <a:cubicBezTo>
                    <a:pt x="83819" y="85535"/>
                    <a:pt x="82812" y="87789"/>
                    <a:pt x="80040" y="90044"/>
                  </a:cubicBezTo>
                  <a:cubicBezTo>
                    <a:pt x="72986" y="96055"/>
                    <a:pt x="63664" y="99311"/>
                    <a:pt x="54594" y="99311"/>
                  </a:cubicBezTo>
                  <a:cubicBezTo>
                    <a:pt x="35446" y="99311"/>
                    <a:pt x="23352" y="80526"/>
                    <a:pt x="23352" y="50720"/>
                  </a:cubicBezTo>
                  <a:cubicBezTo>
                    <a:pt x="23352" y="36443"/>
                    <a:pt x="27383" y="21415"/>
                    <a:pt x="32674" y="14903"/>
                  </a:cubicBezTo>
                  <a:cubicBezTo>
                    <a:pt x="36957" y="9894"/>
                    <a:pt x="43256" y="7138"/>
                    <a:pt x="50562" y="7138"/>
                  </a:cubicBezTo>
                  <a:cubicBezTo>
                    <a:pt x="72482" y="7138"/>
                    <a:pt x="83819" y="28679"/>
                    <a:pt x="83819" y="70758"/>
                  </a:cubicBezTo>
                  <a:lnTo>
                    <a:pt x="83819" y="8052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3" name="Freeform: Shape 3322">
              <a:extLst>
                <a:ext uri="{FF2B5EF4-FFF2-40B4-BE49-F238E27FC236}">
                  <a16:creationId xmlns:a16="http://schemas.microsoft.com/office/drawing/2014/main" id="{DA05B447-0947-0F25-A100-A0EA3587164C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>
            <a:xfrm>
              <a:off x="6326999" y="5380992"/>
              <a:ext cx="115895" cy="169316"/>
            </a:xfrm>
            <a:custGeom>
              <a:avLst/>
              <a:gdLst>
                <a:gd name="connsiteX0" fmla="*/ 116074 w 115895"/>
                <a:gd name="connsiteY0" fmla="*/ 111584 h 169316"/>
                <a:gd name="connsiteX1" fmla="*/ 90375 w 115895"/>
                <a:gd name="connsiteY1" fmla="*/ 111584 h 169316"/>
                <a:gd name="connsiteX2" fmla="*/ 90375 w 115895"/>
                <a:gd name="connsiteY2" fmla="*/ 125 h 169316"/>
                <a:gd name="connsiteX3" fmla="*/ 79289 w 115895"/>
                <a:gd name="connsiteY3" fmla="*/ 125 h 169316"/>
                <a:gd name="connsiteX4" fmla="*/ 178 w 115895"/>
                <a:gd name="connsiteY4" fmla="*/ 111584 h 169316"/>
                <a:gd name="connsiteX5" fmla="*/ 178 w 115895"/>
                <a:gd name="connsiteY5" fmla="*/ 127614 h 169316"/>
                <a:gd name="connsiteX6" fmla="*/ 70975 w 115895"/>
                <a:gd name="connsiteY6" fmla="*/ 127614 h 169316"/>
                <a:gd name="connsiteX7" fmla="*/ 70975 w 115895"/>
                <a:gd name="connsiteY7" fmla="*/ 169442 h 169316"/>
                <a:gd name="connsiteX8" fmla="*/ 90375 w 115895"/>
                <a:gd name="connsiteY8" fmla="*/ 169442 h 169316"/>
                <a:gd name="connsiteX9" fmla="*/ 90375 w 115895"/>
                <a:gd name="connsiteY9" fmla="*/ 127614 h 169316"/>
                <a:gd name="connsiteX10" fmla="*/ 116074 w 115895"/>
                <a:gd name="connsiteY10" fmla="*/ 127614 h 169316"/>
                <a:gd name="connsiteX11" fmla="*/ 116074 w 115895"/>
                <a:gd name="connsiteY11" fmla="*/ 111584 h 169316"/>
                <a:gd name="connsiteX12" fmla="*/ 70723 w 115895"/>
                <a:gd name="connsiteY12" fmla="*/ 111584 h 169316"/>
                <a:gd name="connsiteX13" fmla="*/ 10256 w 115895"/>
                <a:gd name="connsiteY13" fmla="*/ 111584 h 169316"/>
                <a:gd name="connsiteX14" fmla="*/ 70723 w 115895"/>
                <a:gd name="connsiteY14" fmla="*/ 25673 h 169316"/>
                <a:gd name="connsiteX15" fmla="*/ 70723 w 115895"/>
                <a:gd name="connsiteY15" fmla="*/ 111584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895" h="169316">
                  <a:moveTo>
                    <a:pt x="116074" y="111584"/>
                  </a:moveTo>
                  <a:lnTo>
                    <a:pt x="90375" y="111584"/>
                  </a:lnTo>
                  <a:lnTo>
                    <a:pt x="90375" y="125"/>
                  </a:lnTo>
                  <a:lnTo>
                    <a:pt x="79289" y="125"/>
                  </a:lnTo>
                  <a:lnTo>
                    <a:pt x="178" y="111584"/>
                  </a:lnTo>
                  <a:lnTo>
                    <a:pt x="178" y="127614"/>
                  </a:lnTo>
                  <a:lnTo>
                    <a:pt x="70975" y="127614"/>
                  </a:lnTo>
                  <a:lnTo>
                    <a:pt x="70975" y="169442"/>
                  </a:lnTo>
                  <a:lnTo>
                    <a:pt x="90375" y="169442"/>
                  </a:lnTo>
                  <a:lnTo>
                    <a:pt x="90375" y="127614"/>
                  </a:lnTo>
                  <a:lnTo>
                    <a:pt x="116074" y="127614"/>
                  </a:lnTo>
                  <a:lnTo>
                    <a:pt x="116074" y="111584"/>
                  </a:lnTo>
                  <a:close/>
                  <a:moveTo>
                    <a:pt x="70723" y="111584"/>
                  </a:moveTo>
                  <a:lnTo>
                    <a:pt x="10256" y="111584"/>
                  </a:lnTo>
                  <a:lnTo>
                    <a:pt x="70723" y="25673"/>
                  </a:lnTo>
                  <a:lnTo>
                    <a:pt x="70723" y="111584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4" name="Freeform: Shape 3323">
              <a:extLst>
                <a:ext uri="{FF2B5EF4-FFF2-40B4-BE49-F238E27FC236}">
                  <a16:creationId xmlns:a16="http://schemas.microsoft.com/office/drawing/2014/main" id="{94AC45E2-5C51-67D6-1CA8-D5A4A612B2A6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>
            <a:xfrm>
              <a:off x="6458988" y="5378988"/>
              <a:ext cx="109344" cy="174827"/>
            </a:xfrm>
            <a:custGeom>
              <a:avLst/>
              <a:gdLst>
                <a:gd name="connsiteX0" fmla="*/ 103985 w 109344"/>
                <a:gd name="connsiteY0" fmla="*/ 125 h 174827"/>
                <a:gd name="connsiteX1" fmla="*/ 42258 w 109344"/>
                <a:gd name="connsiteY1" fmla="*/ 20163 h 174827"/>
                <a:gd name="connsiteX2" fmla="*/ 183 w 109344"/>
                <a:gd name="connsiteY2" fmla="*/ 101565 h 174827"/>
                <a:gd name="connsiteX3" fmla="*/ 17819 w 109344"/>
                <a:gd name="connsiteY3" fmla="*/ 157921 h 174827"/>
                <a:gd name="connsiteX4" fmla="*/ 56619 w 109344"/>
                <a:gd name="connsiteY4" fmla="*/ 174952 h 174827"/>
                <a:gd name="connsiteX5" fmla="*/ 109528 w 109344"/>
                <a:gd name="connsiteY5" fmla="*/ 116593 h 174827"/>
                <a:gd name="connsiteX6" fmla="*/ 62162 w 109344"/>
                <a:gd name="connsiteY6" fmla="*/ 64245 h 174827"/>
                <a:gd name="connsiteX7" fmla="*/ 29913 w 109344"/>
                <a:gd name="connsiteY7" fmla="*/ 75516 h 174827"/>
                <a:gd name="connsiteX8" fmla="*/ 104489 w 109344"/>
                <a:gd name="connsiteY8" fmla="*/ 4133 h 174827"/>
                <a:gd name="connsiteX9" fmla="*/ 103985 w 109344"/>
                <a:gd name="connsiteY9" fmla="*/ 125 h 174827"/>
                <a:gd name="connsiteX10" fmla="*/ 52588 w 109344"/>
                <a:gd name="connsiteY10" fmla="*/ 75767 h 174827"/>
                <a:gd name="connsiteX11" fmla="*/ 86853 w 109344"/>
                <a:gd name="connsiteY11" fmla="*/ 125109 h 174827"/>
                <a:gd name="connsiteX12" fmla="*/ 59391 w 109344"/>
                <a:gd name="connsiteY12" fmla="*/ 167939 h 174827"/>
                <a:gd name="connsiteX13" fmla="*/ 23614 w 109344"/>
                <a:gd name="connsiteY13" fmla="*/ 105573 h 174827"/>
                <a:gd name="connsiteX14" fmla="*/ 30669 w 109344"/>
                <a:gd name="connsiteY14" fmla="*/ 82029 h 174827"/>
                <a:gd name="connsiteX15" fmla="*/ 52588 w 109344"/>
                <a:gd name="connsiteY15" fmla="*/ 75767 h 17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344" h="174827">
                  <a:moveTo>
                    <a:pt x="103985" y="125"/>
                  </a:moveTo>
                  <a:cubicBezTo>
                    <a:pt x="75263" y="2630"/>
                    <a:pt x="60650" y="7389"/>
                    <a:pt x="42258" y="20163"/>
                  </a:cubicBezTo>
                  <a:cubicBezTo>
                    <a:pt x="15048" y="39449"/>
                    <a:pt x="183" y="68002"/>
                    <a:pt x="183" y="101565"/>
                  </a:cubicBezTo>
                  <a:cubicBezTo>
                    <a:pt x="183" y="123356"/>
                    <a:pt x="6986" y="145397"/>
                    <a:pt x="17819" y="157921"/>
                  </a:cubicBezTo>
                  <a:cubicBezTo>
                    <a:pt x="27393" y="168941"/>
                    <a:pt x="40998" y="174952"/>
                    <a:pt x="56619" y="174952"/>
                  </a:cubicBezTo>
                  <a:cubicBezTo>
                    <a:pt x="87861" y="174952"/>
                    <a:pt x="109528" y="151158"/>
                    <a:pt x="109528" y="116593"/>
                  </a:cubicBezTo>
                  <a:cubicBezTo>
                    <a:pt x="109528" y="84533"/>
                    <a:pt x="91136" y="64245"/>
                    <a:pt x="62162" y="64245"/>
                  </a:cubicBezTo>
                  <a:cubicBezTo>
                    <a:pt x="51076" y="64245"/>
                    <a:pt x="45785" y="65999"/>
                    <a:pt x="29913" y="75516"/>
                  </a:cubicBezTo>
                  <a:cubicBezTo>
                    <a:pt x="36715" y="37696"/>
                    <a:pt x="64933" y="10645"/>
                    <a:pt x="104489" y="4133"/>
                  </a:cubicBezTo>
                  <a:lnTo>
                    <a:pt x="103985" y="125"/>
                  </a:lnTo>
                  <a:close/>
                  <a:moveTo>
                    <a:pt x="52588" y="75767"/>
                  </a:moveTo>
                  <a:cubicBezTo>
                    <a:pt x="74255" y="75767"/>
                    <a:pt x="86853" y="93801"/>
                    <a:pt x="86853" y="125109"/>
                  </a:cubicBezTo>
                  <a:cubicBezTo>
                    <a:pt x="86853" y="152661"/>
                    <a:pt x="77027" y="167939"/>
                    <a:pt x="59391" y="167939"/>
                  </a:cubicBezTo>
                  <a:cubicBezTo>
                    <a:pt x="37219" y="167939"/>
                    <a:pt x="23614" y="144395"/>
                    <a:pt x="23614" y="105573"/>
                  </a:cubicBezTo>
                  <a:cubicBezTo>
                    <a:pt x="23614" y="92799"/>
                    <a:pt x="25630" y="85786"/>
                    <a:pt x="30669" y="82029"/>
                  </a:cubicBezTo>
                  <a:cubicBezTo>
                    <a:pt x="35960" y="78021"/>
                    <a:pt x="43770" y="75767"/>
                    <a:pt x="52588" y="75767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5" name="Freeform: Shape 3324">
              <a:extLst>
                <a:ext uri="{FF2B5EF4-FFF2-40B4-BE49-F238E27FC236}">
                  <a16:creationId xmlns:a16="http://schemas.microsoft.com/office/drawing/2014/main" id="{B685B96F-78E2-5EE6-EAB8-B0D5A9AFD3DE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>
            <a:xfrm>
              <a:off x="6803872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7" name="Freeform: Shape 3326">
              <a:extLst>
                <a:ext uri="{FF2B5EF4-FFF2-40B4-BE49-F238E27FC236}">
                  <a16:creationId xmlns:a16="http://schemas.microsoft.com/office/drawing/2014/main" id="{AA6CA8CC-3424-7109-823F-7A828586320D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>
            <a:xfrm>
              <a:off x="7408324" y="5380992"/>
              <a:ext cx="112116" cy="169316"/>
            </a:xfrm>
            <a:custGeom>
              <a:avLst/>
              <a:gdLst>
                <a:gd name="connsiteX0" fmla="*/ 112337 w 112116"/>
                <a:gd name="connsiteY0" fmla="*/ 135128 h 169316"/>
                <a:gd name="connsiteX1" fmla="*/ 109062 w 112116"/>
                <a:gd name="connsiteY1" fmla="*/ 133876 h 169316"/>
                <a:gd name="connsiteX2" fmla="*/ 85127 w 112116"/>
                <a:gd name="connsiteY2" fmla="*/ 150407 h 169316"/>
                <a:gd name="connsiteX3" fmla="*/ 24911 w 112116"/>
                <a:gd name="connsiteY3" fmla="*/ 150407 h 169316"/>
                <a:gd name="connsiteX4" fmla="*/ 67238 w 112116"/>
                <a:gd name="connsiteY4" fmla="*/ 106324 h 169316"/>
                <a:gd name="connsiteX5" fmla="*/ 99488 w 112116"/>
                <a:gd name="connsiteY5" fmla="*/ 44458 h 169316"/>
                <a:gd name="connsiteX6" fmla="*/ 52877 w 112116"/>
                <a:gd name="connsiteY6" fmla="*/ 125 h 169316"/>
                <a:gd name="connsiteX7" fmla="*/ 16597 w 112116"/>
                <a:gd name="connsiteY7" fmla="*/ 15654 h 169316"/>
                <a:gd name="connsiteX8" fmla="*/ 472 w 112116"/>
                <a:gd name="connsiteY8" fmla="*/ 49969 h 169316"/>
                <a:gd name="connsiteX9" fmla="*/ 5763 w 112116"/>
                <a:gd name="connsiteY9" fmla="*/ 51221 h 169316"/>
                <a:gd name="connsiteX10" fmla="*/ 42296 w 112116"/>
                <a:gd name="connsiteY10" fmla="*/ 18660 h 169316"/>
                <a:gd name="connsiteX11" fmla="*/ 77820 w 112116"/>
                <a:gd name="connsiteY11" fmla="*/ 53976 h 169316"/>
                <a:gd name="connsiteX12" fmla="*/ 45067 w 112116"/>
                <a:gd name="connsiteY12" fmla="*/ 119098 h 169316"/>
                <a:gd name="connsiteX13" fmla="*/ 221 w 112116"/>
                <a:gd name="connsiteY13" fmla="*/ 166437 h 169316"/>
                <a:gd name="connsiteX14" fmla="*/ 221 w 112116"/>
                <a:gd name="connsiteY14" fmla="*/ 169442 h 169316"/>
                <a:gd name="connsiteX15" fmla="*/ 98480 w 112116"/>
                <a:gd name="connsiteY15" fmla="*/ 169442 h 169316"/>
                <a:gd name="connsiteX16" fmla="*/ 112337 w 112116"/>
                <a:gd name="connsiteY16" fmla="*/ 13512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337" y="135128"/>
                  </a:moveTo>
                  <a:lnTo>
                    <a:pt x="109062" y="133876"/>
                  </a:lnTo>
                  <a:cubicBezTo>
                    <a:pt x="99740" y="148152"/>
                    <a:pt x="96464" y="150407"/>
                    <a:pt x="85127" y="150407"/>
                  </a:cubicBezTo>
                  <a:lnTo>
                    <a:pt x="24911" y="150407"/>
                  </a:lnTo>
                  <a:lnTo>
                    <a:pt x="67238" y="106324"/>
                  </a:lnTo>
                  <a:cubicBezTo>
                    <a:pt x="89662" y="83030"/>
                    <a:pt x="99488" y="63995"/>
                    <a:pt x="99488" y="44458"/>
                  </a:cubicBezTo>
                  <a:cubicBezTo>
                    <a:pt x="99488" y="19411"/>
                    <a:pt x="79080" y="125"/>
                    <a:pt x="52877" y="125"/>
                  </a:cubicBezTo>
                  <a:cubicBezTo>
                    <a:pt x="39020" y="125"/>
                    <a:pt x="25919" y="5636"/>
                    <a:pt x="16597" y="15654"/>
                  </a:cubicBezTo>
                  <a:cubicBezTo>
                    <a:pt x="8535" y="24170"/>
                    <a:pt x="4756" y="32185"/>
                    <a:pt x="472" y="49969"/>
                  </a:cubicBezTo>
                  <a:lnTo>
                    <a:pt x="5763" y="51221"/>
                  </a:lnTo>
                  <a:cubicBezTo>
                    <a:pt x="15841" y="26675"/>
                    <a:pt x="24911" y="18660"/>
                    <a:pt x="42296" y="18660"/>
                  </a:cubicBezTo>
                  <a:cubicBezTo>
                    <a:pt x="63459" y="18660"/>
                    <a:pt x="77820" y="32937"/>
                    <a:pt x="77820" y="53976"/>
                  </a:cubicBezTo>
                  <a:cubicBezTo>
                    <a:pt x="77820" y="73513"/>
                    <a:pt x="66231" y="96806"/>
                    <a:pt x="45067" y="119098"/>
                  </a:cubicBezTo>
                  <a:lnTo>
                    <a:pt x="221" y="166437"/>
                  </a:lnTo>
                  <a:lnTo>
                    <a:pt x="221" y="169442"/>
                  </a:lnTo>
                  <a:lnTo>
                    <a:pt x="98480" y="169442"/>
                  </a:lnTo>
                  <a:lnTo>
                    <a:pt x="112337" y="13512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8" name="Freeform: Shape 3327">
              <a:extLst>
                <a:ext uri="{FF2B5EF4-FFF2-40B4-BE49-F238E27FC236}">
                  <a16:creationId xmlns:a16="http://schemas.microsoft.com/office/drawing/2014/main" id="{D27FA7A3-2381-FFE6-CEAA-5AF5F85D6EDE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>
            <a:xfrm>
              <a:off x="7544848" y="5525262"/>
              <a:ext cx="27966" cy="27802"/>
            </a:xfrm>
            <a:custGeom>
              <a:avLst/>
              <a:gdLst>
                <a:gd name="connsiteX0" fmla="*/ 14083 w 27966"/>
                <a:gd name="connsiteY0" fmla="*/ 125 h 27802"/>
                <a:gd name="connsiteX1" fmla="*/ 225 w 27966"/>
                <a:gd name="connsiteY1" fmla="*/ 14402 h 27802"/>
                <a:gd name="connsiteX2" fmla="*/ 13831 w 27966"/>
                <a:gd name="connsiteY2" fmla="*/ 27927 h 27802"/>
                <a:gd name="connsiteX3" fmla="*/ 28192 w 27966"/>
                <a:gd name="connsiteY3" fmla="*/ 14402 h 27802"/>
                <a:gd name="connsiteX4" fmla="*/ 14083 w 27966"/>
                <a:gd name="connsiteY4" fmla="*/ 125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083" y="125"/>
                  </a:moveTo>
                  <a:cubicBezTo>
                    <a:pt x="6524" y="125"/>
                    <a:pt x="225" y="6638"/>
                    <a:pt x="225" y="14402"/>
                  </a:cubicBezTo>
                  <a:cubicBezTo>
                    <a:pt x="225" y="21666"/>
                    <a:pt x="6524" y="27927"/>
                    <a:pt x="13831" y="27927"/>
                  </a:cubicBezTo>
                  <a:cubicBezTo>
                    <a:pt x="21641" y="27927"/>
                    <a:pt x="28192" y="21666"/>
                    <a:pt x="28192" y="14402"/>
                  </a:cubicBezTo>
                  <a:cubicBezTo>
                    <a:pt x="28192" y="6638"/>
                    <a:pt x="21641" y="125"/>
                    <a:pt x="14083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9" name="Freeform: Shape 3328">
              <a:extLst>
                <a:ext uri="{FF2B5EF4-FFF2-40B4-BE49-F238E27FC236}">
                  <a16:creationId xmlns:a16="http://schemas.microsoft.com/office/drawing/2014/main" id="{E01DBBD7-FD3A-B66B-005B-56AE91914834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>
            <a:xfrm>
              <a:off x="7595474" y="5384498"/>
              <a:ext cx="108085" cy="167813"/>
            </a:xfrm>
            <a:custGeom>
              <a:avLst/>
              <a:gdLst>
                <a:gd name="connsiteX0" fmla="*/ 108313 w 108085"/>
                <a:gd name="connsiteY0" fmla="*/ 125 h 167813"/>
                <a:gd name="connsiteX1" fmla="*/ 15093 w 108085"/>
                <a:gd name="connsiteY1" fmla="*/ 125 h 167813"/>
                <a:gd name="connsiteX2" fmla="*/ 228 w 108085"/>
                <a:gd name="connsiteY2" fmla="*/ 36944 h 167813"/>
                <a:gd name="connsiteX3" fmla="*/ 4511 w 108085"/>
                <a:gd name="connsiteY3" fmla="*/ 38948 h 167813"/>
                <a:gd name="connsiteX4" fmla="*/ 33737 w 108085"/>
                <a:gd name="connsiteY4" fmla="*/ 18660 h 167813"/>
                <a:gd name="connsiteX5" fmla="*/ 88409 w 108085"/>
                <a:gd name="connsiteY5" fmla="*/ 18660 h 167813"/>
                <a:gd name="connsiteX6" fmla="*/ 38524 w 108085"/>
                <a:gd name="connsiteY6" fmla="*/ 167939 h 167813"/>
                <a:gd name="connsiteX7" fmla="*/ 54900 w 108085"/>
                <a:gd name="connsiteY7" fmla="*/ 167939 h 167813"/>
                <a:gd name="connsiteX8" fmla="*/ 108313 w 108085"/>
                <a:gd name="connsiteY8" fmla="*/ 4133 h 167813"/>
                <a:gd name="connsiteX9" fmla="*/ 108313 w 108085"/>
                <a:gd name="connsiteY9" fmla="*/ 125 h 16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85" h="167813">
                  <a:moveTo>
                    <a:pt x="108313" y="125"/>
                  </a:moveTo>
                  <a:lnTo>
                    <a:pt x="15093" y="125"/>
                  </a:lnTo>
                  <a:lnTo>
                    <a:pt x="228" y="36944"/>
                  </a:lnTo>
                  <a:lnTo>
                    <a:pt x="4511" y="38948"/>
                  </a:lnTo>
                  <a:cubicBezTo>
                    <a:pt x="15345" y="21916"/>
                    <a:pt x="19880" y="18660"/>
                    <a:pt x="33737" y="18660"/>
                  </a:cubicBezTo>
                  <a:lnTo>
                    <a:pt x="88409" y="18660"/>
                  </a:lnTo>
                  <a:lnTo>
                    <a:pt x="38524" y="167939"/>
                  </a:lnTo>
                  <a:lnTo>
                    <a:pt x="54900" y="167939"/>
                  </a:lnTo>
                  <a:lnTo>
                    <a:pt x="108313" y="4133"/>
                  </a:lnTo>
                  <a:lnTo>
                    <a:pt x="108313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0" name="Freeform: Shape 3329">
              <a:extLst>
                <a:ext uri="{FF2B5EF4-FFF2-40B4-BE49-F238E27FC236}">
                  <a16:creationId xmlns:a16="http://schemas.microsoft.com/office/drawing/2014/main" id="{EBFA6EFD-EC0C-2EFE-FAD2-C6672C54511E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>
            <a:xfrm>
              <a:off x="7724439" y="5380992"/>
              <a:ext cx="112116" cy="169316"/>
            </a:xfrm>
            <a:custGeom>
              <a:avLst/>
              <a:gdLst>
                <a:gd name="connsiteX0" fmla="*/ 112349 w 112116"/>
                <a:gd name="connsiteY0" fmla="*/ 135128 h 169316"/>
                <a:gd name="connsiteX1" fmla="*/ 109074 w 112116"/>
                <a:gd name="connsiteY1" fmla="*/ 133876 h 169316"/>
                <a:gd name="connsiteX2" fmla="*/ 85139 w 112116"/>
                <a:gd name="connsiteY2" fmla="*/ 150407 h 169316"/>
                <a:gd name="connsiteX3" fmla="*/ 24924 w 112116"/>
                <a:gd name="connsiteY3" fmla="*/ 150407 h 169316"/>
                <a:gd name="connsiteX4" fmla="*/ 67251 w 112116"/>
                <a:gd name="connsiteY4" fmla="*/ 106324 h 169316"/>
                <a:gd name="connsiteX5" fmla="*/ 99500 w 112116"/>
                <a:gd name="connsiteY5" fmla="*/ 44458 h 169316"/>
                <a:gd name="connsiteX6" fmla="*/ 52890 w 112116"/>
                <a:gd name="connsiteY6" fmla="*/ 125 h 169316"/>
                <a:gd name="connsiteX7" fmla="*/ 16610 w 112116"/>
                <a:gd name="connsiteY7" fmla="*/ 15654 h 169316"/>
                <a:gd name="connsiteX8" fmla="*/ 485 w 112116"/>
                <a:gd name="connsiteY8" fmla="*/ 49969 h 169316"/>
                <a:gd name="connsiteX9" fmla="*/ 5776 w 112116"/>
                <a:gd name="connsiteY9" fmla="*/ 51221 h 169316"/>
                <a:gd name="connsiteX10" fmla="*/ 42308 w 112116"/>
                <a:gd name="connsiteY10" fmla="*/ 18660 h 169316"/>
                <a:gd name="connsiteX11" fmla="*/ 77833 w 112116"/>
                <a:gd name="connsiteY11" fmla="*/ 53976 h 169316"/>
                <a:gd name="connsiteX12" fmla="*/ 45079 w 112116"/>
                <a:gd name="connsiteY12" fmla="*/ 119098 h 169316"/>
                <a:gd name="connsiteX13" fmla="*/ 233 w 112116"/>
                <a:gd name="connsiteY13" fmla="*/ 166437 h 169316"/>
                <a:gd name="connsiteX14" fmla="*/ 233 w 112116"/>
                <a:gd name="connsiteY14" fmla="*/ 169442 h 169316"/>
                <a:gd name="connsiteX15" fmla="*/ 98492 w 112116"/>
                <a:gd name="connsiteY15" fmla="*/ 169442 h 169316"/>
                <a:gd name="connsiteX16" fmla="*/ 112349 w 112116"/>
                <a:gd name="connsiteY16" fmla="*/ 135128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116" h="169316">
                  <a:moveTo>
                    <a:pt x="112349" y="135128"/>
                  </a:moveTo>
                  <a:lnTo>
                    <a:pt x="109074" y="133876"/>
                  </a:lnTo>
                  <a:cubicBezTo>
                    <a:pt x="99752" y="148152"/>
                    <a:pt x="96477" y="150407"/>
                    <a:pt x="85139" y="150407"/>
                  </a:cubicBezTo>
                  <a:lnTo>
                    <a:pt x="24924" y="150407"/>
                  </a:lnTo>
                  <a:lnTo>
                    <a:pt x="67251" y="106324"/>
                  </a:lnTo>
                  <a:cubicBezTo>
                    <a:pt x="89674" y="83030"/>
                    <a:pt x="99500" y="63995"/>
                    <a:pt x="99500" y="44458"/>
                  </a:cubicBezTo>
                  <a:cubicBezTo>
                    <a:pt x="99500" y="19411"/>
                    <a:pt x="79092" y="125"/>
                    <a:pt x="52890" y="125"/>
                  </a:cubicBezTo>
                  <a:cubicBezTo>
                    <a:pt x="39033" y="125"/>
                    <a:pt x="25932" y="5636"/>
                    <a:pt x="16610" y="15654"/>
                  </a:cubicBezTo>
                  <a:cubicBezTo>
                    <a:pt x="8547" y="24170"/>
                    <a:pt x="4768" y="32185"/>
                    <a:pt x="485" y="49969"/>
                  </a:cubicBezTo>
                  <a:lnTo>
                    <a:pt x="5776" y="51221"/>
                  </a:lnTo>
                  <a:cubicBezTo>
                    <a:pt x="15854" y="26675"/>
                    <a:pt x="24924" y="18660"/>
                    <a:pt x="42308" y="18660"/>
                  </a:cubicBezTo>
                  <a:cubicBezTo>
                    <a:pt x="63472" y="18660"/>
                    <a:pt x="77833" y="32937"/>
                    <a:pt x="77833" y="53976"/>
                  </a:cubicBezTo>
                  <a:cubicBezTo>
                    <a:pt x="77833" y="73513"/>
                    <a:pt x="66243" y="96806"/>
                    <a:pt x="45079" y="119098"/>
                  </a:cubicBezTo>
                  <a:lnTo>
                    <a:pt x="233" y="166437"/>
                  </a:lnTo>
                  <a:lnTo>
                    <a:pt x="233" y="169442"/>
                  </a:lnTo>
                  <a:lnTo>
                    <a:pt x="98492" y="169442"/>
                  </a:lnTo>
                  <a:lnTo>
                    <a:pt x="112349" y="135128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1" name="Freeform: Shape 3330">
              <a:extLst>
                <a:ext uri="{FF2B5EF4-FFF2-40B4-BE49-F238E27FC236}">
                  <a16:creationId xmlns:a16="http://schemas.microsoft.com/office/drawing/2014/main" id="{7C2A17A2-A94A-DDB7-760F-822BE4847328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>
            <a:xfrm>
              <a:off x="7871293" y="5380992"/>
              <a:ext cx="71300" cy="169316"/>
            </a:xfrm>
            <a:custGeom>
              <a:avLst/>
              <a:gdLst>
                <a:gd name="connsiteX0" fmla="*/ 45588 w 71300"/>
                <a:gd name="connsiteY0" fmla="*/ 125 h 169316"/>
                <a:gd name="connsiteX1" fmla="*/ 238 w 71300"/>
                <a:gd name="connsiteY1" fmla="*/ 22918 h 169316"/>
                <a:gd name="connsiteX2" fmla="*/ 238 w 71300"/>
                <a:gd name="connsiteY2" fmla="*/ 26425 h 169316"/>
                <a:gd name="connsiteX3" fmla="*/ 7040 w 71300"/>
                <a:gd name="connsiteY3" fmla="*/ 23669 h 169316"/>
                <a:gd name="connsiteX4" fmla="*/ 18378 w 71300"/>
                <a:gd name="connsiteY4" fmla="*/ 20914 h 169316"/>
                <a:gd name="connsiteX5" fmla="*/ 25937 w 71300"/>
                <a:gd name="connsiteY5" fmla="*/ 32686 h 169316"/>
                <a:gd name="connsiteX6" fmla="*/ 25937 w 71300"/>
                <a:gd name="connsiteY6" fmla="*/ 146149 h 169316"/>
                <a:gd name="connsiteX7" fmla="*/ 19890 w 71300"/>
                <a:gd name="connsiteY7" fmla="*/ 162429 h 169316"/>
                <a:gd name="connsiteX8" fmla="*/ 2002 w 71300"/>
                <a:gd name="connsiteY8" fmla="*/ 165685 h 169316"/>
                <a:gd name="connsiteX9" fmla="*/ 2002 w 71300"/>
                <a:gd name="connsiteY9" fmla="*/ 169442 h 169316"/>
                <a:gd name="connsiteX10" fmla="*/ 71539 w 71300"/>
                <a:gd name="connsiteY10" fmla="*/ 169442 h 169316"/>
                <a:gd name="connsiteX11" fmla="*/ 71539 w 71300"/>
                <a:gd name="connsiteY11" fmla="*/ 165685 h 169316"/>
                <a:gd name="connsiteX12" fmla="*/ 47604 w 71300"/>
                <a:gd name="connsiteY12" fmla="*/ 150907 h 169316"/>
                <a:gd name="connsiteX13" fmla="*/ 47604 w 71300"/>
                <a:gd name="connsiteY13" fmla="*/ 626 h 169316"/>
                <a:gd name="connsiteX14" fmla="*/ 45588 w 71300"/>
                <a:gd name="connsiteY14" fmla="*/ 125 h 1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300" h="169316">
                  <a:moveTo>
                    <a:pt x="45588" y="125"/>
                  </a:moveTo>
                  <a:lnTo>
                    <a:pt x="238" y="22918"/>
                  </a:lnTo>
                  <a:lnTo>
                    <a:pt x="238" y="26425"/>
                  </a:lnTo>
                  <a:cubicBezTo>
                    <a:pt x="3261" y="25172"/>
                    <a:pt x="6033" y="24170"/>
                    <a:pt x="7040" y="23669"/>
                  </a:cubicBezTo>
                  <a:cubicBezTo>
                    <a:pt x="11576" y="21916"/>
                    <a:pt x="15859" y="20914"/>
                    <a:pt x="18378" y="20914"/>
                  </a:cubicBezTo>
                  <a:cubicBezTo>
                    <a:pt x="23669" y="20914"/>
                    <a:pt x="25937" y="24671"/>
                    <a:pt x="25937" y="32686"/>
                  </a:cubicBezTo>
                  <a:lnTo>
                    <a:pt x="25937" y="146149"/>
                  </a:lnTo>
                  <a:cubicBezTo>
                    <a:pt x="25937" y="154414"/>
                    <a:pt x="23921" y="160175"/>
                    <a:pt x="19890" y="162429"/>
                  </a:cubicBezTo>
                  <a:cubicBezTo>
                    <a:pt x="16111" y="164683"/>
                    <a:pt x="12583" y="165435"/>
                    <a:pt x="2002" y="165685"/>
                  </a:cubicBezTo>
                  <a:lnTo>
                    <a:pt x="2002" y="169442"/>
                  </a:lnTo>
                  <a:lnTo>
                    <a:pt x="71539" y="169442"/>
                  </a:lnTo>
                  <a:lnTo>
                    <a:pt x="71539" y="165685"/>
                  </a:lnTo>
                  <a:cubicBezTo>
                    <a:pt x="51635" y="165435"/>
                    <a:pt x="47604" y="162930"/>
                    <a:pt x="47604" y="150907"/>
                  </a:cubicBezTo>
                  <a:lnTo>
                    <a:pt x="47604" y="626"/>
                  </a:lnTo>
                  <a:lnTo>
                    <a:pt x="45588" y="125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2" name="Freeform: Shape 3331">
              <a:extLst>
                <a:ext uri="{FF2B5EF4-FFF2-40B4-BE49-F238E27FC236}">
                  <a16:creationId xmlns:a16="http://schemas.microsoft.com/office/drawing/2014/main" id="{86A0A137-A616-7C63-AEE0-78D871644CBE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>
            <a:xfrm>
              <a:off x="8556551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4" name="Freeform: Shape 3333">
              <a:extLst>
                <a:ext uri="{FF2B5EF4-FFF2-40B4-BE49-F238E27FC236}">
                  <a16:creationId xmlns:a16="http://schemas.microsoft.com/office/drawing/2014/main" id="{71F32A59-99FA-7553-4F6D-E8722AF8E032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>
            <a:xfrm>
              <a:off x="9285937" y="5380992"/>
              <a:ext cx="113880" cy="172823"/>
            </a:xfrm>
            <a:custGeom>
              <a:avLst/>
              <a:gdLst>
                <a:gd name="connsiteX0" fmla="*/ 58242 w 113880"/>
                <a:gd name="connsiteY0" fmla="*/ 125 h 172823"/>
                <a:gd name="connsiteX1" fmla="*/ 24481 w 113880"/>
                <a:gd name="connsiteY1" fmla="*/ 13150 h 172823"/>
                <a:gd name="connsiteX2" fmla="*/ 295 w 113880"/>
                <a:gd name="connsiteY2" fmla="*/ 85285 h 172823"/>
                <a:gd name="connsiteX3" fmla="*/ 20450 w 113880"/>
                <a:gd name="connsiteY3" fmla="*/ 155917 h 172823"/>
                <a:gd name="connsiteX4" fmla="*/ 57235 w 113880"/>
                <a:gd name="connsiteY4" fmla="*/ 172949 h 172823"/>
                <a:gd name="connsiteX5" fmla="*/ 89988 w 113880"/>
                <a:gd name="connsiteY5" fmla="*/ 159924 h 172823"/>
                <a:gd name="connsiteX6" fmla="*/ 114175 w 113880"/>
                <a:gd name="connsiteY6" fmla="*/ 86787 h 172823"/>
                <a:gd name="connsiteX7" fmla="*/ 58242 w 113880"/>
                <a:gd name="connsiteY7" fmla="*/ 125 h 172823"/>
                <a:gd name="connsiteX8" fmla="*/ 57486 w 113880"/>
                <a:gd name="connsiteY8" fmla="*/ 6638 h 172823"/>
                <a:gd name="connsiteX9" fmla="*/ 89988 w 113880"/>
                <a:gd name="connsiteY9" fmla="*/ 87288 h 172823"/>
                <a:gd name="connsiteX10" fmla="*/ 57235 w 113880"/>
                <a:gd name="connsiteY10" fmla="*/ 166437 h 172823"/>
                <a:gd name="connsiteX11" fmla="*/ 24481 w 113880"/>
                <a:gd name="connsiteY11" fmla="*/ 87539 h 172823"/>
                <a:gd name="connsiteX12" fmla="*/ 57486 w 113880"/>
                <a:gd name="connsiteY12" fmla="*/ 6638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242" y="125"/>
                  </a:moveTo>
                  <a:cubicBezTo>
                    <a:pt x="44385" y="125"/>
                    <a:pt x="33803" y="4383"/>
                    <a:pt x="24481" y="13150"/>
                  </a:cubicBezTo>
                  <a:cubicBezTo>
                    <a:pt x="9869" y="27176"/>
                    <a:pt x="295" y="55980"/>
                    <a:pt x="295" y="85285"/>
                  </a:cubicBezTo>
                  <a:cubicBezTo>
                    <a:pt x="295" y="112586"/>
                    <a:pt x="8609" y="141891"/>
                    <a:pt x="20450" y="155917"/>
                  </a:cubicBezTo>
                  <a:cubicBezTo>
                    <a:pt x="29772" y="166937"/>
                    <a:pt x="42622" y="172949"/>
                    <a:pt x="57235" y="172949"/>
                  </a:cubicBezTo>
                  <a:cubicBezTo>
                    <a:pt x="70084" y="172949"/>
                    <a:pt x="80918" y="168691"/>
                    <a:pt x="89988" y="159924"/>
                  </a:cubicBezTo>
                  <a:cubicBezTo>
                    <a:pt x="104601" y="146149"/>
                    <a:pt x="114175" y="117094"/>
                    <a:pt x="114175" y="86787"/>
                  </a:cubicBezTo>
                  <a:cubicBezTo>
                    <a:pt x="114175" y="35441"/>
                    <a:pt x="91247" y="125"/>
                    <a:pt x="58242" y="125"/>
                  </a:cubicBezTo>
                  <a:close/>
                  <a:moveTo>
                    <a:pt x="57486" y="6638"/>
                  </a:moveTo>
                  <a:cubicBezTo>
                    <a:pt x="78650" y="6638"/>
                    <a:pt x="89988" y="34940"/>
                    <a:pt x="89988" y="87288"/>
                  </a:cubicBezTo>
                  <a:cubicBezTo>
                    <a:pt x="89988" y="139636"/>
                    <a:pt x="78902" y="166437"/>
                    <a:pt x="57235" y="166437"/>
                  </a:cubicBezTo>
                  <a:cubicBezTo>
                    <a:pt x="35567" y="166437"/>
                    <a:pt x="24481" y="139636"/>
                    <a:pt x="24481" y="87539"/>
                  </a:cubicBezTo>
                  <a:cubicBezTo>
                    <a:pt x="24481" y="34440"/>
                    <a:pt x="35819" y="6638"/>
                    <a:pt x="57486" y="663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5" name="Freeform: Shape 3334">
              <a:extLst>
                <a:ext uri="{FF2B5EF4-FFF2-40B4-BE49-F238E27FC236}">
                  <a16:creationId xmlns:a16="http://schemas.microsoft.com/office/drawing/2014/main" id="{780916AE-5EF2-5993-EA6E-0849ACAB3962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>
            <a:xfrm>
              <a:off x="9423973" y="5525262"/>
              <a:ext cx="27966" cy="27802"/>
            </a:xfrm>
            <a:custGeom>
              <a:avLst/>
              <a:gdLst>
                <a:gd name="connsiteX0" fmla="*/ 14157 w 27966"/>
                <a:gd name="connsiteY0" fmla="*/ 125 h 27802"/>
                <a:gd name="connsiteX1" fmla="*/ 300 w 27966"/>
                <a:gd name="connsiteY1" fmla="*/ 14402 h 27802"/>
                <a:gd name="connsiteX2" fmla="*/ 13905 w 27966"/>
                <a:gd name="connsiteY2" fmla="*/ 27927 h 27802"/>
                <a:gd name="connsiteX3" fmla="*/ 28266 w 27966"/>
                <a:gd name="connsiteY3" fmla="*/ 14402 h 27802"/>
                <a:gd name="connsiteX4" fmla="*/ 14157 w 27966"/>
                <a:gd name="connsiteY4" fmla="*/ 125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157" y="125"/>
                  </a:moveTo>
                  <a:cubicBezTo>
                    <a:pt x="6598" y="125"/>
                    <a:pt x="300" y="6638"/>
                    <a:pt x="300" y="14402"/>
                  </a:cubicBezTo>
                  <a:cubicBezTo>
                    <a:pt x="300" y="21666"/>
                    <a:pt x="6598" y="27927"/>
                    <a:pt x="13905" y="27927"/>
                  </a:cubicBezTo>
                  <a:cubicBezTo>
                    <a:pt x="21715" y="27927"/>
                    <a:pt x="28266" y="21666"/>
                    <a:pt x="28266" y="14402"/>
                  </a:cubicBezTo>
                  <a:cubicBezTo>
                    <a:pt x="28266" y="6638"/>
                    <a:pt x="21715" y="125"/>
                    <a:pt x="14157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6" name="Freeform: Shape 3335">
              <a:extLst>
                <a:ext uri="{FF2B5EF4-FFF2-40B4-BE49-F238E27FC236}">
                  <a16:creationId xmlns:a16="http://schemas.microsoft.com/office/drawing/2014/main" id="{EF72A1DE-592D-ACD1-4F27-B9857781DD4A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>
            <a:xfrm>
              <a:off x="9475606" y="5380992"/>
              <a:ext cx="113880" cy="172823"/>
            </a:xfrm>
            <a:custGeom>
              <a:avLst/>
              <a:gdLst>
                <a:gd name="connsiteX0" fmla="*/ 58250 w 113880"/>
                <a:gd name="connsiteY0" fmla="*/ 125 h 172823"/>
                <a:gd name="connsiteX1" fmla="*/ 24489 w 113880"/>
                <a:gd name="connsiteY1" fmla="*/ 13150 h 172823"/>
                <a:gd name="connsiteX2" fmla="*/ 302 w 113880"/>
                <a:gd name="connsiteY2" fmla="*/ 85285 h 172823"/>
                <a:gd name="connsiteX3" fmla="*/ 20458 w 113880"/>
                <a:gd name="connsiteY3" fmla="*/ 155917 h 172823"/>
                <a:gd name="connsiteX4" fmla="*/ 57242 w 113880"/>
                <a:gd name="connsiteY4" fmla="*/ 172949 h 172823"/>
                <a:gd name="connsiteX5" fmla="*/ 89995 w 113880"/>
                <a:gd name="connsiteY5" fmla="*/ 159924 h 172823"/>
                <a:gd name="connsiteX6" fmla="*/ 114182 w 113880"/>
                <a:gd name="connsiteY6" fmla="*/ 86787 h 172823"/>
                <a:gd name="connsiteX7" fmla="*/ 58250 w 113880"/>
                <a:gd name="connsiteY7" fmla="*/ 125 h 172823"/>
                <a:gd name="connsiteX8" fmla="*/ 57494 w 113880"/>
                <a:gd name="connsiteY8" fmla="*/ 6638 h 172823"/>
                <a:gd name="connsiteX9" fmla="*/ 89995 w 113880"/>
                <a:gd name="connsiteY9" fmla="*/ 87288 h 172823"/>
                <a:gd name="connsiteX10" fmla="*/ 57242 w 113880"/>
                <a:gd name="connsiteY10" fmla="*/ 166437 h 172823"/>
                <a:gd name="connsiteX11" fmla="*/ 24489 w 113880"/>
                <a:gd name="connsiteY11" fmla="*/ 87539 h 172823"/>
                <a:gd name="connsiteX12" fmla="*/ 57494 w 113880"/>
                <a:gd name="connsiteY12" fmla="*/ 6638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250" y="125"/>
                  </a:moveTo>
                  <a:cubicBezTo>
                    <a:pt x="44393" y="125"/>
                    <a:pt x="33811" y="4383"/>
                    <a:pt x="24489" y="13150"/>
                  </a:cubicBezTo>
                  <a:cubicBezTo>
                    <a:pt x="9876" y="27176"/>
                    <a:pt x="302" y="55980"/>
                    <a:pt x="302" y="85285"/>
                  </a:cubicBezTo>
                  <a:cubicBezTo>
                    <a:pt x="302" y="112586"/>
                    <a:pt x="8616" y="141891"/>
                    <a:pt x="20458" y="155917"/>
                  </a:cubicBezTo>
                  <a:cubicBezTo>
                    <a:pt x="29780" y="166937"/>
                    <a:pt x="42629" y="172949"/>
                    <a:pt x="57242" y="172949"/>
                  </a:cubicBezTo>
                  <a:cubicBezTo>
                    <a:pt x="70091" y="172949"/>
                    <a:pt x="80925" y="168691"/>
                    <a:pt x="89995" y="159924"/>
                  </a:cubicBezTo>
                  <a:cubicBezTo>
                    <a:pt x="104608" y="146149"/>
                    <a:pt x="114182" y="117094"/>
                    <a:pt x="114182" y="86787"/>
                  </a:cubicBezTo>
                  <a:cubicBezTo>
                    <a:pt x="114182" y="35441"/>
                    <a:pt x="91255" y="125"/>
                    <a:pt x="58250" y="125"/>
                  </a:cubicBezTo>
                  <a:close/>
                  <a:moveTo>
                    <a:pt x="57494" y="6638"/>
                  </a:moveTo>
                  <a:cubicBezTo>
                    <a:pt x="78658" y="6638"/>
                    <a:pt x="89995" y="34940"/>
                    <a:pt x="89995" y="87288"/>
                  </a:cubicBezTo>
                  <a:cubicBezTo>
                    <a:pt x="89995" y="139636"/>
                    <a:pt x="78909" y="166437"/>
                    <a:pt x="57242" y="166437"/>
                  </a:cubicBezTo>
                  <a:cubicBezTo>
                    <a:pt x="35575" y="166437"/>
                    <a:pt x="24489" y="139636"/>
                    <a:pt x="24489" y="87539"/>
                  </a:cubicBezTo>
                  <a:cubicBezTo>
                    <a:pt x="24489" y="34440"/>
                    <a:pt x="35827" y="6638"/>
                    <a:pt x="57494" y="663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7" name="Freeform: Shape 3336">
              <a:extLst>
                <a:ext uri="{FF2B5EF4-FFF2-40B4-BE49-F238E27FC236}">
                  <a16:creationId xmlns:a16="http://schemas.microsoft.com/office/drawing/2014/main" id="{37BD6794-CF4B-B46D-B03B-724A852370B2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>
            <a:xfrm>
              <a:off x="10309229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9" name="Freeform: Shape 3338">
              <a:extLst>
                <a:ext uri="{FF2B5EF4-FFF2-40B4-BE49-F238E27FC236}">
                  <a16:creationId xmlns:a16="http://schemas.microsoft.com/office/drawing/2014/main" id="{CC678DF9-A749-FF7A-6BC9-CA6BB7CD7655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>
            <a:xfrm>
              <a:off x="11038616" y="5380992"/>
              <a:ext cx="113880" cy="172823"/>
            </a:xfrm>
            <a:custGeom>
              <a:avLst/>
              <a:gdLst>
                <a:gd name="connsiteX0" fmla="*/ 58311 w 113880"/>
                <a:gd name="connsiteY0" fmla="*/ 125 h 172823"/>
                <a:gd name="connsiteX1" fmla="*/ 24550 w 113880"/>
                <a:gd name="connsiteY1" fmla="*/ 13150 h 172823"/>
                <a:gd name="connsiteX2" fmla="*/ 364 w 113880"/>
                <a:gd name="connsiteY2" fmla="*/ 85285 h 172823"/>
                <a:gd name="connsiteX3" fmla="*/ 20519 w 113880"/>
                <a:gd name="connsiteY3" fmla="*/ 155917 h 172823"/>
                <a:gd name="connsiteX4" fmla="*/ 57304 w 113880"/>
                <a:gd name="connsiteY4" fmla="*/ 172949 h 172823"/>
                <a:gd name="connsiteX5" fmla="*/ 90057 w 113880"/>
                <a:gd name="connsiteY5" fmla="*/ 159924 h 172823"/>
                <a:gd name="connsiteX6" fmla="*/ 114244 w 113880"/>
                <a:gd name="connsiteY6" fmla="*/ 86787 h 172823"/>
                <a:gd name="connsiteX7" fmla="*/ 58311 w 113880"/>
                <a:gd name="connsiteY7" fmla="*/ 125 h 172823"/>
                <a:gd name="connsiteX8" fmla="*/ 57556 w 113880"/>
                <a:gd name="connsiteY8" fmla="*/ 6638 h 172823"/>
                <a:gd name="connsiteX9" fmla="*/ 90057 w 113880"/>
                <a:gd name="connsiteY9" fmla="*/ 87288 h 172823"/>
                <a:gd name="connsiteX10" fmla="*/ 57304 w 113880"/>
                <a:gd name="connsiteY10" fmla="*/ 166437 h 172823"/>
                <a:gd name="connsiteX11" fmla="*/ 24550 w 113880"/>
                <a:gd name="connsiteY11" fmla="*/ 87539 h 172823"/>
                <a:gd name="connsiteX12" fmla="*/ 57556 w 113880"/>
                <a:gd name="connsiteY12" fmla="*/ 6638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11" y="125"/>
                  </a:moveTo>
                  <a:cubicBezTo>
                    <a:pt x="44454" y="125"/>
                    <a:pt x="33873" y="4383"/>
                    <a:pt x="24550" y="13150"/>
                  </a:cubicBezTo>
                  <a:cubicBezTo>
                    <a:pt x="9938" y="27176"/>
                    <a:pt x="364" y="55980"/>
                    <a:pt x="364" y="85285"/>
                  </a:cubicBezTo>
                  <a:cubicBezTo>
                    <a:pt x="364" y="112586"/>
                    <a:pt x="8678" y="141891"/>
                    <a:pt x="20519" y="155917"/>
                  </a:cubicBezTo>
                  <a:cubicBezTo>
                    <a:pt x="29841" y="166937"/>
                    <a:pt x="42691" y="172949"/>
                    <a:pt x="57304" y="172949"/>
                  </a:cubicBezTo>
                  <a:cubicBezTo>
                    <a:pt x="70153" y="172949"/>
                    <a:pt x="80987" y="168691"/>
                    <a:pt x="90057" y="159924"/>
                  </a:cubicBezTo>
                  <a:cubicBezTo>
                    <a:pt x="104670" y="146149"/>
                    <a:pt x="114244" y="117094"/>
                    <a:pt x="114244" y="86787"/>
                  </a:cubicBezTo>
                  <a:cubicBezTo>
                    <a:pt x="114244" y="35441"/>
                    <a:pt x="91316" y="125"/>
                    <a:pt x="58311" y="125"/>
                  </a:cubicBezTo>
                  <a:close/>
                  <a:moveTo>
                    <a:pt x="57556" y="6638"/>
                  </a:moveTo>
                  <a:cubicBezTo>
                    <a:pt x="78719" y="6638"/>
                    <a:pt x="90057" y="34940"/>
                    <a:pt x="90057" y="87288"/>
                  </a:cubicBezTo>
                  <a:cubicBezTo>
                    <a:pt x="90057" y="139636"/>
                    <a:pt x="78971" y="166437"/>
                    <a:pt x="57304" y="166437"/>
                  </a:cubicBezTo>
                  <a:cubicBezTo>
                    <a:pt x="35636" y="166437"/>
                    <a:pt x="24550" y="139636"/>
                    <a:pt x="24550" y="87539"/>
                  </a:cubicBezTo>
                  <a:cubicBezTo>
                    <a:pt x="24550" y="34440"/>
                    <a:pt x="35888" y="6638"/>
                    <a:pt x="57556" y="663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0" name="Freeform: Shape 3339">
              <a:extLst>
                <a:ext uri="{FF2B5EF4-FFF2-40B4-BE49-F238E27FC236}">
                  <a16:creationId xmlns:a16="http://schemas.microsoft.com/office/drawing/2014/main" id="{4DE1EC40-30EE-7349-A1FB-9F65AF0D8EB8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>
            <a:xfrm>
              <a:off x="11176651" y="5525262"/>
              <a:ext cx="27966" cy="27802"/>
            </a:xfrm>
            <a:custGeom>
              <a:avLst/>
              <a:gdLst>
                <a:gd name="connsiteX0" fmla="*/ 14226 w 27966"/>
                <a:gd name="connsiteY0" fmla="*/ 125 h 27802"/>
                <a:gd name="connsiteX1" fmla="*/ 369 w 27966"/>
                <a:gd name="connsiteY1" fmla="*/ 14402 h 27802"/>
                <a:gd name="connsiteX2" fmla="*/ 13974 w 27966"/>
                <a:gd name="connsiteY2" fmla="*/ 27927 h 27802"/>
                <a:gd name="connsiteX3" fmla="*/ 28335 w 27966"/>
                <a:gd name="connsiteY3" fmla="*/ 14402 h 27802"/>
                <a:gd name="connsiteX4" fmla="*/ 14226 w 27966"/>
                <a:gd name="connsiteY4" fmla="*/ 125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26" y="125"/>
                  </a:moveTo>
                  <a:cubicBezTo>
                    <a:pt x="6667" y="125"/>
                    <a:pt x="369" y="6638"/>
                    <a:pt x="369" y="14402"/>
                  </a:cubicBezTo>
                  <a:cubicBezTo>
                    <a:pt x="369" y="21666"/>
                    <a:pt x="6667" y="27927"/>
                    <a:pt x="13974" y="27927"/>
                  </a:cubicBezTo>
                  <a:cubicBezTo>
                    <a:pt x="21784" y="27927"/>
                    <a:pt x="28335" y="21666"/>
                    <a:pt x="28335" y="14402"/>
                  </a:cubicBezTo>
                  <a:cubicBezTo>
                    <a:pt x="28335" y="6638"/>
                    <a:pt x="21784" y="125"/>
                    <a:pt x="14226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1" name="Freeform: Shape 3340">
              <a:extLst>
                <a:ext uri="{FF2B5EF4-FFF2-40B4-BE49-F238E27FC236}">
                  <a16:creationId xmlns:a16="http://schemas.microsoft.com/office/drawing/2014/main" id="{FAE63AA3-3FEE-494D-7456-29AECA24FB85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>
            <a:xfrm>
              <a:off x="11228284" y="5380992"/>
              <a:ext cx="113880" cy="172823"/>
            </a:xfrm>
            <a:custGeom>
              <a:avLst/>
              <a:gdLst>
                <a:gd name="connsiteX0" fmla="*/ 58319 w 113880"/>
                <a:gd name="connsiteY0" fmla="*/ 125 h 172823"/>
                <a:gd name="connsiteX1" fmla="*/ 24558 w 113880"/>
                <a:gd name="connsiteY1" fmla="*/ 13150 h 172823"/>
                <a:gd name="connsiteX2" fmla="*/ 371 w 113880"/>
                <a:gd name="connsiteY2" fmla="*/ 85285 h 172823"/>
                <a:gd name="connsiteX3" fmla="*/ 20527 w 113880"/>
                <a:gd name="connsiteY3" fmla="*/ 155917 h 172823"/>
                <a:gd name="connsiteX4" fmla="*/ 57311 w 113880"/>
                <a:gd name="connsiteY4" fmla="*/ 172949 h 172823"/>
                <a:gd name="connsiteX5" fmla="*/ 90064 w 113880"/>
                <a:gd name="connsiteY5" fmla="*/ 159924 h 172823"/>
                <a:gd name="connsiteX6" fmla="*/ 114251 w 113880"/>
                <a:gd name="connsiteY6" fmla="*/ 86787 h 172823"/>
                <a:gd name="connsiteX7" fmla="*/ 58319 w 113880"/>
                <a:gd name="connsiteY7" fmla="*/ 125 h 172823"/>
                <a:gd name="connsiteX8" fmla="*/ 57563 w 113880"/>
                <a:gd name="connsiteY8" fmla="*/ 6638 h 172823"/>
                <a:gd name="connsiteX9" fmla="*/ 90064 w 113880"/>
                <a:gd name="connsiteY9" fmla="*/ 87288 h 172823"/>
                <a:gd name="connsiteX10" fmla="*/ 57311 w 113880"/>
                <a:gd name="connsiteY10" fmla="*/ 166437 h 172823"/>
                <a:gd name="connsiteX11" fmla="*/ 24558 w 113880"/>
                <a:gd name="connsiteY11" fmla="*/ 87539 h 172823"/>
                <a:gd name="connsiteX12" fmla="*/ 57563 w 113880"/>
                <a:gd name="connsiteY12" fmla="*/ 6638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19" y="125"/>
                  </a:moveTo>
                  <a:cubicBezTo>
                    <a:pt x="44462" y="125"/>
                    <a:pt x="33880" y="4383"/>
                    <a:pt x="24558" y="13150"/>
                  </a:cubicBezTo>
                  <a:cubicBezTo>
                    <a:pt x="9945" y="27176"/>
                    <a:pt x="371" y="55980"/>
                    <a:pt x="371" y="85285"/>
                  </a:cubicBezTo>
                  <a:cubicBezTo>
                    <a:pt x="371" y="112586"/>
                    <a:pt x="8685" y="141891"/>
                    <a:pt x="20527" y="155917"/>
                  </a:cubicBezTo>
                  <a:cubicBezTo>
                    <a:pt x="29849" y="166937"/>
                    <a:pt x="42698" y="172949"/>
                    <a:pt x="57311" y="172949"/>
                  </a:cubicBezTo>
                  <a:cubicBezTo>
                    <a:pt x="70160" y="172949"/>
                    <a:pt x="80994" y="168691"/>
                    <a:pt x="90064" y="159924"/>
                  </a:cubicBezTo>
                  <a:cubicBezTo>
                    <a:pt x="104677" y="146149"/>
                    <a:pt x="114251" y="117094"/>
                    <a:pt x="114251" y="86787"/>
                  </a:cubicBezTo>
                  <a:cubicBezTo>
                    <a:pt x="114251" y="35441"/>
                    <a:pt x="91324" y="125"/>
                    <a:pt x="58319" y="125"/>
                  </a:cubicBezTo>
                  <a:close/>
                  <a:moveTo>
                    <a:pt x="57563" y="6638"/>
                  </a:moveTo>
                  <a:cubicBezTo>
                    <a:pt x="78727" y="6638"/>
                    <a:pt x="90064" y="34940"/>
                    <a:pt x="90064" y="87288"/>
                  </a:cubicBezTo>
                  <a:cubicBezTo>
                    <a:pt x="90064" y="139636"/>
                    <a:pt x="78978" y="166437"/>
                    <a:pt x="57311" y="166437"/>
                  </a:cubicBezTo>
                  <a:cubicBezTo>
                    <a:pt x="35644" y="166437"/>
                    <a:pt x="24558" y="139636"/>
                    <a:pt x="24558" y="87539"/>
                  </a:cubicBezTo>
                  <a:cubicBezTo>
                    <a:pt x="24558" y="34440"/>
                    <a:pt x="35896" y="6638"/>
                    <a:pt x="57563" y="663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2" name="Freeform: Shape 3341">
              <a:extLst>
                <a:ext uri="{FF2B5EF4-FFF2-40B4-BE49-F238E27FC236}">
                  <a16:creationId xmlns:a16="http://schemas.microsoft.com/office/drawing/2014/main" id="{684A93BD-65D4-47B0-3B78-C26099CDD8A7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>
            <a:xfrm>
              <a:off x="12061908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4" name="Freeform: Shape 3343">
              <a:extLst>
                <a:ext uri="{FF2B5EF4-FFF2-40B4-BE49-F238E27FC236}">
                  <a16:creationId xmlns:a16="http://schemas.microsoft.com/office/drawing/2014/main" id="{DDD2552C-13FC-1537-BF6C-5ECF8DBE918B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>
            <a:xfrm>
              <a:off x="12791294" y="5380992"/>
              <a:ext cx="113880" cy="172823"/>
            </a:xfrm>
            <a:custGeom>
              <a:avLst/>
              <a:gdLst>
                <a:gd name="connsiteX0" fmla="*/ 58380 w 113880"/>
                <a:gd name="connsiteY0" fmla="*/ 125 h 172823"/>
                <a:gd name="connsiteX1" fmla="*/ 24620 w 113880"/>
                <a:gd name="connsiteY1" fmla="*/ 13150 h 172823"/>
                <a:gd name="connsiteX2" fmla="*/ 433 w 113880"/>
                <a:gd name="connsiteY2" fmla="*/ 85285 h 172823"/>
                <a:gd name="connsiteX3" fmla="*/ 20588 w 113880"/>
                <a:gd name="connsiteY3" fmla="*/ 155917 h 172823"/>
                <a:gd name="connsiteX4" fmla="*/ 57373 w 113880"/>
                <a:gd name="connsiteY4" fmla="*/ 172949 h 172823"/>
                <a:gd name="connsiteX5" fmla="*/ 90126 w 113880"/>
                <a:gd name="connsiteY5" fmla="*/ 159924 h 172823"/>
                <a:gd name="connsiteX6" fmla="*/ 114313 w 113880"/>
                <a:gd name="connsiteY6" fmla="*/ 86787 h 172823"/>
                <a:gd name="connsiteX7" fmla="*/ 58380 w 113880"/>
                <a:gd name="connsiteY7" fmla="*/ 125 h 172823"/>
                <a:gd name="connsiteX8" fmla="*/ 57625 w 113880"/>
                <a:gd name="connsiteY8" fmla="*/ 6638 h 172823"/>
                <a:gd name="connsiteX9" fmla="*/ 90126 w 113880"/>
                <a:gd name="connsiteY9" fmla="*/ 87288 h 172823"/>
                <a:gd name="connsiteX10" fmla="*/ 57373 w 113880"/>
                <a:gd name="connsiteY10" fmla="*/ 166437 h 172823"/>
                <a:gd name="connsiteX11" fmla="*/ 24620 w 113880"/>
                <a:gd name="connsiteY11" fmla="*/ 87539 h 172823"/>
                <a:gd name="connsiteX12" fmla="*/ 57625 w 113880"/>
                <a:gd name="connsiteY12" fmla="*/ 6638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80" y="125"/>
                  </a:moveTo>
                  <a:cubicBezTo>
                    <a:pt x="44523" y="125"/>
                    <a:pt x="33942" y="4383"/>
                    <a:pt x="24620" y="13150"/>
                  </a:cubicBezTo>
                  <a:cubicBezTo>
                    <a:pt x="10007" y="27176"/>
                    <a:pt x="433" y="55980"/>
                    <a:pt x="433" y="85285"/>
                  </a:cubicBezTo>
                  <a:cubicBezTo>
                    <a:pt x="433" y="112586"/>
                    <a:pt x="8747" y="141891"/>
                    <a:pt x="20588" y="155917"/>
                  </a:cubicBezTo>
                  <a:cubicBezTo>
                    <a:pt x="29910" y="166937"/>
                    <a:pt x="42760" y="172949"/>
                    <a:pt x="57373" y="172949"/>
                  </a:cubicBezTo>
                  <a:cubicBezTo>
                    <a:pt x="70222" y="172949"/>
                    <a:pt x="81056" y="168691"/>
                    <a:pt x="90126" y="159924"/>
                  </a:cubicBezTo>
                  <a:cubicBezTo>
                    <a:pt x="104739" y="146149"/>
                    <a:pt x="114313" y="117094"/>
                    <a:pt x="114313" y="86787"/>
                  </a:cubicBezTo>
                  <a:cubicBezTo>
                    <a:pt x="114313" y="35441"/>
                    <a:pt x="91385" y="125"/>
                    <a:pt x="58380" y="125"/>
                  </a:cubicBezTo>
                  <a:close/>
                  <a:moveTo>
                    <a:pt x="57625" y="6638"/>
                  </a:moveTo>
                  <a:cubicBezTo>
                    <a:pt x="78788" y="6638"/>
                    <a:pt x="90126" y="34940"/>
                    <a:pt x="90126" y="87288"/>
                  </a:cubicBezTo>
                  <a:cubicBezTo>
                    <a:pt x="90126" y="139636"/>
                    <a:pt x="79040" y="166437"/>
                    <a:pt x="57373" y="166437"/>
                  </a:cubicBezTo>
                  <a:cubicBezTo>
                    <a:pt x="35705" y="166437"/>
                    <a:pt x="24620" y="139636"/>
                    <a:pt x="24620" y="87539"/>
                  </a:cubicBezTo>
                  <a:cubicBezTo>
                    <a:pt x="24620" y="34440"/>
                    <a:pt x="35957" y="6638"/>
                    <a:pt x="57625" y="663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5" name="Freeform: Shape 3344">
              <a:extLst>
                <a:ext uri="{FF2B5EF4-FFF2-40B4-BE49-F238E27FC236}">
                  <a16:creationId xmlns:a16="http://schemas.microsoft.com/office/drawing/2014/main" id="{CA4325F5-2B26-DC6C-7FE1-D6AAE1755176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>
            <a:xfrm>
              <a:off x="12929330" y="5525262"/>
              <a:ext cx="27966" cy="27802"/>
            </a:xfrm>
            <a:custGeom>
              <a:avLst/>
              <a:gdLst>
                <a:gd name="connsiteX0" fmla="*/ 14295 w 27966"/>
                <a:gd name="connsiteY0" fmla="*/ 125 h 27802"/>
                <a:gd name="connsiteX1" fmla="*/ 438 w 27966"/>
                <a:gd name="connsiteY1" fmla="*/ 14402 h 27802"/>
                <a:gd name="connsiteX2" fmla="*/ 14043 w 27966"/>
                <a:gd name="connsiteY2" fmla="*/ 27927 h 27802"/>
                <a:gd name="connsiteX3" fmla="*/ 28404 w 27966"/>
                <a:gd name="connsiteY3" fmla="*/ 14402 h 27802"/>
                <a:gd name="connsiteX4" fmla="*/ 14295 w 27966"/>
                <a:gd name="connsiteY4" fmla="*/ 125 h 2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66" h="27802">
                  <a:moveTo>
                    <a:pt x="14295" y="125"/>
                  </a:moveTo>
                  <a:cubicBezTo>
                    <a:pt x="6736" y="125"/>
                    <a:pt x="438" y="6638"/>
                    <a:pt x="438" y="14402"/>
                  </a:cubicBezTo>
                  <a:cubicBezTo>
                    <a:pt x="438" y="21666"/>
                    <a:pt x="6736" y="27927"/>
                    <a:pt x="14043" y="27927"/>
                  </a:cubicBezTo>
                  <a:cubicBezTo>
                    <a:pt x="21853" y="27927"/>
                    <a:pt x="28404" y="21666"/>
                    <a:pt x="28404" y="14402"/>
                  </a:cubicBezTo>
                  <a:cubicBezTo>
                    <a:pt x="28404" y="6638"/>
                    <a:pt x="21853" y="125"/>
                    <a:pt x="14295" y="125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6" name="Freeform: Shape 3345">
              <a:extLst>
                <a:ext uri="{FF2B5EF4-FFF2-40B4-BE49-F238E27FC236}">
                  <a16:creationId xmlns:a16="http://schemas.microsoft.com/office/drawing/2014/main" id="{3FC2E7AD-54B2-4EF6-14E0-3C660633B589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>
            <a:xfrm>
              <a:off x="12980963" y="5380992"/>
              <a:ext cx="113880" cy="172823"/>
            </a:xfrm>
            <a:custGeom>
              <a:avLst/>
              <a:gdLst>
                <a:gd name="connsiteX0" fmla="*/ 58388 w 113880"/>
                <a:gd name="connsiteY0" fmla="*/ 125 h 172823"/>
                <a:gd name="connsiteX1" fmla="*/ 24627 w 113880"/>
                <a:gd name="connsiteY1" fmla="*/ 13150 h 172823"/>
                <a:gd name="connsiteX2" fmla="*/ 440 w 113880"/>
                <a:gd name="connsiteY2" fmla="*/ 85285 h 172823"/>
                <a:gd name="connsiteX3" fmla="*/ 20596 w 113880"/>
                <a:gd name="connsiteY3" fmla="*/ 155917 h 172823"/>
                <a:gd name="connsiteX4" fmla="*/ 57380 w 113880"/>
                <a:gd name="connsiteY4" fmla="*/ 172949 h 172823"/>
                <a:gd name="connsiteX5" fmla="*/ 90133 w 113880"/>
                <a:gd name="connsiteY5" fmla="*/ 159924 h 172823"/>
                <a:gd name="connsiteX6" fmla="*/ 114320 w 113880"/>
                <a:gd name="connsiteY6" fmla="*/ 86787 h 172823"/>
                <a:gd name="connsiteX7" fmla="*/ 58388 w 113880"/>
                <a:gd name="connsiteY7" fmla="*/ 125 h 172823"/>
                <a:gd name="connsiteX8" fmla="*/ 57632 w 113880"/>
                <a:gd name="connsiteY8" fmla="*/ 6638 h 172823"/>
                <a:gd name="connsiteX9" fmla="*/ 90133 w 113880"/>
                <a:gd name="connsiteY9" fmla="*/ 87288 h 172823"/>
                <a:gd name="connsiteX10" fmla="*/ 57380 w 113880"/>
                <a:gd name="connsiteY10" fmla="*/ 166437 h 172823"/>
                <a:gd name="connsiteX11" fmla="*/ 24627 w 113880"/>
                <a:gd name="connsiteY11" fmla="*/ 87539 h 172823"/>
                <a:gd name="connsiteX12" fmla="*/ 57632 w 113880"/>
                <a:gd name="connsiteY12" fmla="*/ 6638 h 17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880" h="172823">
                  <a:moveTo>
                    <a:pt x="58388" y="125"/>
                  </a:moveTo>
                  <a:cubicBezTo>
                    <a:pt x="44531" y="125"/>
                    <a:pt x="33949" y="4383"/>
                    <a:pt x="24627" y="13150"/>
                  </a:cubicBezTo>
                  <a:cubicBezTo>
                    <a:pt x="10014" y="27176"/>
                    <a:pt x="440" y="55980"/>
                    <a:pt x="440" y="85285"/>
                  </a:cubicBezTo>
                  <a:cubicBezTo>
                    <a:pt x="440" y="112586"/>
                    <a:pt x="8754" y="141891"/>
                    <a:pt x="20596" y="155917"/>
                  </a:cubicBezTo>
                  <a:cubicBezTo>
                    <a:pt x="29918" y="166937"/>
                    <a:pt x="42767" y="172949"/>
                    <a:pt x="57380" y="172949"/>
                  </a:cubicBezTo>
                  <a:cubicBezTo>
                    <a:pt x="70229" y="172949"/>
                    <a:pt x="81063" y="168691"/>
                    <a:pt x="90133" y="159924"/>
                  </a:cubicBezTo>
                  <a:cubicBezTo>
                    <a:pt x="104746" y="146149"/>
                    <a:pt x="114320" y="117094"/>
                    <a:pt x="114320" y="86787"/>
                  </a:cubicBezTo>
                  <a:cubicBezTo>
                    <a:pt x="114320" y="35441"/>
                    <a:pt x="91393" y="125"/>
                    <a:pt x="58388" y="125"/>
                  </a:cubicBezTo>
                  <a:close/>
                  <a:moveTo>
                    <a:pt x="57632" y="6638"/>
                  </a:moveTo>
                  <a:cubicBezTo>
                    <a:pt x="78796" y="6638"/>
                    <a:pt x="90133" y="34940"/>
                    <a:pt x="90133" y="87288"/>
                  </a:cubicBezTo>
                  <a:cubicBezTo>
                    <a:pt x="90133" y="139636"/>
                    <a:pt x="79048" y="166437"/>
                    <a:pt x="57380" y="166437"/>
                  </a:cubicBezTo>
                  <a:cubicBezTo>
                    <a:pt x="35713" y="166437"/>
                    <a:pt x="24627" y="139636"/>
                    <a:pt x="24627" y="87539"/>
                  </a:cubicBezTo>
                  <a:cubicBezTo>
                    <a:pt x="24627" y="34440"/>
                    <a:pt x="35965" y="6638"/>
                    <a:pt x="57632" y="6638"/>
                  </a:cubicBez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7" name="Freeform: Shape 3346">
              <a:extLst>
                <a:ext uri="{FF2B5EF4-FFF2-40B4-BE49-F238E27FC236}">
                  <a16:creationId xmlns:a16="http://schemas.microsoft.com/office/drawing/2014/main" id="{C2EC2D7D-37AA-A546-B274-C5B6E7F8237B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>
            <a:xfrm>
              <a:off x="13814586" y="5339127"/>
              <a:ext cx="10115" cy="301689"/>
            </a:xfrm>
            <a:custGeom>
              <a:avLst/>
              <a:gdLst>
                <a:gd name="connsiteX0" fmla="*/ 0 w 10115"/>
                <a:gd name="connsiteY0" fmla="*/ 0 h 301689"/>
                <a:gd name="connsiteX1" fmla="*/ 10116 w 10115"/>
                <a:gd name="connsiteY1" fmla="*/ 0 h 301689"/>
                <a:gd name="connsiteX2" fmla="*/ 10116 w 10115"/>
                <a:gd name="connsiteY2" fmla="*/ 301689 h 301689"/>
                <a:gd name="connsiteX3" fmla="*/ 0 w 10115"/>
                <a:gd name="connsiteY3" fmla="*/ 301689 h 30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5" h="301689">
                  <a:moveTo>
                    <a:pt x="0" y="0"/>
                  </a:moveTo>
                  <a:lnTo>
                    <a:pt x="10116" y="0"/>
                  </a:lnTo>
                  <a:lnTo>
                    <a:pt x="10116" y="301689"/>
                  </a:lnTo>
                  <a:lnTo>
                    <a:pt x="0" y="301689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8" name="Freeform: Shape 3347">
              <a:extLst>
                <a:ext uri="{FF2B5EF4-FFF2-40B4-BE49-F238E27FC236}">
                  <a16:creationId xmlns:a16="http://schemas.microsoft.com/office/drawing/2014/main" id="{7E437A95-0E35-6622-78A9-F5FFB471F635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>
            <a:xfrm>
              <a:off x="3750665" y="5640816"/>
              <a:ext cx="10074036" cy="10056"/>
            </a:xfrm>
            <a:custGeom>
              <a:avLst/>
              <a:gdLst>
                <a:gd name="connsiteX0" fmla="*/ 0 w 10074036"/>
                <a:gd name="connsiteY0" fmla="*/ 0 h 10056"/>
                <a:gd name="connsiteX1" fmla="*/ 10074037 w 10074036"/>
                <a:gd name="connsiteY1" fmla="*/ 0 h 10056"/>
                <a:gd name="connsiteX2" fmla="*/ 10074037 w 10074036"/>
                <a:gd name="connsiteY2" fmla="*/ 10056 h 10056"/>
                <a:gd name="connsiteX3" fmla="*/ 0 w 10074036"/>
                <a:gd name="connsiteY3" fmla="*/ 10056 h 1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036" h="10056">
                  <a:moveTo>
                    <a:pt x="0" y="0"/>
                  </a:moveTo>
                  <a:lnTo>
                    <a:pt x="10074037" y="0"/>
                  </a:lnTo>
                  <a:lnTo>
                    <a:pt x="10074037" y="10056"/>
                  </a:lnTo>
                  <a:lnTo>
                    <a:pt x="0" y="10056"/>
                  </a:lnTo>
                  <a:close/>
                </a:path>
              </a:pathLst>
            </a:custGeom>
            <a:solidFill>
              <a:srgbClr val="FFFFFF"/>
            </a:solidFill>
            <a:ln w="3048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659" name="Group 365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b-vector:}\quad b=[-0.693  ,     1.74431301 , 0.01754879, -0.0168474 ]&#10;\end{align*}&#10;}&#10;\end{document}" title="IguanaTex Shape Display">
            <a:extLst>
              <a:ext uri="{FF2B5EF4-FFF2-40B4-BE49-F238E27FC236}">
                <a16:creationId xmlns:a16="http://schemas.microsoft.com/office/drawing/2014/main" id="{28054D6C-E34C-FD8B-340C-41BA877B5116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657008" y="3994885"/>
            <a:ext cx="7758563" cy="294963"/>
            <a:chOff x="5757086" y="4835369"/>
            <a:chExt cx="7758563" cy="294963"/>
          </a:xfrm>
          <a:solidFill>
            <a:schemeClr val="tx1"/>
          </a:solidFill>
        </p:grpSpPr>
        <p:sp>
          <p:nvSpPr>
            <p:cNvPr id="3607" name="Freeform: Shape 3606">
              <a:extLst>
                <a:ext uri="{FF2B5EF4-FFF2-40B4-BE49-F238E27FC236}">
                  <a16:creationId xmlns:a16="http://schemas.microsoft.com/office/drawing/2014/main" id="{A2A4D5D2-047F-F316-B196-901C843989EF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5757086" y="4855131"/>
              <a:ext cx="140537" cy="204409"/>
            </a:xfrm>
            <a:custGeom>
              <a:avLst/>
              <a:gdLst>
                <a:gd name="connsiteX0" fmla="*/ 45440 w 140537"/>
                <a:gd name="connsiteY0" fmla="*/ 675 h 204409"/>
                <a:gd name="connsiteX1" fmla="*/ 43929 w 140537"/>
                <a:gd name="connsiteY1" fmla="*/ 85 h 204409"/>
                <a:gd name="connsiteX2" fmla="*/ 8870 w 140537"/>
                <a:gd name="connsiteY2" fmla="*/ 10703 h 204409"/>
                <a:gd name="connsiteX3" fmla="*/ 106 w 140537"/>
                <a:gd name="connsiteY3" fmla="*/ 13063 h 204409"/>
                <a:gd name="connsiteX4" fmla="*/ 106 w 140537"/>
                <a:gd name="connsiteY4" fmla="*/ 17782 h 204409"/>
                <a:gd name="connsiteX5" fmla="*/ 5244 w 140537"/>
                <a:gd name="connsiteY5" fmla="*/ 17488 h 204409"/>
                <a:gd name="connsiteX6" fmla="*/ 20053 w 140537"/>
                <a:gd name="connsiteY6" fmla="*/ 32531 h 204409"/>
                <a:gd name="connsiteX7" fmla="*/ 20053 w 140537"/>
                <a:gd name="connsiteY7" fmla="*/ 185617 h 204409"/>
                <a:gd name="connsiteX8" fmla="*/ 69921 w 140537"/>
                <a:gd name="connsiteY8" fmla="*/ 204494 h 204409"/>
                <a:gd name="connsiteX9" fmla="*/ 140643 w 140537"/>
                <a:gd name="connsiteY9" fmla="*/ 129869 h 204409"/>
                <a:gd name="connsiteX10" fmla="*/ 87451 w 140537"/>
                <a:gd name="connsiteY10" fmla="*/ 65862 h 204409"/>
                <a:gd name="connsiteX11" fmla="*/ 45440 w 140537"/>
                <a:gd name="connsiteY11" fmla="*/ 90933 h 204409"/>
                <a:gd name="connsiteX12" fmla="*/ 45440 w 140537"/>
                <a:gd name="connsiteY12" fmla="*/ 675 h 204409"/>
                <a:gd name="connsiteX13" fmla="*/ 45440 w 140537"/>
                <a:gd name="connsiteY13" fmla="*/ 106567 h 204409"/>
                <a:gd name="connsiteX14" fmla="*/ 75361 w 140537"/>
                <a:gd name="connsiteY14" fmla="*/ 84444 h 204409"/>
                <a:gd name="connsiteX15" fmla="*/ 114047 w 140537"/>
                <a:gd name="connsiteY15" fmla="*/ 143437 h 204409"/>
                <a:gd name="connsiteX16" fmla="*/ 74757 w 140537"/>
                <a:gd name="connsiteY16" fmla="*/ 195056 h 204409"/>
                <a:gd name="connsiteX17" fmla="*/ 45440 w 140537"/>
                <a:gd name="connsiteY17" fmla="*/ 180897 h 204409"/>
                <a:gd name="connsiteX18" fmla="*/ 45440 w 140537"/>
                <a:gd name="connsiteY18" fmla="*/ 106567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537" h="204409">
                  <a:moveTo>
                    <a:pt x="45440" y="675"/>
                  </a:moveTo>
                  <a:lnTo>
                    <a:pt x="43929" y="85"/>
                  </a:lnTo>
                  <a:cubicBezTo>
                    <a:pt x="31235" y="4509"/>
                    <a:pt x="23075" y="6869"/>
                    <a:pt x="8870" y="10703"/>
                  </a:cubicBezTo>
                  <a:lnTo>
                    <a:pt x="106" y="13063"/>
                  </a:lnTo>
                  <a:lnTo>
                    <a:pt x="106" y="17782"/>
                  </a:lnTo>
                  <a:cubicBezTo>
                    <a:pt x="1919" y="17488"/>
                    <a:pt x="3128" y="17488"/>
                    <a:pt x="5244" y="17488"/>
                  </a:cubicBezTo>
                  <a:cubicBezTo>
                    <a:pt x="17333" y="17488"/>
                    <a:pt x="20053" y="20142"/>
                    <a:pt x="20053" y="32531"/>
                  </a:cubicBezTo>
                  <a:lnTo>
                    <a:pt x="20053" y="185617"/>
                  </a:lnTo>
                  <a:cubicBezTo>
                    <a:pt x="20053" y="194761"/>
                    <a:pt x="45743" y="204494"/>
                    <a:pt x="69921" y="204494"/>
                  </a:cubicBezTo>
                  <a:cubicBezTo>
                    <a:pt x="109816" y="204494"/>
                    <a:pt x="140643" y="172048"/>
                    <a:pt x="140643" y="129869"/>
                  </a:cubicBezTo>
                  <a:cubicBezTo>
                    <a:pt x="140643" y="93588"/>
                    <a:pt x="117674" y="65862"/>
                    <a:pt x="87451" y="65862"/>
                  </a:cubicBezTo>
                  <a:cubicBezTo>
                    <a:pt x="69014" y="65862"/>
                    <a:pt x="51485" y="76480"/>
                    <a:pt x="45440" y="90933"/>
                  </a:cubicBezTo>
                  <a:lnTo>
                    <a:pt x="45440" y="675"/>
                  </a:lnTo>
                  <a:close/>
                  <a:moveTo>
                    <a:pt x="45440" y="106567"/>
                  </a:moveTo>
                  <a:cubicBezTo>
                    <a:pt x="45440" y="95063"/>
                    <a:pt x="59645" y="84444"/>
                    <a:pt x="75361" y="84444"/>
                  </a:cubicBezTo>
                  <a:cubicBezTo>
                    <a:pt x="98935" y="84444"/>
                    <a:pt x="114047" y="107451"/>
                    <a:pt x="114047" y="143437"/>
                  </a:cubicBezTo>
                  <a:cubicBezTo>
                    <a:pt x="114047" y="176178"/>
                    <a:pt x="99540" y="195056"/>
                    <a:pt x="74757" y="195056"/>
                  </a:cubicBezTo>
                  <a:cubicBezTo>
                    <a:pt x="59041" y="195056"/>
                    <a:pt x="45440" y="188271"/>
                    <a:pt x="45440" y="180897"/>
                  </a:cubicBezTo>
                  <a:lnTo>
                    <a:pt x="45440" y="106567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8" name="Freeform: Shape 3607">
              <a:extLst>
                <a:ext uri="{FF2B5EF4-FFF2-40B4-BE49-F238E27FC236}">
                  <a16:creationId xmlns:a16="http://schemas.microsoft.com/office/drawing/2014/main" id="{7C287131-17AC-0D39-F22E-66E7FCC19247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5919649" y="4980786"/>
              <a:ext cx="74348" cy="18582"/>
            </a:xfrm>
            <a:custGeom>
              <a:avLst/>
              <a:gdLst>
                <a:gd name="connsiteX0" fmla="*/ 111 w 74348"/>
                <a:gd name="connsiteY0" fmla="*/ 85 h 18582"/>
                <a:gd name="connsiteX1" fmla="*/ 111 w 74348"/>
                <a:gd name="connsiteY1" fmla="*/ 18667 h 18582"/>
                <a:gd name="connsiteX2" fmla="*/ 74460 w 74348"/>
                <a:gd name="connsiteY2" fmla="*/ 18667 h 18582"/>
                <a:gd name="connsiteX3" fmla="*/ 74460 w 74348"/>
                <a:gd name="connsiteY3" fmla="*/ 85 h 18582"/>
                <a:gd name="connsiteX4" fmla="*/ 111 w 74348"/>
                <a:gd name="connsiteY4" fmla="*/ 85 h 1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48" h="18582">
                  <a:moveTo>
                    <a:pt x="111" y="85"/>
                  </a:moveTo>
                  <a:lnTo>
                    <a:pt x="111" y="18667"/>
                  </a:lnTo>
                  <a:lnTo>
                    <a:pt x="74460" y="18667"/>
                  </a:lnTo>
                  <a:lnTo>
                    <a:pt x="74460" y="85"/>
                  </a:lnTo>
                  <a:lnTo>
                    <a:pt x="111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9" name="Freeform: Shape 3608">
              <a:extLst>
                <a:ext uri="{FF2B5EF4-FFF2-40B4-BE49-F238E27FC236}">
                  <a16:creationId xmlns:a16="http://schemas.microsoft.com/office/drawing/2014/main" id="{92C7CE81-105F-A189-CF35-750B4DFC1C48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6014624" y="4923858"/>
              <a:ext cx="138421" cy="136863"/>
            </a:xfrm>
            <a:custGeom>
              <a:avLst/>
              <a:gdLst>
                <a:gd name="connsiteX0" fmla="*/ 138536 w 138421"/>
                <a:gd name="connsiteY0" fmla="*/ 85 h 136863"/>
                <a:gd name="connsiteX1" fmla="*/ 96526 w 138421"/>
                <a:gd name="connsiteY1" fmla="*/ 85 h 136863"/>
                <a:gd name="connsiteX2" fmla="*/ 96526 w 138421"/>
                <a:gd name="connsiteY2" fmla="*/ 4509 h 136863"/>
                <a:gd name="connsiteX3" fmla="*/ 110731 w 138421"/>
                <a:gd name="connsiteY3" fmla="*/ 13948 h 136863"/>
                <a:gd name="connsiteX4" fmla="*/ 108917 w 138421"/>
                <a:gd name="connsiteY4" fmla="*/ 22797 h 136863"/>
                <a:gd name="connsiteX5" fmla="*/ 78996 w 138421"/>
                <a:gd name="connsiteY5" fmla="*/ 99192 h 136863"/>
                <a:gd name="connsiteX6" fmla="*/ 48169 w 138421"/>
                <a:gd name="connsiteY6" fmla="*/ 23682 h 136863"/>
                <a:gd name="connsiteX7" fmla="*/ 45449 w 138421"/>
                <a:gd name="connsiteY7" fmla="*/ 12768 h 136863"/>
                <a:gd name="connsiteX8" fmla="*/ 59351 w 138421"/>
                <a:gd name="connsiteY8" fmla="*/ 4509 h 136863"/>
                <a:gd name="connsiteX9" fmla="*/ 59351 w 138421"/>
                <a:gd name="connsiteY9" fmla="*/ 85 h 136863"/>
                <a:gd name="connsiteX10" fmla="*/ 114 w 138421"/>
                <a:gd name="connsiteY10" fmla="*/ 85 h 136863"/>
                <a:gd name="connsiteX11" fmla="*/ 114 w 138421"/>
                <a:gd name="connsiteY11" fmla="*/ 4509 h 136863"/>
                <a:gd name="connsiteX12" fmla="*/ 27617 w 138421"/>
                <a:gd name="connsiteY12" fmla="*/ 38430 h 136863"/>
                <a:gd name="connsiteX13" fmla="*/ 63885 w 138421"/>
                <a:gd name="connsiteY13" fmla="*/ 123085 h 136863"/>
                <a:gd name="connsiteX14" fmla="*/ 66303 w 138421"/>
                <a:gd name="connsiteY14" fmla="*/ 129279 h 136863"/>
                <a:gd name="connsiteX15" fmla="*/ 71743 w 138421"/>
                <a:gd name="connsiteY15" fmla="*/ 136948 h 136863"/>
                <a:gd name="connsiteX16" fmla="*/ 80205 w 138421"/>
                <a:gd name="connsiteY16" fmla="*/ 122200 h 136863"/>
                <a:gd name="connsiteX17" fmla="*/ 118891 w 138421"/>
                <a:gd name="connsiteY17" fmla="*/ 27516 h 136863"/>
                <a:gd name="connsiteX18" fmla="*/ 138536 w 138421"/>
                <a:gd name="connsiteY18" fmla="*/ 4509 h 136863"/>
                <a:gd name="connsiteX19" fmla="*/ 138536 w 138421"/>
                <a:gd name="connsiteY19" fmla="*/ 85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421" h="136863">
                  <a:moveTo>
                    <a:pt x="138536" y="85"/>
                  </a:moveTo>
                  <a:lnTo>
                    <a:pt x="96526" y="85"/>
                  </a:lnTo>
                  <a:lnTo>
                    <a:pt x="96526" y="4509"/>
                  </a:lnTo>
                  <a:cubicBezTo>
                    <a:pt x="106197" y="5394"/>
                    <a:pt x="110731" y="8344"/>
                    <a:pt x="110731" y="13948"/>
                  </a:cubicBezTo>
                  <a:cubicBezTo>
                    <a:pt x="110731" y="16898"/>
                    <a:pt x="110126" y="19847"/>
                    <a:pt x="108917" y="22797"/>
                  </a:cubicBezTo>
                  <a:lnTo>
                    <a:pt x="78996" y="99192"/>
                  </a:lnTo>
                  <a:lnTo>
                    <a:pt x="48169" y="23682"/>
                  </a:lnTo>
                  <a:cubicBezTo>
                    <a:pt x="46355" y="19552"/>
                    <a:pt x="45449" y="15423"/>
                    <a:pt x="45449" y="12768"/>
                  </a:cubicBezTo>
                  <a:cubicBezTo>
                    <a:pt x="45449" y="7459"/>
                    <a:pt x="48773" y="5394"/>
                    <a:pt x="59351" y="4509"/>
                  </a:cubicBezTo>
                  <a:lnTo>
                    <a:pt x="59351" y="85"/>
                  </a:lnTo>
                  <a:lnTo>
                    <a:pt x="114" y="85"/>
                  </a:lnTo>
                  <a:lnTo>
                    <a:pt x="114" y="4509"/>
                  </a:lnTo>
                  <a:cubicBezTo>
                    <a:pt x="11599" y="5099"/>
                    <a:pt x="13714" y="8049"/>
                    <a:pt x="27617" y="38430"/>
                  </a:cubicBezTo>
                  <a:lnTo>
                    <a:pt x="63885" y="123085"/>
                  </a:lnTo>
                  <a:cubicBezTo>
                    <a:pt x="64489" y="124854"/>
                    <a:pt x="65396" y="126919"/>
                    <a:pt x="66303" y="129279"/>
                  </a:cubicBezTo>
                  <a:cubicBezTo>
                    <a:pt x="68116" y="134588"/>
                    <a:pt x="69929" y="136948"/>
                    <a:pt x="71743" y="136948"/>
                  </a:cubicBezTo>
                  <a:cubicBezTo>
                    <a:pt x="73556" y="136948"/>
                    <a:pt x="75672" y="133113"/>
                    <a:pt x="80205" y="122200"/>
                  </a:cubicBezTo>
                  <a:lnTo>
                    <a:pt x="118891" y="27516"/>
                  </a:lnTo>
                  <a:cubicBezTo>
                    <a:pt x="127656" y="7459"/>
                    <a:pt x="129469" y="5394"/>
                    <a:pt x="138536" y="4509"/>
                  </a:cubicBezTo>
                  <a:lnTo>
                    <a:pt x="138536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0" name="Freeform: Shape 3609">
              <a:extLst>
                <a:ext uri="{FF2B5EF4-FFF2-40B4-BE49-F238E27FC236}">
                  <a16:creationId xmlns:a16="http://schemas.microsoft.com/office/drawing/2014/main" id="{959D9CD5-6FE3-79ED-5CF4-9F9064F631D5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6163572" y="4920908"/>
              <a:ext cx="120590" cy="138632"/>
            </a:xfrm>
            <a:custGeom>
              <a:avLst/>
              <a:gdLst>
                <a:gd name="connsiteX0" fmla="*/ 115873 w 120590"/>
                <a:gd name="connsiteY0" fmla="*/ 87394 h 138632"/>
                <a:gd name="connsiteX1" fmla="*/ 69028 w 120590"/>
                <a:gd name="connsiteY1" fmla="*/ 118365 h 138632"/>
                <a:gd name="connsiteX2" fmla="*/ 30040 w 120590"/>
                <a:gd name="connsiteY2" fmla="*/ 92998 h 138632"/>
                <a:gd name="connsiteX3" fmla="*/ 21879 w 120590"/>
                <a:gd name="connsiteY3" fmla="*/ 54063 h 138632"/>
                <a:gd name="connsiteX4" fmla="*/ 114967 w 120590"/>
                <a:gd name="connsiteY4" fmla="*/ 54063 h 138632"/>
                <a:gd name="connsiteX5" fmla="*/ 101971 w 120590"/>
                <a:gd name="connsiteY5" fmla="*/ 16898 h 138632"/>
                <a:gd name="connsiteX6" fmla="*/ 63285 w 120590"/>
                <a:gd name="connsiteY6" fmla="*/ 85 h 138632"/>
                <a:gd name="connsiteX7" fmla="*/ 22484 w 120590"/>
                <a:gd name="connsiteY7" fmla="*/ 15423 h 138632"/>
                <a:gd name="connsiteX8" fmla="*/ 119 w 120590"/>
                <a:gd name="connsiteY8" fmla="*/ 72646 h 138632"/>
                <a:gd name="connsiteX9" fmla="*/ 56636 w 120590"/>
                <a:gd name="connsiteY9" fmla="*/ 138718 h 138632"/>
                <a:gd name="connsiteX10" fmla="*/ 120709 w 120590"/>
                <a:gd name="connsiteY10" fmla="*/ 89459 h 138632"/>
                <a:gd name="connsiteX11" fmla="*/ 115873 w 120590"/>
                <a:gd name="connsiteY11" fmla="*/ 87394 h 138632"/>
                <a:gd name="connsiteX12" fmla="*/ 22484 w 120590"/>
                <a:gd name="connsiteY12" fmla="*/ 44624 h 138632"/>
                <a:gd name="connsiteX13" fmla="*/ 54520 w 120590"/>
                <a:gd name="connsiteY13" fmla="*/ 10703 h 138632"/>
                <a:gd name="connsiteX14" fmla="*/ 84139 w 120590"/>
                <a:gd name="connsiteY14" fmla="*/ 44624 h 138632"/>
                <a:gd name="connsiteX15" fmla="*/ 22484 w 120590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90" h="138632">
                  <a:moveTo>
                    <a:pt x="115873" y="87394"/>
                  </a:moveTo>
                  <a:cubicBezTo>
                    <a:pt x="101366" y="109811"/>
                    <a:pt x="88370" y="118365"/>
                    <a:pt x="69028" y="118365"/>
                  </a:cubicBezTo>
                  <a:cubicBezTo>
                    <a:pt x="51800" y="118365"/>
                    <a:pt x="38804" y="109811"/>
                    <a:pt x="30040" y="92998"/>
                  </a:cubicBezTo>
                  <a:cubicBezTo>
                    <a:pt x="24599" y="81790"/>
                    <a:pt x="22484" y="72056"/>
                    <a:pt x="21879" y="54063"/>
                  </a:cubicBezTo>
                  <a:lnTo>
                    <a:pt x="114967" y="54063"/>
                  </a:lnTo>
                  <a:cubicBezTo>
                    <a:pt x="112549" y="34890"/>
                    <a:pt x="109527" y="26336"/>
                    <a:pt x="101971" y="16898"/>
                  </a:cubicBezTo>
                  <a:cubicBezTo>
                    <a:pt x="92904" y="6279"/>
                    <a:pt x="79001" y="85"/>
                    <a:pt x="63285" y="85"/>
                  </a:cubicBezTo>
                  <a:cubicBezTo>
                    <a:pt x="48174" y="85"/>
                    <a:pt x="33969" y="5394"/>
                    <a:pt x="22484" y="15423"/>
                  </a:cubicBezTo>
                  <a:cubicBezTo>
                    <a:pt x="8279" y="27516"/>
                    <a:pt x="119" y="48459"/>
                    <a:pt x="119" y="72646"/>
                  </a:cubicBezTo>
                  <a:cubicBezTo>
                    <a:pt x="119" y="113351"/>
                    <a:pt x="21879" y="138718"/>
                    <a:pt x="56636" y="138718"/>
                  </a:cubicBezTo>
                  <a:cubicBezTo>
                    <a:pt x="85348" y="138718"/>
                    <a:pt x="108015" y="121315"/>
                    <a:pt x="120709" y="89459"/>
                  </a:cubicBezTo>
                  <a:lnTo>
                    <a:pt x="115873" y="87394"/>
                  </a:lnTo>
                  <a:close/>
                  <a:moveTo>
                    <a:pt x="22484" y="44624"/>
                  </a:moveTo>
                  <a:cubicBezTo>
                    <a:pt x="25808" y="21617"/>
                    <a:pt x="36084" y="10703"/>
                    <a:pt x="54520" y="10703"/>
                  </a:cubicBezTo>
                  <a:cubicBezTo>
                    <a:pt x="72957" y="10703"/>
                    <a:pt x="80210" y="18962"/>
                    <a:pt x="84139" y="44624"/>
                  </a:cubicBezTo>
                  <a:lnTo>
                    <a:pt x="22484" y="4462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1" name="Freeform: Shape 3610">
              <a:extLst>
                <a:ext uri="{FF2B5EF4-FFF2-40B4-BE49-F238E27FC236}">
                  <a16:creationId xmlns:a16="http://schemas.microsoft.com/office/drawing/2014/main" id="{3214D4EA-1CBF-F9A0-F2A5-91580CEEEA95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6298264" y="4920908"/>
              <a:ext cx="116963" cy="138632"/>
            </a:xfrm>
            <a:custGeom>
              <a:avLst/>
              <a:gdLst>
                <a:gd name="connsiteX0" fmla="*/ 112855 w 116963"/>
                <a:gd name="connsiteY0" fmla="*/ 89754 h 138632"/>
                <a:gd name="connsiteX1" fmla="*/ 70241 w 116963"/>
                <a:gd name="connsiteY1" fmla="*/ 117480 h 138632"/>
                <a:gd name="connsiteX2" fmla="*/ 23395 w 116963"/>
                <a:gd name="connsiteY2" fmla="*/ 59962 h 138632"/>
                <a:gd name="connsiteX3" fmla="*/ 64498 w 116963"/>
                <a:gd name="connsiteY3" fmla="*/ 8639 h 138632"/>
                <a:gd name="connsiteX4" fmla="*/ 82330 w 116963"/>
                <a:gd name="connsiteY4" fmla="*/ 22797 h 138632"/>
                <a:gd name="connsiteX5" fmla="*/ 84144 w 116963"/>
                <a:gd name="connsiteY5" fmla="*/ 29286 h 138632"/>
                <a:gd name="connsiteX6" fmla="*/ 98348 w 116963"/>
                <a:gd name="connsiteY6" fmla="*/ 42854 h 138632"/>
                <a:gd name="connsiteX7" fmla="*/ 112855 w 116963"/>
                <a:gd name="connsiteY7" fmla="*/ 30466 h 138632"/>
                <a:gd name="connsiteX8" fmla="*/ 66312 w 116963"/>
                <a:gd name="connsiteY8" fmla="*/ 85 h 138632"/>
                <a:gd name="connsiteX9" fmla="*/ 23697 w 116963"/>
                <a:gd name="connsiteY9" fmla="*/ 16603 h 138632"/>
                <a:gd name="connsiteX10" fmla="*/ 123 w 116963"/>
                <a:gd name="connsiteY10" fmla="*/ 72941 h 138632"/>
                <a:gd name="connsiteX11" fmla="*/ 57547 w 116963"/>
                <a:gd name="connsiteY11" fmla="*/ 138718 h 138632"/>
                <a:gd name="connsiteX12" fmla="*/ 94117 w 116963"/>
                <a:gd name="connsiteY12" fmla="*/ 124854 h 138632"/>
                <a:gd name="connsiteX13" fmla="*/ 117087 w 116963"/>
                <a:gd name="connsiteY13" fmla="*/ 92408 h 138632"/>
                <a:gd name="connsiteX14" fmla="*/ 112855 w 116963"/>
                <a:gd name="connsiteY14" fmla="*/ 8975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63" h="138632">
                  <a:moveTo>
                    <a:pt x="112855" y="89754"/>
                  </a:moveTo>
                  <a:cubicBezTo>
                    <a:pt x="98348" y="110401"/>
                    <a:pt x="87468" y="117480"/>
                    <a:pt x="70241" y="117480"/>
                  </a:cubicBezTo>
                  <a:cubicBezTo>
                    <a:pt x="42738" y="117480"/>
                    <a:pt x="23395" y="93883"/>
                    <a:pt x="23395" y="59962"/>
                  </a:cubicBezTo>
                  <a:cubicBezTo>
                    <a:pt x="23395" y="29581"/>
                    <a:pt x="40018" y="8639"/>
                    <a:pt x="64498" y="8639"/>
                  </a:cubicBezTo>
                  <a:cubicBezTo>
                    <a:pt x="75379" y="8639"/>
                    <a:pt x="79308" y="11883"/>
                    <a:pt x="82330" y="22797"/>
                  </a:cubicBezTo>
                  <a:lnTo>
                    <a:pt x="84144" y="29286"/>
                  </a:lnTo>
                  <a:cubicBezTo>
                    <a:pt x="86561" y="37545"/>
                    <a:pt x="92002" y="42854"/>
                    <a:pt x="98348" y="42854"/>
                  </a:cubicBezTo>
                  <a:cubicBezTo>
                    <a:pt x="106206" y="42854"/>
                    <a:pt x="112855" y="37250"/>
                    <a:pt x="112855" y="30466"/>
                  </a:cubicBezTo>
                  <a:cubicBezTo>
                    <a:pt x="112855" y="13948"/>
                    <a:pt x="91699" y="85"/>
                    <a:pt x="66312" y="85"/>
                  </a:cubicBezTo>
                  <a:cubicBezTo>
                    <a:pt x="51503" y="85"/>
                    <a:pt x="36089" y="5984"/>
                    <a:pt x="23697" y="16603"/>
                  </a:cubicBezTo>
                  <a:cubicBezTo>
                    <a:pt x="8586" y="29581"/>
                    <a:pt x="123" y="49639"/>
                    <a:pt x="123" y="72941"/>
                  </a:cubicBezTo>
                  <a:cubicBezTo>
                    <a:pt x="123" y="111286"/>
                    <a:pt x="23999" y="138718"/>
                    <a:pt x="57547" y="138718"/>
                  </a:cubicBezTo>
                  <a:cubicBezTo>
                    <a:pt x="71148" y="138718"/>
                    <a:pt x="83237" y="133998"/>
                    <a:pt x="94117" y="124854"/>
                  </a:cubicBezTo>
                  <a:cubicBezTo>
                    <a:pt x="102277" y="117775"/>
                    <a:pt x="108020" y="109811"/>
                    <a:pt x="117087" y="92408"/>
                  </a:cubicBezTo>
                  <a:lnTo>
                    <a:pt x="112855" y="8975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2" name="Freeform: Shape 3611">
              <a:extLst>
                <a:ext uri="{FF2B5EF4-FFF2-40B4-BE49-F238E27FC236}">
                  <a16:creationId xmlns:a16="http://schemas.microsoft.com/office/drawing/2014/main" id="{63449EAD-EE10-BFEB-D306-7394F94530AC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6429330" y="4885807"/>
              <a:ext cx="80393" cy="173733"/>
            </a:xfrm>
            <a:custGeom>
              <a:avLst/>
              <a:gdLst>
                <a:gd name="connsiteX0" fmla="*/ 73268 w 80393"/>
                <a:gd name="connsiteY0" fmla="*/ 38135 h 173733"/>
                <a:gd name="connsiteX1" fmla="*/ 42742 w 80393"/>
                <a:gd name="connsiteY1" fmla="*/ 38135 h 173733"/>
                <a:gd name="connsiteX2" fmla="*/ 42742 w 80393"/>
                <a:gd name="connsiteY2" fmla="*/ 3919 h 173733"/>
                <a:gd name="connsiteX3" fmla="*/ 40627 w 80393"/>
                <a:gd name="connsiteY3" fmla="*/ 85 h 173733"/>
                <a:gd name="connsiteX4" fmla="*/ 34582 w 80393"/>
                <a:gd name="connsiteY4" fmla="*/ 8344 h 173733"/>
                <a:gd name="connsiteX5" fmla="*/ 5266 w 80393"/>
                <a:gd name="connsiteY5" fmla="*/ 39905 h 173733"/>
                <a:gd name="connsiteX6" fmla="*/ 128 w 80393"/>
                <a:gd name="connsiteY6" fmla="*/ 45509 h 173733"/>
                <a:gd name="connsiteX7" fmla="*/ 1337 w 80393"/>
                <a:gd name="connsiteY7" fmla="*/ 47574 h 173733"/>
                <a:gd name="connsiteX8" fmla="*/ 17355 w 80393"/>
                <a:gd name="connsiteY8" fmla="*/ 47574 h 173733"/>
                <a:gd name="connsiteX9" fmla="*/ 17355 w 80393"/>
                <a:gd name="connsiteY9" fmla="*/ 136358 h 173733"/>
                <a:gd name="connsiteX10" fmla="*/ 44253 w 80393"/>
                <a:gd name="connsiteY10" fmla="*/ 173818 h 173733"/>
                <a:gd name="connsiteX11" fmla="*/ 80521 w 80393"/>
                <a:gd name="connsiteY11" fmla="*/ 151401 h 173733"/>
                <a:gd name="connsiteX12" fmla="*/ 76592 w 80393"/>
                <a:gd name="connsiteY12" fmla="*/ 148156 h 173733"/>
                <a:gd name="connsiteX13" fmla="*/ 58458 w 80393"/>
                <a:gd name="connsiteY13" fmla="*/ 158480 h 173733"/>
                <a:gd name="connsiteX14" fmla="*/ 42742 w 80393"/>
                <a:gd name="connsiteY14" fmla="*/ 131933 h 173733"/>
                <a:gd name="connsiteX15" fmla="*/ 42742 w 80393"/>
                <a:gd name="connsiteY15" fmla="*/ 47574 h 173733"/>
                <a:gd name="connsiteX16" fmla="*/ 73268 w 80393"/>
                <a:gd name="connsiteY16" fmla="*/ 47574 h 173733"/>
                <a:gd name="connsiteX17" fmla="*/ 73268 w 80393"/>
                <a:gd name="connsiteY17" fmla="*/ 38135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93" h="173733">
                  <a:moveTo>
                    <a:pt x="73268" y="38135"/>
                  </a:moveTo>
                  <a:lnTo>
                    <a:pt x="42742" y="38135"/>
                  </a:lnTo>
                  <a:lnTo>
                    <a:pt x="42742" y="3919"/>
                  </a:lnTo>
                  <a:cubicBezTo>
                    <a:pt x="42742" y="970"/>
                    <a:pt x="42440" y="85"/>
                    <a:pt x="40627" y="85"/>
                  </a:cubicBezTo>
                  <a:cubicBezTo>
                    <a:pt x="38511" y="2739"/>
                    <a:pt x="36698" y="5394"/>
                    <a:pt x="34582" y="8344"/>
                  </a:cubicBezTo>
                  <a:cubicBezTo>
                    <a:pt x="23097" y="24567"/>
                    <a:pt x="10101" y="38725"/>
                    <a:pt x="5266" y="39905"/>
                  </a:cubicBezTo>
                  <a:cubicBezTo>
                    <a:pt x="1941" y="41970"/>
                    <a:pt x="128" y="44034"/>
                    <a:pt x="128" y="45509"/>
                  </a:cubicBezTo>
                  <a:cubicBezTo>
                    <a:pt x="128" y="46394"/>
                    <a:pt x="430" y="46984"/>
                    <a:pt x="1337" y="47574"/>
                  </a:cubicBezTo>
                  <a:lnTo>
                    <a:pt x="17355" y="47574"/>
                  </a:lnTo>
                  <a:lnTo>
                    <a:pt x="17355" y="136358"/>
                  </a:lnTo>
                  <a:cubicBezTo>
                    <a:pt x="17355" y="161135"/>
                    <a:pt x="26422" y="173818"/>
                    <a:pt x="44253" y="173818"/>
                  </a:cubicBezTo>
                  <a:cubicBezTo>
                    <a:pt x="59063" y="173818"/>
                    <a:pt x="70548" y="166739"/>
                    <a:pt x="80521" y="151401"/>
                  </a:cubicBezTo>
                  <a:lnTo>
                    <a:pt x="76592" y="148156"/>
                  </a:lnTo>
                  <a:cubicBezTo>
                    <a:pt x="70245" y="155531"/>
                    <a:pt x="65107" y="158480"/>
                    <a:pt x="58458" y="158480"/>
                  </a:cubicBezTo>
                  <a:cubicBezTo>
                    <a:pt x="47276" y="158480"/>
                    <a:pt x="42742" y="150516"/>
                    <a:pt x="42742" y="131933"/>
                  </a:cubicBezTo>
                  <a:lnTo>
                    <a:pt x="42742" y="47574"/>
                  </a:lnTo>
                  <a:lnTo>
                    <a:pt x="73268" y="47574"/>
                  </a:lnTo>
                  <a:lnTo>
                    <a:pt x="73268" y="3813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3" name="Freeform: Shape 3612">
              <a:extLst>
                <a:ext uri="{FF2B5EF4-FFF2-40B4-BE49-F238E27FC236}">
                  <a16:creationId xmlns:a16="http://schemas.microsoft.com/office/drawing/2014/main" id="{E5C7D5C8-1B8D-3C91-3C52-BBCBE9A553EF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6518498" y="4920908"/>
              <a:ext cx="133284" cy="138632"/>
            </a:xfrm>
            <a:custGeom>
              <a:avLst/>
              <a:gdLst>
                <a:gd name="connsiteX0" fmla="*/ 66924 w 133284"/>
                <a:gd name="connsiteY0" fmla="*/ 85 h 138632"/>
                <a:gd name="connsiteX1" fmla="*/ 130 w 133284"/>
                <a:gd name="connsiteY1" fmla="*/ 69106 h 138632"/>
                <a:gd name="connsiteX2" fmla="*/ 66319 w 133284"/>
                <a:gd name="connsiteY2" fmla="*/ 138718 h 138632"/>
                <a:gd name="connsiteX3" fmla="*/ 133414 w 133284"/>
                <a:gd name="connsiteY3" fmla="*/ 66746 h 138632"/>
                <a:gd name="connsiteX4" fmla="*/ 66924 w 133284"/>
                <a:gd name="connsiteY4" fmla="*/ 85 h 138632"/>
                <a:gd name="connsiteX5" fmla="*/ 62994 w 133284"/>
                <a:gd name="connsiteY5" fmla="*/ 8344 h 138632"/>
                <a:gd name="connsiteX6" fmla="*/ 106214 w 133284"/>
                <a:gd name="connsiteY6" fmla="*/ 77070 h 138632"/>
                <a:gd name="connsiteX7" fmla="*/ 69946 w 133284"/>
                <a:gd name="connsiteY7" fmla="*/ 130459 h 138632"/>
                <a:gd name="connsiteX8" fmla="*/ 40629 w 133284"/>
                <a:gd name="connsiteY8" fmla="*/ 111581 h 138632"/>
                <a:gd name="connsiteX9" fmla="*/ 27331 w 133284"/>
                <a:gd name="connsiteY9" fmla="*/ 54653 h 138632"/>
                <a:gd name="connsiteX10" fmla="*/ 62994 w 133284"/>
                <a:gd name="connsiteY10" fmla="*/ 834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84" h="138632">
                  <a:moveTo>
                    <a:pt x="66924" y="85"/>
                  </a:moveTo>
                  <a:cubicBezTo>
                    <a:pt x="27633" y="85"/>
                    <a:pt x="130" y="28401"/>
                    <a:pt x="130" y="69106"/>
                  </a:cubicBezTo>
                  <a:cubicBezTo>
                    <a:pt x="130" y="108926"/>
                    <a:pt x="28238" y="138718"/>
                    <a:pt x="66319" y="138718"/>
                  </a:cubicBezTo>
                  <a:cubicBezTo>
                    <a:pt x="104400" y="138718"/>
                    <a:pt x="133414" y="107451"/>
                    <a:pt x="133414" y="66746"/>
                  </a:cubicBezTo>
                  <a:cubicBezTo>
                    <a:pt x="133414" y="28106"/>
                    <a:pt x="105609" y="85"/>
                    <a:pt x="66924" y="85"/>
                  </a:cubicBezTo>
                  <a:close/>
                  <a:moveTo>
                    <a:pt x="62994" y="8344"/>
                  </a:moveTo>
                  <a:cubicBezTo>
                    <a:pt x="88382" y="8344"/>
                    <a:pt x="106214" y="36660"/>
                    <a:pt x="106214" y="77070"/>
                  </a:cubicBezTo>
                  <a:cubicBezTo>
                    <a:pt x="106214" y="110401"/>
                    <a:pt x="92613" y="130459"/>
                    <a:pt x="69946" y="130459"/>
                  </a:cubicBezTo>
                  <a:cubicBezTo>
                    <a:pt x="58159" y="130459"/>
                    <a:pt x="46976" y="123379"/>
                    <a:pt x="40629" y="111581"/>
                  </a:cubicBezTo>
                  <a:cubicBezTo>
                    <a:pt x="32167" y="96243"/>
                    <a:pt x="27331" y="75595"/>
                    <a:pt x="27331" y="54653"/>
                  </a:cubicBezTo>
                  <a:cubicBezTo>
                    <a:pt x="27331" y="26631"/>
                    <a:pt x="41536" y="8344"/>
                    <a:pt x="62994" y="834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4" name="Freeform: Shape 3613">
              <a:extLst>
                <a:ext uri="{FF2B5EF4-FFF2-40B4-BE49-F238E27FC236}">
                  <a16:creationId xmlns:a16="http://schemas.microsoft.com/office/drawing/2014/main" id="{F7E1CF14-EC7D-26D1-007A-8A4377B202EA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6662927" y="4920908"/>
              <a:ext cx="99736" cy="135683"/>
            </a:xfrm>
            <a:custGeom>
              <a:avLst/>
              <a:gdLst>
                <a:gd name="connsiteX0" fmla="*/ 740 w 99736"/>
                <a:gd name="connsiteY0" fmla="*/ 20732 h 135683"/>
                <a:gd name="connsiteX1" fmla="*/ 11318 w 99736"/>
                <a:gd name="connsiteY1" fmla="*/ 19552 h 135683"/>
                <a:gd name="connsiteX2" fmla="*/ 21594 w 99736"/>
                <a:gd name="connsiteY2" fmla="*/ 37250 h 135683"/>
                <a:gd name="connsiteX3" fmla="*/ 21594 w 99736"/>
                <a:gd name="connsiteY3" fmla="*/ 110991 h 135683"/>
                <a:gd name="connsiteX4" fmla="*/ 135 w 99736"/>
                <a:gd name="connsiteY4" fmla="*/ 131344 h 135683"/>
                <a:gd name="connsiteX5" fmla="*/ 135 w 99736"/>
                <a:gd name="connsiteY5" fmla="*/ 135768 h 135683"/>
                <a:gd name="connsiteX6" fmla="*/ 72671 w 99736"/>
                <a:gd name="connsiteY6" fmla="*/ 135768 h 135683"/>
                <a:gd name="connsiteX7" fmla="*/ 72671 w 99736"/>
                <a:gd name="connsiteY7" fmla="*/ 131344 h 135683"/>
                <a:gd name="connsiteX8" fmla="*/ 46981 w 99736"/>
                <a:gd name="connsiteY8" fmla="*/ 109221 h 135683"/>
                <a:gd name="connsiteX9" fmla="*/ 46981 w 99736"/>
                <a:gd name="connsiteY9" fmla="*/ 42854 h 135683"/>
                <a:gd name="connsiteX10" fmla="*/ 68137 w 99736"/>
                <a:gd name="connsiteY10" fmla="*/ 18667 h 135683"/>
                <a:gd name="connsiteX11" fmla="*/ 75995 w 99736"/>
                <a:gd name="connsiteY11" fmla="*/ 23092 h 135683"/>
                <a:gd name="connsiteX12" fmla="*/ 88085 w 99736"/>
                <a:gd name="connsiteY12" fmla="*/ 28991 h 135683"/>
                <a:gd name="connsiteX13" fmla="*/ 99872 w 99736"/>
                <a:gd name="connsiteY13" fmla="*/ 15718 h 135683"/>
                <a:gd name="connsiteX14" fmla="*/ 83249 w 99736"/>
                <a:gd name="connsiteY14" fmla="*/ 85 h 135683"/>
                <a:gd name="connsiteX15" fmla="*/ 46981 w 99736"/>
                <a:gd name="connsiteY15" fmla="*/ 27811 h 135683"/>
                <a:gd name="connsiteX16" fmla="*/ 46981 w 99736"/>
                <a:gd name="connsiteY16" fmla="*/ 675 h 135683"/>
                <a:gd name="connsiteX17" fmla="*/ 45470 w 99736"/>
                <a:gd name="connsiteY17" fmla="*/ 85 h 135683"/>
                <a:gd name="connsiteX18" fmla="*/ 740 w 99736"/>
                <a:gd name="connsiteY18" fmla="*/ 16013 h 135683"/>
                <a:gd name="connsiteX19" fmla="*/ 740 w 99736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736" h="135683">
                  <a:moveTo>
                    <a:pt x="740" y="20732"/>
                  </a:moveTo>
                  <a:cubicBezTo>
                    <a:pt x="4971" y="19847"/>
                    <a:pt x="7691" y="19552"/>
                    <a:pt x="11318" y="19552"/>
                  </a:cubicBezTo>
                  <a:cubicBezTo>
                    <a:pt x="18874" y="19552"/>
                    <a:pt x="21594" y="24272"/>
                    <a:pt x="21594" y="37250"/>
                  </a:cubicBezTo>
                  <a:lnTo>
                    <a:pt x="21594" y="110991"/>
                  </a:lnTo>
                  <a:cubicBezTo>
                    <a:pt x="21594" y="125739"/>
                    <a:pt x="19478" y="127804"/>
                    <a:pt x="135" y="131344"/>
                  </a:cubicBezTo>
                  <a:lnTo>
                    <a:pt x="135" y="135768"/>
                  </a:lnTo>
                  <a:lnTo>
                    <a:pt x="72671" y="135768"/>
                  </a:lnTo>
                  <a:lnTo>
                    <a:pt x="72671" y="131344"/>
                  </a:lnTo>
                  <a:cubicBezTo>
                    <a:pt x="52119" y="130459"/>
                    <a:pt x="46981" y="126034"/>
                    <a:pt x="46981" y="109221"/>
                  </a:cubicBezTo>
                  <a:lnTo>
                    <a:pt x="46981" y="42854"/>
                  </a:lnTo>
                  <a:cubicBezTo>
                    <a:pt x="46981" y="33416"/>
                    <a:pt x="59977" y="18667"/>
                    <a:pt x="68137" y="18667"/>
                  </a:cubicBezTo>
                  <a:cubicBezTo>
                    <a:pt x="69951" y="18667"/>
                    <a:pt x="72671" y="20142"/>
                    <a:pt x="75995" y="23092"/>
                  </a:cubicBezTo>
                  <a:cubicBezTo>
                    <a:pt x="80831" y="27221"/>
                    <a:pt x="84156" y="28991"/>
                    <a:pt x="88085" y="28991"/>
                  </a:cubicBezTo>
                  <a:cubicBezTo>
                    <a:pt x="95338" y="28991"/>
                    <a:pt x="99872" y="23977"/>
                    <a:pt x="99872" y="15718"/>
                  </a:cubicBezTo>
                  <a:cubicBezTo>
                    <a:pt x="99872" y="5984"/>
                    <a:pt x="93525" y="85"/>
                    <a:pt x="83249" y="85"/>
                  </a:cubicBezTo>
                  <a:cubicBezTo>
                    <a:pt x="70555" y="85"/>
                    <a:pt x="61791" y="6869"/>
                    <a:pt x="46981" y="27811"/>
                  </a:cubicBezTo>
                  <a:lnTo>
                    <a:pt x="46981" y="675"/>
                  </a:lnTo>
                  <a:lnTo>
                    <a:pt x="45470" y="85"/>
                  </a:lnTo>
                  <a:cubicBezTo>
                    <a:pt x="29452" y="6574"/>
                    <a:pt x="18571" y="10408"/>
                    <a:pt x="740" y="16013"/>
                  </a:cubicBezTo>
                  <a:lnTo>
                    <a:pt x="740" y="20732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5" name="Freeform: Shape 3614">
              <a:extLst>
                <a:ext uri="{FF2B5EF4-FFF2-40B4-BE49-F238E27FC236}">
                  <a16:creationId xmlns:a16="http://schemas.microsoft.com/office/drawing/2014/main" id="{783E2484-1BC3-205C-89C8-E7CAE52C7213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6786916" y="4921203"/>
              <a:ext cx="33547" cy="138632"/>
            </a:xfrm>
            <a:custGeom>
              <a:avLst/>
              <a:gdLst>
                <a:gd name="connsiteX0" fmla="*/ 16761 w 33547"/>
                <a:gd name="connsiteY0" fmla="*/ 85 h 138632"/>
                <a:gd name="connsiteX1" fmla="*/ 139 w 33547"/>
                <a:gd name="connsiteY1" fmla="*/ 16898 h 138632"/>
                <a:gd name="connsiteX2" fmla="*/ 16459 w 33547"/>
                <a:gd name="connsiteY2" fmla="*/ 32826 h 138632"/>
                <a:gd name="connsiteX3" fmla="*/ 33686 w 33547"/>
                <a:gd name="connsiteY3" fmla="*/ 16898 h 138632"/>
                <a:gd name="connsiteX4" fmla="*/ 16761 w 33547"/>
                <a:gd name="connsiteY4" fmla="*/ 85 h 138632"/>
                <a:gd name="connsiteX5" fmla="*/ 16761 w 33547"/>
                <a:gd name="connsiteY5" fmla="*/ 105977 h 138632"/>
                <a:gd name="connsiteX6" fmla="*/ 139 w 33547"/>
                <a:gd name="connsiteY6" fmla="*/ 122790 h 138632"/>
                <a:gd name="connsiteX7" fmla="*/ 16459 w 33547"/>
                <a:gd name="connsiteY7" fmla="*/ 138718 h 138632"/>
                <a:gd name="connsiteX8" fmla="*/ 33686 w 33547"/>
                <a:gd name="connsiteY8" fmla="*/ 122790 h 138632"/>
                <a:gd name="connsiteX9" fmla="*/ 16761 w 33547"/>
                <a:gd name="connsiteY9" fmla="*/ 10597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47" h="138632">
                  <a:moveTo>
                    <a:pt x="16761" y="85"/>
                  </a:moveTo>
                  <a:cubicBezTo>
                    <a:pt x="7694" y="85"/>
                    <a:pt x="139" y="7754"/>
                    <a:pt x="139" y="16898"/>
                  </a:cubicBezTo>
                  <a:cubicBezTo>
                    <a:pt x="139" y="25452"/>
                    <a:pt x="7694" y="32826"/>
                    <a:pt x="16459" y="32826"/>
                  </a:cubicBezTo>
                  <a:cubicBezTo>
                    <a:pt x="25828" y="32826"/>
                    <a:pt x="33686" y="25452"/>
                    <a:pt x="33686" y="16898"/>
                  </a:cubicBezTo>
                  <a:cubicBezTo>
                    <a:pt x="33686" y="7754"/>
                    <a:pt x="25828" y="85"/>
                    <a:pt x="16761" y="85"/>
                  </a:cubicBezTo>
                  <a:close/>
                  <a:moveTo>
                    <a:pt x="16761" y="105977"/>
                  </a:moveTo>
                  <a:cubicBezTo>
                    <a:pt x="7694" y="105977"/>
                    <a:pt x="139" y="113646"/>
                    <a:pt x="139" y="122790"/>
                  </a:cubicBezTo>
                  <a:cubicBezTo>
                    <a:pt x="139" y="131344"/>
                    <a:pt x="7694" y="138718"/>
                    <a:pt x="16459" y="138718"/>
                  </a:cubicBezTo>
                  <a:cubicBezTo>
                    <a:pt x="25828" y="138718"/>
                    <a:pt x="33686" y="131344"/>
                    <a:pt x="33686" y="122790"/>
                  </a:cubicBezTo>
                  <a:cubicBezTo>
                    <a:pt x="33686" y="113646"/>
                    <a:pt x="25828" y="105977"/>
                    <a:pt x="16761" y="105977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6" name="Freeform: Shape 3615">
              <a:extLst>
                <a:ext uri="{FF2B5EF4-FFF2-40B4-BE49-F238E27FC236}">
                  <a16:creationId xmlns:a16="http://schemas.microsoft.com/office/drawing/2014/main" id="{271F594A-EA37-5487-48C4-A09818C08B82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7157082" y="4855131"/>
              <a:ext cx="136004" cy="204704"/>
            </a:xfrm>
            <a:custGeom>
              <a:avLst/>
              <a:gdLst>
                <a:gd name="connsiteX0" fmla="*/ 26446 w 136004"/>
                <a:gd name="connsiteY0" fmla="*/ 11883 h 204704"/>
                <a:gd name="connsiteX1" fmla="*/ 46091 w 136004"/>
                <a:gd name="connsiteY1" fmla="*/ 19847 h 204704"/>
                <a:gd name="connsiteX2" fmla="*/ 43370 w 136004"/>
                <a:gd name="connsiteY2" fmla="*/ 32531 h 204704"/>
                <a:gd name="connsiteX3" fmla="*/ 41859 w 136004"/>
                <a:gd name="connsiteY3" fmla="*/ 38135 h 204704"/>
                <a:gd name="connsiteX4" fmla="*/ 41255 w 136004"/>
                <a:gd name="connsiteY4" fmla="*/ 40200 h 204704"/>
                <a:gd name="connsiteX5" fmla="*/ 151 w 136004"/>
                <a:gd name="connsiteY5" fmla="*/ 187977 h 204704"/>
                <a:gd name="connsiteX6" fmla="*/ 151 w 136004"/>
                <a:gd name="connsiteY6" fmla="*/ 189156 h 204704"/>
                <a:gd name="connsiteX7" fmla="*/ 40348 w 136004"/>
                <a:gd name="connsiteY7" fmla="*/ 204789 h 204704"/>
                <a:gd name="connsiteX8" fmla="*/ 136156 w 136004"/>
                <a:gd name="connsiteY8" fmla="*/ 106862 h 204704"/>
                <a:gd name="connsiteX9" fmla="*/ 101097 w 136004"/>
                <a:gd name="connsiteY9" fmla="*/ 71466 h 204704"/>
                <a:gd name="connsiteX10" fmla="*/ 42766 w 136004"/>
                <a:gd name="connsiteY10" fmla="*/ 116005 h 204704"/>
                <a:gd name="connsiteX11" fmla="*/ 74198 w 136004"/>
                <a:gd name="connsiteY11" fmla="*/ 1559 h 204704"/>
                <a:gd name="connsiteX12" fmla="*/ 72687 w 136004"/>
                <a:gd name="connsiteY12" fmla="*/ 85 h 204704"/>
                <a:gd name="connsiteX13" fmla="*/ 26446 w 136004"/>
                <a:gd name="connsiteY13" fmla="*/ 6869 h 204704"/>
                <a:gd name="connsiteX14" fmla="*/ 26446 w 136004"/>
                <a:gd name="connsiteY14" fmla="*/ 11883 h 204704"/>
                <a:gd name="connsiteX15" fmla="*/ 89310 w 136004"/>
                <a:gd name="connsiteY15" fmla="*/ 85919 h 204704"/>
                <a:gd name="connsiteX16" fmla="*/ 110466 w 136004"/>
                <a:gd name="connsiteY16" fmla="*/ 111286 h 204704"/>
                <a:gd name="connsiteX17" fmla="*/ 77220 w 136004"/>
                <a:gd name="connsiteY17" fmla="*/ 180602 h 204704"/>
                <a:gd name="connsiteX18" fmla="*/ 40046 w 136004"/>
                <a:gd name="connsiteY18" fmla="*/ 198005 h 204704"/>
                <a:gd name="connsiteX19" fmla="*/ 26143 w 136004"/>
                <a:gd name="connsiteY19" fmla="*/ 187977 h 204704"/>
                <a:gd name="connsiteX20" fmla="*/ 47904 w 136004"/>
                <a:gd name="connsiteY20" fmla="*/ 119840 h 204704"/>
                <a:gd name="connsiteX21" fmla="*/ 89310 w 136004"/>
                <a:gd name="connsiteY21" fmla="*/ 85919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004" h="204704">
                  <a:moveTo>
                    <a:pt x="26446" y="11883"/>
                  </a:moveTo>
                  <a:cubicBezTo>
                    <a:pt x="44277" y="12473"/>
                    <a:pt x="46091" y="13358"/>
                    <a:pt x="46091" y="19847"/>
                  </a:cubicBezTo>
                  <a:cubicBezTo>
                    <a:pt x="46091" y="22502"/>
                    <a:pt x="45184" y="26041"/>
                    <a:pt x="43370" y="32531"/>
                  </a:cubicBezTo>
                  <a:cubicBezTo>
                    <a:pt x="42766" y="34595"/>
                    <a:pt x="42162" y="36660"/>
                    <a:pt x="41859" y="38135"/>
                  </a:cubicBezTo>
                  <a:lnTo>
                    <a:pt x="41255" y="40200"/>
                  </a:lnTo>
                  <a:lnTo>
                    <a:pt x="151" y="187977"/>
                  </a:lnTo>
                  <a:lnTo>
                    <a:pt x="151" y="189156"/>
                  </a:lnTo>
                  <a:cubicBezTo>
                    <a:pt x="151" y="195941"/>
                    <a:pt x="23423" y="204789"/>
                    <a:pt x="40348" y="204789"/>
                  </a:cubicBezTo>
                  <a:cubicBezTo>
                    <a:pt x="85985" y="204789"/>
                    <a:pt x="136156" y="153171"/>
                    <a:pt x="136156" y="106862"/>
                  </a:cubicBezTo>
                  <a:cubicBezTo>
                    <a:pt x="136156" y="86214"/>
                    <a:pt x="121346" y="71466"/>
                    <a:pt x="101097" y="71466"/>
                  </a:cubicBezTo>
                  <a:cubicBezTo>
                    <a:pt x="79940" y="71466"/>
                    <a:pt x="64224" y="83559"/>
                    <a:pt x="42766" y="116005"/>
                  </a:cubicBezTo>
                  <a:cubicBezTo>
                    <a:pt x="58482" y="59962"/>
                    <a:pt x="60598" y="51998"/>
                    <a:pt x="74198" y="1559"/>
                  </a:cubicBezTo>
                  <a:lnTo>
                    <a:pt x="72687" y="85"/>
                  </a:lnTo>
                  <a:cubicBezTo>
                    <a:pt x="57575" y="2739"/>
                    <a:pt x="46695" y="4509"/>
                    <a:pt x="26446" y="6869"/>
                  </a:cubicBezTo>
                  <a:lnTo>
                    <a:pt x="26446" y="11883"/>
                  </a:lnTo>
                  <a:close/>
                  <a:moveTo>
                    <a:pt x="89310" y="85919"/>
                  </a:moveTo>
                  <a:cubicBezTo>
                    <a:pt x="102306" y="85919"/>
                    <a:pt x="110466" y="95653"/>
                    <a:pt x="110466" y="111286"/>
                  </a:cubicBezTo>
                  <a:cubicBezTo>
                    <a:pt x="110466" y="130754"/>
                    <a:pt x="95052" y="162315"/>
                    <a:pt x="77220" y="180602"/>
                  </a:cubicBezTo>
                  <a:cubicBezTo>
                    <a:pt x="66038" y="191811"/>
                    <a:pt x="53042" y="198005"/>
                    <a:pt x="40046" y="198005"/>
                  </a:cubicBezTo>
                  <a:cubicBezTo>
                    <a:pt x="30677" y="198005"/>
                    <a:pt x="26143" y="194761"/>
                    <a:pt x="26143" y="187977"/>
                  </a:cubicBezTo>
                  <a:cubicBezTo>
                    <a:pt x="26143" y="170279"/>
                    <a:pt x="35210" y="141667"/>
                    <a:pt x="47904" y="119840"/>
                  </a:cubicBezTo>
                  <a:cubicBezTo>
                    <a:pt x="61202" y="97128"/>
                    <a:pt x="74803" y="85919"/>
                    <a:pt x="89310" y="85919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7" name="Freeform: Shape 3616">
              <a:extLst>
                <a:ext uri="{FF2B5EF4-FFF2-40B4-BE49-F238E27FC236}">
                  <a16:creationId xmlns:a16="http://schemas.microsoft.com/office/drawing/2014/main" id="{DF77628C-6007-7EE4-C737-333DFD4F24DA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7386151" y="4948340"/>
              <a:ext cx="200983" cy="69021"/>
            </a:xfrm>
            <a:custGeom>
              <a:avLst/>
              <a:gdLst>
                <a:gd name="connsiteX0" fmla="*/ 190867 w 200983"/>
                <a:gd name="connsiteY0" fmla="*/ 11883 h 69021"/>
                <a:gd name="connsiteX1" fmla="*/ 201142 w 200983"/>
                <a:gd name="connsiteY1" fmla="*/ 5984 h 69021"/>
                <a:gd name="connsiteX2" fmla="*/ 191169 w 200983"/>
                <a:gd name="connsiteY2" fmla="*/ 85 h 69021"/>
                <a:gd name="connsiteX3" fmla="*/ 10132 w 200983"/>
                <a:gd name="connsiteY3" fmla="*/ 85 h 69021"/>
                <a:gd name="connsiteX4" fmla="*/ 159 w 200983"/>
                <a:gd name="connsiteY4" fmla="*/ 5984 h 69021"/>
                <a:gd name="connsiteX5" fmla="*/ 10434 w 200983"/>
                <a:gd name="connsiteY5" fmla="*/ 11883 h 69021"/>
                <a:gd name="connsiteX6" fmla="*/ 190867 w 200983"/>
                <a:gd name="connsiteY6" fmla="*/ 11883 h 69021"/>
                <a:gd name="connsiteX7" fmla="*/ 191169 w 200983"/>
                <a:gd name="connsiteY7" fmla="*/ 69106 h 69021"/>
                <a:gd name="connsiteX8" fmla="*/ 201142 w 200983"/>
                <a:gd name="connsiteY8" fmla="*/ 63207 h 69021"/>
                <a:gd name="connsiteX9" fmla="*/ 190867 w 200983"/>
                <a:gd name="connsiteY9" fmla="*/ 57308 h 69021"/>
                <a:gd name="connsiteX10" fmla="*/ 10434 w 200983"/>
                <a:gd name="connsiteY10" fmla="*/ 57308 h 69021"/>
                <a:gd name="connsiteX11" fmla="*/ 159 w 200983"/>
                <a:gd name="connsiteY11" fmla="*/ 63207 h 69021"/>
                <a:gd name="connsiteX12" fmla="*/ 10132 w 200983"/>
                <a:gd name="connsiteY12" fmla="*/ 69106 h 69021"/>
                <a:gd name="connsiteX13" fmla="*/ 191169 w 200983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983" h="69021">
                  <a:moveTo>
                    <a:pt x="190867" y="11883"/>
                  </a:moveTo>
                  <a:cubicBezTo>
                    <a:pt x="195400" y="11883"/>
                    <a:pt x="201142" y="11883"/>
                    <a:pt x="201142" y="5984"/>
                  </a:cubicBezTo>
                  <a:cubicBezTo>
                    <a:pt x="201142" y="85"/>
                    <a:pt x="195400" y="85"/>
                    <a:pt x="191169" y="85"/>
                  </a:cubicBezTo>
                  <a:lnTo>
                    <a:pt x="10132" y="85"/>
                  </a:lnTo>
                  <a:cubicBezTo>
                    <a:pt x="5901" y="85"/>
                    <a:pt x="159" y="85"/>
                    <a:pt x="159" y="5984"/>
                  </a:cubicBezTo>
                  <a:cubicBezTo>
                    <a:pt x="159" y="11883"/>
                    <a:pt x="5901" y="11883"/>
                    <a:pt x="10434" y="11883"/>
                  </a:cubicBezTo>
                  <a:lnTo>
                    <a:pt x="190867" y="11883"/>
                  </a:lnTo>
                  <a:close/>
                  <a:moveTo>
                    <a:pt x="191169" y="69106"/>
                  </a:moveTo>
                  <a:cubicBezTo>
                    <a:pt x="195400" y="69106"/>
                    <a:pt x="201142" y="69106"/>
                    <a:pt x="201142" y="63207"/>
                  </a:cubicBezTo>
                  <a:cubicBezTo>
                    <a:pt x="201142" y="57308"/>
                    <a:pt x="195400" y="57308"/>
                    <a:pt x="190867" y="57308"/>
                  </a:cubicBezTo>
                  <a:lnTo>
                    <a:pt x="10434" y="57308"/>
                  </a:lnTo>
                  <a:cubicBezTo>
                    <a:pt x="5901" y="57308"/>
                    <a:pt x="159" y="57308"/>
                    <a:pt x="159" y="63207"/>
                  </a:cubicBezTo>
                  <a:cubicBezTo>
                    <a:pt x="159" y="69106"/>
                    <a:pt x="5901" y="69106"/>
                    <a:pt x="10132" y="69106"/>
                  </a:cubicBezTo>
                  <a:lnTo>
                    <a:pt x="191169" y="69106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8" name="Freeform: Shape 3617">
              <a:extLst>
                <a:ext uri="{FF2B5EF4-FFF2-40B4-BE49-F238E27FC236}">
                  <a16:creationId xmlns:a16="http://schemas.microsoft.com/office/drawing/2014/main" id="{0C42099D-7B2A-601E-08B1-7B528639CF4F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7708013" y="4835369"/>
              <a:ext cx="41405" cy="294963"/>
            </a:xfrm>
            <a:custGeom>
              <a:avLst/>
              <a:gdLst>
                <a:gd name="connsiteX0" fmla="*/ 41574 w 41405"/>
                <a:gd name="connsiteY0" fmla="*/ 295048 h 294963"/>
                <a:gd name="connsiteX1" fmla="*/ 41574 w 41405"/>
                <a:gd name="connsiteY1" fmla="*/ 283250 h 294963"/>
                <a:gd name="connsiteX2" fmla="*/ 12258 w 41405"/>
                <a:gd name="connsiteY2" fmla="*/ 283250 h 294963"/>
                <a:gd name="connsiteX3" fmla="*/ 12258 w 41405"/>
                <a:gd name="connsiteY3" fmla="*/ 11883 h 294963"/>
                <a:gd name="connsiteX4" fmla="*/ 41574 w 41405"/>
                <a:gd name="connsiteY4" fmla="*/ 11883 h 294963"/>
                <a:gd name="connsiteX5" fmla="*/ 41574 w 41405"/>
                <a:gd name="connsiteY5" fmla="*/ 85 h 294963"/>
                <a:gd name="connsiteX6" fmla="*/ 169 w 41405"/>
                <a:gd name="connsiteY6" fmla="*/ 85 h 294963"/>
                <a:gd name="connsiteX7" fmla="*/ 169 w 41405"/>
                <a:gd name="connsiteY7" fmla="*/ 295048 h 294963"/>
                <a:gd name="connsiteX8" fmla="*/ 41574 w 41405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5" h="294963">
                  <a:moveTo>
                    <a:pt x="41574" y="295048"/>
                  </a:moveTo>
                  <a:lnTo>
                    <a:pt x="41574" y="283250"/>
                  </a:lnTo>
                  <a:lnTo>
                    <a:pt x="12258" y="283250"/>
                  </a:lnTo>
                  <a:lnTo>
                    <a:pt x="12258" y="11883"/>
                  </a:lnTo>
                  <a:lnTo>
                    <a:pt x="41574" y="11883"/>
                  </a:lnTo>
                  <a:lnTo>
                    <a:pt x="41574" y="85"/>
                  </a:lnTo>
                  <a:lnTo>
                    <a:pt x="169" y="85"/>
                  </a:lnTo>
                  <a:lnTo>
                    <a:pt x="169" y="295048"/>
                  </a:lnTo>
                  <a:lnTo>
                    <a:pt x="41574" y="295048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9" name="Freeform: Shape 3618">
              <a:extLst>
                <a:ext uri="{FF2B5EF4-FFF2-40B4-BE49-F238E27FC236}">
                  <a16:creationId xmlns:a16="http://schemas.microsoft.com/office/drawing/2014/main" id="{22C1C79C-A6FC-F9EB-FB39-AAAC5A1543EC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7781464" y="4976951"/>
              <a:ext cx="184663" cy="11798"/>
            </a:xfrm>
            <a:custGeom>
              <a:avLst/>
              <a:gdLst>
                <a:gd name="connsiteX0" fmla="*/ 174257 w 184663"/>
                <a:gd name="connsiteY0" fmla="*/ 11883 h 11798"/>
                <a:gd name="connsiteX1" fmla="*/ 184835 w 184663"/>
                <a:gd name="connsiteY1" fmla="*/ 5984 h 11798"/>
                <a:gd name="connsiteX2" fmla="*/ 174257 w 184663"/>
                <a:gd name="connsiteY2" fmla="*/ 85 h 11798"/>
                <a:gd name="connsiteX3" fmla="*/ 10749 w 184663"/>
                <a:gd name="connsiteY3" fmla="*/ 85 h 11798"/>
                <a:gd name="connsiteX4" fmla="*/ 171 w 184663"/>
                <a:gd name="connsiteY4" fmla="*/ 5984 h 11798"/>
                <a:gd name="connsiteX5" fmla="*/ 10749 w 184663"/>
                <a:gd name="connsiteY5" fmla="*/ 11883 h 11798"/>
                <a:gd name="connsiteX6" fmla="*/ 174257 w 184663"/>
                <a:gd name="connsiteY6" fmla="*/ 11883 h 1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663" h="11798">
                  <a:moveTo>
                    <a:pt x="174257" y="11883"/>
                  </a:moveTo>
                  <a:cubicBezTo>
                    <a:pt x="179395" y="11883"/>
                    <a:pt x="184835" y="11883"/>
                    <a:pt x="184835" y="5984"/>
                  </a:cubicBezTo>
                  <a:cubicBezTo>
                    <a:pt x="184835" y="85"/>
                    <a:pt x="179395" y="85"/>
                    <a:pt x="174257" y="85"/>
                  </a:cubicBezTo>
                  <a:lnTo>
                    <a:pt x="10749" y="85"/>
                  </a:lnTo>
                  <a:cubicBezTo>
                    <a:pt x="5611" y="85"/>
                    <a:pt x="171" y="85"/>
                    <a:pt x="171" y="5984"/>
                  </a:cubicBezTo>
                  <a:cubicBezTo>
                    <a:pt x="171" y="11883"/>
                    <a:pt x="5611" y="11883"/>
                    <a:pt x="10749" y="11883"/>
                  </a:cubicBezTo>
                  <a:lnTo>
                    <a:pt x="174257" y="11883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0" name="Freeform: Shape 3619">
              <a:extLst>
                <a:ext uri="{FF2B5EF4-FFF2-40B4-BE49-F238E27FC236}">
                  <a16:creationId xmlns:a16="http://schemas.microsoft.com/office/drawing/2014/main" id="{0ABEBDB3-42ED-18E9-F2A5-E30136F14F0F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7999344" y="4857196"/>
              <a:ext cx="136608" cy="203524"/>
            </a:xfrm>
            <a:custGeom>
              <a:avLst/>
              <a:gdLst>
                <a:gd name="connsiteX0" fmla="*/ 69692 w 136608"/>
                <a:gd name="connsiteY0" fmla="*/ 85 h 203524"/>
                <a:gd name="connsiteX1" fmla="*/ 29193 w 136608"/>
                <a:gd name="connsiteY1" fmla="*/ 15423 h 203524"/>
                <a:gd name="connsiteX2" fmla="*/ 179 w 136608"/>
                <a:gd name="connsiteY2" fmla="*/ 100372 h 203524"/>
                <a:gd name="connsiteX3" fmla="*/ 24358 w 136608"/>
                <a:gd name="connsiteY3" fmla="*/ 183552 h 203524"/>
                <a:gd name="connsiteX4" fmla="*/ 68483 w 136608"/>
                <a:gd name="connsiteY4" fmla="*/ 203610 h 203524"/>
                <a:gd name="connsiteX5" fmla="*/ 107773 w 136608"/>
                <a:gd name="connsiteY5" fmla="*/ 188271 h 203524"/>
                <a:gd name="connsiteX6" fmla="*/ 136788 w 136608"/>
                <a:gd name="connsiteY6" fmla="*/ 102142 h 203524"/>
                <a:gd name="connsiteX7" fmla="*/ 69692 w 136608"/>
                <a:gd name="connsiteY7" fmla="*/ 85 h 203524"/>
                <a:gd name="connsiteX8" fmla="*/ 68786 w 136608"/>
                <a:gd name="connsiteY8" fmla="*/ 7754 h 203524"/>
                <a:gd name="connsiteX9" fmla="*/ 107773 w 136608"/>
                <a:gd name="connsiteY9" fmla="*/ 102732 h 203524"/>
                <a:gd name="connsiteX10" fmla="*/ 68483 w 136608"/>
                <a:gd name="connsiteY10" fmla="*/ 195941 h 203524"/>
                <a:gd name="connsiteX11" fmla="*/ 29193 w 136608"/>
                <a:gd name="connsiteY11" fmla="*/ 103027 h 203524"/>
                <a:gd name="connsiteX12" fmla="*/ 68786 w 136608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608" h="203524">
                  <a:moveTo>
                    <a:pt x="69692" y="85"/>
                  </a:moveTo>
                  <a:cubicBezTo>
                    <a:pt x="53070" y="85"/>
                    <a:pt x="40376" y="5099"/>
                    <a:pt x="29193" y="15423"/>
                  </a:cubicBezTo>
                  <a:cubicBezTo>
                    <a:pt x="11664" y="31941"/>
                    <a:pt x="179" y="65862"/>
                    <a:pt x="179" y="100372"/>
                  </a:cubicBezTo>
                  <a:cubicBezTo>
                    <a:pt x="179" y="132523"/>
                    <a:pt x="10153" y="167034"/>
                    <a:pt x="24358" y="183552"/>
                  </a:cubicBezTo>
                  <a:cubicBezTo>
                    <a:pt x="35540" y="196530"/>
                    <a:pt x="50954" y="203610"/>
                    <a:pt x="68483" y="203610"/>
                  </a:cubicBezTo>
                  <a:cubicBezTo>
                    <a:pt x="83897" y="203610"/>
                    <a:pt x="96893" y="198595"/>
                    <a:pt x="107773" y="188271"/>
                  </a:cubicBezTo>
                  <a:cubicBezTo>
                    <a:pt x="125303" y="172048"/>
                    <a:pt x="136788" y="137833"/>
                    <a:pt x="136788" y="102142"/>
                  </a:cubicBezTo>
                  <a:cubicBezTo>
                    <a:pt x="136788" y="41675"/>
                    <a:pt x="109285" y="85"/>
                    <a:pt x="69692" y="85"/>
                  </a:cubicBezTo>
                  <a:close/>
                  <a:moveTo>
                    <a:pt x="68786" y="7754"/>
                  </a:moveTo>
                  <a:cubicBezTo>
                    <a:pt x="94173" y="7754"/>
                    <a:pt x="107773" y="41085"/>
                    <a:pt x="107773" y="102732"/>
                  </a:cubicBezTo>
                  <a:cubicBezTo>
                    <a:pt x="107773" y="164379"/>
                    <a:pt x="94475" y="195941"/>
                    <a:pt x="68483" y="195941"/>
                  </a:cubicBezTo>
                  <a:cubicBezTo>
                    <a:pt x="42491" y="195941"/>
                    <a:pt x="29193" y="164379"/>
                    <a:pt x="29193" y="103027"/>
                  </a:cubicBezTo>
                  <a:cubicBezTo>
                    <a:pt x="29193" y="40495"/>
                    <a:pt x="42794" y="7754"/>
                    <a:pt x="68786" y="775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1" name="Freeform: Shape 3620">
              <a:extLst>
                <a:ext uri="{FF2B5EF4-FFF2-40B4-BE49-F238E27FC236}">
                  <a16:creationId xmlns:a16="http://schemas.microsoft.com/office/drawing/2014/main" id="{31AFA78C-8317-7807-E32F-CDE4EA48E789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8169765" y="5025325"/>
              <a:ext cx="32036" cy="31266"/>
            </a:xfrm>
            <a:custGeom>
              <a:avLst/>
              <a:gdLst>
                <a:gd name="connsiteX0" fmla="*/ 32221 w 32036"/>
                <a:gd name="connsiteY0" fmla="*/ 15718 h 31266"/>
                <a:gd name="connsiteX1" fmla="*/ 16202 w 32036"/>
                <a:gd name="connsiteY1" fmla="*/ 85 h 31266"/>
                <a:gd name="connsiteX2" fmla="*/ 184 w 32036"/>
                <a:gd name="connsiteY2" fmla="*/ 15718 h 31266"/>
                <a:gd name="connsiteX3" fmla="*/ 16202 w 32036"/>
                <a:gd name="connsiteY3" fmla="*/ 31351 h 31266"/>
                <a:gd name="connsiteX4" fmla="*/ 32221 w 32036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6" h="31266">
                  <a:moveTo>
                    <a:pt x="32221" y="15718"/>
                  </a:moveTo>
                  <a:cubicBezTo>
                    <a:pt x="32221" y="7164"/>
                    <a:pt x="24967" y="85"/>
                    <a:pt x="16202" y="85"/>
                  </a:cubicBezTo>
                  <a:cubicBezTo>
                    <a:pt x="7438" y="85"/>
                    <a:pt x="184" y="7164"/>
                    <a:pt x="184" y="15718"/>
                  </a:cubicBezTo>
                  <a:cubicBezTo>
                    <a:pt x="184" y="24272"/>
                    <a:pt x="7438" y="31351"/>
                    <a:pt x="16202" y="31351"/>
                  </a:cubicBezTo>
                  <a:cubicBezTo>
                    <a:pt x="24967" y="31351"/>
                    <a:pt x="32221" y="24272"/>
                    <a:pt x="32221" y="15718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2" name="Freeform: Shape 3621">
              <a:extLst>
                <a:ext uri="{FF2B5EF4-FFF2-40B4-BE49-F238E27FC236}">
                  <a16:creationId xmlns:a16="http://schemas.microsoft.com/office/drawing/2014/main" id="{95029F6E-CF09-9F36-A1F2-0AFA426CF000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8238078" y="4854836"/>
              <a:ext cx="131168" cy="205884"/>
            </a:xfrm>
            <a:custGeom>
              <a:avLst/>
              <a:gdLst>
                <a:gd name="connsiteX0" fmla="*/ 124706 w 131168"/>
                <a:gd name="connsiteY0" fmla="*/ 85 h 205884"/>
                <a:gd name="connsiteX1" fmla="*/ 50659 w 131168"/>
                <a:gd name="connsiteY1" fmla="*/ 23682 h 205884"/>
                <a:gd name="connsiteX2" fmla="*/ 187 w 131168"/>
                <a:gd name="connsiteY2" fmla="*/ 119545 h 205884"/>
                <a:gd name="connsiteX3" fmla="*/ 21343 w 131168"/>
                <a:gd name="connsiteY3" fmla="*/ 185912 h 205884"/>
                <a:gd name="connsiteX4" fmla="*/ 67887 w 131168"/>
                <a:gd name="connsiteY4" fmla="*/ 205969 h 205884"/>
                <a:gd name="connsiteX5" fmla="*/ 131355 w 131168"/>
                <a:gd name="connsiteY5" fmla="*/ 137243 h 205884"/>
                <a:gd name="connsiteX6" fmla="*/ 74536 w 131168"/>
                <a:gd name="connsiteY6" fmla="*/ 75595 h 205884"/>
                <a:gd name="connsiteX7" fmla="*/ 35850 w 131168"/>
                <a:gd name="connsiteY7" fmla="*/ 88869 h 205884"/>
                <a:gd name="connsiteX8" fmla="*/ 125311 w 131168"/>
                <a:gd name="connsiteY8" fmla="*/ 4804 h 205884"/>
                <a:gd name="connsiteX9" fmla="*/ 124706 w 131168"/>
                <a:gd name="connsiteY9" fmla="*/ 85 h 205884"/>
                <a:gd name="connsiteX10" fmla="*/ 63051 w 131168"/>
                <a:gd name="connsiteY10" fmla="*/ 89164 h 205884"/>
                <a:gd name="connsiteX11" fmla="*/ 104154 w 131168"/>
                <a:gd name="connsiteY11" fmla="*/ 147272 h 205884"/>
                <a:gd name="connsiteX12" fmla="*/ 71211 w 131168"/>
                <a:gd name="connsiteY12" fmla="*/ 197710 h 205884"/>
                <a:gd name="connsiteX13" fmla="*/ 28294 w 131168"/>
                <a:gd name="connsiteY13" fmla="*/ 124264 h 205884"/>
                <a:gd name="connsiteX14" fmla="*/ 36757 w 131168"/>
                <a:gd name="connsiteY14" fmla="*/ 96538 h 205884"/>
                <a:gd name="connsiteX15" fmla="*/ 63051 w 131168"/>
                <a:gd name="connsiteY15" fmla="*/ 89164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68" h="205884">
                  <a:moveTo>
                    <a:pt x="124706" y="85"/>
                  </a:moveTo>
                  <a:cubicBezTo>
                    <a:pt x="90252" y="3034"/>
                    <a:pt x="72722" y="8639"/>
                    <a:pt x="50659" y="23682"/>
                  </a:cubicBezTo>
                  <a:cubicBezTo>
                    <a:pt x="18018" y="46394"/>
                    <a:pt x="187" y="80020"/>
                    <a:pt x="187" y="119545"/>
                  </a:cubicBezTo>
                  <a:cubicBezTo>
                    <a:pt x="187" y="145207"/>
                    <a:pt x="8347" y="171164"/>
                    <a:pt x="21343" y="185912"/>
                  </a:cubicBezTo>
                  <a:cubicBezTo>
                    <a:pt x="32828" y="198890"/>
                    <a:pt x="49148" y="205969"/>
                    <a:pt x="67887" y="205969"/>
                  </a:cubicBezTo>
                  <a:cubicBezTo>
                    <a:pt x="105363" y="205969"/>
                    <a:pt x="131355" y="177948"/>
                    <a:pt x="131355" y="137243"/>
                  </a:cubicBezTo>
                  <a:cubicBezTo>
                    <a:pt x="131355" y="99487"/>
                    <a:pt x="109292" y="75595"/>
                    <a:pt x="74536" y="75595"/>
                  </a:cubicBezTo>
                  <a:cubicBezTo>
                    <a:pt x="61238" y="75595"/>
                    <a:pt x="54891" y="77660"/>
                    <a:pt x="35850" y="88869"/>
                  </a:cubicBezTo>
                  <a:cubicBezTo>
                    <a:pt x="44010" y="44329"/>
                    <a:pt x="77860" y="12473"/>
                    <a:pt x="125311" y="4804"/>
                  </a:cubicBezTo>
                  <a:lnTo>
                    <a:pt x="124706" y="85"/>
                  </a:lnTo>
                  <a:close/>
                  <a:moveTo>
                    <a:pt x="63051" y="89164"/>
                  </a:moveTo>
                  <a:cubicBezTo>
                    <a:pt x="89043" y="89164"/>
                    <a:pt x="104154" y="110401"/>
                    <a:pt x="104154" y="147272"/>
                  </a:cubicBezTo>
                  <a:cubicBezTo>
                    <a:pt x="104154" y="179718"/>
                    <a:pt x="92367" y="197710"/>
                    <a:pt x="71211" y="197710"/>
                  </a:cubicBezTo>
                  <a:cubicBezTo>
                    <a:pt x="44615" y="197710"/>
                    <a:pt x="28294" y="169984"/>
                    <a:pt x="28294" y="124264"/>
                  </a:cubicBezTo>
                  <a:cubicBezTo>
                    <a:pt x="28294" y="109221"/>
                    <a:pt x="30712" y="100962"/>
                    <a:pt x="36757" y="96538"/>
                  </a:cubicBezTo>
                  <a:cubicBezTo>
                    <a:pt x="43104" y="91818"/>
                    <a:pt x="52473" y="89164"/>
                    <a:pt x="63051" y="8916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3" name="Freeform: Shape 3622">
              <a:extLst>
                <a:ext uri="{FF2B5EF4-FFF2-40B4-BE49-F238E27FC236}">
                  <a16:creationId xmlns:a16="http://schemas.microsoft.com/office/drawing/2014/main" id="{A12FAB7D-FA18-2EF2-2966-BC9D128D8E02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8388551" y="4857196"/>
              <a:ext cx="129657" cy="205884"/>
            </a:xfrm>
            <a:custGeom>
              <a:avLst/>
              <a:gdLst>
                <a:gd name="connsiteX0" fmla="*/ 8956 w 129657"/>
                <a:gd name="connsiteY0" fmla="*/ 205969 h 205884"/>
                <a:gd name="connsiteX1" fmla="*/ 79981 w 129657"/>
                <a:gd name="connsiteY1" fmla="*/ 182077 h 205884"/>
                <a:gd name="connsiteX2" fmla="*/ 129849 w 129657"/>
                <a:gd name="connsiteY2" fmla="*/ 83264 h 205884"/>
                <a:gd name="connsiteX3" fmla="*/ 63056 w 129657"/>
                <a:gd name="connsiteY3" fmla="*/ 85 h 205884"/>
                <a:gd name="connsiteX4" fmla="*/ 192 w 129657"/>
                <a:gd name="connsiteY4" fmla="*/ 69696 h 205884"/>
                <a:gd name="connsiteX5" fmla="*/ 54593 w 129657"/>
                <a:gd name="connsiteY5" fmla="*/ 129574 h 205884"/>
                <a:gd name="connsiteX6" fmla="*/ 99928 w 129657"/>
                <a:gd name="connsiteY6" fmla="*/ 112761 h 205884"/>
                <a:gd name="connsiteX7" fmla="*/ 8050 w 129657"/>
                <a:gd name="connsiteY7" fmla="*/ 200070 h 205884"/>
                <a:gd name="connsiteX8" fmla="*/ 8956 w 129657"/>
                <a:gd name="connsiteY8" fmla="*/ 205969 h 205884"/>
                <a:gd name="connsiteX9" fmla="*/ 100533 w 129657"/>
                <a:gd name="connsiteY9" fmla="*/ 94768 h 205884"/>
                <a:gd name="connsiteX10" fmla="*/ 95999 w 129657"/>
                <a:gd name="connsiteY10" fmla="*/ 105977 h 205884"/>
                <a:gd name="connsiteX11" fmla="*/ 65474 w 129657"/>
                <a:gd name="connsiteY11" fmla="*/ 116890 h 205884"/>
                <a:gd name="connsiteX12" fmla="*/ 27997 w 129657"/>
                <a:gd name="connsiteY12" fmla="*/ 59667 h 205884"/>
                <a:gd name="connsiteX13" fmla="*/ 39180 w 129657"/>
                <a:gd name="connsiteY13" fmla="*/ 17488 h 205884"/>
                <a:gd name="connsiteX14" fmla="*/ 60638 w 129657"/>
                <a:gd name="connsiteY14" fmla="*/ 8344 h 205884"/>
                <a:gd name="connsiteX15" fmla="*/ 100533 w 129657"/>
                <a:gd name="connsiteY15" fmla="*/ 83264 h 205884"/>
                <a:gd name="connsiteX16" fmla="*/ 100533 w 129657"/>
                <a:gd name="connsiteY16" fmla="*/ 94768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657" h="205884">
                  <a:moveTo>
                    <a:pt x="8956" y="205969"/>
                  </a:moveTo>
                  <a:cubicBezTo>
                    <a:pt x="42806" y="202135"/>
                    <a:pt x="59429" y="196530"/>
                    <a:pt x="79981" y="182077"/>
                  </a:cubicBezTo>
                  <a:cubicBezTo>
                    <a:pt x="111413" y="159660"/>
                    <a:pt x="129849" y="123085"/>
                    <a:pt x="129849" y="83264"/>
                  </a:cubicBezTo>
                  <a:cubicBezTo>
                    <a:pt x="129849" y="34595"/>
                    <a:pt x="102044" y="85"/>
                    <a:pt x="63056" y="85"/>
                  </a:cubicBezTo>
                  <a:cubicBezTo>
                    <a:pt x="27090" y="85"/>
                    <a:pt x="192" y="29876"/>
                    <a:pt x="192" y="69696"/>
                  </a:cubicBezTo>
                  <a:cubicBezTo>
                    <a:pt x="192" y="105682"/>
                    <a:pt x="21952" y="129574"/>
                    <a:pt x="54593" y="129574"/>
                  </a:cubicBezTo>
                  <a:cubicBezTo>
                    <a:pt x="71216" y="129574"/>
                    <a:pt x="83910" y="124854"/>
                    <a:pt x="99928" y="112761"/>
                  </a:cubicBezTo>
                  <a:cubicBezTo>
                    <a:pt x="87537" y="160840"/>
                    <a:pt x="53989" y="192401"/>
                    <a:pt x="8050" y="200070"/>
                  </a:cubicBezTo>
                  <a:lnTo>
                    <a:pt x="8956" y="205969"/>
                  </a:lnTo>
                  <a:close/>
                  <a:moveTo>
                    <a:pt x="100533" y="94768"/>
                  </a:moveTo>
                  <a:cubicBezTo>
                    <a:pt x="100533" y="100667"/>
                    <a:pt x="99324" y="103322"/>
                    <a:pt x="95999" y="105977"/>
                  </a:cubicBezTo>
                  <a:cubicBezTo>
                    <a:pt x="87537" y="113056"/>
                    <a:pt x="76354" y="116890"/>
                    <a:pt x="65474" y="116890"/>
                  </a:cubicBezTo>
                  <a:cubicBezTo>
                    <a:pt x="42504" y="116890"/>
                    <a:pt x="27997" y="94768"/>
                    <a:pt x="27997" y="59667"/>
                  </a:cubicBezTo>
                  <a:cubicBezTo>
                    <a:pt x="27997" y="42854"/>
                    <a:pt x="32833" y="25157"/>
                    <a:pt x="39180" y="17488"/>
                  </a:cubicBezTo>
                  <a:cubicBezTo>
                    <a:pt x="44318" y="11588"/>
                    <a:pt x="51873" y="8344"/>
                    <a:pt x="60638" y="8344"/>
                  </a:cubicBezTo>
                  <a:cubicBezTo>
                    <a:pt x="86932" y="8344"/>
                    <a:pt x="100533" y="33711"/>
                    <a:pt x="100533" y="83264"/>
                  </a:cubicBezTo>
                  <a:lnTo>
                    <a:pt x="100533" y="94768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4" name="Freeform: Shape 3623">
              <a:extLst>
                <a:ext uri="{FF2B5EF4-FFF2-40B4-BE49-F238E27FC236}">
                  <a16:creationId xmlns:a16="http://schemas.microsoft.com/office/drawing/2014/main" id="{8EC411F3-4196-E536-4B5A-9E2FDD4727CF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8544162" y="4857196"/>
              <a:ext cx="117567" cy="203524"/>
            </a:xfrm>
            <a:custGeom>
              <a:avLst/>
              <a:gdLst>
                <a:gd name="connsiteX0" fmla="*/ 33442 w 117567"/>
                <a:gd name="connsiteY0" fmla="*/ 102142 h 203524"/>
                <a:gd name="connsiteX1" fmla="*/ 65479 w 117567"/>
                <a:gd name="connsiteY1" fmla="*/ 105387 h 203524"/>
                <a:gd name="connsiteX2" fmla="*/ 96004 w 117567"/>
                <a:gd name="connsiteY2" fmla="*/ 149041 h 203524"/>
                <a:gd name="connsiteX3" fmla="*/ 56412 w 117567"/>
                <a:gd name="connsiteY3" fmla="*/ 192991 h 203524"/>
                <a:gd name="connsiteX4" fmla="*/ 31024 w 117567"/>
                <a:gd name="connsiteY4" fmla="*/ 183847 h 203524"/>
                <a:gd name="connsiteX5" fmla="*/ 11682 w 117567"/>
                <a:gd name="connsiteY5" fmla="*/ 176473 h 203524"/>
                <a:gd name="connsiteX6" fmla="*/ 197 w 117567"/>
                <a:gd name="connsiteY6" fmla="*/ 186797 h 203524"/>
                <a:gd name="connsiteX7" fmla="*/ 34349 w 117567"/>
                <a:gd name="connsiteY7" fmla="*/ 203610 h 203524"/>
                <a:gd name="connsiteX8" fmla="*/ 95702 w 117567"/>
                <a:gd name="connsiteY8" fmla="*/ 183847 h 203524"/>
                <a:gd name="connsiteX9" fmla="*/ 117765 w 117567"/>
                <a:gd name="connsiteY9" fmla="*/ 134883 h 203524"/>
                <a:gd name="connsiteX10" fmla="*/ 104164 w 117567"/>
                <a:gd name="connsiteY10" fmla="*/ 96833 h 203524"/>
                <a:gd name="connsiteX11" fmla="*/ 79079 w 117567"/>
                <a:gd name="connsiteY11" fmla="*/ 81200 h 203524"/>
                <a:gd name="connsiteX12" fmla="*/ 107489 w 117567"/>
                <a:gd name="connsiteY12" fmla="*/ 40495 h 203524"/>
                <a:gd name="connsiteX13" fmla="*/ 60341 w 117567"/>
                <a:gd name="connsiteY13" fmla="*/ 85 h 203524"/>
                <a:gd name="connsiteX14" fmla="*/ 21051 w 117567"/>
                <a:gd name="connsiteY14" fmla="*/ 14538 h 203524"/>
                <a:gd name="connsiteX15" fmla="*/ 801 w 117567"/>
                <a:gd name="connsiteY15" fmla="*/ 47869 h 203524"/>
                <a:gd name="connsiteX16" fmla="*/ 5335 w 117567"/>
                <a:gd name="connsiteY16" fmla="*/ 49049 h 203524"/>
                <a:gd name="connsiteX17" fmla="*/ 50367 w 117567"/>
                <a:gd name="connsiteY17" fmla="*/ 17783 h 203524"/>
                <a:gd name="connsiteX18" fmla="*/ 83613 w 117567"/>
                <a:gd name="connsiteY18" fmla="*/ 49344 h 203524"/>
                <a:gd name="connsiteX19" fmla="*/ 71523 w 117567"/>
                <a:gd name="connsiteY19" fmla="*/ 77955 h 203524"/>
                <a:gd name="connsiteX20" fmla="*/ 33442 w 117567"/>
                <a:gd name="connsiteY20" fmla="*/ 98308 h 203524"/>
                <a:gd name="connsiteX21" fmla="*/ 33442 w 117567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67" h="203524">
                  <a:moveTo>
                    <a:pt x="33442" y="102142"/>
                  </a:moveTo>
                  <a:cubicBezTo>
                    <a:pt x="51274" y="102142"/>
                    <a:pt x="58225" y="102732"/>
                    <a:pt x="65479" y="105387"/>
                  </a:cubicBezTo>
                  <a:cubicBezTo>
                    <a:pt x="84217" y="111876"/>
                    <a:pt x="96004" y="128689"/>
                    <a:pt x="96004" y="149041"/>
                  </a:cubicBezTo>
                  <a:cubicBezTo>
                    <a:pt x="96004" y="173818"/>
                    <a:pt x="78777" y="192991"/>
                    <a:pt x="56412" y="192991"/>
                  </a:cubicBezTo>
                  <a:cubicBezTo>
                    <a:pt x="48252" y="192991"/>
                    <a:pt x="42207" y="190926"/>
                    <a:pt x="31024" y="183847"/>
                  </a:cubicBezTo>
                  <a:cubicBezTo>
                    <a:pt x="21957" y="178538"/>
                    <a:pt x="16819" y="176473"/>
                    <a:pt x="11682" y="176473"/>
                  </a:cubicBezTo>
                  <a:cubicBezTo>
                    <a:pt x="4730" y="176473"/>
                    <a:pt x="197" y="180602"/>
                    <a:pt x="197" y="186797"/>
                  </a:cubicBezTo>
                  <a:cubicBezTo>
                    <a:pt x="197" y="197120"/>
                    <a:pt x="13193" y="203610"/>
                    <a:pt x="34349" y="203610"/>
                  </a:cubicBezTo>
                  <a:cubicBezTo>
                    <a:pt x="57621" y="203610"/>
                    <a:pt x="81497" y="195941"/>
                    <a:pt x="95702" y="183847"/>
                  </a:cubicBezTo>
                  <a:cubicBezTo>
                    <a:pt x="109907" y="171754"/>
                    <a:pt x="117765" y="154646"/>
                    <a:pt x="117765" y="134883"/>
                  </a:cubicBezTo>
                  <a:cubicBezTo>
                    <a:pt x="117765" y="119840"/>
                    <a:pt x="112929" y="105977"/>
                    <a:pt x="104164" y="96833"/>
                  </a:cubicBezTo>
                  <a:cubicBezTo>
                    <a:pt x="98120" y="90344"/>
                    <a:pt x="92377" y="86804"/>
                    <a:pt x="79079" y="81200"/>
                  </a:cubicBezTo>
                  <a:cubicBezTo>
                    <a:pt x="99933" y="67336"/>
                    <a:pt x="107489" y="56423"/>
                    <a:pt x="107489" y="40495"/>
                  </a:cubicBezTo>
                  <a:cubicBezTo>
                    <a:pt x="107489" y="16603"/>
                    <a:pt x="88146" y="85"/>
                    <a:pt x="60341" y="85"/>
                  </a:cubicBezTo>
                  <a:cubicBezTo>
                    <a:pt x="45229" y="85"/>
                    <a:pt x="31931" y="5099"/>
                    <a:pt x="21051" y="14538"/>
                  </a:cubicBezTo>
                  <a:cubicBezTo>
                    <a:pt x="11984" y="22502"/>
                    <a:pt x="7450" y="30171"/>
                    <a:pt x="801" y="47869"/>
                  </a:cubicBezTo>
                  <a:lnTo>
                    <a:pt x="5335" y="49049"/>
                  </a:lnTo>
                  <a:cubicBezTo>
                    <a:pt x="17726" y="27516"/>
                    <a:pt x="31327" y="17783"/>
                    <a:pt x="50367" y="17783"/>
                  </a:cubicBezTo>
                  <a:cubicBezTo>
                    <a:pt x="70012" y="17783"/>
                    <a:pt x="83613" y="30761"/>
                    <a:pt x="83613" y="49344"/>
                  </a:cubicBezTo>
                  <a:cubicBezTo>
                    <a:pt x="83613" y="59962"/>
                    <a:pt x="79079" y="70581"/>
                    <a:pt x="71523" y="77955"/>
                  </a:cubicBezTo>
                  <a:cubicBezTo>
                    <a:pt x="62456" y="86804"/>
                    <a:pt x="53994" y="91228"/>
                    <a:pt x="33442" y="98308"/>
                  </a:cubicBezTo>
                  <a:lnTo>
                    <a:pt x="33442" y="102142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5" name="Freeform: Shape 3624">
              <a:extLst>
                <a:ext uri="{FF2B5EF4-FFF2-40B4-BE49-F238E27FC236}">
                  <a16:creationId xmlns:a16="http://schemas.microsoft.com/office/drawing/2014/main" id="{1590DB13-F653-8207-B081-C955ADCA4E01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8708841" y="5025325"/>
              <a:ext cx="35361" cy="88194"/>
            </a:xfrm>
            <a:custGeom>
              <a:avLst/>
              <a:gdLst>
                <a:gd name="connsiteX0" fmla="*/ 35563 w 35361"/>
                <a:gd name="connsiteY0" fmla="*/ 31056 h 88194"/>
                <a:gd name="connsiteX1" fmla="*/ 16220 w 35361"/>
                <a:gd name="connsiteY1" fmla="*/ 85 h 88194"/>
                <a:gd name="connsiteX2" fmla="*/ 202 w 35361"/>
                <a:gd name="connsiteY2" fmla="*/ 15718 h 88194"/>
                <a:gd name="connsiteX3" fmla="*/ 16220 w 35361"/>
                <a:gd name="connsiteY3" fmla="*/ 31351 h 88194"/>
                <a:gd name="connsiteX4" fmla="*/ 26798 w 35361"/>
                <a:gd name="connsiteY4" fmla="*/ 27516 h 88194"/>
                <a:gd name="connsiteX5" fmla="*/ 28309 w 35361"/>
                <a:gd name="connsiteY5" fmla="*/ 26631 h 88194"/>
                <a:gd name="connsiteX6" fmla="*/ 28914 w 35361"/>
                <a:gd name="connsiteY6" fmla="*/ 31056 h 88194"/>
                <a:gd name="connsiteX7" fmla="*/ 8362 w 35361"/>
                <a:gd name="connsiteY7" fmla="*/ 80315 h 88194"/>
                <a:gd name="connsiteX8" fmla="*/ 5037 w 35361"/>
                <a:gd name="connsiteY8" fmla="*/ 85034 h 88194"/>
                <a:gd name="connsiteX9" fmla="*/ 8060 w 35361"/>
                <a:gd name="connsiteY9" fmla="*/ 88279 h 88194"/>
                <a:gd name="connsiteX10" fmla="*/ 35563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563" y="31056"/>
                  </a:moveTo>
                  <a:cubicBezTo>
                    <a:pt x="35563" y="11588"/>
                    <a:pt x="28007" y="85"/>
                    <a:pt x="16220" y="85"/>
                  </a:cubicBezTo>
                  <a:cubicBezTo>
                    <a:pt x="6246" y="85"/>
                    <a:pt x="202" y="7459"/>
                    <a:pt x="202" y="15718"/>
                  </a:cubicBezTo>
                  <a:cubicBezTo>
                    <a:pt x="202" y="23682"/>
                    <a:pt x="6246" y="31351"/>
                    <a:pt x="16220" y="31351"/>
                  </a:cubicBezTo>
                  <a:cubicBezTo>
                    <a:pt x="19847" y="31351"/>
                    <a:pt x="23776" y="30171"/>
                    <a:pt x="26798" y="27516"/>
                  </a:cubicBezTo>
                  <a:cubicBezTo>
                    <a:pt x="27705" y="26926"/>
                    <a:pt x="28007" y="26631"/>
                    <a:pt x="28309" y="26631"/>
                  </a:cubicBezTo>
                  <a:cubicBezTo>
                    <a:pt x="28611" y="26631"/>
                    <a:pt x="28914" y="26926"/>
                    <a:pt x="28914" y="31056"/>
                  </a:cubicBezTo>
                  <a:cubicBezTo>
                    <a:pt x="28914" y="52883"/>
                    <a:pt x="18336" y="70581"/>
                    <a:pt x="8362" y="80315"/>
                  </a:cubicBezTo>
                  <a:cubicBezTo>
                    <a:pt x="5037" y="83559"/>
                    <a:pt x="5037" y="84149"/>
                    <a:pt x="5037" y="85034"/>
                  </a:cubicBezTo>
                  <a:cubicBezTo>
                    <a:pt x="5037" y="87099"/>
                    <a:pt x="6549" y="88279"/>
                    <a:pt x="8060" y="88279"/>
                  </a:cubicBezTo>
                  <a:cubicBezTo>
                    <a:pt x="11384" y="88279"/>
                    <a:pt x="35563" y="65567"/>
                    <a:pt x="35563" y="31056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6" name="Freeform: Shape 3625">
              <a:extLst>
                <a:ext uri="{FF2B5EF4-FFF2-40B4-BE49-F238E27FC236}">
                  <a16:creationId xmlns:a16="http://schemas.microsoft.com/office/drawing/2014/main" id="{035CCF3E-F79F-38BD-2C08-66EB236F5C8E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834132" y="4857196"/>
              <a:ext cx="85531" cy="199395"/>
            </a:xfrm>
            <a:custGeom>
              <a:avLst/>
              <a:gdLst>
                <a:gd name="connsiteX0" fmla="*/ 54607 w 85531"/>
                <a:gd name="connsiteY0" fmla="*/ 85 h 199395"/>
                <a:gd name="connsiteX1" fmla="*/ 206 w 85531"/>
                <a:gd name="connsiteY1" fmla="*/ 26926 h 199395"/>
                <a:gd name="connsiteX2" fmla="*/ 206 w 85531"/>
                <a:gd name="connsiteY2" fmla="*/ 31056 h 199395"/>
                <a:gd name="connsiteX3" fmla="*/ 8366 w 85531"/>
                <a:gd name="connsiteY3" fmla="*/ 27811 h 199395"/>
                <a:gd name="connsiteX4" fmla="*/ 21966 w 85531"/>
                <a:gd name="connsiteY4" fmla="*/ 24567 h 199395"/>
                <a:gd name="connsiteX5" fmla="*/ 31033 w 85531"/>
                <a:gd name="connsiteY5" fmla="*/ 38430 h 199395"/>
                <a:gd name="connsiteX6" fmla="*/ 31033 w 85531"/>
                <a:gd name="connsiteY6" fmla="*/ 172048 h 199395"/>
                <a:gd name="connsiteX7" fmla="*/ 23780 w 85531"/>
                <a:gd name="connsiteY7" fmla="*/ 191221 h 199395"/>
                <a:gd name="connsiteX8" fmla="*/ 2321 w 85531"/>
                <a:gd name="connsiteY8" fmla="*/ 195056 h 199395"/>
                <a:gd name="connsiteX9" fmla="*/ 2321 w 85531"/>
                <a:gd name="connsiteY9" fmla="*/ 199480 h 199395"/>
                <a:gd name="connsiteX10" fmla="*/ 85737 w 85531"/>
                <a:gd name="connsiteY10" fmla="*/ 199480 h 199395"/>
                <a:gd name="connsiteX11" fmla="*/ 85737 w 85531"/>
                <a:gd name="connsiteY11" fmla="*/ 195056 h 199395"/>
                <a:gd name="connsiteX12" fmla="*/ 57025 w 85531"/>
                <a:gd name="connsiteY12" fmla="*/ 177653 h 199395"/>
                <a:gd name="connsiteX13" fmla="*/ 57025 w 85531"/>
                <a:gd name="connsiteY13" fmla="*/ 675 h 199395"/>
                <a:gd name="connsiteX14" fmla="*/ 54607 w 85531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531" h="199395">
                  <a:moveTo>
                    <a:pt x="54607" y="85"/>
                  </a:moveTo>
                  <a:lnTo>
                    <a:pt x="206" y="26926"/>
                  </a:lnTo>
                  <a:lnTo>
                    <a:pt x="206" y="31056"/>
                  </a:lnTo>
                  <a:cubicBezTo>
                    <a:pt x="3832" y="29581"/>
                    <a:pt x="7157" y="28401"/>
                    <a:pt x="8366" y="27811"/>
                  </a:cubicBezTo>
                  <a:cubicBezTo>
                    <a:pt x="13806" y="25747"/>
                    <a:pt x="18944" y="24567"/>
                    <a:pt x="21966" y="24567"/>
                  </a:cubicBezTo>
                  <a:cubicBezTo>
                    <a:pt x="28313" y="24567"/>
                    <a:pt x="31033" y="28991"/>
                    <a:pt x="31033" y="38430"/>
                  </a:cubicBezTo>
                  <a:lnTo>
                    <a:pt x="31033" y="172048"/>
                  </a:lnTo>
                  <a:cubicBezTo>
                    <a:pt x="31033" y="181782"/>
                    <a:pt x="28615" y="188566"/>
                    <a:pt x="23780" y="191221"/>
                  </a:cubicBezTo>
                  <a:cubicBezTo>
                    <a:pt x="19246" y="193876"/>
                    <a:pt x="15015" y="194761"/>
                    <a:pt x="2321" y="195056"/>
                  </a:cubicBezTo>
                  <a:lnTo>
                    <a:pt x="2321" y="199480"/>
                  </a:lnTo>
                  <a:lnTo>
                    <a:pt x="85737" y="199480"/>
                  </a:lnTo>
                  <a:lnTo>
                    <a:pt x="85737" y="195056"/>
                  </a:lnTo>
                  <a:cubicBezTo>
                    <a:pt x="61861" y="194761"/>
                    <a:pt x="57025" y="191811"/>
                    <a:pt x="57025" y="177653"/>
                  </a:cubicBezTo>
                  <a:lnTo>
                    <a:pt x="57025" y="675"/>
                  </a:lnTo>
                  <a:lnTo>
                    <a:pt x="54607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7" name="Freeform: Shape 3626">
              <a:extLst>
                <a:ext uri="{FF2B5EF4-FFF2-40B4-BE49-F238E27FC236}">
                  <a16:creationId xmlns:a16="http://schemas.microsoft.com/office/drawing/2014/main" id="{FF0E19D7-FD48-0FB8-7082-EB6D519831BB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8978258" y="5025325"/>
              <a:ext cx="32036" cy="31266"/>
            </a:xfrm>
            <a:custGeom>
              <a:avLst/>
              <a:gdLst>
                <a:gd name="connsiteX0" fmla="*/ 32247 w 32036"/>
                <a:gd name="connsiteY0" fmla="*/ 15718 h 31266"/>
                <a:gd name="connsiteX1" fmla="*/ 16229 w 32036"/>
                <a:gd name="connsiteY1" fmla="*/ 85 h 31266"/>
                <a:gd name="connsiteX2" fmla="*/ 211 w 32036"/>
                <a:gd name="connsiteY2" fmla="*/ 15718 h 31266"/>
                <a:gd name="connsiteX3" fmla="*/ 16229 w 32036"/>
                <a:gd name="connsiteY3" fmla="*/ 31351 h 31266"/>
                <a:gd name="connsiteX4" fmla="*/ 32247 w 32036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6" h="31266">
                  <a:moveTo>
                    <a:pt x="32247" y="15718"/>
                  </a:moveTo>
                  <a:cubicBezTo>
                    <a:pt x="32247" y="7164"/>
                    <a:pt x="24994" y="85"/>
                    <a:pt x="16229" y="85"/>
                  </a:cubicBezTo>
                  <a:cubicBezTo>
                    <a:pt x="7464" y="85"/>
                    <a:pt x="211" y="7164"/>
                    <a:pt x="211" y="15718"/>
                  </a:cubicBezTo>
                  <a:cubicBezTo>
                    <a:pt x="211" y="24272"/>
                    <a:pt x="7464" y="31351"/>
                    <a:pt x="16229" y="31351"/>
                  </a:cubicBezTo>
                  <a:cubicBezTo>
                    <a:pt x="24994" y="31351"/>
                    <a:pt x="32247" y="24272"/>
                    <a:pt x="32247" y="15718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8" name="Freeform: Shape 3627">
              <a:extLst>
                <a:ext uri="{FF2B5EF4-FFF2-40B4-BE49-F238E27FC236}">
                  <a16:creationId xmlns:a16="http://schemas.microsoft.com/office/drawing/2014/main" id="{B7DD3203-546F-4167-FE49-8204FFD9ED4D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9042340" y="4861325"/>
              <a:ext cx="129657" cy="197625"/>
            </a:xfrm>
            <a:custGeom>
              <a:avLst/>
              <a:gdLst>
                <a:gd name="connsiteX0" fmla="*/ 129871 w 129657"/>
                <a:gd name="connsiteY0" fmla="*/ 85 h 197625"/>
                <a:gd name="connsiteX1" fmla="*/ 18045 w 129657"/>
                <a:gd name="connsiteY1" fmla="*/ 85 h 197625"/>
                <a:gd name="connsiteX2" fmla="*/ 213 w 129657"/>
                <a:gd name="connsiteY2" fmla="*/ 43444 h 197625"/>
                <a:gd name="connsiteX3" fmla="*/ 5351 w 129657"/>
                <a:gd name="connsiteY3" fmla="*/ 45804 h 197625"/>
                <a:gd name="connsiteX4" fmla="*/ 40410 w 129657"/>
                <a:gd name="connsiteY4" fmla="*/ 21912 h 197625"/>
                <a:gd name="connsiteX5" fmla="*/ 105994 w 129657"/>
                <a:gd name="connsiteY5" fmla="*/ 21912 h 197625"/>
                <a:gd name="connsiteX6" fmla="*/ 46153 w 129657"/>
                <a:gd name="connsiteY6" fmla="*/ 197710 h 197625"/>
                <a:gd name="connsiteX7" fmla="*/ 65798 w 129657"/>
                <a:gd name="connsiteY7" fmla="*/ 197710 h 197625"/>
                <a:gd name="connsiteX8" fmla="*/ 129871 w 129657"/>
                <a:gd name="connsiteY8" fmla="*/ 4804 h 197625"/>
                <a:gd name="connsiteX9" fmla="*/ 129871 w 129657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657" h="197625">
                  <a:moveTo>
                    <a:pt x="129871" y="85"/>
                  </a:moveTo>
                  <a:lnTo>
                    <a:pt x="18045" y="85"/>
                  </a:lnTo>
                  <a:lnTo>
                    <a:pt x="213" y="43444"/>
                  </a:lnTo>
                  <a:lnTo>
                    <a:pt x="5351" y="45804"/>
                  </a:lnTo>
                  <a:cubicBezTo>
                    <a:pt x="18347" y="25747"/>
                    <a:pt x="23787" y="21912"/>
                    <a:pt x="40410" y="21912"/>
                  </a:cubicBezTo>
                  <a:lnTo>
                    <a:pt x="105994" y="21912"/>
                  </a:lnTo>
                  <a:lnTo>
                    <a:pt x="46153" y="197710"/>
                  </a:lnTo>
                  <a:lnTo>
                    <a:pt x="65798" y="197710"/>
                  </a:lnTo>
                  <a:lnTo>
                    <a:pt x="129871" y="4804"/>
                  </a:lnTo>
                  <a:lnTo>
                    <a:pt x="129871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9" name="Freeform: Shape 3628">
              <a:extLst>
                <a:ext uri="{FF2B5EF4-FFF2-40B4-BE49-F238E27FC236}">
                  <a16:creationId xmlns:a16="http://schemas.microsoft.com/office/drawing/2014/main" id="{AEBD4604-9368-4DBB-B3D3-B2020A68D55C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9191605" y="4857196"/>
              <a:ext cx="139026" cy="199395"/>
            </a:xfrm>
            <a:custGeom>
              <a:avLst/>
              <a:gdLst>
                <a:gd name="connsiteX0" fmla="*/ 139245 w 139026"/>
                <a:gd name="connsiteY0" fmla="*/ 131344 h 199395"/>
                <a:gd name="connsiteX1" fmla="*/ 108417 w 139026"/>
                <a:gd name="connsiteY1" fmla="*/ 131344 h 199395"/>
                <a:gd name="connsiteX2" fmla="*/ 108417 w 139026"/>
                <a:gd name="connsiteY2" fmla="*/ 85 h 199395"/>
                <a:gd name="connsiteX3" fmla="*/ 95119 w 139026"/>
                <a:gd name="connsiteY3" fmla="*/ 85 h 199395"/>
                <a:gd name="connsiteX4" fmla="*/ 218 w 139026"/>
                <a:gd name="connsiteY4" fmla="*/ 131344 h 199395"/>
                <a:gd name="connsiteX5" fmla="*/ 218 w 139026"/>
                <a:gd name="connsiteY5" fmla="*/ 150221 h 199395"/>
                <a:gd name="connsiteX6" fmla="*/ 85145 w 139026"/>
                <a:gd name="connsiteY6" fmla="*/ 150221 h 199395"/>
                <a:gd name="connsiteX7" fmla="*/ 85145 w 139026"/>
                <a:gd name="connsiteY7" fmla="*/ 199480 h 199395"/>
                <a:gd name="connsiteX8" fmla="*/ 108417 w 139026"/>
                <a:gd name="connsiteY8" fmla="*/ 199480 h 199395"/>
                <a:gd name="connsiteX9" fmla="*/ 108417 w 139026"/>
                <a:gd name="connsiteY9" fmla="*/ 150221 h 199395"/>
                <a:gd name="connsiteX10" fmla="*/ 139245 w 139026"/>
                <a:gd name="connsiteY10" fmla="*/ 150221 h 199395"/>
                <a:gd name="connsiteX11" fmla="*/ 139245 w 139026"/>
                <a:gd name="connsiteY11" fmla="*/ 131344 h 199395"/>
                <a:gd name="connsiteX12" fmla="*/ 84843 w 139026"/>
                <a:gd name="connsiteY12" fmla="*/ 131344 h 199395"/>
                <a:gd name="connsiteX13" fmla="*/ 12308 w 139026"/>
                <a:gd name="connsiteY13" fmla="*/ 131344 h 199395"/>
                <a:gd name="connsiteX14" fmla="*/ 84843 w 139026"/>
                <a:gd name="connsiteY14" fmla="*/ 30171 h 199395"/>
                <a:gd name="connsiteX15" fmla="*/ 84843 w 139026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26" h="199395">
                  <a:moveTo>
                    <a:pt x="139245" y="131344"/>
                  </a:moveTo>
                  <a:lnTo>
                    <a:pt x="108417" y="131344"/>
                  </a:lnTo>
                  <a:lnTo>
                    <a:pt x="108417" y="85"/>
                  </a:lnTo>
                  <a:lnTo>
                    <a:pt x="95119" y="85"/>
                  </a:lnTo>
                  <a:lnTo>
                    <a:pt x="218" y="131344"/>
                  </a:lnTo>
                  <a:lnTo>
                    <a:pt x="218" y="150221"/>
                  </a:lnTo>
                  <a:lnTo>
                    <a:pt x="85145" y="150221"/>
                  </a:lnTo>
                  <a:lnTo>
                    <a:pt x="85145" y="199480"/>
                  </a:lnTo>
                  <a:lnTo>
                    <a:pt x="108417" y="199480"/>
                  </a:lnTo>
                  <a:lnTo>
                    <a:pt x="108417" y="150221"/>
                  </a:lnTo>
                  <a:lnTo>
                    <a:pt x="139245" y="150221"/>
                  </a:lnTo>
                  <a:lnTo>
                    <a:pt x="139245" y="131344"/>
                  </a:lnTo>
                  <a:close/>
                  <a:moveTo>
                    <a:pt x="84843" y="131344"/>
                  </a:moveTo>
                  <a:lnTo>
                    <a:pt x="12308" y="131344"/>
                  </a:lnTo>
                  <a:lnTo>
                    <a:pt x="84843" y="30171"/>
                  </a:lnTo>
                  <a:lnTo>
                    <a:pt x="84843" y="13134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0" name="Freeform: Shape 3629">
              <a:extLst>
                <a:ext uri="{FF2B5EF4-FFF2-40B4-BE49-F238E27FC236}">
                  <a16:creationId xmlns:a16="http://schemas.microsoft.com/office/drawing/2014/main" id="{4AA4114D-DEC9-D671-3816-79FB10DF3BBC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9343287" y="4857196"/>
              <a:ext cx="139026" cy="199395"/>
            </a:xfrm>
            <a:custGeom>
              <a:avLst/>
              <a:gdLst>
                <a:gd name="connsiteX0" fmla="*/ 139250 w 139026"/>
                <a:gd name="connsiteY0" fmla="*/ 131344 h 199395"/>
                <a:gd name="connsiteX1" fmla="*/ 108422 w 139026"/>
                <a:gd name="connsiteY1" fmla="*/ 131344 h 199395"/>
                <a:gd name="connsiteX2" fmla="*/ 108422 w 139026"/>
                <a:gd name="connsiteY2" fmla="*/ 85 h 199395"/>
                <a:gd name="connsiteX3" fmla="*/ 95124 w 139026"/>
                <a:gd name="connsiteY3" fmla="*/ 85 h 199395"/>
                <a:gd name="connsiteX4" fmla="*/ 223 w 139026"/>
                <a:gd name="connsiteY4" fmla="*/ 131344 h 199395"/>
                <a:gd name="connsiteX5" fmla="*/ 223 w 139026"/>
                <a:gd name="connsiteY5" fmla="*/ 150221 h 199395"/>
                <a:gd name="connsiteX6" fmla="*/ 85150 w 139026"/>
                <a:gd name="connsiteY6" fmla="*/ 150221 h 199395"/>
                <a:gd name="connsiteX7" fmla="*/ 85150 w 139026"/>
                <a:gd name="connsiteY7" fmla="*/ 199480 h 199395"/>
                <a:gd name="connsiteX8" fmla="*/ 108422 w 139026"/>
                <a:gd name="connsiteY8" fmla="*/ 199480 h 199395"/>
                <a:gd name="connsiteX9" fmla="*/ 108422 w 139026"/>
                <a:gd name="connsiteY9" fmla="*/ 150221 h 199395"/>
                <a:gd name="connsiteX10" fmla="*/ 139250 w 139026"/>
                <a:gd name="connsiteY10" fmla="*/ 150221 h 199395"/>
                <a:gd name="connsiteX11" fmla="*/ 139250 w 139026"/>
                <a:gd name="connsiteY11" fmla="*/ 131344 h 199395"/>
                <a:gd name="connsiteX12" fmla="*/ 84848 w 139026"/>
                <a:gd name="connsiteY12" fmla="*/ 131344 h 199395"/>
                <a:gd name="connsiteX13" fmla="*/ 12313 w 139026"/>
                <a:gd name="connsiteY13" fmla="*/ 131344 h 199395"/>
                <a:gd name="connsiteX14" fmla="*/ 84848 w 139026"/>
                <a:gd name="connsiteY14" fmla="*/ 30171 h 199395"/>
                <a:gd name="connsiteX15" fmla="*/ 84848 w 139026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26" h="199395">
                  <a:moveTo>
                    <a:pt x="139250" y="131344"/>
                  </a:moveTo>
                  <a:lnTo>
                    <a:pt x="108422" y="131344"/>
                  </a:lnTo>
                  <a:lnTo>
                    <a:pt x="108422" y="85"/>
                  </a:lnTo>
                  <a:lnTo>
                    <a:pt x="95124" y="85"/>
                  </a:lnTo>
                  <a:lnTo>
                    <a:pt x="223" y="131344"/>
                  </a:lnTo>
                  <a:lnTo>
                    <a:pt x="223" y="150221"/>
                  </a:lnTo>
                  <a:lnTo>
                    <a:pt x="85150" y="150221"/>
                  </a:lnTo>
                  <a:lnTo>
                    <a:pt x="85150" y="199480"/>
                  </a:lnTo>
                  <a:lnTo>
                    <a:pt x="108422" y="199480"/>
                  </a:lnTo>
                  <a:lnTo>
                    <a:pt x="108422" y="150221"/>
                  </a:lnTo>
                  <a:lnTo>
                    <a:pt x="139250" y="150221"/>
                  </a:lnTo>
                  <a:lnTo>
                    <a:pt x="139250" y="131344"/>
                  </a:lnTo>
                  <a:close/>
                  <a:moveTo>
                    <a:pt x="84848" y="131344"/>
                  </a:moveTo>
                  <a:lnTo>
                    <a:pt x="12313" y="131344"/>
                  </a:lnTo>
                  <a:lnTo>
                    <a:pt x="84848" y="30171"/>
                  </a:lnTo>
                  <a:lnTo>
                    <a:pt x="84848" y="13134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1" name="Freeform: Shape 3630">
              <a:extLst>
                <a:ext uri="{FF2B5EF4-FFF2-40B4-BE49-F238E27FC236}">
                  <a16:creationId xmlns:a16="http://schemas.microsoft.com/office/drawing/2014/main" id="{B4014F86-A1E8-7BD3-A9D9-B7C2286D70A3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9504339" y="4857196"/>
              <a:ext cx="117567" cy="203524"/>
            </a:xfrm>
            <a:custGeom>
              <a:avLst/>
              <a:gdLst>
                <a:gd name="connsiteX0" fmla="*/ 33474 w 117567"/>
                <a:gd name="connsiteY0" fmla="*/ 102142 h 203524"/>
                <a:gd name="connsiteX1" fmla="*/ 65510 w 117567"/>
                <a:gd name="connsiteY1" fmla="*/ 105387 h 203524"/>
                <a:gd name="connsiteX2" fmla="*/ 96036 w 117567"/>
                <a:gd name="connsiteY2" fmla="*/ 149041 h 203524"/>
                <a:gd name="connsiteX3" fmla="*/ 56443 w 117567"/>
                <a:gd name="connsiteY3" fmla="*/ 192991 h 203524"/>
                <a:gd name="connsiteX4" fmla="*/ 31056 w 117567"/>
                <a:gd name="connsiteY4" fmla="*/ 183847 h 203524"/>
                <a:gd name="connsiteX5" fmla="*/ 11713 w 117567"/>
                <a:gd name="connsiteY5" fmla="*/ 176473 h 203524"/>
                <a:gd name="connsiteX6" fmla="*/ 228 w 117567"/>
                <a:gd name="connsiteY6" fmla="*/ 186797 h 203524"/>
                <a:gd name="connsiteX7" fmla="*/ 34380 w 117567"/>
                <a:gd name="connsiteY7" fmla="*/ 203610 h 203524"/>
                <a:gd name="connsiteX8" fmla="*/ 95733 w 117567"/>
                <a:gd name="connsiteY8" fmla="*/ 183847 h 203524"/>
                <a:gd name="connsiteX9" fmla="*/ 117796 w 117567"/>
                <a:gd name="connsiteY9" fmla="*/ 134883 h 203524"/>
                <a:gd name="connsiteX10" fmla="*/ 104196 w 117567"/>
                <a:gd name="connsiteY10" fmla="*/ 96833 h 203524"/>
                <a:gd name="connsiteX11" fmla="*/ 79111 w 117567"/>
                <a:gd name="connsiteY11" fmla="*/ 81200 h 203524"/>
                <a:gd name="connsiteX12" fmla="*/ 107520 w 117567"/>
                <a:gd name="connsiteY12" fmla="*/ 40495 h 203524"/>
                <a:gd name="connsiteX13" fmla="*/ 60372 w 117567"/>
                <a:gd name="connsiteY13" fmla="*/ 85 h 203524"/>
                <a:gd name="connsiteX14" fmla="*/ 21082 w 117567"/>
                <a:gd name="connsiteY14" fmla="*/ 14538 h 203524"/>
                <a:gd name="connsiteX15" fmla="*/ 833 w 117567"/>
                <a:gd name="connsiteY15" fmla="*/ 47869 h 203524"/>
                <a:gd name="connsiteX16" fmla="*/ 5366 w 117567"/>
                <a:gd name="connsiteY16" fmla="*/ 49049 h 203524"/>
                <a:gd name="connsiteX17" fmla="*/ 50399 w 117567"/>
                <a:gd name="connsiteY17" fmla="*/ 17783 h 203524"/>
                <a:gd name="connsiteX18" fmla="*/ 83644 w 117567"/>
                <a:gd name="connsiteY18" fmla="*/ 49344 h 203524"/>
                <a:gd name="connsiteX19" fmla="*/ 71555 w 117567"/>
                <a:gd name="connsiteY19" fmla="*/ 77955 h 203524"/>
                <a:gd name="connsiteX20" fmla="*/ 33474 w 117567"/>
                <a:gd name="connsiteY20" fmla="*/ 98308 h 203524"/>
                <a:gd name="connsiteX21" fmla="*/ 33474 w 117567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67" h="203524">
                  <a:moveTo>
                    <a:pt x="33474" y="102142"/>
                  </a:moveTo>
                  <a:cubicBezTo>
                    <a:pt x="51305" y="102142"/>
                    <a:pt x="58257" y="102732"/>
                    <a:pt x="65510" y="105387"/>
                  </a:cubicBezTo>
                  <a:cubicBezTo>
                    <a:pt x="84249" y="111876"/>
                    <a:pt x="96036" y="128689"/>
                    <a:pt x="96036" y="149041"/>
                  </a:cubicBezTo>
                  <a:cubicBezTo>
                    <a:pt x="96036" y="173818"/>
                    <a:pt x="78808" y="192991"/>
                    <a:pt x="56443" y="192991"/>
                  </a:cubicBezTo>
                  <a:cubicBezTo>
                    <a:pt x="48283" y="192991"/>
                    <a:pt x="42238" y="190926"/>
                    <a:pt x="31056" y="183847"/>
                  </a:cubicBezTo>
                  <a:cubicBezTo>
                    <a:pt x="21989" y="178538"/>
                    <a:pt x="16851" y="176473"/>
                    <a:pt x="11713" y="176473"/>
                  </a:cubicBezTo>
                  <a:cubicBezTo>
                    <a:pt x="4762" y="176473"/>
                    <a:pt x="228" y="180602"/>
                    <a:pt x="228" y="186797"/>
                  </a:cubicBezTo>
                  <a:cubicBezTo>
                    <a:pt x="228" y="197120"/>
                    <a:pt x="13224" y="203610"/>
                    <a:pt x="34380" y="203610"/>
                  </a:cubicBezTo>
                  <a:cubicBezTo>
                    <a:pt x="57652" y="203610"/>
                    <a:pt x="81529" y="195941"/>
                    <a:pt x="95733" y="183847"/>
                  </a:cubicBezTo>
                  <a:cubicBezTo>
                    <a:pt x="109938" y="171754"/>
                    <a:pt x="117796" y="154646"/>
                    <a:pt x="117796" y="134883"/>
                  </a:cubicBezTo>
                  <a:cubicBezTo>
                    <a:pt x="117796" y="119840"/>
                    <a:pt x="112961" y="105977"/>
                    <a:pt x="104196" y="96833"/>
                  </a:cubicBezTo>
                  <a:cubicBezTo>
                    <a:pt x="98151" y="90344"/>
                    <a:pt x="92409" y="86804"/>
                    <a:pt x="79111" y="81200"/>
                  </a:cubicBezTo>
                  <a:cubicBezTo>
                    <a:pt x="99965" y="67336"/>
                    <a:pt x="107520" y="56423"/>
                    <a:pt x="107520" y="40495"/>
                  </a:cubicBezTo>
                  <a:cubicBezTo>
                    <a:pt x="107520" y="16603"/>
                    <a:pt x="88178" y="85"/>
                    <a:pt x="60372" y="85"/>
                  </a:cubicBezTo>
                  <a:cubicBezTo>
                    <a:pt x="45261" y="85"/>
                    <a:pt x="31963" y="5099"/>
                    <a:pt x="21082" y="14538"/>
                  </a:cubicBezTo>
                  <a:cubicBezTo>
                    <a:pt x="12015" y="22502"/>
                    <a:pt x="7482" y="30171"/>
                    <a:pt x="833" y="47869"/>
                  </a:cubicBezTo>
                  <a:lnTo>
                    <a:pt x="5366" y="49049"/>
                  </a:lnTo>
                  <a:cubicBezTo>
                    <a:pt x="17758" y="27516"/>
                    <a:pt x="31358" y="17783"/>
                    <a:pt x="50399" y="17783"/>
                  </a:cubicBezTo>
                  <a:cubicBezTo>
                    <a:pt x="70044" y="17783"/>
                    <a:pt x="83644" y="30761"/>
                    <a:pt x="83644" y="49344"/>
                  </a:cubicBezTo>
                  <a:cubicBezTo>
                    <a:pt x="83644" y="59962"/>
                    <a:pt x="79111" y="70581"/>
                    <a:pt x="71555" y="77955"/>
                  </a:cubicBezTo>
                  <a:cubicBezTo>
                    <a:pt x="62488" y="86804"/>
                    <a:pt x="54025" y="91228"/>
                    <a:pt x="33474" y="98308"/>
                  </a:cubicBezTo>
                  <a:lnTo>
                    <a:pt x="33474" y="102142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2" name="Freeform: Shape 3631">
              <a:extLst>
                <a:ext uri="{FF2B5EF4-FFF2-40B4-BE49-F238E27FC236}">
                  <a16:creationId xmlns:a16="http://schemas.microsoft.com/office/drawing/2014/main" id="{E607BBDE-CD7F-D773-90B2-9B6FE3017B78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9676573" y="4857196"/>
              <a:ext cx="85531" cy="199395"/>
            </a:xfrm>
            <a:custGeom>
              <a:avLst/>
              <a:gdLst>
                <a:gd name="connsiteX0" fmla="*/ 54635 w 85531"/>
                <a:gd name="connsiteY0" fmla="*/ 85 h 199395"/>
                <a:gd name="connsiteX1" fmla="*/ 233 w 85531"/>
                <a:gd name="connsiteY1" fmla="*/ 26926 h 199395"/>
                <a:gd name="connsiteX2" fmla="*/ 233 w 85531"/>
                <a:gd name="connsiteY2" fmla="*/ 31056 h 199395"/>
                <a:gd name="connsiteX3" fmla="*/ 8394 w 85531"/>
                <a:gd name="connsiteY3" fmla="*/ 27811 h 199395"/>
                <a:gd name="connsiteX4" fmla="*/ 21994 w 85531"/>
                <a:gd name="connsiteY4" fmla="*/ 24567 h 199395"/>
                <a:gd name="connsiteX5" fmla="*/ 31061 w 85531"/>
                <a:gd name="connsiteY5" fmla="*/ 38430 h 199395"/>
                <a:gd name="connsiteX6" fmla="*/ 31061 w 85531"/>
                <a:gd name="connsiteY6" fmla="*/ 172048 h 199395"/>
                <a:gd name="connsiteX7" fmla="*/ 23807 w 85531"/>
                <a:gd name="connsiteY7" fmla="*/ 191221 h 199395"/>
                <a:gd name="connsiteX8" fmla="*/ 2349 w 85531"/>
                <a:gd name="connsiteY8" fmla="*/ 195056 h 199395"/>
                <a:gd name="connsiteX9" fmla="*/ 2349 w 85531"/>
                <a:gd name="connsiteY9" fmla="*/ 199480 h 199395"/>
                <a:gd name="connsiteX10" fmla="*/ 85765 w 85531"/>
                <a:gd name="connsiteY10" fmla="*/ 199480 h 199395"/>
                <a:gd name="connsiteX11" fmla="*/ 85765 w 85531"/>
                <a:gd name="connsiteY11" fmla="*/ 195056 h 199395"/>
                <a:gd name="connsiteX12" fmla="*/ 57053 w 85531"/>
                <a:gd name="connsiteY12" fmla="*/ 177653 h 199395"/>
                <a:gd name="connsiteX13" fmla="*/ 57053 w 85531"/>
                <a:gd name="connsiteY13" fmla="*/ 675 h 199395"/>
                <a:gd name="connsiteX14" fmla="*/ 54635 w 85531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531" h="199395">
                  <a:moveTo>
                    <a:pt x="54635" y="85"/>
                  </a:moveTo>
                  <a:lnTo>
                    <a:pt x="233" y="26926"/>
                  </a:lnTo>
                  <a:lnTo>
                    <a:pt x="233" y="31056"/>
                  </a:lnTo>
                  <a:cubicBezTo>
                    <a:pt x="3860" y="29581"/>
                    <a:pt x="7185" y="28401"/>
                    <a:pt x="8394" y="27811"/>
                  </a:cubicBezTo>
                  <a:cubicBezTo>
                    <a:pt x="13834" y="25747"/>
                    <a:pt x="18972" y="24567"/>
                    <a:pt x="21994" y="24567"/>
                  </a:cubicBezTo>
                  <a:cubicBezTo>
                    <a:pt x="28341" y="24567"/>
                    <a:pt x="31061" y="28991"/>
                    <a:pt x="31061" y="38430"/>
                  </a:cubicBezTo>
                  <a:lnTo>
                    <a:pt x="31061" y="172048"/>
                  </a:lnTo>
                  <a:cubicBezTo>
                    <a:pt x="31061" y="181782"/>
                    <a:pt x="28643" y="188566"/>
                    <a:pt x="23807" y="191221"/>
                  </a:cubicBezTo>
                  <a:cubicBezTo>
                    <a:pt x="19274" y="193876"/>
                    <a:pt x="15043" y="194761"/>
                    <a:pt x="2349" y="195056"/>
                  </a:cubicBezTo>
                  <a:lnTo>
                    <a:pt x="2349" y="199480"/>
                  </a:lnTo>
                  <a:lnTo>
                    <a:pt x="85765" y="199480"/>
                  </a:lnTo>
                  <a:lnTo>
                    <a:pt x="85765" y="195056"/>
                  </a:lnTo>
                  <a:cubicBezTo>
                    <a:pt x="61888" y="194761"/>
                    <a:pt x="57053" y="191811"/>
                    <a:pt x="57053" y="177653"/>
                  </a:cubicBezTo>
                  <a:lnTo>
                    <a:pt x="57053" y="675"/>
                  </a:lnTo>
                  <a:lnTo>
                    <a:pt x="54635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3" name="Freeform: Shape 3632">
              <a:extLst>
                <a:ext uri="{FF2B5EF4-FFF2-40B4-BE49-F238E27FC236}">
                  <a16:creationId xmlns:a16="http://schemas.microsoft.com/office/drawing/2014/main" id="{D1C643B1-8AA5-B0FC-9140-EF18E871D721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9807703" y="4857196"/>
              <a:ext cx="117567" cy="203524"/>
            </a:xfrm>
            <a:custGeom>
              <a:avLst/>
              <a:gdLst>
                <a:gd name="connsiteX0" fmla="*/ 33484 w 117567"/>
                <a:gd name="connsiteY0" fmla="*/ 102142 h 203524"/>
                <a:gd name="connsiteX1" fmla="*/ 65520 w 117567"/>
                <a:gd name="connsiteY1" fmla="*/ 105387 h 203524"/>
                <a:gd name="connsiteX2" fmla="*/ 96046 w 117567"/>
                <a:gd name="connsiteY2" fmla="*/ 149041 h 203524"/>
                <a:gd name="connsiteX3" fmla="*/ 56453 w 117567"/>
                <a:gd name="connsiteY3" fmla="*/ 192991 h 203524"/>
                <a:gd name="connsiteX4" fmla="*/ 31066 w 117567"/>
                <a:gd name="connsiteY4" fmla="*/ 183847 h 203524"/>
                <a:gd name="connsiteX5" fmla="*/ 11723 w 117567"/>
                <a:gd name="connsiteY5" fmla="*/ 176473 h 203524"/>
                <a:gd name="connsiteX6" fmla="*/ 238 w 117567"/>
                <a:gd name="connsiteY6" fmla="*/ 186797 h 203524"/>
                <a:gd name="connsiteX7" fmla="*/ 34390 w 117567"/>
                <a:gd name="connsiteY7" fmla="*/ 203610 h 203524"/>
                <a:gd name="connsiteX8" fmla="*/ 95743 w 117567"/>
                <a:gd name="connsiteY8" fmla="*/ 183847 h 203524"/>
                <a:gd name="connsiteX9" fmla="*/ 117806 w 117567"/>
                <a:gd name="connsiteY9" fmla="*/ 134883 h 203524"/>
                <a:gd name="connsiteX10" fmla="*/ 104206 w 117567"/>
                <a:gd name="connsiteY10" fmla="*/ 96833 h 203524"/>
                <a:gd name="connsiteX11" fmla="*/ 79121 w 117567"/>
                <a:gd name="connsiteY11" fmla="*/ 81200 h 203524"/>
                <a:gd name="connsiteX12" fmla="*/ 107530 w 117567"/>
                <a:gd name="connsiteY12" fmla="*/ 40495 h 203524"/>
                <a:gd name="connsiteX13" fmla="*/ 60382 w 117567"/>
                <a:gd name="connsiteY13" fmla="*/ 85 h 203524"/>
                <a:gd name="connsiteX14" fmla="*/ 21092 w 117567"/>
                <a:gd name="connsiteY14" fmla="*/ 14538 h 203524"/>
                <a:gd name="connsiteX15" fmla="*/ 843 w 117567"/>
                <a:gd name="connsiteY15" fmla="*/ 47869 h 203524"/>
                <a:gd name="connsiteX16" fmla="*/ 5376 w 117567"/>
                <a:gd name="connsiteY16" fmla="*/ 49049 h 203524"/>
                <a:gd name="connsiteX17" fmla="*/ 50409 w 117567"/>
                <a:gd name="connsiteY17" fmla="*/ 17783 h 203524"/>
                <a:gd name="connsiteX18" fmla="*/ 83654 w 117567"/>
                <a:gd name="connsiteY18" fmla="*/ 49344 h 203524"/>
                <a:gd name="connsiteX19" fmla="*/ 71565 w 117567"/>
                <a:gd name="connsiteY19" fmla="*/ 77955 h 203524"/>
                <a:gd name="connsiteX20" fmla="*/ 33484 w 117567"/>
                <a:gd name="connsiteY20" fmla="*/ 98308 h 203524"/>
                <a:gd name="connsiteX21" fmla="*/ 33484 w 117567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67" h="203524">
                  <a:moveTo>
                    <a:pt x="33484" y="102142"/>
                  </a:moveTo>
                  <a:cubicBezTo>
                    <a:pt x="51315" y="102142"/>
                    <a:pt x="58267" y="102732"/>
                    <a:pt x="65520" y="105387"/>
                  </a:cubicBezTo>
                  <a:cubicBezTo>
                    <a:pt x="84259" y="111876"/>
                    <a:pt x="96046" y="128689"/>
                    <a:pt x="96046" y="149041"/>
                  </a:cubicBezTo>
                  <a:cubicBezTo>
                    <a:pt x="96046" y="173818"/>
                    <a:pt x="78818" y="192991"/>
                    <a:pt x="56453" y="192991"/>
                  </a:cubicBezTo>
                  <a:cubicBezTo>
                    <a:pt x="48293" y="192991"/>
                    <a:pt x="42248" y="190926"/>
                    <a:pt x="31066" y="183847"/>
                  </a:cubicBezTo>
                  <a:cubicBezTo>
                    <a:pt x="21999" y="178538"/>
                    <a:pt x="16861" y="176473"/>
                    <a:pt x="11723" y="176473"/>
                  </a:cubicBezTo>
                  <a:cubicBezTo>
                    <a:pt x="4772" y="176473"/>
                    <a:pt x="238" y="180602"/>
                    <a:pt x="238" y="186797"/>
                  </a:cubicBezTo>
                  <a:cubicBezTo>
                    <a:pt x="238" y="197120"/>
                    <a:pt x="13234" y="203610"/>
                    <a:pt x="34390" y="203610"/>
                  </a:cubicBezTo>
                  <a:cubicBezTo>
                    <a:pt x="57662" y="203610"/>
                    <a:pt x="81538" y="195941"/>
                    <a:pt x="95743" y="183847"/>
                  </a:cubicBezTo>
                  <a:cubicBezTo>
                    <a:pt x="109948" y="171754"/>
                    <a:pt x="117806" y="154646"/>
                    <a:pt x="117806" y="134883"/>
                  </a:cubicBezTo>
                  <a:cubicBezTo>
                    <a:pt x="117806" y="119840"/>
                    <a:pt x="112971" y="105977"/>
                    <a:pt x="104206" y="96833"/>
                  </a:cubicBezTo>
                  <a:cubicBezTo>
                    <a:pt x="98161" y="90344"/>
                    <a:pt x="92419" y="86804"/>
                    <a:pt x="79121" y="81200"/>
                  </a:cubicBezTo>
                  <a:cubicBezTo>
                    <a:pt x="99975" y="67336"/>
                    <a:pt x="107530" y="56423"/>
                    <a:pt x="107530" y="40495"/>
                  </a:cubicBezTo>
                  <a:cubicBezTo>
                    <a:pt x="107530" y="16603"/>
                    <a:pt x="88188" y="85"/>
                    <a:pt x="60382" y="85"/>
                  </a:cubicBezTo>
                  <a:cubicBezTo>
                    <a:pt x="45271" y="85"/>
                    <a:pt x="31973" y="5099"/>
                    <a:pt x="21092" y="14538"/>
                  </a:cubicBezTo>
                  <a:cubicBezTo>
                    <a:pt x="12025" y="22502"/>
                    <a:pt x="7492" y="30171"/>
                    <a:pt x="843" y="47869"/>
                  </a:cubicBezTo>
                  <a:lnTo>
                    <a:pt x="5376" y="49049"/>
                  </a:lnTo>
                  <a:cubicBezTo>
                    <a:pt x="17768" y="27516"/>
                    <a:pt x="31368" y="17783"/>
                    <a:pt x="50409" y="17783"/>
                  </a:cubicBezTo>
                  <a:cubicBezTo>
                    <a:pt x="70054" y="17783"/>
                    <a:pt x="83654" y="30761"/>
                    <a:pt x="83654" y="49344"/>
                  </a:cubicBezTo>
                  <a:cubicBezTo>
                    <a:pt x="83654" y="59962"/>
                    <a:pt x="79121" y="70581"/>
                    <a:pt x="71565" y="77955"/>
                  </a:cubicBezTo>
                  <a:cubicBezTo>
                    <a:pt x="62498" y="86804"/>
                    <a:pt x="54035" y="91228"/>
                    <a:pt x="33484" y="98308"/>
                  </a:cubicBezTo>
                  <a:lnTo>
                    <a:pt x="33484" y="102142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4" name="Freeform: Shape 3633">
              <a:extLst>
                <a:ext uri="{FF2B5EF4-FFF2-40B4-BE49-F238E27FC236}">
                  <a16:creationId xmlns:a16="http://schemas.microsoft.com/office/drawing/2014/main" id="{7D3943A8-073A-CF1C-1FDA-3A38453D35AB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9953643" y="4857196"/>
              <a:ext cx="136608" cy="203524"/>
            </a:xfrm>
            <a:custGeom>
              <a:avLst/>
              <a:gdLst>
                <a:gd name="connsiteX0" fmla="*/ 69756 w 136608"/>
                <a:gd name="connsiteY0" fmla="*/ 85 h 203524"/>
                <a:gd name="connsiteX1" fmla="*/ 29257 w 136608"/>
                <a:gd name="connsiteY1" fmla="*/ 15423 h 203524"/>
                <a:gd name="connsiteX2" fmla="*/ 243 w 136608"/>
                <a:gd name="connsiteY2" fmla="*/ 100372 h 203524"/>
                <a:gd name="connsiteX3" fmla="*/ 24422 w 136608"/>
                <a:gd name="connsiteY3" fmla="*/ 183552 h 203524"/>
                <a:gd name="connsiteX4" fmla="*/ 68548 w 136608"/>
                <a:gd name="connsiteY4" fmla="*/ 203610 h 203524"/>
                <a:gd name="connsiteX5" fmla="*/ 107838 w 136608"/>
                <a:gd name="connsiteY5" fmla="*/ 188271 h 203524"/>
                <a:gd name="connsiteX6" fmla="*/ 136852 w 136608"/>
                <a:gd name="connsiteY6" fmla="*/ 102142 h 203524"/>
                <a:gd name="connsiteX7" fmla="*/ 69756 w 136608"/>
                <a:gd name="connsiteY7" fmla="*/ 85 h 203524"/>
                <a:gd name="connsiteX8" fmla="*/ 68850 w 136608"/>
                <a:gd name="connsiteY8" fmla="*/ 7754 h 203524"/>
                <a:gd name="connsiteX9" fmla="*/ 107838 w 136608"/>
                <a:gd name="connsiteY9" fmla="*/ 102732 h 203524"/>
                <a:gd name="connsiteX10" fmla="*/ 68548 w 136608"/>
                <a:gd name="connsiteY10" fmla="*/ 195941 h 203524"/>
                <a:gd name="connsiteX11" fmla="*/ 29257 w 136608"/>
                <a:gd name="connsiteY11" fmla="*/ 103027 h 203524"/>
                <a:gd name="connsiteX12" fmla="*/ 68850 w 136608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608" h="203524">
                  <a:moveTo>
                    <a:pt x="69756" y="85"/>
                  </a:moveTo>
                  <a:cubicBezTo>
                    <a:pt x="53134" y="85"/>
                    <a:pt x="40440" y="5099"/>
                    <a:pt x="29257" y="15423"/>
                  </a:cubicBezTo>
                  <a:cubicBezTo>
                    <a:pt x="11728" y="31941"/>
                    <a:pt x="243" y="65862"/>
                    <a:pt x="243" y="100372"/>
                  </a:cubicBezTo>
                  <a:cubicBezTo>
                    <a:pt x="243" y="132523"/>
                    <a:pt x="10217" y="167034"/>
                    <a:pt x="24422" y="183552"/>
                  </a:cubicBezTo>
                  <a:cubicBezTo>
                    <a:pt x="35604" y="196530"/>
                    <a:pt x="51018" y="203610"/>
                    <a:pt x="68548" y="203610"/>
                  </a:cubicBezTo>
                  <a:cubicBezTo>
                    <a:pt x="83961" y="203610"/>
                    <a:pt x="96957" y="198595"/>
                    <a:pt x="107838" y="188271"/>
                  </a:cubicBezTo>
                  <a:cubicBezTo>
                    <a:pt x="125367" y="172048"/>
                    <a:pt x="136852" y="137833"/>
                    <a:pt x="136852" y="102142"/>
                  </a:cubicBezTo>
                  <a:cubicBezTo>
                    <a:pt x="136852" y="41675"/>
                    <a:pt x="109349" y="85"/>
                    <a:pt x="69756" y="85"/>
                  </a:cubicBezTo>
                  <a:close/>
                  <a:moveTo>
                    <a:pt x="68850" y="7754"/>
                  </a:moveTo>
                  <a:cubicBezTo>
                    <a:pt x="94237" y="7754"/>
                    <a:pt x="107838" y="41085"/>
                    <a:pt x="107838" y="102732"/>
                  </a:cubicBezTo>
                  <a:cubicBezTo>
                    <a:pt x="107838" y="164379"/>
                    <a:pt x="94539" y="195941"/>
                    <a:pt x="68548" y="195941"/>
                  </a:cubicBezTo>
                  <a:cubicBezTo>
                    <a:pt x="42556" y="195941"/>
                    <a:pt x="29257" y="164379"/>
                    <a:pt x="29257" y="103027"/>
                  </a:cubicBezTo>
                  <a:cubicBezTo>
                    <a:pt x="29257" y="40495"/>
                    <a:pt x="42858" y="7754"/>
                    <a:pt x="68850" y="775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5" name="Freeform: Shape 3634">
              <a:extLst>
                <a:ext uri="{FF2B5EF4-FFF2-40B4-BE49-F238E27FC236}">
                  <a16:creationId xmlns:a16="http://schemas.microsoft.com/office/drawing/2014/main" id="{D8989CB4-3DA5-627C-C2D0-941D0E597581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0131620" y="4857196"/>
              <a:ext cx="85531" cy="199395"/>
            </a:xfrm>
            <a:custGeom>
              <a:avLst/>
              <a:gdLst>
                <a:gd name="connsiteX0" fmla="*/ 54650 w 85531"/>
                <a:gd name="connsiteY0" fmla="*/ 85 h 199395"/>
                <a:gd name="connsiteX1" fmla="*/ 248 w 85531"/>
                <a:gd name="connsiteY1" fmla="*/ 26926 h 199395"/>
                <a:gd name="connsiteX2" fmla="*/ 248 w 85531"/>
                <a:gd name="connsiteY2" fmla="*/ 31056 h 199395"/>
                <a:gd name="connsiteX3" fmla="*/ 8408 w 85531"/>
                <a:gd name="connsiteY3" fmla="*/ 27811 h 199395"/>
                <a:gd name="connsiteX4" fmla="*/ 22009 w 85531"/>
                <a:gd name="connsiteY4" fmla="*/ 24567 h 199395"/>
                <a:gd name="connsiteX5" fmla="*/ 31076 w 85531"/>
                <a:gd name="connsiteY5" fmla="*/ 38430 h 199395"/>
                <a:gd name="connsiteX6" fmla="*/ 31076 w 85531"/>
                <a:gd name="connsiteY6" fmla="*/ 172048 h 199395"/>
                <a:gd name="connsiteX7" fmla="*/ 23822 w 85531"/>
                <a:gd name="connsiteY7" fmla="*/ 191221 h 199395"/>
                <a:gd name="connsiteX8" fmla="*/ 2364 w 85531"/>
                <a:gd name="connsiteY8" fmla="*/ 195056 h 199395"/>
                <a:gd name="connsiteX9" fmla="*/ 2364 w 85531"/>
                <a:gd name="connsiteY9" fmla="*/ 199480 h 199395"/>
                <a:gd name="connsiteX10" fmla="*/ 85780 w 85531"/>
                <a:gd name="connsiteY10" fmla="*/ 199480 h 199395"/>
                <a:gd name="connsiteX11" fmla="*/ 85780 w 85531"/>
                <a:gd name="connsiteY11" fmla="*/ 195056 h 199395"/>
                <a:gd name="connsiteX12" fmla="*/ 57068 w 85531"/>
                <a:gd name="connsiteY12" fmla="*/ 177653 h 199395"/>
                <a:gd name="connsiteX13" fmla="*/ 57068 w 85531"/>
                <a:gd name="connsiteY13" fmla="*/ 675 h 199395"/>
                <a:gd name="connsiteX14" fmla="*/ 54650 w 85531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531" h="199395">
                  <a:moveTo>
                    <a:pt x="54650" y="85"/>
                  </a:moveTo>
                  <a:lnTo>
                    <a:pt x="248" y="26926"/>
                  </a:lnTo>
                  <a:lnTo>
                    <a:pt x="248" y="31056"/>
                  </a:lnTo>
                  <a:cubicBezTo>
                    <a:pt x="3875" y="29581"/>
                    <a:pt x="7200" y="28401"/>
                    <a:pt x="8408" y="27811"/>
                  </a:cubicBezTo>
                  <a:cubicBezTo>
                    <a:pt x="13849" y="25747"/>
                    <a:pt x="18987" y="24567"/>
                    <a:pt x="22009" y="24567"/>
                  </a:cubicBezTo>
                  <a:cubicBezTo>
                    <a:pt x="28356" y="24567"/>
                    <a:pt x="31076" y="28991"/>
                    <a:pt x="31076" y="38430"/>
                  </a:cubicBezTo>
                  <a:lnTo>
                    <a:pt x="31076" y="172048"/>
                  </a:lnTo>
                  <a:cubicBezTo>
                    <a:pt x="31076" y="181782"/>
                    <a:pt x="28658" y="188566"/>
                    <a:pt x="23822" y="191221"/>
                  </a:cubicBezTo>
                  <a:cubicBezTo>
                    <a:pt x="19289" y="193876"/>
                    <a:pt x="15058" y="194761"/>
                    <a:pt x="2364" y="195056"/>
                  </a:cubicBezTo>
                  <a:lnTo>
                    <a:pt x="2364" y="199480"/>
                  </a:lnTo>
                  <a:lnTo>
                    <a:pt x="85780" y="199480"/>
                  </a:lnTo>
                  <a:lnTo>
                    <a:pt x="85780" y="195056"/>
                  </a:lnTo>
                  <a:cubicBezTo>
                    <a:pt x="61903" y="194761"/>
                    <a:pt x="57068" y="191811"/>
                    <a:pt x="57068" y="177653"/>
                  </a:cubicBezTo>
                  <a:lnTo>
                    <a:pt x="57068" y="675"/>
                  </a:lnTo>
                  <a:lnTo>
                    <a:pt x="54650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6" name="Freeform: Shape 3635">
              <a:extLst>
                <a:ext uri="{FF2B5EF4-FFF2-40B4-BE49-F238E27FC236}">
                  <a16:creationId xmlns:a16="http://schemas.microsoft.com/office/drawing/2014/main" id="{3420FBF9-E4B8-6700-24CB-54B8AF6655C9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0275746" y="5025325"/>
              <a:ext cx="35361" cy="88194"/>
            </a:xfrm>
            <a:custGeom>
              <a:avLst/>
              <a:gdLst>
                <a:gd name="connsiteX0" fmla="*/ 35614 w 35361"/>
                <a:gd name="connsiteY0" fmla="*/ 31056 h 88194"/>
                <a:gd name="connsiteX1" fmla="*/ 16271 w 35361"/>
                <a:gd name="connsiteY1" fmla="*/ 85 h 88194"/>
                <a:gd name="connsiteX2" fmla="*/ 253 w 35361"/>
                <a:gd name="connsiteY2" fmla="*/ 15718 h 88194"/>
                <a:gd name="connsiteX3" fmla="*/ 16271 w 35361"/>
                <a:gd name="connsiteY3" fmla="*/ 31351 h 88194"/>
                <a:gd name="connsiteX4" fmla="*/ 26850 w 35361"/>
                <a:gd name="connsiteY4" fmla="*/ 27516 h 88194"/>
                <a:gd name="connsiteX5" fmla="*/ 28361 w 35361"/>
                <a:gd name="connsiteY5" fmla="*/ 26631 h 88194"/>
                <a:gd name="connsiteX6" fmla="*/ 28965 w 35361"/>
                <a:gd name="connsiteY6" fmla="*/ 31056 h 88194"/>
                <a:gd name="connsiteX7" fmla="*/ 8413 w 35361"/>
                <a:gd name="connsiteY7" fmla="*/ 80315 h 88194"/>
                <a:gd name="connsiteX8" fmla="*/ 5089 w 35361"/>
                <a:gd name="connsiteY8" fmla="*/ 85034 h 88194"/>
                <a:gd name="connsiteX9" fmla="*/ 8111 w 35361"/>
                <a:gd name="connsiteY9" fmla="*/ 88279 h 88194"/>
                <a:gd name="connsiteX10" fmla="*/ 35614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614" y="31056"/>
                  </a:moveTo>
                  <a:cubicBezTo>
                    <a:pt x="35614" y="11588"/>
                    <a:pt x="28058" y="85"/>
                    <a:pt x="16271" y="85"/>
                  </a:cubicBezTo>
                  <a:cubicBezTo>
                    <a:pt x="6298" y="85"/>
                    <a:pt x="253" y="7459"/>
                    <a:pt x="253" y="15718"/>
                  </a:cubicBezTo>
                  <a:cubicBezTo>
                    <a:pt x="253" y="23682"/>
                    <a:pt x="6298" y="31351"/>
                    <a:pt x="16271" y="31351"/>
                  </a:cubicBezTo>
                  <a:cubicBezTo>
                    <a:pt x="19898" y="31351"/>
                    <a:pt x="23827" y="30171"/>
                    <a:pt x="26850" y="27516"/>
                  </a:cubicBezTo>
                  <a:cubicBezTo>
                    <a:pt x="27756" y="26926"/>
                    <a:pt x="28058" y="26631"/>
                    <a:pt x="28361" y="26631"/>
                  </a:cubicBezTo>
                  <a:cubicBezTo>
                    <a:pt x="28663" y="26631"/>
                    <a:pt x="28965" y="26926"/>
                    <a:pt x="28965" y="31056"/>
                  </a:cubicBezTo>
                  <a:cubicBezTo>
                    <a:pt x="28965" y="52883"/>
                    <a:pt x="18387" y="70581"/>
                    <a:pt x="8413" y="80315"/>
                  </a:cubicBezTo>
                  <a:cubicBezTo>
                    <a:pt x="5089" y="83559"/>
                    <a:pt x="5089" y="84149"/>
                    <a:pt x="5089" y="85034"/>
                  </a:cubicBezTo>
                  <a:cubicBezTo>
                    <a:pt x="5089" y="87099"/>
                    <a:pt x="6600" y="88279"/>
                    <a:pt x="8111" y="88279"/>
                  </a:cubicBezTo>
                  <a:cubicBezTo>
                    <a:pt x="11436" y="88279"/>
                    <a:pt x="35614" y="65567"/>
                    <a:pt x="35614" y="31056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7" name="Freeform: Shape 3636">
              <a:extLst>
                <a:ext uri="{FF2B5EF4-FFF2-40B4-BE49-F238E27FC236}">
                  <a16:creationId xmlns:a16="http://schemas.microsoft.com/office/drawing/2014/main" id="{104C564D-8DA7-19B2-411A-069488F9CAFD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0374743" y="4857196"/>
              <a:ext cx="136608" cy="203524"/>
            </a:xfrm>
            <a:custGeom>
              <a:avLst/>
              <a:gdLst>
                <a:gd name="connsiteX0" fmla="*/ 69770 w 136608"/>
                <a:gd name="connsiteY0" fmla="*/ 85 h 203524"/>
                <a:gd name="connsiteX1" fmla="*/ 29271 w 136608"/>
                <a:gd name="connsiteY1" fmla="*/ 15423 h 203524"/>
                <a:gd name="connsiteX2" fmla="*/ 257 w 136608"/>
                <a:gd name="connsiteY2" fmla="*/ 100372 h 203524"/>
                <a:gd name="connsiteX3" fmla="*/ 24436 w 136608"/>
                <a:gd name="connsiteY3" fmla="*/ 183552 h 203524"/>
                <a:gd name="connsiteX4" fmla="*/ 68561 w 136608"/>
                <a:gd name="connsiteY4" fmla="*/ 203610 h 203524"/>
                <a:gd name="connsiteX5" fmla="*/ 107851 w 136608"/>
                <a:gd name="connsiteY5" fmla="*/ 188271 h 203524"/>
                <a:gd name="connsiteX6" fmla="*/ 136866 w 136608"/>
                <a:gd name="connsiteY6" fmla="*/ 102142 h 203524"/>
                <a:gd name="connsiteX7" fmla="*/ 69770 w 136608"/>
                <a:gd name="connsiteY7" fmla="*/ 85 h 203524"/>
                <a:gd name="connsiteX8" fmla="*/ 68864 w 136608"/>
                <a:gd name="connsiteY8" fmla="*/ 7754 h 203524"/>
                <a:gd name="connsiteX9" fmla="*/ 107851 w 136608"/>
                <a:gd name="connsiteY9" fmla="*/ 102732 h 203524"/>
                <a:gd name="connsiteX10" fmla="*/ 68561 w 136608"/>
                <a:gd name="connsiteY10" fmla="*/ 195941 h 203524"/>
                <a:gd name="connsiteX11" fmla="*/ 29271 w 136608"/>
                <a:gd name="connsiteY11" fmla="*/ 103027 h 203524"/>
                <a:gd name="connsiteX12" fmla="*/ 68864 w 136608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608" h="203524">
                  <a:moveTo>
                    <a:pt x="69770" y="85"/>
                  </a:moveTo>
                  <a:cubicBezTo>
                    <a:pt x="53148" y="85"/>
                    <a:pt x="40454" y="5099"/>
                    <a:pt x="29271" y="15423"/>
                  </a:cubicBezTo>
                  <a:cubicBezTo>
                    <a:pt x="11742" y="31941"/>
                    <a:pt x="257" y="65862"/>
                    <a:pt x="257" y="100372"/>
                  </a:cubicBezTo>
                  <a:cubicBezTo>
                    <a:pt x="257" y="132523"/>
                    <a:pt x="10231" y="167034"/>
                    <a:pt x="24436" y="183552"/>
                  </a:cubicBezTo>
                  <a:cubicBezTo>
                    <a:pt x="35618" y="196530"/>
                    <a:pt x="51032" y="203610"/>
                    <a:pt x="68561" y="203610"/>
                  </a:cubicBezTo>
                  <a:cubicBezTo>
                    <a:pt x="83975" y="203610"/>
                    <a:pt x="96971" y="198595"/>
                    <a:pt x="107851" y="188271"/>
                  </a:cubicBezTo>
                  <a:cubicBezTo>
                    <a:pt x="125381" y="172048"/>
                    <a:pt x="136866" y="137833"/>
                    <a:pt x="136866" y="102142"/>
                  </a:cubicBezTo>
                  <a:cubicBezTo>
                    <a:pt x="136866" y="41675"/>
                    <a:pt x="109363" y="85"/>
                    <a:pt x="69770" y="85"/>
                  </a:cubicBezTo>
                  <a:close/>
                  <a:moveTo>
                    <a:pt x="68864" y="7754"/>
                  </a:moveTo>
                  <a:cubicBezTo>
                    <a:pt x="94251" y="7754"/>
                    <a:pt x="107851" y="41085"/>
                    <a:pt x="107851" y="102732"/>
                  </a:cubicBezTo>
                  <a:cubicBezTo>
                    <a:pt x="107851" y="164379"/>
                    <a:pt x="94553" y="195941"/>
                    <a:pt x="68561" y="195941"/>
                  </a:cubicBezTo>
                  <a:cubicBezTo>
                    <a:pt x="42569" y="195941"/>
                    <a:pt x="29271" y="164379"/>
                    <a:pt x="29271" y="103027"/>
                  </a:cubicBezTo>
                  <a:cubicBezTo>
                    <a:pt x="29271" y="40495"/>
                    <a:pt x="42872" y="7754"/>
                    <a:pt x="68864" y="775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8" name="Freeform: Shape 3637">
              <a:extLst>
                <a:ext uri="{FF2B5EF4-FFF2-40B4-BE49-F238E27FC236}">
                  <a16:creationId xmlns:a16="http://schemas.microsoft.com/office/drawing/2014/main" id="{18CD934F-8D27-2AED-474B-C07D5897FAA9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545164" y="5025325"/>
              <a:ext cx="32036" cy="31266"/>
            </a:xfrm>
            <a:custGeom>
              <a:avLst/>
              <a:gdLst>
                <a:gd name="connsiteX0" fmla="*/ 32299 w 32036"/>
                <a:gd name="connsiteY0" fmla="*/ 15718 h 31266"/>
                <a:gd name="connsiteX1" fmla="*/ 16280 w 32036"/>
                <a:gd name="connsiteY1" fmla="*/ 85 h 31266"/>
                <a:gd name="connsiteX2" fmla="*/ 262 w 32036"/>
                <a:gd name="connsiteY2" fmla="*/ 15718 h 31266"/>
                <a:gd name="connsiteX3" fmla="*/ 16280 w 32036"/>
                <a:gd name="connsiteY3" fmla="*/ 31351 h 31266"/>
                <a:gd name="connsiteX4" fmla="*/ 32299 w 32036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6" h="31266">
                  <a:moveTo>
                    <a:pt x="32299" y="15718"/>
                  </a:moveTo>
                  <a:cubicBezTo>
                    <a:pt x="32299" y="7164"/>
                    <a:pt x="25045" y="85"/>
                    <a:pt x="16280" y="85"/>
                  </a:cubicBezTo>
                  <a:cubicBezTo>
                    <a:pt x="7516" y="85"/>
                    <a:pt x="262" y="7164"/>
                    <a:pt x="262" y="15718"/>
                  </a:cubicBezTo>
                  <a:cubicBezTo>
                    <a:pt x="262" y="24272"/>
                    <a:pt x="7516" y="31351"/>
                    <a:pt x="16280" y="31351"/>
                  </a:cubicBezTo>
                  <a:cubicBezTo>
                    <a:pt x="25045" y="31351"/>
                    <a:pt x="32299" y="24272"/>
                    <a:pt x="32299" y="15718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9" name="Freeform: Shape 3638">
              <a:extLst>
                <a:ext uri="{FF2B5EF4-FFF2-40B4-BE49-F238E27FC236}">
                  <a16:creationId xmlns:a16="http://schemas.microsoft.com/office/drawing/2014/main" id="{4197A78D-FD2D-35BF-FEEC-15BB8DD8F6D3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0610455" y="4857196"/>
              <a:ext cx="136608" cy="203524"/>
            </a:xfrm>
            <a:custGeom>
              <a:avLst/>
              <a:gdLst>
                <a:gd name="connsiteX0" fmla="*/ 69778 w 136608"/>
                <a:gd name="connsiteY0" fmla="*/ 85 h 203524"/>
                <a:gd name="connsiteX1" fmla="*/ 29279 w 136608"/>
                <a:gd name="connsiteY1" fmla="*/ 15423 h 203524"/>
                <a:gd name="connsiteX2" fmla="*/ 265 w 136608"/>
                <a:gd name="connsiteY2" fmla="*/ 100372 h 203524"/>
                <a:gd name="connsiteX3" fmla="*/ 24443 w 136608"/>
                <a:gd name="connsiteY3" fmla="*/ 183552 h 203524"/>
                <a:gd name="connsiteX4" fmla="*/ 68569 w 136608"/>
                <a:gd name="connsiteY4" fmla="*/ 203610 h 203524"/>
                <a:gd name="connsiteX5" fmla="*/ 107859 w 136608"/>
                <a:gd name="connsiteY5" fmla="*/ 188271 h 203524"/>
                <a:gd name="connsiteX6" fmla="*/ 136873 w 136608"/>
                <a:gd name="connsiteY6" fmla="*/ 102142 h 203524"/>
                <a:gd name="connsiteX7" fmla="*/ 69778 w 136608"/>
                <a:gd name="connsiteY7" fmla="*/ 85 h 203524"/>
                <a:gd name="connsiteX8" fmla="*/ 68871 w 136608"/>
                <a:gd name="connsiteY8" fmla="*/ 7754 h 203524"/>
                <a:gd name="connsiteX9" fmla="*/ 107859 w 136608"/>
                <a:gd name="connsiteY9" fmla="*/ 102732 h 203524"/>
                <a:gd name="connsiteX10" fmla="*/ 68569 w 136608"/>
                <a:gd name="connsiteY10" fmla="*/ 195941 h 203524"/>
                <a:gd name="connsiteX11" fmla="*/ 29279 w 136608"/>
                <a:gd name="connsiteY11" fmla="*/ 103027 h 203524"/>
                <a:gd name="connsiteX12" fmla="*/ 68871 w 136608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608" h="203524">
                  <a:moveTo>
                    <a:pt x="69778" y="85"/>
                  </a:moveTo>
                  <a:cubicBezTo>
                    <a:pt x="53155" y="85"/>
                    <a:pt x="40462" y="5099"/>
                    <a:pt x="29279" y="15423"/>
                  </a:cubicBezTo>
                  <a:cubicBezTo>
                    <a:pt x="11750" y="31941"/>
                    <a:pt x="265" y="65862"/>
                    <a:pt x="265" y="100372"/>
                  </a:cubicBezTo>
                  <a:cubicBezTo>
                    <a:pt x="265" y="132523"/>
                    <a:pt x="10238" y="167034"/>
                    <a:pt x="24443" y="183552"/>
                  </a:cubicBezTo>
                  <a:cubicBezTo>
                    <a:pt x="35626" y="196530"/>
                    <a:pt x="51040" y="203610"/>
                    <a:pt x="68569" y="203610"/>
                  </a:cubicBezTo>
                  <a:cubicBezTo>
                    <a:pt x="83983" y="203610"/>
                    <a:pt x="96979" y="198595"/>
                    <a:pt x="107859" y="188271"/>
                  </a:cubicBezTo>
                  <a:cubicBezTo>
                    <a:pt x="125389" y="172048"/>
                    <a:pt x="136873" y="137833"/>
                    <a:pt x="136873" y="102142"/>
                  </a:cubicBezTo>
                  <a:cubicBezTo>
                    <a:pt x="136873" y="41675"/>
                    <a:pt x="109370" y="85"/>
                    <a:pt x="69778" y="85"/>
                  </a:cubicBezTo>
                  <a:close/>
                  <a:moveTo>
                    <a:pt x="68871" y="7754"/>
                  </a:moveTo>
                  <a:cubicBezTo>
                    <a:pt x="94259" y="7754"/>
                    <a:pt x="107859" y="41085"/>
                    <a:pt x="107859" y="102732"/>
                  </a:cubicBezTo>
                  <a:cubicBezTo>
                    <a:pt x="107859" y="164379"/>
                    <a:pt x="94561" y="195941"/>
                    <a:pt x="68569" y="195941"/>
                  </a:cubicBezTo>
                  <a:cubicBezTo>
                    <a:pt x="42577" y="195941"/>
                    <a:pt x="29279" y="164379"/>
                    <a:pt x="29279" y="103027"/>
                  </a:cubicBezTo>
                  <a:cubicBezTo>
                    <a:pt x="29279" y="40495"/>
                    <a:pt x="42879" y="7754"/>
                    <a:pt x="68871" y="775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0" name="Freeform: Shape 3639">
              <a:extLst>
                <a:ext uri="{FF2B5EF4-FFF2-40B4-BE49-F238E27FC236}">
                  <a16:creationId xmlns:a16="http://schemas.microsoft.com/office/drawing/2014/main" id="{703DB539-2FBE-FA6C-28C5-79838098B025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0788431" y="4857196"/>
              <a:ext cx="85531" cy="199395"/>
            </a:xfrm>
            <a:custGeom>
              <a:avLst/>
              <a:gdLst>
                <a:gd name="connsiteX0" fmla="*/ 54671 w 85531"/>
                <a:gd name="connsiteY0" fmla="*/ 85 h 199395"/>
                <a:gd name="connsiteX1" fmla="*/ 270 w 85531"/>
                <a:gd name="connsiteY1" fmla="*/ 26926 h 199395"/>
                <a:gd name="connsiteX2" fmla="*/ 270 w 85531"/>
                <a:gd name="connsiteY2" fmla="*/ 31056 h 199395"/>
                <a:gd name="connsiteX3" fmla="*/ 8430 w 85531"/>
                <a:gd name="connsiteY3" fmla="*/ 27811 h 199395"/>
                <a:gd name="connsiteX4" fmla="*/ 22030 w 85531"/>
                <a:gd name="connsiteY4" fmla="*/ 24567 h 199395"/>
                <a:gd name="connsiteX5" fmla="*/ 31097 w 85531"/>
                <a:gd name="connsiteY5" fmla="*/ 38430 h 199395"/>
                <a:gd name="connsiteX6" fmla="*/ 31097 w 85531"/>
                <a:gd name="connsiteY6" fmla="*/ 172048 h 199395"/>
                <a:gd name="connsiteX7" fmla="*/ 23844 w 85531"/>
                <a:gd name="connsiteY7" fmla="*/ 191221 h 199395"/>
                <a:gd name="connsiteX8" fmla="*/ 2385 w 85531"/>
                <a:gd name="connsiteY8" fmla="*/ 195056 h 199395"/>
                <a:gd name="connsiteX9" fmla="*/ 2385 w 85531"/>
                <a:gd name="connsiteY9" fmla="*/ 199480 h 199395"/>
                <a:gd name="connsiteX10" fmla="*/ 85801 w 85531"/>
                <a:gd name="connsiteY10" fmla="*/ 199480 h 199395"/>
                <a:gd name="connsiteX11" fmla="*/ 85801 w 85531"/>
                <a:gd name="connsiteY11" fmla="*/ 195056 h 199395"/>
                <a:gd name="connsiteX12" fmla="*/ 57089 w 85531"/>
                <a:gd name="connsiteY12" fmla="*/ 177653 h 199395"/>
                <a:gd name="connsiteX13" fmla="*/ 57089 w 85531"/>
                <a:gd name="connsiteY13" fmla="*/ 675 h 199395"/>
                <a:gd name="connsiteX14" fmla="*/ 54671 w 85531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531" h="199395">
                  <a:moveTo>
                    <a:pt x="54671" y="85"/>
                  </a:moveTo>
                  <a:lnTo>
                    <a:pt x="270" y="26926"/>
                  </a:lnTo>
                  <a:lnTo>
                    <a:pt x="270" y="31056"/>
                  </a:lnTo>
                  <a:cubicBezTo>
                    <a:pt x="3897" y="29581"/>
                    <a:pt x="7221" y="28401"/>
                    <a:pt x="8430" y="27811"/>
                  </a:cubicBezTo>
                  <a:cubicBezTo>
                    <a:pt x="13870" y="25747"/>
                    <a:pt x="19008" y="24567"/>
                    <a:pt x="22030" y="24567"/>
                  </a:cubicBezTo>
                  <a:cubicBezTo>
                    <a:pt x="28377" y="24567"/>
                    <a:pt x="31097" y="28991"/>
                    <a:pt x="31097" y="38430"/>
                  </a:cubicBezTo>
                  <a:lnTo>
                    <a:pt x="31097" y="172048"/>
                  </a:lnTo>
                  <a:cubicBezTo>
                    <a:pt x="31097" y="181782"/>
                    <a:pt x="28680" y="188566"/>
                    <a:pt x="23844" y="191221"/>
                  </a:cubicBezTo>
                  <a:cubicBezTo>
                    <a:pt x="19310" y="193876"/>
                    <a:pt x="15079" y="194761"/>
                    <a:pt x="2385" y="195056"/>
                  </a:cubicBezTo>
                  <a:lnTo>
                    <a:pt x="2385" y="199480"/>
                  </a:lnTo>
                  <a:lnTo>
                    <a:pt x="85801" y="199480"/>
                  </a:lnTo>
                  <a:lnTo>
                    <a:pt x="85801" y="195056"/>
                  </a:lnTo>
                  <a:cubicBezTo>
                    <a:pt x="61925" y="194761"/>
                    <a:pt x="57089" y="191811"/>
                    <a:pt x="57089" y="177653"/>
                  </a:cubicBezTo>
                  <a:lnTo>
                    <a:pt x="57089" y="675"/>
                  </a:lnTo>
                  <a:lnTo>
                    <a:pt x="54671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1" name="Freeform: Shape 3640">
              <a:extLst>
                <a:ext uri="{FF2B5EF4-FFF2-40B4-BE49-F238E27FC236}">
                  <a16:creationId xmlns:a16="http://schemas.microsoft.com/office/drawing/2014/main" id="{6E16CA16-F7DE-F145-499C-E16256CBFCA1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0912610" y="4861325"/>
              <a:ext cx="129657" cy="197625"/>
            </a:xfrm>
            <a:custGeom>
              <a:avLst/>
              <a:gdLst>
                <a:gd name="connsiteX0" fmla="*/ 129932 w 129657"/>
                <a:gd name="connsiteY0" fmla="*/ 85 h 197625"/>
                <a:gd name="connsiteX1" fmla="*/ 18106 w 129657"/>
                <a:gd name="connsiteY1" fmla="*/ 85 h 197625"/>
                <a:gd name="connsiteX2" fmla="*/ 275 w 129657"/>
                <a:gd name="connsiteY2" fmla="*/ 43444 h 197625"/>
                <a:gd name="connsiteX3" fmla="*/ 5413 w 129657"/>
                <a:gd name="connsiteY3" fmla="*/ 45804 h 197625"/>
                <a:gd name="connsiteX4" fmla="*/ 40472 w 129657"/>
                <a:gd name="connsiteY4" fmla="*/ 21912 h 197625"/>
                <a:gd name="connsiteX5" fmla="*/ 106056 w 129657"/>
                <a:gd name="connsiteY5" fmla="*/ 21912 h 197625"/>
                <a:gd name="connsiteX6" fmla="*/ 46214 w 129657"/>
                <a:gd name="connsiteY6" fmla="*/ 197710 h 197625"/>
                <a:gd name="connsiteX7" fmla="*/ 65859 w 129657"/>
                <a:gd name="connsiteY7" fmla="*/ 197710 h 197625"/>
                <a:gd name="connsiteX8" fmla="*/ 129932 w 129657"/>
                <a:gd name="connsiteY8" fmla="*/ 4804 h 197625"/>
                <a:gd name="connsiteX9" fmla="*/ 129932 w 129657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657" h="197625">
                  <a:moveTo>
                    <a:pt x="129932" y="85"/>
                  </a:moveTo>
                  <a:lnTo>
                    <a:pt x="18106" y="85"/>
                  </a:lnTo>
                  <a:lnTo>
                    <a:pt x="275" y="43444"/>
                  </a:lnTo>
                  <a:lnTo>
                    <a:pt x="5413" y="45804"/>
                  </a:lnTo>
                  <a:cubicBezTo>
                    <a:pt x="18409" y="25747"/>
                    <a:pt x="23849" y="21912"/>
                    <a:pt x="40472" y="21912"/>
                  </a:cubicBezTo>
                  <a:lnTo>
                    <a:pt x="106056" y="21912"/>
                  </a:lnTo>
                  <a:lnTo>
                    <a:pt x="46214" y="197710"/>
                  </a:lnTo>
                  <a:lnTo>
                    <a:pt x="65859" y="197710"/>
                  </a:lnTo>
                  <a:lnTo>
                    <a:pt x="129932" y="4804"/>
                  </a:lnTo>
                  <a:lnTo>
                    <a:pt x="129932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2" name="Freeform: Shape 3641">
              <a:extLst>
                <a:ext uri="{FF2B5EF4-FFF2-40B4-BE49-F238E27FC236}">
                  <a16:creationId xmlns:a16="http://schemas.microsoft.com/office/drawing/2014/main" id="{6A536604-6AF5-E8F0-DBAB-2C299BDDAEBE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1067920" y="4853656"/>
              <a:ext cx="122705" cy="207064"/>
            </a:xfrm>
            <a:custGeom>
              <a:avLst/>
              <a:gdLst>
                <a:gd name="connsiteX0" fmla="*/ 45312 w 122705"/>
                <a:gd name="connsiteY0" fmla="*/ 31056 h 207064"/>
                <a:gd name="connsiteX1" fmla="*/ 104550 w 122705"/>
                <a:gd name="connsiteY1" fmla="*/ 31056 h 207064"/>
                <a:gd name="connsiteX2" fmla="*/ 111501 w 122705"/>
                <a:gd name="connsiteY2" fmla="*/ 28401 h 207064"/>
                <a:gd name="connsiteX3" fmla="*/ 122986 w 122705"/>
                <a:gd name="connsiteY3" fmla="*/ 2149 h 207064"/>
                <a:gd name="connsiteX4" fmla="*/ 120266 w 122705"/>
                <a:gd name="connsiteY4" fmla="*/ 85 h 207064"/>
                <a:gd name="connsiteX5" fmla="*/ 106363 w 122705"/>
                <a:gd name="connsiteY5" fmla="*/ 7754 h 207064"/>
                <a:gd name="connsiteX6" fmla="*/ 43197 w 122705"/>
                <a:gd name="connsiteY6" fmla="*/ 7754 h 207064"/>
                <a:gd name="connsiteX7" fmla="*/ 10253 w 122705"/>
                <a:gd name="connsiteY7" fmla="*/ 77660 h 207064"/>
                <a:gd name="connsiteX8" fmla="*/ 9951 w 122705"/>
                <a:gd name="connsiteY8" fmla="*/ 79135 h 207064"/>
                <a:gd name="connsiteX9" fmla="*/ 13578 w 122705"/>
                <a:gd name="connsiteY9" fmla="*/ 81495 h 207064"/>
                <a:gd name="connsiteX10" fmla="*/ 47730 w 122705"/>
                <a:gd name="connsiteY10" fmla="*/ 87394 h 207064"/>
                <a:gd name="connsiteX11" fmla="*/ 98505 w 122705"/>
                <a:gd name="connsiteY11" fmla="*/ 145797 h 207064"/>
                <a:gd name="connsiteX12" fmla="*/ 56495 w 122705"/>
                <a:gd name="connsiteY12" fmla="*/ 196235 h 207064"/>
                <a:gd name="connsiteX13" fmla="*/ 36245 w 122705"/>
                <a:gd name="connsiteY13" fmla="*/ 187682 h 207064"/>
                <a:gd name="connsiteX14" fmla="*/ 13276 w 122705"/>
                <a:gd name="connsiteY14" fmla="*/ 177948 h 207064"/>
                <a:gd name="connsiteX15" fmla="*/ 280 w 122705"/>
                <a:gd name="connsiteY15" fmla="*/ 188861 h 207064"/>
                <a:gd name="connsiteX16" fmla="*/ 37152 w 122705"/>
                <a:gd name="connsiteY16" fmla="*/ 207149 h 207064"/>
                <a:gd name="connsiteX17" fmla="*/ 99412 w 122705"/>
                <a:gd name="connsiteY17" fmla="*/ 184142 h 207064"/>
                <a:gd name="connsiteX18" fmla="*/ 119661 w 122705"/>
                <a:gd name="connsiteY18" fmla="*/ 131638 h 207064"/>
                <a:gd name="connsiteX19" fmla="*/ 98807 w 122705"/>
                <a:gd name="connsiteY19" fmla="*/ 82085 h 207064"/>
                <a:gd name="connsiteX20" fmla="*/ 32619 w 122705"/>
                <a:gd name="connsiteY20" fmla="*/ 56128 h 207064"/>
                <a:gd name="connsiteX21" fmla="*/ 45312 w 122705"/>
                <a:gd name="connsiteY21" fmla="*/ 31056 h 20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705" h="207064">
                  <a:moveTo>
                    <a:pt x="45312" y="31056"/>
                  </a:moveTo>
                  <a:lnTo>
                    <a:pt x="104550" y="31056"/>
                  </a:lnTo>
                  <a:cubicBezTo>
                    <a:pt x="109385" y="31056"/>
                    <a:pt x="110594" y="30466"/>
                    <a:pt x="111501" y="28401"/>
                  </a:cubicBezTo>
                  <a:lnTo>
                    <a:pt x="122986" y="2149"/>
                  </a:lnTo>
                  <a:lnTo>
                    <a:pt x="120266" y="85"/>
                  </a:lnTo>
                  <a:cubicBezTo>
                    <a:pt x="115732" y="6279"/>
                    <a:pt x="112710" y="7754"/>
                    <a:pt x="106363" y="7754"/>
                  </a:cubicBezTo>
                  <a:lnTo>
                    <a:pt x="43197" y="7754"/>
                  </a:lnTo>
                  <a:lnTo>
                    <a:pt x="10253" y="77660"/>
                  </a:lnTo>
                  <a:cubicBezTo>
                    <a:pt x="9951" y="78250"/>
                    <a:pt x="9951" y="78545"/>
                    <a:pt x="9951" y="79135"/>
                  </a:cubicBezTo>
                  <a:cubicBezTo>
                    <a:pt x="9951" y="80610"/>
                    <a:pt x="11160" y="81495"/>
                    <a:pt x="13578" y="81495"/>
                  </a:cubicBezTo>
                  <a:cubicBezTo>
                    <a:pt x="23249" y="81495"/>
                    <a:pt x="35339" y="83559"/>
                    <a:pt x="47730" y="87394"/>
                  </a:cubicBezTo>
                  <a:cubicBezTo>
                    <a:pt x="82487" y="98308"/>
                    <a:pt x="98505" y="116595"/>
                    <a:pt x="98505" y="145797"/>
                  </a:cubicBezTo>
                  <a:cubicBezTo>
                    <a:pt x="98505" y="174113"/>
                    <a:pt x="80069" y="196235"/>
                    <a:pt x="56495" y="196235"/>
                  </a:cubicBezTo>
                  <a:cubicBezTo>
                    <a:pt x="50450" y="196235"/>
                    <a:pt x="45312" y="194171"/>
                    <a:pt x="36245" y="187682"/>
                  </a:cubicBezTo>
                  <a:cubicBezTo>
                    <a:pt x="26574" y="180897"/>
                    <a:pt x="19623" y="177948"/>
                    <a:pt x="13276" y="177948"/>
                  </a:cubicBezTo>
                  <a:cubicBezTo>
                    <a:pt x="4511" y="177948"/>
                    <a:pt x="280" y="181487"/>
                    <a:pt x="280" y="188861"/>
                  </a:cubicBezTo>
                  <a:cubicBezTo>
                    <a:pt x="280" y="200070"/>
                    <a:pt x="14485" y="207149"/>
                    <a:pt x="37152" y="207149"/>
                  </a:cubicBezTo>
                  <a:cubicBezTo>
                    <a:pt x="62539" y="207149"/>
                    <a:pt x="84300" y="199185"/>
                    <a:pt x="99412" y="184142"/>
                  </a:cubicBezTo>
                  <a:cubicBezTo>
                    <a:pt x="113314" y="170869"/>
                    <a:pt x="119661" y="154056"/>
                    <a:pt x="119661" y="131638"/>
                  </a:cubicBezTo>
                  <a:cubicBezTo>
                    <a:pt x="119661" y="110401"/>
                    <a:pt x="113919" y="96833"/>
                    <a:pt x="98807" y="82085"/>
                  </a:cubicBezTo>
                  <a:cubicBezTo>
                    <a:pt x="85509" y="69106"/>
                    <a:pt x="68282" y="62322"/>
                    <a:pt x="32619" y="56128"/>
                  </a:cubicBezTo>
                  <a:lnTo>
                    <a:pt x="45312" y="31056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3" name="Freeform: Shape 3642">
              <a:extLst>
                <a:ext uri="{FF2B5EF4-FFF2-40B4-BE49-F238E27FC236}">
                  <a16:creationId xmlns:a16="http://schemas.microsoft.com/office/drawing/2014/main" id="{6B37C35B-C360-92E4-D823-AC4000DEB72F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1213557" y="4857196"/>
              <a:ext cx="139026" cy="199395"/>
            </a:xfrm>
            <a:custGeom>
              <a:avLst/>
              <a:gdLst>
                <a:gd name="connsiteX0" fmla="*/ 139311 w 139026"/>
                <a:gd name="connsiteY0" fmla="*/ 131344 h 199395"/>
                <a:gd name="connsiteX1" fmla="*/ 108484 w 139026"/>
                <a:gd name="connsiteY1" fmla="*/ 131344 h 199395"/>
                <a:gd name="connsiteX2" fmla="*/ 108484 w 139026"/>
                <a:gd name="connsiteY2" fmla="*/ 85 h 199395"/>
                <a:gd name="connsiteX3" fmla="*/ 95185 w 139026"/>
                <a:gd name="connsiteY3" fmla="*/ 85 h 199395"/>
                <a:gd name="connsiteX4" fmla="*/ 285 w 139026"/>
                <a:gd name="connsiteY4" fmla="*/ 131344 h 199395"/>
                <a:gd name="connsiteX5" fmla="*/ 285 w 139026"/>
                <a:gd name="connsiteY5" fmla="*/ 150221 h 199395"/>
                <a:gd name="connsiteX6" fmla="*/ 85212 w 139026"/>
                <a:gd name="connsiteY6" fmla="*/ 150221 h 199395"/>
                <a:gd name="connsiteX7" fmla="*/ 85212 w 139026"/>
                <a:gd name="connsiteY7" fmla="*/ 199480 h 199395"/>
                <a:gd name="connsiteX8" fmla="*/ 108484 w 139026"/>
                <a:gd name="connsiteY8" fmla="*/ 199480 h 199395"/>
                <a:gd name="connsiteX9" fmla="*/ 108484 w 139026"/>
                <a:gd name="connsiteY9" fmla="*/ 150221 h 199395"/>
                <a:gd name="connsiteX10" fmla="*/ 139311 w 139026"/>
                <a:gd name="connsiteY10" fmla="*/ 150221 h 199395"/>
                <a:gd name="connsiteX11" fmla="*/ 139311 w 139026"/>
                <a:gd name="connsiteY11" fmla="*/ 131344 h 199395"/>
                <a:gd name="connsiteX12" fmla="*/ 84910 w 139026"/>
                <a:gd name="connsiteY12" fmla="*/ 131344 h 199395"/>
                <a:gd name="connsiteX13" fmla="*/ 12374 w 139026"/>
                <a:gd name="connsiteY13" fmla="*/ 131344 h 199395"/>
                <a:gd name="connsiteX14" fmla="*/ 84910 w 139026"/>
                <a:gd name="connsiteY14" fmla="*/ 30171 h 199395"/>
                <a:gd name="connsiteX15" fmla="*/ 84910 w 139026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26" h="199395">
                  <a:moveTo>
                    <a:pt x="139311" y="131344"/>
                  </a:moveTo>
                  <a:lnTo>
                    <a:pt x="108484" y="131344"/>
                  </a:lnTo>
                  <a:lnTo>
                    <a:pt x="108484" y="85"/>
                  </a:lnTo>
                  <a:lnTo>
                    <a:pt x="95185" y="85"/>
                  </a:lnTo>
                  <a:lnTo>
                    <a:pt x="285" y="131344"/>
                  </a:lnTo>
                  <a:lnTo>
                    <a:pt x="285" y="150221"/>
                  </a:lnTo>
                  <a:lnTo>
                    <a:pt x="85212" y="150221"/>
                  </a:lnTo>
                  <a:lnTo>
                    <a:pt x="85212" y="199480"/>
                  </a:lnTo>
                  <a:lnTo>
                    <a:pt x="108484" y="199480"/>
                  </a:lnTo>
                  <a:lnTo>
                    <a:pt x="108484" y="150221"/>
                  </a:lnTo>
                  <a:lnTo>
                    <a:pt x="139311" y="150221"/>
                  </a:lnTo>
                  <a:lnTo>
                    <a:pt x="139311" y="131344"/>
                  </a:lnTo>
                  <a:close/>
                  <a:moveTo>
                    <a:pt x="84910" y="131344"/>
                  </a:moveTo>
                  <a:lnTo>
                    <a:pt x="12374" y="131344"/>
                  </a:lnTo>
                  <a:lnTo>
                    <a:pt x="84910" y="30171"/>
                  </a:lnTo>
                  <a:lnTo>
                    <a:pt x="84910" y="13134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4" name="Freeform: Shape 3643">
              <a:extLst>
                <a:ext uri="{FF2B5EF4-FFF2-40B4-BE49-F238E27FC236}">
                  <a16:creationId xmlns:a16="http://schemas.microsoft.com/office/drawing/2014/main" id="{BC9F3398-3AEA-D9B6-4507-AE04A2664715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1378538" y="4857196"/>
              <a:ext cx="117567" cy="203524"/>
            </a:xfrm>
            <a:custGeom>
              <a:avLst/>
              <a:gdLst>
                <a:gd name="connsiteX0" fmla="*/ 71012 w 117567"/>
                <a:gd name="connsiteY0" fmla="*/ 90049 h 203524"/>
                <a:gd name="connsiteX1" fmla="*/ 111511 w 117567"/>
                <a:gd name="connsiteY1" fmla="*/ 41970 h 203524"/>
                <a:gd name="connsiteX2" fmla="*/ 59527 w 117567"/>
                <a:gd name="connsiteY2" fmla="*/ 85 h 203524"/>
                <a:gd name="connsiteX3" fmla="*/ 2103 w 117567"/>
                <a:gd name="connsiteY3" fmla="*/ 46689 h 203524"/>
                <a:gd name="connsiteX4" fmla="*/ 39580 w 117567"/>
                <a:gd name="connsiteY4" fmla="*/ 101552 h 203524"/>
                <a:gd name="connsiteX5" fmla="*/ 290 w 117567"/>
                <a:gd name="connsiteY5" fmla="*/ 154941 h 203524"/>
                <a:gd name="connsiteX6" fmla="*/ 58318 w 117567"/>
                <a:gd name="connsiteY6" fmla="*/ 203610 h 203524"/>
                <a:gd name="connsiteX7" fmla="*/ 117858 w 117567"/>
                <a:gd name="connsiteY7" fmla="*/ 153761 h 203524"/>
                <a:gd name="connsiteX8" fmla="*/ 71012 w 117567"/>
                <a:gd name="connsiteY8" fmla="*/ 90049 h 203524"/>
                <a:gd name="connsiteX9" fmla="*/ 65572 w 117567"/>
                <a:gd name="connsiteY9" fmla="*/ 120430 h 203524"/>
                <a:gd name="connsiteX10" fmla="*/ 94888 w 117567"/>
                <a:gd name="connsiteY10" fmla="*/ 162905 h 203524"/>
                <a:gd name="connsiteX11" fmla="*/ 61643 w 117567"/>
                <a:gd name="connsiteY11" fmla="*/ 195351 h 203524"/>
                <a:gd name="connsiteX12" fmla="*/ 23259 w 117567"/>
                <a:gd name="connsiteY12" fmla="*/ 152581 h 203524"/>
                <a:gd name="connsiteX13" fmla="*/ 47438 w 117567"/>
                <a:gd name="connsiteY13" fmla="*/ 107451 h 203524"/>
                <a:gd name="connsiteX14" fmla="*/ 65572 w 117567"/>
                <a:gd name="connsiteY14" fmla="*/ 120430 h 203524"/>
                <a:gd name="connsiteX15" fmla="*/ 62247 w 117567"/>
                <a:gd name="connsiteY15" fmla="*/ 84739 h 203524"/>
                <a:gd name="connsiteX16" fmla="*/ 24468 w 117567"/>
                <a:gd name="connsiteY16" fmla="*/ 37545 h 203524"/>
                <a:gd name="connsiteX17" fmla="*/ 57109 w 117567"/>
                <a:gd name="connsiteY17" fmla="*/ 8344 h 203524"/>
                <a:gd name="connsiteX18" fmla="*/ 90657 w 117567"/>
                <a:gd name="connsiteY18" fmla="*/ 41675 h 203524"/>
                <a:gd name="connsiteX19" fmla="*/ 64967 w 117567"/>
                <a:gd name="connsiteY19" fmla="*/ 82969 h 203524"/>
                <a:gd name="connsiteX20" fmla="*/ 62247 w 117567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567" h="203524">
                  <a:moveTo>
                    <a:pt x="71012" y="90049"/>
                  </a:moveTo>
                  <a:cubicBezTo>
                    <a:pt x="100933" y="74416"/>
                    <a:pt x="111511" y="62027"/>
                    <a:pt x="111511" y="41970"/>
                  </a:cubicBezTo>
                  <a:cubicBezTo>
                    <a:pt x="111511" y="17783"/>
                    <a:pt x="89750" y="85"/>
                    <a:pt x="59527" y="85"/>
                  </a:cubicBezTo>
                  <a:cubicBezTo>
                    <a:pt x="26584" y="85"/>
                    <a:pt x="2103" y="19847"/>
                    <a:pt x="2103" y="46689"/>
                  </a:cubicBezTo>
                  <a:cubicBezTo>
                    <a:pt x="2103" y="65862"/>
                    <a:pt x="7845" y="74416"/>
                    <a:pt x="39580" y="101552"/>
                  </a:cubicBezTo>
                  <a:cubicBezTo>
                    <a:pt x="6939" y="125739"/>
                    <a:pt x="290" y="134883"/>
                    <a:pt x="290" y="154941"/>
                  </a:cubicBezTo>
                  <a:cubicBezTo>
                    <a:pt x="290" y="183552"/>
                    <a:pt x="24166" y="203610"/>
                    <a:pt x="58318" y="203610"/>
                  </a:cubicBezTo>
                  <a:cubicBezTo>
                    <a:pt x="94586" y="203610"/>
                    <a:pt x="117858" y="184142"/>
                    <a:pt x="117858" y="153761"/>
                  </a:cubicBezTo>
                  <a:cubicBezTo>
                    <a:pt x="117858" y="131049"/>
                    <a:pt x="107582" y="116595"/>
                    <a:pt x="71012" y="90049"/>
                  </a:cubicBezTo>
                  <a:close/>
                  <a:moveTo>
                    <a:pt x="65572" y="120430"/>
                  </a:moveTo>
                  <a:cubicBezTo>
                    <a:pt x="87635" y="135768"/>
                    <a:pt x="94888" y="146387"/>
                    <a:pt x="94888" y="162905"/>
                  </a:cubicBezTo>
                  <a:cubicBezTo>
                    <a:pt x="94888" y="182077"/>
                    <a:pt x="81288" y="195351"/>
                    <a:pt x="61643" y="195351"/>
                  </a:cubicBezTo>
                  <a:cubicBezTo>
                    <a:pt x="38673" y="195351"/>
                    <a:pt x="23259" y="178243"/>
                    <a:pt x="23259" y="152581"/>
                  </a:cubicBezTo>
                  <a:cubicBezTo>
                    <a:pt x="23259" y="133703"/>
                    <a:pt x="29908" y="121315"/>
                    <a:pt x="47438" y="107451"/>
                  </a:cubicBezTo>
                  <a:lnTo>
                    <a:pt x="65572" y="120430"/>
                  </a:lnTo>
                  <a:close/>
                  <a:moveTo>
                    <a:pt x="62247" y="84739"/>
                  </a:moveTo>
                  <a:cubicBezTo>
                    <a:pt x="35349" y="67631"/>
                    <a:pt x="24468" y="54063"/>
                    <a:pt x="24468" y="37545"/>
                  </a:cubicBezTo>
                  <a:cubicBezTo>
                    <a:pt x="24468" y="20437"/>
                    <a:pt x="38069" y="8344"/>
                    <a:pt x="57109" y="8344"/>
                  </a:cubicBezTo>
                  <a:cubicBezTo>
                    <a:pt x="77661" y="8344"/>
                    <a:pt x="90657" y="21322"/>
                    <a:pt x="90657" y="41675"/>
                  </a:cubicBezTo>
                  <a:cubicBezTo>
                    <a:pt x="90657" y="58487"/>
                    <a:pt x="82194" y="71761"/>
                    <a:pt x="64967" y="82969"/>
                  </a:cubicBezTo>
                  <a:cubicBezTo>
                    <a:pt x="63456" y="83854"/>
                    <a:pt x="63456" y="83854"/>
                    <a:pt x="62247" y="84739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5" name="Freeform: Shape 3644">
              <a:extLst>
                <a:ext uri="{FF2B5EF4-FFF2-40B4-BE49-F238E27FC236}">
                  <a16:creationId xmlns:a16="http://schemas.microsoft.com/office/drawing/2014/main" id="{18C8349A-D8AC-81EF-2241-8665AE840D87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1519340" y="4861325"/>
              <a:ext cx="129657" cy="197625"/>
            </a:xfrm>
            <a:custGeom>
              <a:avLst/>
              <a:gdLst>
                <a:gd name="connsiteX0" fmla="*/ 129952 w 129657"/>
                <a:gd name="connsiteY0" fmla="*/ 85 h 197625"/>
                <a:gd name="connsiteX1" fmla="*/ 18126 w 129657"/>
                <a:gd name="connsiteY1" fmla="*/ 85 h 197625"/>
                <a:gd name="connsiteX2" fmla="*/ 295 w 129657"/>
                <a:gd name="connsiteY2" fmla="*/ 43444 h 197625"/>
                <a:gd name="connsiteX3" fmla="*/ 5433 w 129657"/>
                <a:gd name="connsiteY3" fmla="*/ 45804 h 197625"/>
                <a:gd name="connsiteX4" fmla="*/ 40491 w 129657"/>
                <a:gd name="connsiteY4" fmla="*/ 21912 h 197625"/>
                <a:gd name="connsiteX5" fmla="*/ 106076 w 129657"/>
                <a:gd name="connsiteY5" fmla="*/ 21912 h 197625"/>
                <a:gd name="connsiteX6" fmla="*/ 46234 w 129657"/>
                <a:gd name="connsiteY6" fmla="*/ 197710 h 197625"/>
                <a:gd name="connsiteX7" fmla="*/ 65879 w 129657"/>
                <a:gd name="connsiteY7" fmla="*/ 197710 h 197625"/>
                <a:gd name="connsiteX8" fmla="*/ 129952 w 129657"/>
                <a:gd name="connsiteY8" fmla="*/ 4804 h 197625"/>
                <a:gd name="connsiteX9" fmla="*/ 129952 w 129657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657" h="197625">
                  <a:moveTo>
                    <a:pt x="129952" y="85"/>
                  </a:moveTo>
                  <a:lnTo>
                    <a:pt x="18126" y="85"/>
                  </a:lnTo>
                  <a:lnTo>
                    <a:pt x="295" y="43444"/>
                  </a:lnTo>
                  <a:lnTo>
                    <a:pt x="5433" y="45804"/>
                  </a:lnTo>
                  <a:cubicBezTo>
                    <a:pt x="18429" y="25747"/>
                    <a:pt x="23869" y="21912"/>
                    <a:pt x="40491" y="21912"/>
                  </a:cubicBezTo>
                  <a:lnTo>
                    <a:pt x="106076" y="21912"/>
                  </a:lnTo>
                  <a:lnTo>
                    <a:pt x="46234" y="197710"/>
                  </a:lnTo>
                  <a:lnTo>
                    <a:pt x="65879" y="197710"/>
                  </a:lnTo>
                  <a:lnTo>
                    <a:pt x="129952" y="4804"/>
                  </a:lnTo>
                  <a:lnTo>
                    <a:pt x="129952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6" name="Freeform: Shape 3645">
              <a:extLst>
                <a:ext uri="{FF2B5EF4-FFF2-40B4-BE49-F238E27FC236}">
                  <a16:creationId xmlns:a16="http://schemas.microsoft.com/office/drawing/2014/main" id="{D643444D-A7DC-1453-82BA-B35177EC8EFC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1674045" y="4857196"/>
              <a:ext cx="129657" cy="205884"/>
            </a:xfrm>
            <a:custGeom>
              <a:avLst/>
              <a:gdLst>
                <a:gd name="connsiteX0" fmla="*/ 9064 w 129657"/>
                <a:gd name="connsiteY0" fmla="*/ 205969 h 205884"/>
                <a:gd name="connsiteX1" fmla="*/ 80089 w 129657"/>
                <a:gd name="connsiteY1" fmla="*/ 182077 h 205884"/>
                <a:gd name="connsiteX2" fmla="*/ 129957 w 129657"/>
                <a:gd name="connsiteY2" fmla="*/ 83264 h 205884"/>
                <a:gd name="connsiteX3" fmla="*/ 63164 w 129657"/>
                <a:gd name="connsiteY3" fmla="*/ 85 h 205884"/>
                <a:gd name="connsiteX4" fmla="*/ 300 w 129657"/>
                <a:gd name="connsiteY4" fmla="*/ 69696 h 205884"/>
                <a:gd name="connsiteX5" fmla="*/ 54701 w 129657"/>
                <a:gd name="connsiteY5" fmla="*/ 129574 h 205884"/>
                <a:gd name="connsiteX6" fmla="*/ 100036 w 129657"/>
                <a:gd name="connsiteY6" fmla="*/ 112761 h 205884"/>
                <a:gd name="connsiteX7" fmla="*/ 8158 w 129657"/>
                <a:gd name="connsiteY7" fmla="*/ 200070 h 205884"/>
                <a:gd name="connsiteX8" fmla="*/ 9064 w 129657"/>
                <a:gd name="connsiteY8" fmla="*/ 205969 h 205884"/>
                <a:gd name="connsiteX9" fmla="*/ 100640 w 129657"/>
                <a:gd name="connsiteY9" fmla="*/ 94768 h 205884"/>
                <a:gd name="connsiteX10" fmla="*/ 96107 w 129657"/>
                <a:gd name="connsiteY10" fmla="*/ 105977 h 205884"/>
                <a:gd name="connsiteX11" fmla="*/ 65582 w 129657"/>
                <a:gd name="connsiteY11" fmla="*/ 116890 h 205884"/>
                <a:gd name="connsiteX12" fmla="*/ 28105 w 129657"/>
                <a:gd name="connsiteY12" fmla="*/ 59667 h 205884"/>
                <a:gd name="connsiteX13" fmla="*/ 39288 w 129657"/>
                <a:gd name="connsiteY13" fmla="*/ 17488 h 205884"/>
                <a:gd name="connsiteX14" fmla="*/ 60746 w 129657"/>
                <a:gd name="connsiteY14" fmla="*/ 8344 h 205884"/>
                <a:gd name="connsiteX15" fmla="*/ 100640 w 129657"/>
                <a:gd name="connsiteY15" fmla="*/ 83264 h 205884"/>
                <a:gd name="connsiteX16" fmla="*/ 100640 w 129657"/>
                <a:gd name="connsiteY16" fmla="*/ 94768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657" h="205884">
                  <a:moveTo>
                    <a:pt x="9064" y="205969"/>
                  </a:moveTo>
                  <a:cubicBezTo>
                    <a:pt x="42914" y="202135"/>
                    <a:pt x="59537" y="196530"/>
                    <a:pt x="80089" y="182077"/>
                  </a:cubicBezTo>
                  <a:cubicBezTo>
                    <a:pt x="111521" y="159660"/>
                    <a:pt x="129957" y="123085"/>
                    <a:pt x="129957" y="83264"/>
                  </a:cubicBezTo>
                  <a:cubicBezTo>
                    <a:pt x="129957" y="34595"/>
                    <a:pt x="102152" y="85"/>
                    <a:pt x="63164" y="85"/>
                  </a:cubicBezTo>
                  <a:cubicBezTo>
                    <a:pt x="27198" y="85"/>
                    <a:pt x="300" y="29876"/>
                    <a:pt x="300" y="69696"/>
                  </a:cubicBezTo>
                  <a:cubicBezTo>
                    <a:pt x="300" y="105682"/>
                    <a:pt x="22060" y="129574"/>
                    <a:pt x="54701" y="129574"/>
                  </a:cubicBezTo>
                  <a:cubicBezTo>
                    <a:pt x="71324" y="129574"/>
                    <a:pt x="84018" y="124854"/>
                    <a:pt x="100036" y="112761"/>
                  </a:cubicBezTo>
                  <a:cubicBezTo>
                    <a:pt x="87645" y="160840"/>
                    <a:pt x="54097" y="192401"/>
                    <a:pt x="8158" y="200070"/>
                  </a:cubicBezTo>
                  <a:lnTo>
                    <a:pt x="9064" y="205969"/>
                  </a:lnTo>
                  <a:close/>
                  <a:moveTo>
                    <a:pt x="100640" y="94768"/>
                  </a:moveTo>
                  <a:cubicBezTo>
                    <a:pt x="100640" y="100667"/>
                    <a:pt x="99432" y="103322"/>
                    <a:pt x="96107" y="105977"/>
                  </a:cubicBezTo>
                  <a:cubicBezTo>
                    <a:pt x="87645" y="113056"/>
                    <a:pt x="76462" y="116890"/>
                    <a:pt x="65582" y="116890"/>
                  </a:cubicBezTo>
                  <a:cubicBezTo>
                    <a:pt x="42612" y="116890"/>
                    <a:pt x="28105" y="94768"/>
                    <a:pt x="28105" y="59667"/>
                  </a:cubicBezTo>
                  <a:cubicBezTo>
                    <a:pt x="28105" y="42854"/>
                    <a:pt x="32941" y="25157"/>
                    <a:pt x="39288" y="17488"/>
                  </a:cubicBezTo>
                  <a:cubicBezTo>
                    <a:pt x="44425" y="11588"/>
                    <a:pt x="51981" y="8344"/>
                    <a:pt x="60746" y="8344"/>
                  </a:cubicBezTo>
                  <a:cubicBezTo>
                    <a:pt x="87040" y="8344"/>
                    <a:pt x="100640" y="33711"/>
                    <a:pt x="100640" y="83264"/>
                  </a:cubicBezTo>
                  <a:lnTo>
                    <a:pt x="100640" y="94768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7" name="Freeform: Shape 3646">
              <a:extLst>
                <a:ext uri="{FF2B5EF4-FFF2-40B4-BE49-F238E27FC236}">
                  <a16:creationId xmlns:a16="http://schemas.microsoft.com/office/drawing/2014/main" id="{AE98AA4C-E582-A985-15D5-1F5AC1EB79BF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1842652" y="5025325"/>
              <a:ext cx="35361" cy="88194"/>
            </a:xfrm>
            <a:custGeom>
              <a:avLst/>
              <a:gdLst>
                <a:gd name="connsiteX0" fmla="*/ 35666 w 35361"/>
                <a:gd name="connsiteY0" fmla="*/ 31056 h 88194"/>
                <a:gd name="connsiteX1" fmla="*/ 16323 w 35361"/>
                <a:gd name="connsiteY1" fmla="*/ 85 h 88194"/>
                <a:gd name="connsiteX2" fmla="*/ 305 w 35361"/>
                <a:gd name="connsiteY2" fmla="*/ 15718 h 88194"/>
                <a:gd name="connsiteX3" fmla="*/ 16323 w 35361"/>
                <a:gd name="connsiteY3" fmla="*/ 31351 h 88194"/>
                <a:gd name="connsiteX4" fmla="*/ 26901 w 35361"/>
                <a:gd name="connsiteY4" fmla="*/ 27516 h 88194"/>
                <a:gd name="connsiteX5" fmla="*/ 28412 w 35361"/>
                <a:gd name="connsiteY5" fmla="*/ 26631 h 88194"/>
                <a:gd name="connsiteX6" fmla="*/ 29017 w 35361"/>
                <a:gd name="connsiteY6" fmla="*/ 31056 h 88194"/>
                <a:gd name="connsiteX7" fmla="*/ 8465 w 35361"/>
                <a:gd name="connsiteY7" fmla="*/ 80315 h 88194"/>
                <a:gd name="connsiteX8" fmla="*/ 5140 w 35361"/>
                <a:gd name="connsiteY8" fmla="*/ 85034 h 88194"/>
                <a:gd name="connsiteX9" fmla="*/ 8163 w 35361"/>
                <a:gd name="connsiteY9" fmla="*/ 88279 h 88194"/>
                <a:gd name="connsiteX10" fmla="*/ 35666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666" y="31056"/>
                  </a:moveTo>
                  <a:cubicBezTo>
                    <a:pt x="35666" y="11588"/>
                    <a:pt x="28110" y="85"/>
                    <a:pt x="16323" y="85"/>
                  </a:cubicBezTo>
                  <a:cubicBezTo>
                    <a:pt x="6349" y="85"/>
                    <a:pt x="305" y="7459"/>
                    <a:pt x="305" y="15718"/>
                  </a:cubicBezTo>
                  <a:cubicBezTo>
                    <a:pt x="305" y="23682"/>
                    <a:pt x="6349" y="31351"/>
                    <a:pt x="16323" y="31351"/>
                  </a:cubicBezTo>
                  <a:cubicBezTo>
                    <a:pt x="19950" y="31351"/>
                    <a:pt x="23879" y="30171"/>
                    <a:pt x="26901" y="27516"/>
                  </a:cubicBezTo>
                  <a:cubicBezTo>
                    <a:pt x="27808" y="26926"/>
                    <a:pt x="28110" y="26631"/>
                    <a:pt x="28412" y="26631"/>
                  </a:cubicBezTo>
                  <a:cubicBezTo>
                    <a:pt x="28714" y="26631"/>
                    <a:pt x="29017" y="26926"/>
                    <a:pt x="29017" y="31056"/>
                  </a:cubicBezTo>
                  <a:cubicBezTo>
                    <a:pt x="29017" y="52883"/>
                    <a:pt x="18439" y="70581"/>
                    <a:pt x="8465" y="80315"/>
                  </a:cubicBezTo>
                  <a:cubicBezTo>
                    <a:pt x="5140" y="83559"/>
                    <a:pt x="5140" y="84149"/>
                    <a:pt x="5140" y="85034"/>
                  </a:cubicBezTo>
                  <a:cubicBezTo>
                    <a:pt x="5140" y="87099"/>
                    <a:pt x="6652" y="88279"/>
                    <a:pt x="8163" y="88279"/>
                  </a:cubicBezTo>
                  <a:cubicBezTo>
                    <a:pt x="11487" y="88279"/>
                    <a:pt x="35666" y="65567"/>
                    <a:pt x="35666" y="31056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8" name="Freeform: Shape 3647">
              <a:extLst>
                <a:ext uri="{FF2B5EF4-FFF2-40B4-BE49-F238E27FC236}">
                  <a16:creationId xmlns:a16="http://schemas.microsoft.com/office/drawing/2014/main" id="{8D86B607-921A-A875-5DA9-76DFC638977D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1959481" y="4976951"/>
              <a:ext cx="184663" cy="11798"/>
            </a:xfrm>
            <a:custGeom>
              <a:avLst/>
              <a:gdLst>
                <a:gd name="connsiteX0" fmla="*/ 174394 w 184663"/>
                <a:gd name="connsiteY0" fmla="*/ 11883 h 11798"/>
                <a:gd name="connsiteX1" fmla="*/ 184972 w 184663"/>
                <a:gd name="connsiteY1" fmla="*/ 5984 h 11798"/>
                <a:gd name="connsiteX2" fmla="*/ 174394 w 184663"/>
                <a:gd name="connsiteY2" fmla="*/ 85 h 11798"/>
                <a:gd name="connsiteX3" fmla="*/ 10887 w 184663"/>
                <a:gd name="connsiteY3" fmla="*/ 85 h 11798"/>
                <a:gd name="connsiteX4" fmla="*/ 309 w 184663"/>
                <a:gd name="connsiteY4" fmla="*/ 5984 h 11798"/>
                <a:gd name="connsiteX5" fmla="*/ 10887 w 184663"/>
                <a:gd name="connsiteY5" fmla="*/ 11883 h 11798"/>
                <a:gd name="connsiteX6" fmla="*/ 174394 w 184663"/>
                <a:gd name="connsiteY6" fmla="*/ 11883 h 1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663" h="11798">
                  <a:moveTo>
                    <a:pt x="174394" y="11883"/>
                  </a:moveTo>
                  <a:cubicBezTo>
                    <a:pt x="179532" y="11883"/>
                    <a:pt x="184972" y="11883"/>
                    <a:pt x="184972" y="5984"/>
                  </a:cubicBezTo>
                  <a:cubicBezTo>
                    <a:pt x="184972" y="85"/>
                    <a:pt x="179532" y="85"/>
                    <a:pt x="174394" y="85"/>
                  </a:cubicBezTo>
                  <a:lnTo>
                    <a:pt x="10887" y="85"/>
                  </a:lnTo>
                  <a:cubicBezTo>
                    <a:pt x="5749" y="85"/>
                    <a:pt x="309" y="85"/>
                    <a:pt x="309" y="5984"/>
                  </a:cubicBezTo>
                  <a:cubicBezTo>
                    <a:pt x="309" y="11883"/>
                    <a:pt x="5749" y="11883"/>
                    <a:pt x="10887" y="11883"/>
                  </a:cubicBezTo>
                  <a:lnTo>
                    <a:pt x="174394" y="11883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9" name="Freeform: Shape 3648">
              <a:extLst>
                <a:ext uri="{FF2B5EF4-FFF2-40B4-BE49-F238E27FC236}">
                  <a16:creationId xmlns:a16="http://schemas.microsoft.com/office/drawing/2014/main" id="{6D805580-2D25-B4DB-1256-59327B1F72CC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2177360" y="4857196"/>
              <a:ext cx="136608" cy="203524"/>
            </a:xfrm>
            <a:custGeom>
              <a:avLst/>
              <a:gdLst>
                <a:gd name="connsiteX0" fmla="*/ 69829 w 136608"/>
                <a:gd name="connsiteY0" fmla="*/ 85 h 203524"/>
                <a:gd name="connsiteX1" fmla="*/ 29330 w 136608"/>
                <a:gd name="connsiteY1" fmla="*/ 15423 h 203524"/>
                <a:gd name="connsiteX2" fmla="*/ 316 w 136608"/>
                <a:gd name="connsiteY2" fmla="*/ 100372 h 203524"/>
                <a:gd name="connsiteX3" fmla="*/ 24495 w 136608"/>
                <a:gd name="connsiteY3" fmla="*/ 183552 h 203524"/>
                <a:gd name="connsiteX4" fmla="*/ 68621 w 136608"/>
                <a:gd name="connsiteY4" fmla="*/ 203610 h 203524"/>
                <a:gd name="connsiteX5" fmla="*/ 107911 w 136608"/>
                <a:gd name="connsiteY5" fmla="*/ 188271 h 203524"/>
                <a:gd name="connsiteX6" fmla="*/ 136925 w 136608"/>
                <a:gd name="connsiteY6" fmla="*/ 102142 h 203524"/>
                <a:gd name="connsiteX7" fmla="*/ 69829 w 136608"/>
                <a:gd name="connsiteY7" fmla="*/ 85 h 203524"/>
                <a:gd name="connsiteX8" fmla="*/ 68923 w 136608"/>
                <a:gd name="connsiteY8" fmla="*/ 7754 h 203524"/>
                <a:gd name="connsiteX9" fmla="*/ 107911 w 136608"/>
                <a:gd name="connsiteY9" fmla="*/ 102732 h 203524"/>
                <a:gd name="connsiteX10" fmla="*/ 68621 w 136608"/>
                <a:gd name="connsiteY10" fmla="*/ 195941 h 203524"/>
                <a:gd name="connsiteX11" fmla="*/ 29330 w 136608"/>
                <a:gd name="connsiteY11" fmla="*/ 103027 h 203524"/>
                <a:gd name="connsiteX12" fmla="*/ 68923 w 136608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608" h="203524">
                  <a:moveTo>
                    <a:pt x="69829" y="85"/>
                  </a:moveTo>
                  <a:cubicBezTo>
                    <a:pt x="53207" y="85"/>
                    <a:pt x="40513" y="5099"/>
                    <a:pt x="29330" y="15423"/>
                  </a:cubicBezTo>
                  <a:cubicBezTo>
                    <a:pt x="11801" y="31941"/>
                    <a:pt x="316" y="65862"/>
                    <a:pt x="316" y="100372"/>
                  </a:cubicBezTo>
                  <a:cubicBezTo>
                    <a:pt x="316" y="132523"/>
                    <a:pt x="10290" y="167034"/>
                    <a:pt x="24495" y="183552"/>
                  </a:cubicBezTo>
                  <a:cubicBezTo>
                    <a:pt x="35677" y="196530"/>
                    <a:pt x="51091" y="203610"/>
                    <a:pt x="68621" y="203610"/>
                  </a:cubicBezTo>
                  <a:cubicBezTo>
                    <a:pt x="84034" y="203610"/>
                    <a:pt x="97030" y="198595"/>
                    <a:pt x="107911" y="188271"/>
                  </a:cubicBezTo>
                  <a:cubicBezTo>
                    <a:pt x="125440" y="172048"/>
                    <a:pt x="136925" y="137833"/>
                    <a:pt x="136925" y="102142"/>
                  </a:cubicBezTo>
                  <a:cubicBezTo>
                    <a:pt x="136925" y="41675"/>
                    <a:pt x="109422" y="85"/>
                    <a:pt x="69829" y="85"/>
                  </a:cubicBezTo>
                  <a:close/>
                  <a:moveTo>
                    <a:pt x="68923" y="7754"/>
                  </a:moveTo>
                  <a:cubicBezTo>
                    <a:pt x="94310" y="7754"/>
                    <a:pt x="107911" y="41085"/>
                    <a:pt x="107911" y="102732"/>
                  </a:cubicBezTo>
                  <a:cubicBezTo>
                    <a:pt x="107911" y="164379"/>
                    <a:pt x="94612" y="195941"/>
                    <a:pt x="68621" y="195941"/>
                  </a:cubicBezTo>
                  <a:cubicBezTo>
                    <a:pt x="42629" y="195941"/>
                    <a:pt x="29330" y="164379"/>
                    <a:pt x="29330" y="103027"/>
                  </a:cubicBezTo>
                  <a:cubicBezTo>
                    <a:pt x="29330" y="40495"/>
                    <a:pt x="42931" y="7754"/>
                    <a:pt x="68923" y="775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0" name="Freeform: Shape 3649">
              <a:extLst>
                <a:ext uri="{FF2B5EF4-FFF2-40B4-BE49-F238E27FC236}">
                  <a16:creationId xmlns:a16="http://schemas.microsoft.com/office/drawing/2014/main" id="{22501F3C-345D-7F2A-9FCC-7C8523CC49A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2347781" y="5025325"/>
              <a:ext cx="32036" cy="31266"/>
            </a:xfrm>
            <a:custGeom>
              <a:avLst/>
              <a:gdLst>
                <a:gd name="connsiteX0" fmla="*/ 32358 w 32036"/>
                <a:gd name="connsiteY0" fmla="*/ 15718 h 31266"/>
                <a:gd name="connsiteX1" fmla="*/ 16339 w 32036"/>
                <a:gd name="connsiteY1" fmla="*/ 85 h 31266"/>
                <a:gd name="connsiteX2" fmla="*/ 321 w 32036"/>
                <a:gd name="connsiteY2" fmla="*/ 15718 h 31266"/>
                <a:gd name="connsiteX3" fmla="*/ 16339 w 32036"/>
                <a:gd name="connsiteY3" fmla="*/ 31351 h 31266"/>
                <a:gd name="connsiteX4" fmla="*/ 32358 w 32036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6" h="31266">
                  <a:moveTo>
                    <a:pt x="32358" y="15718"/>
                  </a:moveTo>
                  <a:cubicBezTo>
                    <a:pt x="32358" y="7164"/>
                    <a:pt x="25104" y="85"/>
                    <a:pt x="16339" y="85"/>
                  </a:cubicBezTo>
                  <a:cubicBezTo>
                    <a:pt x="7575" y="85"/>
                    <a:pt x="321" y="7164"/>
                    <a:pt x="321" y="15718"/>
                  </a:cubicBezTo>
                  <a:cubicBezTo>
                    <a:pt x="321" y="24272"/>
                    <a:pt x="7575" y="31351"/>
                    <a:pt x="16339" y="31351"/>
                  </a:cubicBezTo>
                  <a:cubicBezTo>
                    <a:pt x="25104" y="31351"/>
                    <a:pt x="32358" y="24272"/>
                    <a:pt x="32358" y="15718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1" name="Freeform: Shape 3650">
              <a:extLst>
                <a:ext uri="{FF2B5EF4-FFF2-40B4-BE49-F238E27FC236}">
                  <a16:creationId xmlns:a16="http://schemas.microsoft.com/office/drawing/2014/main" id="{F829ADC5-E7DB-1FB2-8AFB-00552A67957D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2413072" y="4857196"/>
              <a:ext cx="136608" cy="203524"/>
            </a:xfrm>
            <a:custGeom>
              <a:avLst/>
              <a:gdLst>
                <a:gd name="connsiteX0" fmla="*/ 69837 w 136608"/>
                <a:gd name="connsiteY0" fmla="*/ 85 h 203524"/>
                <a:gd name="connsiteX1" fmla="*/ 29338 w 136608"/>
                <a:gd name="connsiteY1" fmla="*/ 15423 h 203524"/>
                <a:gd name="connsiteX2" fmla="*/ 324 w 136608"/>
                <a:gd name="connsiteY2" fmla="*/ 100372 h 203524"/>
                <a:gd name="connsiteX3" fmla="*/ 24503 w 136608"/>
                <a:gd name="connsiteY3" fmla="*/ 183552 h 203524"/>
                <a:gd name="connsiteX4" fmla="*/ 68628 w 136608"/>
                <a:gd name="connsiteY4" fmla="*/ 203610 h 203524"/>
                <a:gd name="connsiteX5" fmla="*/ 107918 w 136608"/>
                <a:gd name="connsiteY5" fmla="*/ 188271 h 203524"/>
                <a:gd name="connsiteX6" fmla="*/ 136933 w 136608"/>
                <a:gd name="connsiteY6" fmla="*/ 102142 h 203524"/>
                <a:gd name="connsiteX7" fmla="*/ 69837 w 136608"/>
                <a:gd name="connsiteY7" fmla="*/ 85 h 203524"/>
                <a:gd name="connsiteX8" fmla="*/ 68931 w 136608"/>
                <a:gd name="connsiteY8" fmla="*/ 7754 h 203524"/>
                <a:gd name="connsiteX9" fmla="*/ 107918 w 136608"/>
                <a:gd name="connsiteY9" fmla="*/ 102732 h 203524"/>
                <a:gd name="connsiteX10" fmla="*/ 68628 w 136608"/>
                <a:gd name="connsiteY10" fmla="*/ 195941 h 203524"/>
                <a:gd name="connsiteX11" fmla="*/ 29338 w 136608"/>
                <a:gd name="connsiteY11" fmla="*/ 103027 h 203524"/>
                <a:gd name="connsiteX12" fmla="*/ 68931 w 136608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608" h="203524">
                  <a:moveTo>
                    <a:pt x="69837" y="85"/>
                  </a:moveTo>
                  <a:cubicBezTo>
                    <a:pt x="53215" y="85"/>
                    <a:pt x="40521" y="5099"/>
                    <a:pt x="29338" y="15423"/>
                  </a:cubicBezTo>
                  <a:cubicBezTo>
                    <a:pt x="11809" y="31941"/>
                    <a:pt x="324" y="65862"/>
                    <a:pt x="324" y="100372"/>
                  </a:cubicBezTo>
                  <a:cubicBezTo>
                    <a:pt x="324" y="132523"/>
                    <a:pt x="10298" y="167034"/>
                    <a:pt x="24503" y="183552"/>
                  </a:cubicBezTo>
                  <a:cubicBezTo>
                    <a:pt x="35685" y="196530"/>
                    <a:pt x="51099" y="203610"/>
                    <a:pt x="68628" y="203610"/>
                  </a:cubicBezTo>
                  <a:cubicBezTo>
                    <a:pt x="84042" y="203610"/>
                    <a:pt x="97038" y="198595"/>
                    <a:pt x="107918" y="188271"/>
                  </a:cubicBezTo>
                  <a:cubicBezTo>
                    <a:pt x="125448" y="172048"/>
                    <a:pt x="136933" y="137833"/>
                    <a:pt x="136933" y="102142"/>
                  </a:cubicBezTo>
                  <a:cubicBezTo>
                    <a:pt x="136933" y="41675"/>
                    <a:pt x="109430" y="85"/>
                    <a:pt x="69837" y="85"/>
                  </a:cubicBezTo>
                  <a:close/>
                  <a:moveTo>
                    <a:pt x="68931" y="7754"/>
                  </a:moveTo>
                  <a:cubicBezTo>
                    <a:pt x="94318" y="7754"/>
                    <a:pt x="107918" y="41085"/>
                    <a:pt x="107918" y="102732"/>
                  </a:cubicBezTo>
                  <a:cubicBezTo>
                    <a:pt x="107918" y="164379"/>
                    <a:pt x="94620" y="195941"/>
                    <a:pt x="68628" y="195941"/>
                  </a:cubicBezTo>
                  <a:cubicBezTo>
                    <a:pt x="42636" y="195941"/>
                    <a:pt x="29338" y="164379"/>
                    <a:pt x="29338" y="103027"/>
                  </a:cubicBezTo>
                  <a:cubicBezTo>
                    <a:pt x="29338" y="40495"/>
                    <a:pt x="42939" y="7754"/>
                    <a:pt x="68931" y="775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2" name="Freeform: Shape 3651">
              <a:extLst>
                <a:ext uri="{FF2B5EF4-FFF2-40B4-BE49-F238E27FC236}">
                  <a16:creationId xmlns:a16="http://schemas.microsoft.com/office/drawing/2014/main" id="{DDCEA718-D047-3437-FBCC-6E925386CD52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2591048" y="4857196"/>
              <a:ext cx="85531" cy="199395"/>
            </a:xfrm>
            <a:custGeom>
              <a:avLst/>
              <a:gdLst>
                <a:gd name="connsiteX0" fmla="*/ 54731 w 85531"/>
                <a:gd name="connsiteY0" fmla="*/ 85 h 199395"/>
                <a:gd name="connsiteX1" fmla="*/ 329 w 85531"/>
                <a:gd name="connsiteY1" fmla="*/ 26926 h 199395"/>
                <a:gd name="connsiteX2" fmla="*/ 329 w 85531"/>
                <a:gd name="connsiteY2" fmla="*/ 31056 h 199395"/>
                <a:gd name="connsiteX3" fmla="*/ 8489 w 85531"/>
                <a:gd name="connsiteY3" fmla="*/ 27811 h 199395"/>
                <a:gd name="connsiteX4" fmla="*/ 22090 w 85531"/>
                <a:gd name="connsiteY4" fmla="*/ 24567 h 199395"/>
                <a:gd name="connsiteX5" fmla="*/ 31157 w 85531"/>
                <a:gd name="connsiteY5" fmla="*/ 38430 h 199395"/>
                <a:gd name="connsiteX6" fmla="*/ 31157 w 85531"/>
                <a:gd name="connsiteY6" fmla="*/ 172048 h 199395"/>
                <a:gd name="connsiteX7" fmla="*/ 23903 w 85531"/>
                <a:gd name="connsiteY7" fmla="*/ 191221 h 199395"/>
                <a:gd name="connsiteX8" fmla="*/ 2445 w 85531"/>
                <a:gd name="connsiteY8" fmla="*/ 195056 h 199395"/>
                <a:gd name="connsiteX9" fmla="*/ 2445 w 85531"/>
                <a:gd name="connsiteY9" fmla="*/ 199480 h 199395"/>
                <a:gd name="connsiteX10" fmla="*/ 85860 w 85531"/>
                <a:gd name="connsiteY10" fmla="*/ 199480 h 199395"/>
                <a:gd name="connsiteX11" fmla="*/ 85860 w 85531"/>
                <a:gd name="connsiteY11" fmla="*/ 195056 h 199395"/>
                <a:gd name="connsiteX12" fmla="*/ 57148 w 85531"/>
                <a:gd name="connsiteY12" fmla="*/ 177653 h 199395"/>
                <a:gd name="connsiteX13" fmla="*/ 57148 w 85531"/>
                <a:gd name="connsiteY13" fmla="*/ 675 h 199395"/>
                <a:gd name="connsiteX14" fmla="*/ 54731 w 85531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531" h="199395">
                  <a:moveTo>
                    <a:pt x="54731" y="85"/>
                  </a:moveTo>
                  <a:lnTo>
                    <a:pt x="329" y="26926"/>
                  </a:lnTo>
                  <a:lnTo>
                    <a:pt x="329" y="31056"/>
                  </a:lnTo>
                  <a:cubicBezTo>
                    <a:pt x="3956" y="29581"/>
                    <a:pt x="7280" y="28401"/>
                    <a:pt x="8489" y="27811"/>
                  </a:cubicBezTo>
                  <a:cubicBezTo>
                    <a:pt x="13929" y="25747"/>
                    <a:pt x="19067" y="24567"/>
                    <a:pt x="22090" y="24567"/>
                  </a:cubicBezTo>
                  <a:cubicBezTo>
                    <a:pt x="28436" y="24567"/>
                    <a:pt x="31157" y="28991"/>
                    <a:pt x="31157" y="38430"/>
                  </a:cubicBezTo>
                  <a:lnTo>
                    <a:pt x="31157" y="172048"/>
                  </a:lnTo>
                  <a:cubicBezTo>
                    <a:pt x="31157" y="181782"/>
                    <a:pt x="28739" y="188566"/>
                    <a:pt x="23903" y="191221"/>
                  </a:cubicBezTo>
                  <a:cubicBezTo>
                    <a:pt x="19370" y="193876"/>
                    <a:pt x="15138" y="194761"/>
                    <a:pt x="2445" y="195056"/>
                  </a:cubicBezTo>
                  <a:lnTo>
                    <a:pt x="2445" y="199480"/>
                  </a:lnTo>
                  <a:lnTo>
                    <a:pt x="85860" y="199480"/>
                  </a:lnTo>
                  <a:lnTo>
                    <a:pt x="85860" y="195056"/>
                  </a:lnTo>
                  <a:cubicBezTo>
                    <a:pt x="61984" y="194761"/>
                    <a:pt x="57148" y="191811"/>
                    <a:pt x="57148" y="177653"/>
                  </a:cubicBezTo>
                  <a:lnTo>
                    <a:pt x="57148" y="675"/>
                  </a:lnTo>
                  <a:lnTo>
                    <a:pt x="54731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3" name="Freeform: Shape 3652">
              <a:extLst>
                <a:ext uri="{FF2B5EF4-FFF2-40B4-BE49-F238E27FC236}">
                  <a16:creationId xmlns:a16="http://schemas.microsoft.com/office/drawing/2014/main" id="{EADCD992-C8D8-9014-3193-317F4EAA278B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2719459" y="4854836"/>
              <a:ext cx="131168" cy="205884"/>
            </a:xfrm>
            <a:custGeom>
              <a:avLst/>
              <a:gdLst>
                <a:gd name="connsiteX0" fmla="*/ 124853 w 131168"/>
                <a:gd name="connsiteY0" fmla="*/ 85 h 205884"/>
                <a:gd name="connsiteX1" fmla="*/ 50807 w 131168"/>
                <a:gd name="connsiteY1" fmla="*/ 23682 h 205884"/>
                <a:gd name="connsiteX2" fmla="*/ 334 w 131168"/>
                <a:gd name="connsiteY2" fmla="*/ 119545 h 205884"/>
                <a:gd name="connsiteX3" fmla="*/ 21490 w 131168"/>
                <a:gd name="connsiteY3" fmla="*/ 185912 h 205884"/>
                <a:gd name="connsiteX4" fmla="*/ 68034 w 131168"/>
                <a:gd name="connsiteY4" fmla="*/ 205969 h 205884"/>
                <a:gd name="connsiteX5" fmla="*/ 131502 w 131168"/>
                <a:gd name="connsiteY5" fmla="*/ 137243 h 205884"/>
                <a:gd name="connsiteX6" fmla="*/ 74683 w 131168"/>
                <a:gd name="connsiteY6" fmla="*/ 75595 h 205884"/>
                <a:gd name="connsiteX7" fmla="*/ 35997 w 131168"/>
                <a:gd name="connsiteY7" fmla="*/ 88869 h 205884"/>
                <a:gd name="connsiteX8" fmla="*/ 125458 w 131168"/>
                <a:gd name="connsiteY8" fmla="*/ 4804 h 205884"/>
                <a:gd name="connsiteX9" fmla="*/ 124853 w 131168"/>
                <a:gd name="connsiteY9" fmla="*/ 85 h 205884"/>
                <a:gd name="connsiteX10" fmla="*/ 63198 w 131168"/>
                <a:gd name="connsiteY10" fmla="*/ 89164 h 205884"/>
                <a:gd name="connsiteX11" fmla="*/ 104302 w 131168"/>
                <a:gd name="connsiteY11" fmla="*/ 147272 h 205884"/>
                <a:gd name="connsiteX12" fmla="*/ 71358 w 131168"/>
                <a:gd name="connsiteY12" fmla="*/ 197710 h 205884"/>
                <a:gd name="connsiteX13" fmla="*/ 28441 w 131168"/>
                <a:gd name="connsiteY13" fmla="*/ 124264 h 205884"/>
                <a:gd name="connsiteX14" fmla="*/ 36904 w 131168"/>
                <a:gd name="connsiteY14" fmla="*/ 96538 h 205884"/>
                <a:gd name="connsiteX15" fmla="*/ 63198 w 131168"/>
                <a:gd name="connsiteY15" fmla="*/ 89164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68" h="205884">
                  <a:moveTo>
                    <a:pt x="124853" y="85"/>
                  </a:moveTo>
                  <a:cubicBezTo>
                    <a:pt x="90399" y="3034"/>
                    <a:pt x="72869" y="8639"/>
                    <a:pt x="50807" y="23682"/>
                  </a:cubicBezTo>
                  <a:cubicBezTo>
                    <a:pt x="18166" y="46394"/>
                    <a:pt x="334" y="80020"/>
                    <a:pt x="334" y="119545"/>
                  </a:cubicBezTo>
                  <a:cubicBezTo>
                    <a:pt x="334" y="145207"/>
                    <a:pt x="8494" y="171164"/>
                    <a:pt x="21490" y="185912"/>
                  </a:cubicBezTo>
                  <a:cubicBezTo>
                    <a:pt x="32975" y="198890"/>
                    <a:pt x="49295" y="205969"/>
                    <a:pt x="68034" y="205969"/>
                  </a:cubicBezTo>
                  <a:cubicBezTo>
                    <a:pt x="105510" y="205969"/>
                    <a:pt x="131502" y="177948"/>
                    <a:pt x="131502" y="137243"/>
                  </a:cubicBezTo>
                  <a:cubicBezTo>
                    <a:pt x="131502" y="99487"/>
                    <a:pt x="109440" y="75595"/>
                    <a:pt x="74683" y="75595"/>
                  </a:cubicBezTo>
                  <a:cubicBezTo>
                    <a:pt x="61385" y="75595"/>
                    <a:pt x="55038" y="77660"/>
                    <a:pt x="35997" y="88869"/>
                  </a:cubicBezTo>
                  <a:cubicBezTo>
                    <a:pt x="44158" y="44329"/>
                    <a:pt x="78007" y="12473"/>
                    <a:pt x="125458" y="4804"/>
                  </a:cubicBezTo>
                  <a:lnTo>
                    <a:pt x="124853" y="85"/>
                  </a:lnTo>
                  <a:close/>
                  <a:moveTo>
                    <a:pt x="63198" y="89164"/>
                  </a:moveTo>
                  <a:cubicBezTo>
                    <a:pt x="89190" y="89164"/>
                    <a:pt x="104302" y="110401"/>
                    <a:pt x="104302" y="147272"/>
                  </a:cubicBezTo>
                  <a:cubicBezTo>
                    <a:pt x="104302" y="179718"/>
                    <a:pt x="92515" y="197710"/>
                    <a:pt x="71358" y="197710"/>
                  </a:cubicBezTo>
                  <a:cubicBezTo>
                    <a:pt x="44762" y="197710"/>
                    <a:pt x="28441" y="169984"/>
                    <a:pt x="28441" y="124264"/>
                  </a:cubicBezTo>
                  <a:cubicBezTo>
                    <a:pt x="28441" y="109221"/>
                    <a:pt x="30859" y="100962"/>
                    <a:pt x="36904" y="96538"/>
                  </a:cubicBezTo>
                  <a:cubicBezTo>
                    <a:pt x="43251" y="91818"/>
                    <a:pt x="52620" y="89164"/>
                    <a:pt x="63198" y="89164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4" name="Freeform: Shape 3653">
              <a:extLst>
                <a:ext uri="{FF2B5EF4-FFF2-40B4-BE49-F238E27FC236}">
                  <a16:creationId xmlns:a16="http://schemas.microsoft.com/office/drawing/2014/main" id="{57A2D661-3596-F781-50BC-B6B90DD4EE6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2877790" y="4857196"/>
              <a:ext cx="117567" cy="203524"/>
            </a:xfrm>
            <a:custGeom>
              <a:avLst/>
              <a:gdLst>
                <a:gd name="connsiteX0" fmla="*/ 71061 w 117567"/>
                <a:gd name="connsiteY0" fmla="*/ 90049 h 203524"/>
                <a:gd name="connsiteX1" fmla="*/ 111560 w 117567"/>
                <a:gd name="connsiteY1" fmla="*/ 41970 h 203524"/>
                <a:gd name="connsiteX2" fmla="*/ 59576 w 117567"/>
                <a:gd name="connsiteY2" fmla="*/ 85 h 203524"/>
                <a:gd name="connsiteX3" fmla="*/ 2152 w 117567"/>
                <a:gd name="connsiteY3" fmla="*/ 46689 h 203524"/>
                <a:gd name="connsiteX4" fmla="*/ 39629 w 117567"/>
                <a:gd name="connsiteY4" fmla="*/ 101552 h 203524"/>
                <a:gd name="connsiteX5" fmla="*/ 339 w 117567"/>
                <a:gd name="connsiteY5" fmla="*/ 154941 h 203524"/>
                <a:gd name="connsiteX6" fmla="*/ 58367 w 117567"/>
                <a:gd name="connsiteY6" fmla="*/ 203610 h 203524"/>
                <a:gd name="connsiteX7" fmla="*/ 117907 w 117567"/>
                <a:gd name="connsiteY7" fmla="*/ 153761 h 203524"/>
                <a:gd name="connsiteX8" fmla="*/ 71061 w 117567"/>
                <a:gd name="connsiteY8" fmla="*/ 90049 h 203524"/>
                <a:gd name="connsiteX9" fmla="*/ 65621 w 117567"/>
                <a:gd name="connsiteY9" fmla="*/ 120430 h 203524"/>
                <a:gd name="connsiteX10" fmla="*/ 94937 w 117567"/>
                <a:gd name="connsiteY10" fmla="*/ 162905 h 203524"/>
                <a:gd name="connsiteX11" fmla="*/ 61692 w 117567"/>
                <a:gd name="connsiteY11" fmla="*/ 195351 h 203524"/>
                <a:gd name="connsiteX12" fmla="*/ 23309 w 117567"/>
                <a:gd name="connsiteY12" fmla="*/ 152581 h 203524"/>
                <a:gd name="connsiteX13" fmla="*/ 47487 w 117567"/>
                <a:gd name="connsiteY13" fmla="*/ 107451 h 203524"/>
                <a:gd name="connsiteX14" fmla="*/ 65621 w 117567"/>
                <a:gd name="connsiteY14" fmla="*/ 120430 h 203524"/>
                <a:gd name="connsiteX15" fmla="*/ 62296 w 117567"/>
                <a:gd name="connsiteY15" fmla="*/ 84739 h 203524"/>
                <a:gd name="connsiteX16" fmla="*/ 24517 w 117567"/>
                <a:gd name="connsiteY16" fmla="*/ 37545 h 203524"/>
                <a:gd name="connsiteX17" fmla="*/ 57158 w 117567"/>
                <a:gd name="connsiteY17" fmla="*/ 8344 h 203524"/>
                <a:gd name="connsiteX18" fmla="*/ 90706 w 117567"/>
                <a:gd name="connsiteY18" fmla="*/ 41675 h 203524"/>
                <a:gd name="connsiteX19" fmla="*/ 65016 w 117567"/>
                <a:gd name="connsiteY19" fmla="*/ 82969 h 203524"/>
                <a:gd name="connsiteX20" fmla="*/ 62296 w 117567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567" h="203524">
                  <a:moveTo>
                    <a:pt x="71061" y="90049"/>
                  </a:moveTo>
                  <a:cubicBezTo>
                    <a:pt x="100982" y="74416"/>
                    <a:pt x="111560" y="62027"/>
                    <a:pt x="111560" y="41970"/>
                  </a:cubicBezTo>
                  <a:cubicBezTo>
                    <a:pt x="111560" y="17783"/>
                    <a:pt x="89799" y="85"/>
                    <a:pt x="59576" y="85"/>
                  </a:cubicBezTo>
                  <a:cubicBezTo>
                    <a:pt x="26633" y="85"/>
                    <a:pt x="2152" y="19847"/>
                    <a:pt x="2152" y="46689"/>
                  </a:cubicBezTo>
                  <a:cubicBezTo>
                    <a:pt x="2152" y="65862"/>
                    <a:pt x="7895" y="74416"/>
                    <a:pt x="39629" y="101552"/>
                  </a:cubicBezTo>
                  <a:cubicBezTo>
                    <a:pt x="6988" y="125739"/>
                    <a:pt x="339" y="134883"/>
                    <a:pt x="339" y="154941"/>
                  </a:cubicBezTo>
                  <a:cubicBezTo>
                    <a:pt x="339" y="183552"/>
                    <a:pt x="24215" y="203610"/>
                    <a:pt x="58367" y="203610"/>
                  </a:cubicBezTo>
                  <a:cubicBezTo>
                    <a:pt x="94635" y="203610"/>
                    <a:pt x="117907" y="184142"/>
                    <a:pt x="117907" y="153761"/>
                  </a:cubicBezTo>
                  <a:cubicBezTo>
                    <a:pt x="117907" y="131049"/>
                    <a:pt x="107631" y="116595"/>
                    <a:pt x="71061" y="90049"/>
                  </a:cubicBezTo>
                  <a:close/>
                  <a:moveTo>
                    <a:pt x="65621" y="120430"/>
                  </a:moveTo>
                  <a:cubicBezTo>
                    <a:pt x="87684" y="135768"/>
                    <a:pt x="94937" y="146387"/>
                    <a:pt x="94937" y="162905"/>
                  </a:cubicBezTo>
                  <a:cubicBezTo>
                    <a:pt x="94937" y="182077"/>
                    <a:pt x="81337" y="195351"/>
                    <a:pt x="61692" y="195351"/>
                  </a:cubicBezTo>
                  <a:cubicBezTo>
                    <a:pt x="38722" y="195351"/>
                    <a:pt x="23309" y="178243"/>
                    <a:pt x="23309" y="152581"/>
                  </a:cubicBezTo>
                  <a:cubicBezTo>
                    <a:pt x="23309" y="133703"/>
                    <a:pt x="29958" y="121315"/>
                    <a:pt x="47487" y="107451"/>
                  </a:cubicBezTo>
                  <a:lnTo>
                    <a:pt x="65621" y="120430"/>
                  </a:lnTo>
                  <a:close/>
                  <a:moveTo>
                    <a:pt x="62296" y="84739"/>
                  </a:moveTo>
                  <a:cubicBezTo>
                    <a:pt x="35398" y="67631"/>
                    <a:pt x="24517" y="54063"/>
                    <a:pt x="24517" y="37545"/>
                  </a:cubicBezTo>
                  <a:cubicBezTo>
                    <a:pt x="24517" y="20437"/>
                    <a:pt x="38118" y="8344"/>
                    <a:pt x="57158" y="8344"/>
                  </a:cubicBezTo>
                  <a:cubicBezTo>
                    <a:pt x="77710" y="8344"/>
                    <a:pt x="90706" y="21322"/>
                    <a:pt x="90706" y="41675"/>
                  </a:cubicBezTo>
                  <a:cubicBezTo>
                    <a:pt x="90706" y="58487"/>
                    <a:pt x="82244" y="71761"/>
                    <a:pt x="65016" y="82969"/>
                  </a:cubicBezTo>
                  <a:cubicBezTo>
                    <a:pt x="63505" y="83854"/>
                    <a:pt x="63505" y="83854"/>
                    <a:pt x="62296" y="84739"/>
                  </a:cubicBez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5" name="Freeform: Shape 3654">
              <a:extLst>
                <a:ext uri="{FF2B5EF4-FFF2-40B4-BE49-F238E27FC236}">
                  <a16:creationId xmlns:a16="http://schemas.microsoft.com/office/drawing/2014/main" id="{A1C1D995-791A-5CDA-81BD-870F82009CAF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3016174" y="4857196"/>
              <a:ext cx="139026" cy="199395"/>
            </a:xfrm>
            <a:custGeom>
              <a:avLst/>
              <a:gdLst>
                <a:gd name="connsiteX0" fmla="*/ 139370 w 139026"/>
                <a:gd name="connsiteY0" fmla="*/ 131344 h 199395"/>
                <a:gd name="connsiteX1" fmla="*/ 108543 w 139026"/>
                <a:gd name="connsiteY1" fmla="*/ 131344 h 199395"/>
                <a:gd name="connsiteX2" fmla="*/ 108543 w 139026"/>
                <a:gd name="connsiteY2" fmla="*/ 85 h 199395"/>
                <a:gd name="connsiteX3" fmla="*/ 95245 w 139026"/>
                <a:gd name="connsiteY3" fmla="*/ 85 h 199395"/>
                <a:gd name="connsiteX4" fmla="*/ 344 w 139026"/>
                <a:gd name="connsiteY4" fmla="*/ 131344 h 199395"/>
                <a:gd name="connsiteX5" fmla="*/ 344 w 139026"/>
                <a:gd name="connsiteY5" fmla="*/ 150221 h 199395"/>
                <a:gd name="connsiteX6" fmla="*/ 85271 w 139026"/>
                <a:gd name="connsiteY6" fmla="*/ 150221 h 199395"/>
                <a:gd name="connsiteX7" fmla="*/ 85271 w 139026"/>
                <a:gd name="connsiteY7" fmla="*/ 199480 h 199395"/>
                <a:gd name="connsiteX8" fmla="*/ 108543 w 139026"/>
                <a:gd name="connsiteY8" fmla="*/ 199480 h 199395"/>
                <a:gd name="connsiteX9" fmla="*/ 108543 w 139026"/>
                <a:gd name="connsiteY9" fmla="*/ 150221 h 199395"/>
                <a:gd name="connsiteX10" fmla="*/ 139370 w 139026"/>
                <a:gd name="connsiteY10" fmla="*/ 150221 h 199395"/>
                <a:gd name="connsiteX11" fmla="*/ 139370 w 139026"/>
                <a:gd name="connsiteY11" fmla="*/ 131344 h 199395"/>
                <a:gd name="connsiteX12" fmla="*/ 84969 w 139026"/>
                <a:gd name="connsiteY12" fmla="*/ 131344 h 199395"/>
                <a:gd name="connsiteX13" fmla="*/ 12433 w 139026"/>
                <a:gd name="connsiteY13" fmla="*/ 131344 h 199395"/>
                <a:gd name="connsiteX14" fmla="*/ 84969 w 139026"/>
                <a:gd name="connsiteY14" fmla="*/ 30171 h 199395"/>
                <a:gd name="connsiteX15" fmla="*/ 84969 w 139026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26" h="199395">
                  <a:moveTo>
                    <a:pt x="139370" y="131344"/>
                  </a:moveTo>
                  <a:lnTo>
                    <a:pt x="108543" y="131344"/>
                  </a:lnTo>
                  <a:lnTo>
                    <a:pt x="108543" y="85"/>
                  </a:lnTo>
                  <a:lnTo>
                    <a:pt x="95245" y="85"/>
                  </a:lnTo>
                  <a:lnTo>
                    <a:pt x="344" y="131344"/>
                  </a:lnTo>
                  <a:lnTo>
                    <a:pt x="344" y="150221"/>
                  </a:lnTo>
                  <a:lnTo>
                    <a:pt x="85271" y="150221"/>
                  </a:lnTo>
                  <a:lnTo>
                    <a:pt x="85271" y="199480"/>
                  </a:lnTo>
                  <a:lnTo>
                    <a:pt x="108543" y="199480"/>
                  </a:lnTo>
                  <a:lnTo>
                    <a:pt x="108543" y="150221"/>
                  </a:lnTo>
                  <a:lnTo>
                    <a:pt x="139370" y="150221"/>
                  </a:lnTo>
                  <a:lnTo>
                    <a:pt x="139370" y="131344"/>
                  </a:lnTo>
                  <a:close/>
                  <a:moveTo>
                    <a:pt x="84969" y="131344"/>
                  </a:moveTo>
                  <a:lnTo>
                    <a:pt x="12433" y="131344"/>
                  </a:lnTo>
                  <a:lnTo>
                    <a:pt x="84969" y="30171"/>
                  </a:lnTo>
                  <a:lnTo>
                    <a:pt x="84969" y="13134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6" name="Freeform: Shape 3655">
              <a:extLst>
                <a:ext uri="{FF2B5EF4-FFF2-40B4-BE49-F238E27FC236}">
                  <a16:creationId xmlns:a16="http://schemas.microsoft.com/office/drawing/2014/main" id="{E4BDB6EF-1AD3-BCD5-921A-75703BE4975A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3170274" y="4861325"/>
              <a:ext cx="129657" cy="197625"/>
            </a:xfrm>
            <a:custGeom>
              <a:avLst/>
              <a:gdLst>
                <a:gd name="connsiteX0" fmla="*/ 130006 w 129657"/>
                <a:gd name="connsiteY0" fmla="*/ 85 h 197625"/>
                <a:gd name="connsiteX1" fmla="*/ 18181 w 129657"/>
                <a:gd name="connsiteY1" fmla="*/ 85 h 197625"/>
                <a:gd name="connsiteX2" fmla="*/ 349 w 129657"/>
                <a:gd name="connsiteY2" fmla="*/ 43444 h 197625"/>
                <a:gd name="connsiteX3" fmla="*/ 5487 w 129657"/>
                <a:gd name="connsiteY3" fmla="*/ 45804 h 197625"/>
                <a:gd name="connsiteX4" fmla="*/ 40546 w 129657"/>
                <a:gd name="connsiteY4" fmla="*/ 21912 h 197625"/>
                <a:gd name="connsiteX5" fmla="*/ 106130 w 129657"/>
                <a:gd name="connsiteY5" fmla="*/ 21912 h 197625"/>
                <a:gd name="connsiteX6" fmla="*/ 46288 w 129657"/>
                <a:gd name="connsiteY6" fmla="*/ 197710 h 197625"/>
                <a:gd name="connsiteX7" fmla="*/ 65933 w 129657"/>
                <a:gd name="connsiteY7" fmla="*/ 197710 h 197625"/>
                <a:gd name="connsiteX8" fmla="*/ 130006 w 129657"/>
                <a:gd name="connsiteY8" fmla="*/ 4804 h 197625"/>
                <a:gd name="connsiteX9" fmla="*/ 130006 w 129657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657" h="197625">
                  <a:moveTo>
                    <a:pt x="130006" y="85"/>
                  </a:moveTo>
                  <a:lnTo>
                    <a:pt x="18181" y="85"/>
                  </a:lnTo>
                  <a:lnTo>
                    <a:pt x="349" y="43444"/>
                  </a:lnTo>
                  <a:lnTo>
                    <a:pt x="5487" y="45804"/>
                  </a:lnTo>
                  <a:cubicBezTo>
                    <a:pt x="18483" y="25747"/>
                    <a:pt x="23923" y="21912"/>
                    <a:pt x="40546" y="21912"/>
                  </a:cubicBezTo>
                  <a:lnTo>
                    <a:pt x="106130" y="21912"/>
                  </a:lnTo>
                  <a:lnTo>
                    <a:pt x="46288" y="197710"/>
                  </a:lnTo>
                  <a:lnTo>
                    <a:pt x="65933" y="197710"/>
                  </a:lnTo>
                  <a:lnTo>
                    <a:pt x="130006" y="4804"/>
                  </a:lnTo>
                  <a:lnTo>
                    <a:pt x="130006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7" name="Freeform: Shape 3656">
              <a:extLst>
                <a:ext uri="{FF2B5EF4-FFF2-40B4-BE49-F238E27FC236}">
                  <a16:creationId xmlns:a16="http://schemas.microsoft.com/office/drawing/2014/main" id="{7C139CED-AE14-055A-7149-0019C8527550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3319539" y="4857196"/>
              <a:ext cx="139026" cy="199395"/>
            </a:xfrm>
            <a:custGeom>
              <a:avLst/>
              <a:gdLst>
                <a:gd name="connsiteX0" fmla="*/ 139380 w 139026"/>
                <a:gd name="connsiteY0" fmla="*/ 131344 h 199395"/>
                <a:gd name="connsiteX1" fmla="*/ 108553 w 139026"/>
                <a:gd name="connsiteY1" fmla="*/ 131344 h 199395"/>
                <a:gd name="connsiteX2" fmla="*/ 108553 w 139026"/>
                <a:gd name="connsiteY2" fmla="*/ 85 h 199395"/>
                <a:gd name="connsiteX3" fmla="*/ 95255 w 139026"/>
                <a:gd name="connsiteY3" fmla="*/ 85 h 199395"/>
                <a:gd name="connsiteX4" fmla="*/ 354 w 139026"/>
                <a:gd name="connsiteY4" fmla="*/ 131344 h 199395"/>
                <a:gd name="connsiteX5" fmla="*/ 354 w 139026"/>
                <a:gd name="connsiteY5" fmla="*/ 150221 h 199395"/>
                <a:gd name="connsiteX6" fmla="*/ 85281 w 139026"/>
                <a:gd name="connsiteY6" fmla="*/ 150221 h 199395"/>
                <a:gd name="connsiteX7" fmla="*/ 85281 w 139026"/>
                <a:gd name="connsiteY7" fmla="*/ 199480 h 199395"/>
                <a:gd name="connsiteX8" fmla="*/ 108553 w 139026"/>
                <a:gd name="connsiteY8" fmla="*/ 199480 h 199395"/>
                <a:gd name="connsiteX9" fmla="*/ 108553 w 139026"/>
                <a:gd name="connsiteY9" fmla="*/ 150221 h 199395"/>
                <a:gd name="connsiteX10" fmla="*/ 139380 w 139026"/>
                <a:gd name="connsiteY10" fmla="*/ 150221 h 199395"/>
                <a:gd name="connsiteX11" fmla="*/ 139380 w 139026"/>
                <a:gd name="connsiteY11" fmla="*/ 131344 h 199395"/>
                <a:gd name="connsiteX12" fmla="*/ 84979 w 139026"/>
                <a:gd name="connsiteY12" fmla="*/ 131344 h 199395"/>
                <a:gd name="connsiteX13" fmla="*/ 12443 w 139026"/>
                <a:gd name="connsiteY13" fmla="*/ 131344 h 199395"/>
                <a:gd name="connsiteX14" fmla="*/ 84979 w 139026"/>
                <a:gd name="connsiteY14" fmla="*/ 30171 h 199395"/>
                <a:gd name="connsiteX15" fmla="*/ 84979 w 139026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026" h="199395">
                  <a:moveTo>
                    <a:pt x="139380" y="131344"/>
                  </a:moveTo>
                  <a:lnTo>
                    <a:pt x="108553" y="131344"/>
                  </a:lnTo>
                  <a:lnTo>
                    <a:pt x="108553" y="85"/>
                  </a:lnTo>
                  <a:lnTo>
                    <a:pt x="95255" y="85"/>
                  </a:lnTo>
                  <a:lnTo>
                    <a:pt x="354" y="131344"/>
                  </a:lnTo>
                  <a:lnTo>
                    <a:pt x="354" y="150221"/>
                  </a:lnTo>
                  <a:lnTo>
                    <a:pt x="85281" y="150221"/>
                  </a:lnTo>
                  <a:lnTo>
                    <a:pt x="85281" y="199480"/>
                  </a:lnTo>
                  <a:lnTo>
                    <a:pt x="108553" y="199480"/>
                  </a:lnTo>
                  <a:lnTo>
                    <a:pt x="108553" y="150221"/>
                  </a:lnTo>
                  <a:lnTo>
                    <a:pt x="139380" y="150221"/>
                  </a:lnTo>
                  <a:lnTo>
                    <a:pt x="139380" y="131344"/>
                  </a:lnTo>
                  <a:close/>
                  <a:moveTo>
                    <a:pt x="84979" y="131344"/>
                  </a:moveTo>
                  <a:lnTo>
                    <a:pt x="12443" y="131344"/>
                  </a:lnTo>
                  <a:lnTo>
                    <a:pt x="84979" y="30171"/>
                  </a:lnTo>
                  <a:lnTo>
                    <a:pt x="84979" y="131344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8" name="Freeform: Shape 3657">
              <a:extLst>
                <a:ext uri="{FF2B5EF4-FFF2-40B4-BE49-F238E27FC236}">
                  <a16:creationId xmlns:a16="http://schemas.microsoft.com/office/drawing/2014/main" id="{C32F05C1-C6A1-D850-2ED1-16EC70B8E18C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3474244" y="4835369"/>
              <a:ext cx="41405" cy="294963"/>
            </a:xfrm>
            <a:custGeom>
              <a:avLst/>
              <a:gdLst>
                <a:gd name="connsiteX0" fmla="*/ 41765 w 41405"/>
                <a:gd name="connsiteY0" fmla="*/ 85 h 294963"/>
                <a:gd name="connsiteX1" fmla="*/ 359 w 41405"/>
                <a:gd name="connsiteY1" fmla="*/ 85 h 294963"/>
                <a:gd name="connsiteX2" fmla="*/ 359 w 41405"/>
                <a:gd name="connsiteY2" fmla="*/ 11883 h 294963"/>
                <a:gd name="connsiteX3" fmla="*/ 29675 w 41405"/>
                <a:gd name="connsiteY3" fmla="*/ 11883 h 294963"/>
                <a:gd name="connsiteX4" fmla="*/ 29675 w 41405"/>
                <a:gd name="connsiteY4" fmla="*/ 283250 h 294963"/>
                <a:gd name="connsiteX5" fmla="*/ 359 w 41405"/>
                <a:gd name="connsiteY5" fmla="*/ 283250 h 294963"/>
                <a:gd name="connsiteX6" fmla="*/ 359 w 41405"/>
                <a:gd name="connsiteY6" fmla="*/ 295048 h 294963"/>
                <a:gd name="connsiteX7" fmla="*/ 41765 w 41405"/>
                <a:gd name="connsiteY7" fmla="*/ 295048 h 294963"/>
                <a:gd name="connsiteX8" fmla="*/ 41765 w 41405"/>
                <a:gd name="connsiteY8" fmla="*/ 85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5" h="294963">
                  <a:moveTo>
                    <a:pt x="41765" y="85"/>
                  </a:moveTo>
                  <a:lnTo>
                    <a:pt x="359" y="85"/>
                  </a:lnTo>
                  <a:lnTo>
                    <a:pt x="359" y="11883"/>
                  </a:lnTo>
                  <a:lnTo>
                    <a:pt x="29675" y="11883"/>
                  </a:lnTo>
                  <a:lnTo>
                    <a:pt x="29675" y="283250"/>
                  </a:lnTo>
                  <a:lnTo>
                    <a:pt x="359" y="283250"/>
                  </a:lnTo>
                  <a:lnTo>
                    <a:pt x="359" y="295048"/>
                  </a:lnTo>
                  <a:lnTo>
                    <a:pt x="41765" y="295048"/>
                  </a:lnTo>
                  <a:lnTo>
                    <a:pt x="41765" y="85"/>
                  </a:lnTo>
                  <a:close/>
                </a:path>
              </a:pathLst>
            </a:custGeom>
            <a:grpFill/>
            <a:ln w="304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01" name="Group 4000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Let us consider first two terms:&#10;}&#10;\end{align*}&#10;}&#10;\end{document}" title="IguanaTex Shape Display">
            <a:extLst>
              <a:ext uri="{FF2B5EF4-FFF2-40B4-BE49-F238E27FC236}">
                <a16:creationId xmlns:a16="http://schemas.microsoft.com/office/drawing/2014/main" id="{4AC84544-49CE-E2B6-AC0C-6EAE0F6C7922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630992" y="4644537"/>
            <a:ext cx="3729682" cy="203330"/>
            <a:chOff x="6508925" y="6720835"/>
            <a:chExt cx="3729682" cy="203330"/>
          </a:xfrm>
          <a:solidFill>
            <a:srgbClr val="00B0F0"/>
          </a:solidFill>
        </p:grpSpPr>
        <p:sp>
          <p:nvSpPr>
            <p:cNvPr id="3975" name="Freeform: Shape 3974">
              <a:extLst>
                <a:ext uri="{FF2B5EF4-FFF2-40B4-BE49-F238E27FC236}">
                  <a16:creationId xmlns:a16="http://schemas.microsoft.com/office/drawing/2014/main" id="{99F19BFB-0CFE-31B4-7E28-6E2018E5BF94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508925" y="6726961"/>
              <a:ext cx="176923" cy="193120"/>
            </a:xfrm>
            <a:custGeom>
              <a:avLst/>
              <a:gdLst>
                <a:gd name="connsiteX0" fmla="*/ 169546 w 176923"/>
                <a:gd name="connsiteY0" fmla="*/ 142445 h 193120"/>
                <a:gd name="connsiteX1" fmla="*/ 155657 w 176923"/>
                <a:gd name="connsiteY1" fmla="*/ 165200 h 193120"/>
                <a:gd name="connsiteX2" fmla="*/ 103426 w 176923"/>
                <a:gd name="connsiteY2" fmla="*/ 181828 h 193120"/>
                <a:gd name="connsiteX3" fmla="*/ 83197 w 176923"/>
                <a:gd name="connsiteY3" fmla="*/ 181828 h 193120"/>
                <a:gd name="connsiteX4" fmla="*/ 57233 w 176923"/>
                <a:gd name="connsiteY4" fmla="*/ 169867 h 193120"/>
                <a:gd name="connsiteX5" fmla="*/ 57233 w 176923"/>
                <a:gd name="connsiteY5" fmla="*/ 31882 h 193120"/>
                <a:gd name="connsiteX6" fmla="*/ 85311 w 176923"/>
                <a:gd name="connsiteY6" fmla="*/ 5627 h 193120"/>
                <a:gd name="connsiteX7" fmla="*/ 85311 w 176923"/>
                <a:gd name="connsiteY7" fmla="*/ 85 h 193120"/>
                <a:gd name="connsiteX8" fmla="*/ 170 w 176923"/>
                <a:gd name="connsiteY8" fmla="*/ 85 h 193120"/>
                <a:gd name="connsiteX9" fmla="*/ 170 w 176923"/>
                <a:gd name="connsiteY9" fmla="*/ 5627 h 193120"/>
                <a:gd name="connsiteX10" fmla="*/ 26437 w 176923"/>
                <a:gd name="connsiteY10" fmla="*/ 31882 h 193120"/>
                <a:gd name="connsiteX11" fmla="*/ 26437 w 176923"/>
                <a:gd name="connsiteY11" fmla="*/ 161407 h 193120"/>
                <a:gd name="connsiteX12" fmla="*/ 170 w 176923"/>
                <a:gd name="connsiteY12" fmla="*/ 187662 h 193120"/>
                <a:gd name="connsiteX13" fmla="*/ 170 w 176923"/>
                <a:gd name="connsiteY13" fmla="*/ 193205 h 193120"/>
                <a:gd name="connsiteX14" fmla="*/ 162602 w 176923"/>
                <a:gd name="connsiteY14" fmla="*/ 193205 h 193120"/>
                <a:gd name="connsiteX15" fmla="*/ 177094 w 176923"/>
                <a:gd name="connsiteY15" fmla="*/ 142445 h 193120"/>
                <a:gd name="connsiteX16" fmla="*/ 169546 w 176923"/>
                <a:gd name="connsiteY16" fmla="*/ 142445 h 1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923" h="193120">
                  <a:moveTo>
                    <a:pt x="169546" y="142445"/>
                  </a:moveTo>
                  <a:cubicBezTo>
                    <a:pt x="164413" y="153531"/>
                    <a:pt x="160186" y="160240"/>
                    <a:pt x="155657" y="165200"/>
                  </a:cubicBezTo>
                  <a:cubicBezTo>
                    <a:pt x="145090" y="176577"/>
                    <a:pt x="128485" y="181828"/>
                    <a:pt x="103426" y="181828"/>
                  </a:cubicBezTo>
                  <a:lnTo>
                    <a:pt x="83197" y="181828"/>
                  </a:lnTo>
                  <a:cubicBezTo>
                    <a:pt x="61157" y="181828"/>
                    <a:pt x="57233" y="180077"/>
                    <a:pt x="57233" y="169867"/>
                  </a:cubicBezTo>
                  <a:lnTo>
                    <a:pt x="57233" y="31882"/>
                  </a:lnTo>
                  <a:cubicBezTo>
                    <a:pt x="57233" y="11170"/>
                    <a:pt x="61459" y="7086"/>
                    <a:pt x="85311" y="5627"/>
                  </a:cubicBezTo>
                  <a:lnTo>
                    <a:pt x="85311" y="85"/>
                  </a:lnTo>
                  <a:lnTo>
                    <a:pt x="170" y="85"/>
                  </a:lnTo>
                  <a:lnTo>
                    <a:pt x="170" y="5627"/>
                  </a:lnTo>
                  <a:cubicBezTo>
                    <a:pt x="22512" y="7378"/>
                    <a:pt x="26437" y="11462"/>
                    <a:pt x="26437" y="31882"/>
                  </a:cubicBezTo>
                  <a:lnTo>
                    <a:pt x="26437" y="161407"/>
                  </a:lnTo>
                  <a:cubicBezTo>
                    <a:pt x="26437" y="181828"/>
                    <a:pt x="22210" y="186204"/>
                    <a:pt x="170" y="187662"/>
                  </a:cubicBezTo>
                  <a:lnTo>
                    <a:pt x="170" y="193205"/>
                  </a:lnTo>
                  <a:lnTo>
                    <a:pt x="162602" y="193205"/>
                  </a:lnTo>
                  <a:lnTo>
                    <a:pt x="177094" y="142445"/>
                  </a:lnTo>
                  <a:lnTo>
                    <a:pt x="169546" y="14244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6" name="Freeform: Shape 3975">
              <a:extLst>
                <a:ext uri="{FF2B5EF4-FFF2-40B4-BE49-F238E27FC236}">
                  <a16:creationId xmlns:a16="http://schemas.microsoft.com/office/drawing/2014/main" id="{165DED78-DA9E-7FAA-BFD1-5AC6AC6A7853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6698013" y="6785889"/>
              <a:ext cx="120464" cy="137109"/>
            </a:xfrm>
            <a:custGeom>
              <a:avLst/>
              <a:gdLst>
                <a:gd name="connsiteX0" fmla="*/ 115811 w 120464"/>
                <a:gd name="connsiteY0" fmla="*/ 86434 h 137109"/>
                <a:gd name="connsiteX1" fmla="*/ 69013 w 120464"/>
                <a:gd name="connsiteY1" fmla="*/ 117065 h 137109"/>
                <a:gd name="connsiteX2" fmla="*/ 30066 w 120464"/>
                <a:gd name="connsiteY2" fmla="*/ 91977 h 137109"/>
                <a:gd name="connsiteX3" fmla="*/ 21914 w 120464"/>
                <a:gd name="connsiteY3" fmla="*/ 53470 h 137109"/>
                <a:gd name="connsiteX4" fmla="*/ 114905 w 120464"/>
                <a:gd name="connsiteY4" fmla="*/ 53470 h 137109"/>
                <a:gd name="connsiteX5" fmla="*/ 101922 w 120464"/>
                <a:gd name="connsiteY5" fmla="*/ 16713 h 137109"/>
                <a:gd name="connsiteX6" fmla="*/ 63277 w 120464"/>
                <a:gd name="connsiteY6" fmla="*/ 85 h 137109"/>
                <a:gd name="connsiteX7" fmla="*/ 22518 w 120464"/>
                <a:gd name="connsiteY7" fmla="*/ 15254 h 137109"/>
                <a:gd name="connsiteX8" fmla="*/ 176 w 120464"/>
                <a:gd name="connsiteY8" fmla="*/ 71848 h 137109"/>
                <a:gd name="connsiteX9" fmla="*/ 56635 w 120464"/>
                <a:gd name="connsiteY9" fmla="*/ 137194 h 137109"/>
                <a:gd name="connsiteX10" fmla="*/ 120641 w 120464"/>
                <a:gd name="connsiteY10" fmla="*/ 88477 h 137109"/>
                <a:gd name="connsiteX11" fmla="*/ 115811 w 120464"/>
                <a:gd name="connsiteY11" fmla="*/ 86434 h 137109"/>
                <a:gd name="connsiteX12" fmla="*/ 22518 w 120464"/>
                <a:gd name="connsiteY12" fmla="*/ 44135 h 137109"/>
                <a:gd name="connsiteX13" fmla="*/ 54521 w 120464"/>
                <a:gd name="connsiteY13" fmla="*/ 10587 h 137109"/>
                <a:gd name="connsiteX14" fmla="*/ 84109 w 120464"/>
                <a:gd name="connsiteY14" fmla="*/ 44135 h 137109"/>
                <a:gd name="connsiteX15" fmla="*/ 22518 w 120464"/>
                <a:gd name="connsiteY15" fmla="*/ 44135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464" h="137109">
                  <a:moveTo>
                    <a:pt x="115811" y="86434"/>
                  </a:moveTo>
                  <a:cubicBezTo>
                    <a:pt x="101319" y="108605"/>
                    <a:pt x="88336" y="117065"/>
                    <a:pt x="69013" y="117065"/>
                  </a:cubicBezTo>
                  <a:cubicBezTo>
                    <a:pt x="51804" y="117065"/>
                    <a:pt x="38822" y="108605"/>
                    <a:pt x="30066" y="91977"/>
                  </a:cubicBezTo>
                  <a:cubicBezTo>
                    <a:pt x="24632" y="80892"/>
                    <a:pt x="22518" y="71265"/>
                    <a:pt x="21914" y="53470"/>
                  </a:cubicBezTo>
                  <a:lnTo>
                    <a:pt x="114905" y="53470"/>
                  </a:lnTo>
                  <a:cubicBezTo>
                    <a:pt x="112489" y="34508"/>
                    <a:pt x="109470" y="26048"/>
                    <a:pt x="101922" y="16713"/>
                  </a:cubicBezTo>
                  <a:cubicBezTo>
                    <a:pt x="92865" y="6211"/>
                    <a:pt x="78977" y="85"/>
                    <a:pt x="63277" y="85"/>
                  </a:cubicBezTo>
                  <a:cubicBezTo>
                    <a:pt x="48181" y="85"/>
                    <a:pt x="33991" y="5336"/>
                    <a:pt x="22518" y="15254"/>
                  </a:cubicBezTo>
                  <a:cubicBezTo>
                    <a:pt x="8328" y="27215"/>
                    <a:pt x="176" y="47927"/>
                    <a:pt x="176" y="71848"/>
                  </a:cubicBezTo>
                  <a:cubicBezTo>
                    <a:pt x="176" y="112106"/>
                    <a:pt x="21914" y="137194"/>
                    <a:pt x="56635" y="137194"/>
                  </a:cubicBezTo>
                  <a:cubicBezTo>
                    <a:pt x="85317" y="137194"/>
                    <a:pt x="107961" y="119983"/>
                    <a:pt x="120641" y="88477"/>
                  </a:cubicBezTo>
                  <a:lnTo>
                    <a:pt x="115811" y="86434"/>
                  </a:lnTo>
                  <a:close/>
                  <a:moveTo>
                    <a:pt x="22518" y="44135"/>
                  </a:moveTo>
                  <a:cubicBezTo>
                    <a:pt x="25839" y="21380"/>
                    <a:pt x="36104" y="10587"/>
                    <a:pt x="54521" y="10587"/>
                  </a:cubicBezTo>
                  <a:cubicBezTo>
                    <a:pt x="72938" y="10587"/>
                    <a:pt x="80184" y="18755"/>
                    <a:pt x="84109" y="44135"/>
                  </a:cubicBezTo>
                  <a:lnTo>
                    <a:pt x="22518" y="4413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7" name="Freeform: Shape 3976">
              <a:extLst>
                <a:ext uri="{FF2B5EF4-FFF2-40B4-BE49-F238E27FC236}">
                  <a16:creationId xmlns:a16="http://schemas.microsoft.com/office/drawing/2014/main" id="{A8ED1CA1-05B2-5FE8-592B-38316B1CE554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828942" y="6751174"/>
              <a:ext cx="80309" cy="171824"/>
            </a:xfrm>
            <a:custGeom>
              <a:avLst/>
              <a:gdLst>
                <a:gd name="connsiteX0" fmla="*/ 73245 w 80309"/>
                <a:gd name="connsiteY0" fmla="*/ 37717 h 171824"/>
                <a:gd name="connsiteX1" fmla="*/ 42751 w 80309"/>
                <a:gd name="connsiteY1" fmla="*/ 37717 h 171824"/>
                <a:gd name="connsiteX2" fmla="*/ 42751 w 80309"/>
                <a:gd name="connsiteY2" fmla="*/ 3877 h 171824"/>
                <a:gd name="connsiteX3" fmla="*/ 40638 w 80309"/>
                <a:gd name="connsiteY3" fmla="*/ 85 h 171824"/>
                <a:gd name="connsiteX4" fmla="*/ 34599 w 80309"/>
                <a:gd name="connsiteY4" fmla="*/ 8253 h 171824"/>
                <a:gd name="connsiteX5" fmla="*/ 5313 w 80309"/>
                <a:gd name="connsiteY5" fmla="*/ 39467 h 171824"/>
                <a:gd name="connsiteX6" fmla="*/ 181 w 80309"/>
                <a:gd name="connsiteY6" fmla="*/ 45010 h 171824"/>
                <a:gd name="connsiteX7" fmla="*/ 1388 w 80309"/>
                <a:gd name="connsiteY7" fmla="*/ 47052 h 171824"/>
                <a:gd name="connsiteX8" fmla="*/ 17390 w 80309"/>
                <a:gd name="connsiteY8" fmla="*/ 47052 h 171824"/>
                <a:gd name="connsiteX9" fmla="*/ 17390 w 80309"/>
                <a:gd name="connsiteY9" fmla="*/ 134860 h 171824"/>
                <a:gd name="connsiteX10" fmla="*/ 44261 w 80309"/>
                <a:gd name="connsiteY10" fmla="*/ 171909 h 171824"/>
                <a:gd name="connsiteX11" fmla="*/ 80491 w 80309"/>
                <a:gd name="connsiteY11" fmla="*/ 149738 h 171824"/>
                <a:gd name="connsiteX12" fmla="*/ 76566 w 80309"/>
                <a:gd name="connsiteY12" fmla="*/ 146529 h 171824"/>
                <a:gd name="connsiteX13" fmla="*/ 58451 w 80309"/>
                <a:gd name="connsiteY13" fmla="*/ 156740 h 171824"/>
                <a:gd name="connsiteX14" fmla="*/ 42751 w 80309"/>
                <a:gd name="connsiteY14" fmla="*/ 130485 h 171824"/>
                <a:gd name="connsiteX15" fmla="*/ 42751 w 80309"/>
                <a:gd name="connsiteY15" fmla="*/ 47052 h 171824"/>
                <a:gd name="connsiteX16" fmla="*/ 73245 w 80309"/>
                <a:gd name="connsiteY16" fmla="*/ 47052 h 171824"/>
                <a:gd name="connsiteX17" fmla="*/ 73245 w 80309"/>
                <a:gd name="connsiteY17" fmla="*/ 37717 h 17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09" h="171824">
                  <a:moveTo>
                    <a:pt x="73245" y="37717"/>
                  </a:moveTo>
                  <a:lnTo>
                    <a:pt x="42751" y="37717"/>
                  </a:lnTo>
                  <a:lnTo>
                    <a:pt x="42751" y="3877"/>
                  </a:lnTo>
                  <a:cubicBezTo>
                    <a:pt x="42751" y="960"/>
                    <a:pt x="42449" y="85"/>
                    <a:pt x="40638" y="85"/>
                  </a:cubicBezTo>
                  <a:cubicBezTo>
                    <a:pt x="38524" y="2710"/>
                    <a:pt x="36713" y="5336"/>
                    <a:pt x="34599" y="8253"/>
                  </a:cubicBezTo>
                  <a:cubicBezTo>
                    <a:pt x="23126" y="24298"/>
                    <a:pt x="10144" y="38300"/>
                    <a:pt x="5313" y="39467"/>
                  </a:cubicBezTo>
                  <a:cubicBezTo>
                    <a:pt x="1992" y="41509"/>
                    <a:pt x="181" y="43551"/>
                    <a:pt x="181" y="45010"/>
                  </a:cubicBezTo>
                  <a:cubicBezTo>
                    <a:pt x="181" y="45885"/>
                    <a:pt x="483" y="46469"/>
                    <a:pt x="1388" y="47052"/>
                  </a:cubicBezTo>
                  <a:lnTo>
                    <a:pt x="17390" y="47052"/>
                  </a:lnTo>
                  <a:lnTo>
                    <a:pt x="17390" y="134860"/>
                  </a:lnTo>
                  <a:cubicBezTo>
                    <a:pt x="17390" y="159365"/>
                    <a:pt x="26448" y="171909"/>
                    <a:pt x="44261" y="171909"/>
                  </a:cubicBezTo>
                  <a:cubicBezTo>
                    <a:pt x="59055" y="171909"/>
                    <a:pt x="70527" y="164908"/>
                    <a:pt x="80491" y="149738"/>
                  </a:cubicBezTo>
                  <a:lnTo>
                    <a:pt x="76566" y="146529"/>
                  </a:lnTo>
                  <a:cubicBezTo>
                    <a:pt x="70226" y="153822"/>
                    <a:pt x="65093" y="156740"/>
                    <a:pt x="58451" y="156740"/>
                  </a:cubicBezTo>
                  <a:cubicBezTo>
                    <a:pt x="47280" y="156740"/>
                    <a:pt x="42751" y="148863"/>
                    <a:pt x="42751" y="130485"/>
                  </a:cubicBezTo>
                  <a:lnTo>
                    <a:pt x="42751" y="47052"/>
                  </a:lnTo>
                  <a:lnTo>
                    <a:pt x="73245" y="47052"/>
                  </a:lnTo>
                  <a:lnTo>
                    <a:pt x="73245" y="37717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8" name="Freeform: Shape 3977">
              <a:extLst>
                <a:ext uri="{FF2B5EF4-FFF2-40B4-BE49-F238E27FC236}">
                  <a16:creationId xmlns:a16="http://schemas.microsoft.com/office/drawing/2014/main" id="{0FDF77DC-EA4A-1994-AA61-1F1013907AE4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6987741" y="6788806"/>
              <a:ext cx="141900" cy="134192"/>
            </a:xfrm>
            <a:custGeom>
              <a:avLst/>
              <a:gdLst>
                <a:gd name="connsiteX0" fmla="*/ 142087 w 141900"/>
                <a:gd name="connsiteY0" fmla="*/ 116774 h 134192"/>
                <a:gd name="connsiteX1" fmla="*/ 140577 w 141900"/>
                <a:gd name="connsiteY1" fmla="*/ 116774 h 134192"/>
                <a:gd name="connsiteX2" fmla="*/ 123368 w 141900"/>
                <a:gd name="connsiteY2" fmla="*/ 100145 h 134192"/>
                <a:gd name="connsiteX3" fmla="*/ 123368 w 141900"/>
                <a:gd name="connsiteY3" fmla="*/ 85 h 134192"/>
                <a:gd name="connsiteX4" fmla="*/ 75665 w 141900"/>
                <a:gd name="connsiteY4" fmla="*/ 85 h 134192"/>
                <a:gd name="connsiteX5" fmla="*/ 75665 w 141900"/>
                <a:gd name="connsiteY5" fmla="*/ 5044 h 134192"/>
                <a:gd name="connsiteX6" fmla="*/ 98007 w 141900"/>
                <a:gd name="connsiteY6" fmla="*/ 23422 h 134192"/>
                <a:gd name="connsiteX7" fmla="*/ 98007 w 141900"/>
                <a:gd name="connsiteY7" fmla="*/ 91977 h 134192"/>
                <a:gd name="connsiteX8" fmla="*/ 92271 w 141900"/>
                <a:gd name="connsiteY8" fmla="*/ 107438 h 134192"/>
                <a:gd name="connsiteX9" fmla="*/ 65702 w 141900"/>
                <a:gd name="connsiteY9" fmla="*/ 117357 h 134192"/>
                <a:gd name="connsiteX10" fmla="*/ 44266 w 141900"/>
                <a:gd name="connsiteY10" fmla="*/ 95186 h 134192"/>
                <a:gd name="connsiteX11" fmla="*/ 44266 w 141900"/>
                <a:gd name="connsiteY11" fmla="*/ 85 h 134192"/>
                <a:gd name="connsiteX12" fmla="*/ 186 w 141900"/>
                <a:gd name="connsiteY12" fmla="*/ 85 h 134192"/>
                <a:gd name="connsiteX13" fmla="*/ 186 w 141900"/>
                <a:gd name="connsiteY13" fmla="*/ 4169 h 134192"/>
                <a:gd name="connsiteX14" fmla="*/ 18905 w 141900"/>
                <a:gd name="connsiteY14" fmla="*/ 22839 h 134192"/>
                <a:gd name="connsiteX15" fmla="*/ 18905 w 141900"/>
                <a:gd name="connsiteY15" fmla="*/ 96353 h 134192"/>
                <a:gd name="connsiteX16" fmla="*/ 55437 w 141900"/>
                <a:gd name="connsiteY16" fmla="*/ 134277 h 134192"/>
                <a:gd name="connsiteX17" fmla="*/ 86534 w 141900"/>
                <a:gd name="connsiteY17" fmla="*/ 121733 h 134192"/>
                <a:gd name="connsiteX18" fmla="*/ 99517 w 141900"/>
                <a:gd name="connsiteY18" fmla="*/ 109189 h 134192"/>
                <a:gd name="connsiteX19" fmla="*/ 99517 w 141900"/>
                <a:gd name="connsiteY19" fmla="*/ 133402 h 134192"/>
                <a:gd name="connsiteX20" fmla="*/ 100724 w 141900"/>
                <a:gd name="connsiteY20" fmla="*/ 133985 h 134192"/>
                <a:gd name="connsiteX21" fmla="*/ 142087 w 141900"/>
                <a:gd name="connsiteY21" fmla="*/ 120858 h 134192"/>
                <a:gd name="connsiteX22" fmla="*/ 142087 w 141900"/>
                <a:gd name="connsiteY22" fmla="*/ 116774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900" h="134192">
                  <a:moveTo>
                    <a:pt x="142087" y="116774"/>
                  </a:moveTo>
                  <a:lnTo>
                    <a:pt x="140577" y="116774"/>
                  </a:lnTo>
                  <a:cubicBezTo>
                    <a:pt x="126689" y="116774"/>
                    <a:pt x="123368" y="113565"/>
                    <a:pt x="123368" y="100145"/>
                  </a:cubicBezTo>
                  <a:lnTo>
                    <a:pt x="123368" y="85"/>
                  </a:lnTo>
                  <a:lnTo>
                    <a:pt x="75665" y="85"/>
                  </a:lnTo>
                  <a:lnTo>
                    <a:pt x="75665" y="5044"/>
                  </a:lnTo>
                  <a:cubicBezTo>
                    <a:pt x="94384" y="5919"/>
                    <a:pt x="98007" y="8836"/>
                    <a:pt x="98007" y="23422"/>
                  </a:cubicBezTo>
                  <a:lnTo>
                    <a:pt x="98007" y="91977"/>
                  </a:lnTo>
                  <a:cubicBezTo>
                    <a:pt x="98007" y="100145"/>
                    <a:pt x="96498" y="104230"/>
                    <a:pt x="92271" y="107438"/>
                  </a:cubicBezTo>
                  <a:cubicBezTo>
                    <a:pt x="84119" y="113856"/>
                    <a:pt x="74759" y="117357"/>
                    <a:pt x="65702" y="117357"/>
                  </a:cubicBezTo>
                  <a:cubicBezTo>
                    <a:pt x="53927" y="117357"/>
                    <a:pt x="44266" y="107438"/>
                    <a:pt x="44266" y="95186"/>
                  </a:cubicBezTo>
                  <a:lnTo>
                    <a:pt x="44266" y="85"/>
                  </a:lnTo>
                  <a:lnTo>
                    <a:pt x="186" y="85"/>
                  </a:lnTo>
                  <a:lnTo>
                    <a:pt x="186" y="4169"/>
                  </a:lnTo>
                  <a:cubicBezTo>
                    <a:pt x="14678" y="5044"/>
                    <a:pt x="18905" y="9420"/>
                    <a:pt x="18905" y="22839"/>
                  </a:cubicBezTo>
                  <a:lnTo>
                    <a:pt x="18905" y="96353"/>
                  </a:lnTo>
                  <a:cubicBezTo>
                    <a:pt x="18905" y="119399"/>
                    <a:pt x="33397" y="134277"/>
                    <a:pt x="55437" y="134277"/>
                  </a:cubicBezTo>
                  <a:cubicBezTo>
                    <a:pt x="66608" y="134277"/>
                    <a:pt x="78383" y="129609"/>
                    <a:pt x="86534" y="121733"/>
                  </a:cubicBezTo>
                  <a:lnTo>
                    <a:pt x="99517" y="109189"/>
                  </a:lnTo>
                  <a:lnTo>
                    <a:pt x="99517" y="133402"/>
                  </a:lnTo>
                  <a:lnTo>
                    <a:pt x="100724" y="133985"/>
                  </a:lnTo>
                  <a:cubicBezTo>
                    <a:pt x="115820" y="128151"/>
                    <a:pt x="126689" y="124942"/>
                    <a:pt x="142087" y="120858"/>
                  </a:cubicBezTo>
                  <a:lnTo>
                    <a:pt x="142087" y="116774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9" name="Freeform: Shape 3978">
              <a:extLst>
                <a:ext uri="{FF2B5EF4-FFF2-40B4-BE49-F238E27FC236}">
                  <a16:creationId xmlns:a16="http://schemas.microsoft.com/office/drawing/2014/main" id="{2287DEC1-1AB1-A912-9F65-8F575A9CABE5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151946" y="6786181"/>
              <a:ext cx="89669" cy="136817"/>
            </a:xfrm>
            <a:custGeom>
              <a:avLst/>
              <a:gdLst>
                <a:gd name="connsiteX0" fmla="*/ 79897 w 89669"/>
                <a:gd name="connsiteY0" fmla="*/ 42384 h 136817"/>
                <a:gd name="connsiteX1" fmla="*/ 78689 w 89669"/>
                <a:gd name="connsiteY1" fmla="*/ 2710 h 136817"/>
                <a:gd name="connsiteX2" fmla="*/ 75368 w 89669"/>
                <a:gd name="connsiteY2" fmla="*/ 2710 h 136817"/>
                <a:gd name="connsiteX3" fmla="*/ 74765 w 89669"/>
                <a:gd name="connsiteY3" fmla="*/ 3294 h 136817"/>
                <a:gd name="connsiteX4" fmla="*/ 70538 w 89669"/>
                <a:gd name="connsiteY4" fmla="*/ 5627 h 136817"/>
                <a:gd name="connsiteX5" fmla="*/ 62386 w 89669"/>
                <a:gd name="connsiteY5" fmla="*/ 3585 h 136817"/>
                <a:gd name="connsiteX6" fmla="*/ 41252 w 89669"/>
                <a:gd name="connsiteY6" fmla="*/ 85 h 136817"/>
                <a:gd name="connsiteX7" fmla="*/ 191 w 89669"/>
                <a:gd name="connsiteY7" fmla="*/ 35967 h 136817"/>
                <a:gd name="connsiteX8" fmla="*/ 35515 w 89669"/>
                <a:gd name="connsiteY8" fmla="*/ 77975 h 136817"/>
                <a:gd name="connsiteX9" fmla="*/ 53027 w 89669"/>
                <a:gd name="connsiteY9" fmla="*/ 87601 h 136817"/>
                <a:gd name="connsiteX10" fmla="*/ 68726 w 89669"/>
                <a:gd name="connsiteY10" fmla="*/ 109481 h 136817"/>
                <a:gd name="connsiteX11" fmla="*/ 43667 w 89669"/>
                <a:gd name="connsiteY11" fmla="*/ 130485 h 136817"/>
                <a:gd name="connsiteX12" fmla="*/ 18306 w 89669"/>
                <a:gd name="connsiteY12" fmla="*/ 120274 h 136817"/>
                <a:gd name="connsiteX13" fmla="*/ 5324 w 89669"/>
                <a:gd name="connsiteY13" fmla="*/ 89643 h 136817"/>
                <a:gd name="connsiteX14" fmla="*/ 493 w 89669"/>
                <a:gd name="connsiteY14" fmla="*/ 89643 h 136817"/>
                <a:gd name="connsiteX15" fmla="*/ 493 w 89669"/>
                <a:gd name="connsiteY15" fmla="*/ 135152 h 136817"/>
                <a:gd name="connsiteX16" fmla="*/ 4418 w 89669"/>
                <a:gd name="connsiteY16" fmla="*/ 135152 h 136817"/>
                <a:gd name="connsiteX17" fmla="*/ 11362 w 89669"/>
                <a:gd name="connsiteY17" fmla="*/ 131651 h 136817"/>
                <a:gd name="connsiteX18" fmla="*/ 25250 w 89669"/>
                <a:gd name="connsiteY18" fmla="*/ 133985 h 136817"/>
                <a:gd name="connsiteX19" fmla="*/ 47290 w 89669"/>
                <a:gd name="connsiteY19" fmla="*/ 136902 h 136817"/>
                <a:gd name="connsiteX20" fmla="*/ 89860 w 89669"/>
                <a:gd name="connsiteY20" fmla="*/ 99562 h 136817"/>
                <a:gd name="connsiteX21" fmla="*/ 64499 w 89669"/>
                <a:gd name="connsiteY21" fmla="*/ 64847 h 136817"/>
                <a:gd name="connsiteX22" fmla="*/ 31892 w 89669"/>
                <a:gd name="connsiteY22" fmla="*/ 46177 h 136817"/>
                <a:gd name="connsiteX23" fmla="*/ 18910 w 89669"/>
                <a:gd name="connsiteY23" fmla="*/ 26340 h 136817"/>
                <a:gd name="connsiteX24" fmla="*/ 42158 w 89669"/>
                <a:gd name="connsiteY24" fmla="*/ 6503 h 136817"/>
                <a:gd name="connsiteX25" fmla="*/ 75368 w 89669"/>
                <a:gd name="connsiteY25" fmla="*/ 42384 h 136817"/>
                <a:gd name="connsiteX26" fmla="*/ 79897 w 89669"/>
                <a:gd name="connsiteY26" fmla="*/ 42384 h 13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69" h="136817">
                  <a:moveTo>
                    <a:pt x="79897" y="42384"/>
                  </a:moveTo>
                  <a:lnTo>
                    <a:pt x="78689" y="2710"/>
                  </a:lnTo>
                  <a:lnTo>
                    <a:pt x="75368" y="2710"/>
                  </a:lnTo>
                  <a:lnTo>
                    <a:pt x="74765" y="3294"/>
                  </a:lnTo>
                  <a:cubicBezTo>
                    <a:pt x="72047" y="5336"/>
                    <a:pt x="71745" y="5627"/>
                    <a:pt x="70538" y="5627"/>
                  </a:cubicBezTo>
                  <a:cubicBezTo>
                    <a:pt x="68726" y="5627"/>
                    <a:pt x="65707" y="5044"/>
                    <a:pt x="62386" y="3585"/>
                  </a:cubicBezTo>
                  <a:cubicBezTo>
                    <a:pt x="55744" y="1252"/>
                    <a:pt x="49102" y="85"/>
                    <a:pt x="41252" y="85"/>
                  </a:cubicBezTo>
                  <a:cubicBezTo>
                    <a:pt x="17400" y="85"/>
                    <a:pt x="191" y="14963"/>
                    <a:pt x="191" y="35967"/>
                  </a:cubicBezTo>
                  <a:cubicBezTo>
                    <a:pt x="191" y="52303"/>
                    <a:pt x="9852" y="63972"/>
                    <a:pt x="35515" y="77975"/>
                  </a:cubicBezTo>
                  <a:lnTo>
                    <a:pt x="53027" y="87601"/>
                  </a:lnTo>
                  <a:cubicBezTo>
                    <a:pt x="63594" y="93436"/>
                    <a:pt x="68726" y="100437"/>
                    <a:pt x="68726" y="109481"/>
                  </a:cubicBezTo>
                  <a:cubicBezTo>
                    <a:pt x="68726" y="122316"/>
                    <a:pt x="59065" y="130485"/>
                    <a:pt x="43667" y="130485"/>
                  </a:cubicBezTo>
                  <a:cubicBezTo>
                    <a:pt x="33402" y="130485"/>
                    <a:pt x="24042" y="126692"/>
                    <a:pt x="18306" y="120274"/>
                  </a:cubicBezTo>
                  <a:cubicBezTo>
                    <a:pt x="11966" y="112981"/>
                    <a:pt x="9249" y="106272"/>
                    <a:pt x="5324" y="89643"/>
                  </a:cubicBezTo>
                  <a:lnTo>
                    <a:pt x="493" y="89643"/>
                  </a:lnTo>
                  <a:lnTo>
                    <a:pt x="493" y="135152"/>
                  </a:lnTo>
                  <a:lnTo>
                    <a:pt x="4418" y="135152"/>
                  </a:lnTo>
                  <a:cubicBezTo>
                    <a:pt x="6531" y="132235"/>
                    <a:pt x="7739" y="131651"/>
                    <a:pt x="11362" y="131651"/>
                  </a:cubicBezTo>
                  <a:cubicBezTo>
                    <a:pt x="14079" y="131651"/>
                    <a:pt x="18306" y="132235"/>
                    <a:pt x="25250" y="133985"/>
                  </a:cubicBezTo>
                  <a:cubicBezTo>
                    <a:pt x="33704" y="135736"/>
                    <a:pt x="41856" y="136902"/>
                    <a:pt x="47290" y="136902"/>
                  </a:cubicBezTo>
                  <a:cubicBezTo>
                    <a:pt x="70538" y="136902"/>
                    <a:pt x="89860" y="119983"/>
                    <a:pt x="89860" y="99562"/>
                  </a:cubicBezTo>
                  <a:cubicBezTo>
                    <a:pt x="89860" y="84976"/>
                    <a:pt x="82614" y="75349"/>
                    <a:pt x="64499" y="64847"/>
                  </a:cubicBezTo>
                  <a:lnTo>
                    <a:pt x="31892" y="46177"/>
                  </a:lnTo>
                  <a:cubicBezTo>
                    <a:pt x="23439" y="41509"/>
                    <a:pt x="18910" y="34216"/>
                    <a:pt x="18910" y="26340"/>
                  </a:cubicBezTo>
                  <a:cubicBezTo>
                    <a:pt x="18910" y="14671"/>
                    <a:pt x="28269" y="6503"/>
                    <a:pt x="42158" y="6503"/>
                  </a:cubicBezTo>
                  <a:cubicBezTo>
                    <a:pt x="59367" y="6503"/>
                    <a:pt x="68424" y="16421"/>
                    <a:pt x="75368" y="42384"/>
                  </a:cubicBezTo>
                  <a:lnTo>
                    <a:pt x="79897" y="42384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0" name="Freeform: Shape 3979">
              <a:extLst>
                <a:ext uri="{FF2B5EF4-FFF2-40B4-BE49-F238E27FC236}">
                  <a16:creationId xmlns:a16="http://schemas.microsoft.com/office/drawing/2014/main" id="{C17584D3-345F-320E-ADC7-3EFF8AB44E8A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7337742" y="6785889"/>
              <a:ext cx="116841" cy="137109"/>
            </a:xfrm>
            <a:custGeom>
              <a:avLst/>
              <a:gdLst>
                <a:gd name="connsiteX0" fmla="*/ 112812 w 116841"/>
                <a:gd name="connsiteY0" fmla="*/ 88768 h 137109"/>
                <a:gd name="connsiteX1" fmla="*/ 70242 w 116841"/>
                <a:gd name="connsiteY1" fmla="*/ 116190 h 137109"/>
                <a:gd name="connsiteX2" fmla="*/ 23445 w 116841"/>
                <a:gd name="connsiteY2" fmla="*/ 59304 h 137109"/>
                <a:gd name="connsiteX3" fmla="*/ 64506 w 116841"/>
                <a:gd name="connsiteY3" fmla="*/ 8545 h 137109"/>
                <a:gd name="connsiteX4" fmla="*/ 82319 w 116841"/>
                <a:gd name="connsiteY4" fmla="*/ 22547 h 137109"/>
                <a:gd name="connsiteX5" fmla="*/ 84130 w 116841"/>
                <a:gd name="connsiteY5" fmla="*/ 28965 h 137109"/>
                <a:gd name="connsiteX6" fmla="*/ 98320 w 116841"/>
                <a:gd name="connsiteY6" fmla="*/ 42384 h 137109"/>
                <a:gd name="connsiteX7" fmla="*/ 112812 w 116841"/>
                <a:gd name="connsiteY7" fmla="*/ 30132 h 137109"/>
                <a:gd name="connsiteX8" fmla="*/ 66317 w 116841"/>
                <a:gd name="connsiteY8" fmla="*/ 85 h 137109"/>
                <a:gd name="connsiteX9" fmla="*/ 23747 w 116841"/>
                <a:gd name="connsiteY9" fmla="*/ 16421 h 137109"/>
                <a:gd name="connsiteX10" fmla="*/ 197 w 116841"/>
                <a:gd name="connsiteY10" fmla="*/ 72140 h 137109"/>
                <a:gd name="connsiteX11" fmla="*/ 57562 w 116841"/>
                <a:gd name="connsiteY11" fmla="*/ 137194 h 137109"/>
                <a:gd name="connsiteX12" fmla="*/ 94094 w 116841"/>
                <a:gd name="connsiteY12" fmla="*/ 123483 h 137109"/>
                <a:gd name="connsiteX13" fmla="*/ 117039 w 116841"/>
                <a:gd name="connsiteY13" fmla="*/ 91394 h 137109"/>
                <a:gd name="connsiteX14" fmla="*/ 112812 w 116841"/>
                <a:gd name="connsiteY14" fmla="*/ 88768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841" h="137109">
                  <a:moveTo>
                    <a:pt x="112812" y="88768"/>
                  </a:moveTo>
                  <a:cubicBezTo>
                    <a:pt x="98320" y="109189"/>
                    <a:pt x="87451" y="116190"/>
                    <a:pt x="70242" y="116190"/>
                  </a:cubicBezTo>
                  <a:cubicBezTo>
                    <a:pt x="42768" y="116190"/>
                    <a:pt x="23445" y="92852"/>
                    <a:pt x="23445" y="59304"/>
                  </a:cubicBezTo>
                  <a:cubicBezTo>
                    <a:pt x="23445" y="29257"/>
                    <a:pt x="40050" y="8545"/>
                    <a:pt x="64506" y="8545"/>
                  </a:cubicBezTo>
                  <a:cubicBezTo>
                    <a:pt x="75375" y="8545"/>
                    <a:pt x="79300" y="11754"/>
                    <a:pt x="82319" y="22547"/>
                  </a:cubicBezTo>
                  <a:lnTo>
                    <a:pt x="84130" y="28965"/>
                  </a:lnTo>
                  <a:cubicBezTo>
                    <a:pt x="86546" y="37133"/>
                    <a:pt x="91980" y="42384"/>
                    <a:pt x="98320" y="42384"/>
                  </a:cubicBezTo>
                  <a:cubicBezTo>
                    <a:pt x="106170" y="42384"/>
                    <a:pt x="112812" y="36842"/>
                    <a:pt x="112812" y="30132"/>
                  </a:cubicBezTo>
                  <a:cubicBezTo>
                    <a:pt x="112812" y="13796"/>
                    <a:pt x="91678" y="85"/>
                    <a:pt x="66317" y="85"/>
                  </a:cubicBezTo>
                  <a:cubicBezTo>
                    <a:pt x="51523" y="85"/>
                    <a:pt x="36126" y="5919"/>
                    <a:pt x="23747" y="16421"/>
                  </a:cubicBezTo>
                  <a:cubicBezTo>
                    <a:pt x="8651" y="29257"/>
                    <a:pt x="197" y="49094"/>
                    <a:pt x="197" y="72140"/>
                  </a:cubicBezTo>
                  <a:cubicBezTo>
                    <a:pt x="197" y="110064"/>
                    <a:pt x="24049" y="137194"/>
                    <a:pt x="57562" y="137194"/>
                  </a:cubicBezTo>
                  <a:cubicBezTo>
                    <a:pt x="71148" y="137194"/>
                    <a:pt x="83225" y="132527"/>
                    <a:pt x="94094" y="123483"/>
                  </a:cubicBezTo>
                  <a:cubicBezTo>
                    <a:pt x="102245" y="116482"/>
                    <a:pt x="107982" y="108605"/>
                    <a:pt x="117039" y="91394"/>
                  </a:cubicBezTo>
                  <a:lnTo>
                    <a:pt x="112812" y="88768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1" name="Freeform: Shape 3980">
              <a:extLst>
                <a:ext uri="{FF2B5EF4-FFF2-40B4-BE49-F238E27FC236}">
                  <a16:creationId xmlns:a16="http://schemas.microsoft.com/office/drawing/2014/main" id="{59D3E200-1458-AA15-3C00-C86BF608ADB9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7473502" y="6785889"/>
              <a:ext cx="133145" cy="137109"/>
            </a:xfrm>
            <a:custGeom>
              <a:avLst/>
              <a:gdLst>
                <a:gd name="connsiteX0" fmla="*/ 66925 w 133145"/>
                <a:gd name="connsiteY0" fmla="*/ 85 h 137109"/>
                <a:gd name="connsiteX1" fmla="*/ 202 w 133145"/>
                <a:gd name="connsiteY1" fmla="*/ 68348 h 137109"/>
                <a:gd name="connsiteX2" fmla="*/ 66322 w 133145"/>
                <a:gd name="connsiteY2" fmla="*/ 137194 h 137109"/>
                <a:gd name="connsiteX3" fmla="*/ 133347 w 133145"/>
                <a:gd name="connsiteY3" fmla="*/ 66014 h 137109"/>
                <a:gd name="connsiteX4" fmla="*/ 66925 w 133145"/>
                <a:gd name="connsiteY4" fmla="*/ 85 h 137109"/>
                <a:gd name="connsiteX5" fmla="*/ 63001 w 133145"/>
                <a:gd name="connsiteY5" fmla="*/ 8253 h 137109"/>
                <a:gd name="connsiteX6" fmla="*/ 106175 w 133145"/>
                <a:gd name="connsiteY6" fmla="*/ 76224 h 137109"/>
                <a:gd name="connsiteX7" fmla="*/ 69945 w 133145"/>
                <a:gd name="connsiteY7" fmla="*/ 129026 h 137109"/>
                <a:gd name="connsiteX8" fmla="*/ 40659 w 133145"/>
                <a:gd name="connsiteY8" fmla="*/ 110356 h 137109"/>
                <a:gd name="connsiteX9" fmla="*/ 27374 w 133145"/>
                <a:gd name="connsiteY9" fmla="*/ 54053 h 137109"/>
                <a:gd name="connsiteX10" fmla="*/ 63001 w 133145"/>
                <a:gd name="connsiteY10" fmla="*/ 8253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45" h="137109">
                  <a:moveTo>
                    <a:pt x="66925" y="85"/>
                  </a:moveTo>
                  <a:cubicBezTo>
                    <a:pt x="27676" y="85"/>
                    <a:pt x="202" y="28090"/>
                    <a:pt x="202" y="68348"/>
                  </a:cubicBezTo>
                  <a:cubicBezTo>
                    <a:pt x="202" y="107730"/>
                    <a:pt x="28280" y="137194"/>
                    <a:pt x="66322" y="137194"/>
                  </a:cubicBezTo>
                  <a:cubicBezTo>
                    <a:pt x="104363" y="137194"/>
                    <a:pt x="133347" y="106272"/>
                    <a:pt x="133347" y="66014"/>
                  </a:cubicBezTo>
                  <a:cubicBezTo>
                    <a:pt x="133347" y="27798"/>
                    <a:pt x="105571" y="85"/>
                    <a:pt x="66925" y="85"/>
                  </a:cubicBezTo>
                  <a:close/>
                  <a:moveTo>
                    <a:pt x="63001" y="8253"/>
                  </a:moveTo>
                  <a:cubicBezTo>
                    <a:pt x="88362" y="8253"/>
                    <a:pt x="106175" y="36258"/>
                    <a:pt x="106175" y="76224"/>
                  </a:cubicBezTo>
                  <a:cubicBezTo>
                    <a:pt x="106175" y="109189"/>
                    <a:pt x="92588" y="129026"/>
                    <a:pt x="69945" y="129026"/>
                  </a:cubicBezTo>
                  <a:cubicBezTo>
                    <a:pt x="58170" y="129026"/>
                    <a:pt x="46999" y="122025"/>
                    <a:pt x="40659" y="110356"/>
                  </a:cubicBezTo>
                  <a:cubicBezTo>
                    <a:pt x="32205" y="95186"/>
                    <a:pt x="27374" y="74766"/>
                    <a:pt x="27374" y="54053"/>
                  </a:cubicBezTo>
                  <a:cubicBezTo>
                    <a:pt x="27374" y="26340"/>
                    <a:pt x="41564" y="8253"/>
                    <a:pt x="63001" y="8253"/>
                  </a:cubicBez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2" name="Freeform: Shape 3981">
              <a:extLst>
                <a:ext uri="{FF2B5EF4-FFF2-40B4-BE49-F238E27FC236}">
                  <a16:creationId xmlns:a16="http://schemas.microsoft.com/office/drawing/2014/main" id="{6A171FA4-1FDE-C0BB-37C1-B7CA7466EDB8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7621101" y="6785889"/>
              <a:ext cx="141599" cy="134192"/>
            </a:xfrm>
            <a:custGeom>
              <a:avLst/>
              <a:gdLst>
                <a:gd name="connsiteX0" fmla="*/ 207 w 141599"/>
                <a:gd name="connsiteY0" fmla="*/ 18171 h 134192"/>
                <a:gd name="connsiteX1" fmla="*/ 8359 w 141599"/>
                <a:gd name="connsiteY1" fmla="*/ 17005 h 134192"/>
                <a:gd name="connsiteX2" fmla="*/ 19529 w 141599"/>
                <a:gd name="connsiteY2" fmla="*/ 35675 h 134192"/>
                <a:gd name="connsiteX3" fmla="*/ 19529 w 141599"/>
                <a:gd name="connsiteY3" fmla="*/ 108022 h 134192"/>
                <a:gd name="connsiteX4" fmla="*/ 811 w 141599"/>
                <a:gd name="connsiteY4" fmla="*/ 129901 h 134192"/>
                <a:gd name="connsiteX5" fmla="*/ 811 w 141599"/>
                <a:gd name="connsiteY5" fmla="*/ 134277 h 134192"/>
                <a:gd name="connsiteX6" fmla="*/ 64817 w 141599"/>
                <a:gd name="connsiteY6" fmla="*/ 134277 h 134192"/>
                <a:gd name="connsiteX7" fmla="*/ 64817 w 141599"/>
                <a:gd name="connsiteY7" fmla="*/ 129901 h 134192"/>
                <a:gd name="connsiteX8" fmla="*/ 44890 w 141599"/>
                <a:gd name="connsiteY8" fmla="*/ 114732 h 134192"/>
                <a:gd name="connsiteX9" fmla="*/ 44890 w 141599"/>
                <a:gd name="connsiteY9" fmla="*/ 32758 h 134192"/>
                <a:gd name="connsiteX10" fmla="*/ 75988 w 141599"/>
                <a:gd name="connsiteY10" fmla="*/ 16129 h 134192"/>
                <a:gd name="connsiteX11" fmla="*/ 98028 w 141599"/>
                <a:gd name="connsiteY11" fmla="*/ 44426 h 134192"/>
                <a:gd name="connsiteX12" fmla="*/ 98028 w 141599"/>
                <a:gd name="connsiteY12" fmla="*/ 105396 h 134192"/>
                <a:gd name="connsiteX13" fmla="*/ 79007 w 141599"/>
                <a:gd name="connsiteY13" fmla="*/ 129901 h 134192"/>
                <a:gd name="connsiteX14" fmla="*/ 79007 w 141599"/>
                <a:gd name="connsiteY14" fmla="*/ 134277 h 134192"/>
                <a:gd name="connsiteX15" fmla="*/ 141806 w 141599"/>
                <a:gd name="connsiteY15" fmla="*/ 134277 h 134192"/>
                <a:gd name="connsiteX16" fmla="*/ 141806 w 141599"/>
                <a:gd name="connsiteY16" fmla="*/ 129901 h 134192"/>
                <a:gd name="connsiteX17" fmla="*/ 123389 w 141599"/>
                <a:gd name="connsiteY17" fmla="*/ 110647 h 134192"/>
                <a:gd name="connsiteX18" fmla="*/ 123389 w 141599"/>
                <a:gd name="connsiteY18" fmla="*/ 43843 h 134192"/>
                <a:gd name="connsiteX19" fmla="*/ 87763 w 141599"/>
                <a:gd name="connsiteY19" fmla="*/ 85 h 134192"/>
                <a:gd name="connsiteX20" fmla="*/ 43985 w 141599"/>
                <a:gd name="connsiteY20" fmla="*/ 23714 h 134192"/>
                <a:gd name="connsiteX21" fmla="*/ 43985 w 141599"/>
                <a:gd name="connsiteY21" fmla="*/ 668 h 134192"/>
                <a:gd name="connsiteX22" fmla="*/ 41871 w 141599"/>
                <a:gd name="connsiteY22" fmla="*/ 85 h 134192"/>
                <a:gd name="connsiteX23" fmla="*/ 207 w 141599"/>
                <a:gd name="connsiteY23" fmla="*/ 13212 h 134192"/>
                <a:gd name="connsiteX24" fmla="*/ 207 w 141599"/>
                <a:gd name="connsiteY24" fmla="*/ 18171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599" h="134192">
                  <a:moveTo>
                    <a:pt x="207" y="18171"/>
                  </a:moveTo>
                  <a:cubicBezTo>
                    <a:pt x="2018" y="17296"/>
                    <a:pt x="5037" y="17005"/>
                    <a:pt x="8359" y="17005"/>
                  </a:cubicBezTo>
                  <a:cubicBezTo>
                    <a:pt x="16812" y="17005"/>
                    <a:pt x="19529" y="21380"/>
                    <a:pt x="19529" y="35675"/>
                  </a:cubicBezTo>
                  <a:lnTo>
                    <a:pt x="19529" y="108022"/>
                  </a:lnTo>
                  <a:cubicBezTo>
                    <a:pt x="19529" y="124650"/>
                    <a:pt x="16208" y="128734"/>
                    <a:pt x="811" y="129901"/>
                  </a:cubicBezTo>
                  <a:lnTo>
                    <a:pt x="811" y="134277"/>
                  </a:lnTo>
                  <a:lnTo>
                    <a:pt x="64817" y="134277"/>
                  </a:lnTo>
                  <a:lnTo>
                    <a:pt x="64817" y="129901"/>
                  </a:lnTo>
                  <a:cubicBezTo>
                    <a:pt x="49419" y="128734"/>
                    <a:pt x="44890" y="125234"/>
                    <a:pt x="44890" y="114732"/>
                  </a:cubicBezTo>
                  <a:lnTo>
                    <a:pt x="44890" y="32758"/>
                  </a:lnTo>
                  <a:cubicBezTo>
                    <a:pt x="59383" y="19630"/>
                    <a:pt x="66025" y="16129"/>
                    <a:pt x="75988" y="16129"/>
                  </a:cubicBezTo>
                  <a:cubicBezTo>
                    <a:pt x="90782" y="16129"/>
                    <a:pt x="98028" y="25173"/>
                    <a:pt x="98028" y="44426"/>
                  </a:cubicBezTo>
                  <a:lnTo>
                    <a:pt x="98028" y="105396"/>
                  </a:lnTo>
                  <a:cubicBezTo>
                    <a:pt x="98028" y="123775"/>
                    <a:pt x="94103" y="128734"/>
                    <a:pt x="79007" y="129901"/>
                  </a:cubicBezTo>
                  <a:lnTo>
                    <a:pt x="79007" y="134277"/>
                  </a:lnTo>
                  <a:lnTo>
                    <a:pt x="141806" y="134277"/>
                  </a:lnTo>
                  <a:lnTo>
                    <a:pt x="141806" y="129901"/>
                  </a:lnTo>
                  <a:cubicBezTo>
                    <a:pt x="127012" y="128442"/>
                    <a:pt x="123389" y="124942"/>
                    <a:pt x="123389" y="110647"/>
                  </a:cubicBezTo>
                  <a:lnTo>
                    <a:pt x="123389" y="43843"/>
                  </a:lnTo>
                  <a:cubicBezTo>
                    <a:pt x="123389" y="16421"/>
                    <a:pt x="110105" y="85"/>
                    <a:pt x="87763" y="85"/>
                  </a:cubicBezTo>
                  <a:cubicBezTo>
                    <a:pt x="73875" y="85"/>
                    <a:pt x="64515" y="5044"/>
                    <a:pt x="43985" y="23714"/>
                  </a:cubicBezTo>
                  <a:lnTo>
                    <a:pt x="43985" y="668"/>
                  </a:lnTo>
                  <a:lnTo>
                    <a:pt x="41871" y="85"/>
                  </a:lnTo>
                  <a:cubicBezTo>
                    <a:pt x="27077" y="5336"/>
                    <a:pt x="16812" y="8545"/>
                    <a:pt x="207" y="13212"/>
                  </a:cubicBezTo>
                  <a:lnTo>
                    <a:pt x="207" y="18171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3" name="Freeform: Shape 3982">
              <a:extLst>
                <a:ext uri="{FF2B5EF4-FFF2-40B4-BE49-F238E27FC236}">
                  <a16:creationId xmlns:a16="http://schemas.microsoft.com/office/drawing/2014/main" id="{814CD80F-D4EE-76EE-6D4B-C08529050A48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7783193" y="6786181"/>
              <a:ext cx="89669" cy="136817"/>
            </a:xfrm>
            <a:custGeom>
              <a:avLst/>
              <a:gdLst>
                <a:gd name="connsiteX0" fmla="*/ 79918 w 89669"/>
                <a:gd name="connsiteY0" fmla="*/ 42384 h 136817"/>
                <a:gd name="connsiteX1" fmla="*/ 78710 w 89669"/>
                <a:gd name="connsiteY1" fmla="*/ 2710 h 136817"/>
                <a:gd name="connsiteX2" fmla="*/ 75389 w 89669"/>
                <a:gd name="connsiteY2" fmla="*/ 2710 h 136817"/>
                <a:gd name="connsiteX3" fmla="*/ 74785 w 89669"/>
                <a:gd name="connsiteY3" fmla="*/ 3294 h 136817"/>
                <a:gd name="connsiteX4" fmla="*/ 70558 w 89669"/>
                <a:gd name="connsiteY4" fmla="*/ 5627 h 136817"/>
                <a:gd name="connsiteX5" fmla="*/ 62407 w 89669"/>
                <a:gd name="connsiteY5" fmla="*/ 3585 h 136817"/>
                <a:gd name="connsiteX6" fmla="*/ 41272 w 89669"/>
                <a:gd name="connsiteY6" fmla="*/ 85 h 136817"/>
                <a:gd name="connsiteX7" fmla="*/ 212 w 89669"/>
                <a:gd name="connsiteY7" fmla="*/ 35967 h 136817"/>
                <a:gd name="connsiteX8" fmla="*/ 35536 w 89669"/>
                <a:gd name="connsiteY8" fmla="*/ 77975 h 136817"/>
                <a:gd name="connsiteX9" fmla="*/ 53047 w 89669"/>
                <a:gd name="connsiteY9" fmla="*/ 87601 h 136817"/>
                <a:gd name="connsiteX10" fmla="*/ 68747 w 89669"/>
                <a:gd name="connsiteY10" fmla="*/ 109481 h 136817"/>
                <a:gd name="connsiteX11" fmla="*/ 43688 w 89669"/>
                <a:gd name="connsiteY11" fmla="*/ 130485 h 136817"/>
                <a:gd name="connsiteX12" fmla="*/ 18327 w 89669"/>
                <a:gd name="connsiteY12" fmla="*/ 120274 h 136817"/>
                <a:gd name="connsiteX13" fmla="*/ 5344 w 89669"/>
                <a:gd name="connsiteY13" fmla="*/ 89643 h 136817"/>
                <a:gd name="connsiteX14" fmla="*/ 514 w 89669"/>
                <a:gd name="connsiteY14" fmla="*/ 89643 h 136817"/>
                <a:gd name="connsiteX15" fmla="*/ 514 w 89669"/>
                <a:gd name="connsiteY15" fmla="*/ 135152 h 136817"/>
                <a:gd name="connsiteX16" fmla="*/ 4439 w 89669"/>
                <a:gd name="connsiteY16" fmla="*/ 135152 h 136817"/>
                <a:gd name="connsiteX17" fmla="*/ 11383 w 89669"/>
                <a:gd name="connsiteY17" fmla="*/ 131651 h 136817"/>
                <a:gd name="connsiteX18" fmla="*/ 25271 w 89669"/>
                <a:gd name="connsiteY18" fmla="*/ 133985 h 136817"/>
                <a:gd name="connsiteX19" fmla="*/ 47311 w 89669"/>
                <a:gd name="connsiteY19" fmla="*/ 136902 h 136817"/>
                <a:gd name="connsiteX20" fmla="*/ 89881 w 89669"/>
                <a:gd name="connsiteY20" fmla="*/ 99562 h 136817"/>
                <a:gd name="connsiteX21" fmla="*/ 64520 w 89669"/>
                <a:gd name="connsiteY21" fmla="*/ 64847 h 136817"/>
                <a:gd name="connsiteX22" fmla="*/ 31913 w 89669"/>
                <a:gd name="connsiteY22" fmla="*/ 46177 h 136817"/>
                <a:gd name="connsiteX23" fmla="*/ 18931 w 89669"/>
                <a:gd name="connsiteY23" fmla="*/ 26340 h 136817"/>
                <a:gd name="connsiteX24" fmla="*/ 42178 w 89669"/>
                <a:gd name="connsiteY24" fmla="*/ 6503 h 136817"/>
                <a:gd name="connsiteX25" fmla="*/ 75389 w 89669"/>
                <a:gd name="connsiteY25" fmla="*/ 42384 h 136817"/>
                <a:gd name="connsiteX26" fmla="*/ 79918 w 89669"/>
                <a:gd name="connsiteY26" fmla="*/ 42384 h 13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69" h="136817">
                  <a:moveTo>
                    <a:pt x="79918" y="42384"/>
                  </a:moveTo>
                  <a:lnTo>
                    <a:pt x="78710" y="2710"/>
                  </a:lnTo>
                  <a:lnTo>
                    <a:pt x="75389" y="2710"/>
                  </a:lnTo>
                  <a:lnTo>
                    <a:pt x="74785" y="3294"/>
                  </a:lnTo>
                  <a:cubicBezTo>
                    <a:pt x="72068" y="5336"/>
                    <a:pt x="71766" y="5627"/>
                    <a:pt x="70558" y="5627"/>
                  </a:cubicBezTo>
                  <a:cubicBezTo>
                    <a:pt x="68747" y="5627"/>
                    <a:pt x="65728" y="5044"/>
                    <a:pt x="62407" y="3585"/>
                  </a:cubicBezTo>
                  <a:cubicBezTo>
                    <a:pt x="55765" y="1252"/>
                    <a:pt x="49122" y="85"/>
                    <a:pt x="41272" y="85"/>
                  </a:cubicBezTo>
                  <a:cubicBezTo>
                    <a:pt x="17421" y="85"/>
                    <a:pt x="212" y="14963"/>
                    <a:pt x="212" y="35967"/>
                  </a:cubicBezTo>
                  <a:cubicBezTo>
                    <a:pt x="212" y="52303"/>
                    <a:pt x="9873" y="63972"/>
                    <a:pt x="35536" y="77975"/>
                  </a:cubicBezTo>
                  <a:lnTo>
                    <a:pt x="53047" y="87601"/>
                  </a:lnTo>
                  <a:cubicBezTo>
                    <a:pt x="63614" y="93436"/>
                    <a:pt x="68747" y="100437"/>
                    <a:pt x="68747" y="109481"/>
                  </a:cubicBezTo>
                  <a:cubicBezTo>
                    <a:pt x="68747" y="122316"/>
                    <a:pt x="59086" y="130485"/>
                    <a:pt x="43688" y="130485"/>
                  </a:cubicBezTo>
                  <a:cubicBezTo>
                    <a:pt x="33423" y="130485"/>
                    <a:pt x="24063" y="126692"/>
                    <a:pt x="18327" y="120274"/>
                  </a:cubicBezTo>
                  <a:cubicBezTo>
                    <a:pt x="11987" y="112981"/>
                    <a:pt x="9269" y="106272"/>
                    <a:pt x="5344" y="89643"/>
                  </a:cubicBezTo>
                  <a:lnTo>
                    <a:pt x="514" y="89643"/>
                  </a:lnTo>
                  <a:lnTo>
                    <a:pt x="514" y="135152"/>
                  </a:lnTo>
                  <a:lnTo>
                    <a:pt x="4439" y="135152"/>
                  </a:lnTo>
                  <a:cubicBezTo>
                    <a:pt x="6552" y="132235"/>
                    <a:pt x="7760" y="131651"/>
                    <a:pt x="11383" y="131651"/>
                  </a:cubicBezTo>
                  <a:cubicBezTo>
                    <a:pt x="14100" y="131651"/>
                    <a:pt x="18327" y="132235"/>
                    <a:pt x="25271" y="133985"/>
                  </a:cubicBezTo>
                  <a:cubicBezTo>
                    <a:pt x="33725" y="135736"/>
                    <a:pt x="41876" y="136902"/>
                    <a:pt x="47311" y="136902"/>
                  </a:cubicBezTo>
                  <a:cubicBezTo>
                    <a:pt x="70558" y="136902"/>
                    <a:pt x="89881" y="119983"/>
                    <a:pt x="89881" y="99562"/>
                  </a:cubicBezTo>
                  <a:cubicBezTo>
                    <a:pt x="89881" y="84976"/>
                    <a:pt x="82635" y="75349"/>
                    <a:pt x="64520" y="64847"/>
                  </a:cubicBezTo>
                  <a:lnTo>
                    <a:pt x="31913" y="46177"/>
                  </a:lnTo>
                  <a:cubicBezTo>
                    <a:pt x="23459" y="41509"/>
                    <a:pt x="18931" y="34216"/>
                    <a:pt x="18931" y="26340"/>
                  </a:cubicBezTo>
                  <a:cubicBezTo>
                    <a:pt x="18931" y="14671"/>
                    <a:pt x="28290" y="6503"/>
                    <a:pt x="42178" y="6503"/>
                  </a:cubicBezTo>
                  <a:cubicBezTo>
                    <a:pt x="59388" y="6503"/>
                    <a:pt x="68445" y="16421"/>
                    <a:pt x="75389" y="42384"/>
                  </a:cubicBezTo>
                  <a:lnTo>
                    <a:pt x="79918" y="42384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4" name="Freeform: Shape 3983">
              <a:extLst>
                <a:ext uri="{FF2B5EF4-FFF2-40B4-BE49-F238E27FC236}">
                  <a16:creationId xmlns:a16="http://schemas.microsoft.com/office/drawing/2014/main" id="{7DAEFCB9-07B0-9281-5D07-DB801DA5702D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7890509" y="6720835"/>
              <a:ext cx="71554" cy="199246"/>
            </a:xfrm>
            <a:custGeom>
              <a:avLst/>
              <a:gdLst>
                <a:gd name="connsiteX0" fmla="*/ 48220 w 71554"/>
                <a:gd name="connsiteY0" fmla="*/ 65139 h 199246"/>
                <a:gd name="connsiteX1" fmla="*/ 1423 w 71554"/>
                <a:gd name="connsiteY1" fmla="*/ 81183 h 199246"/>
                <a:gd name="connsiteX2" fmla="*/ 1423 w 71554"/>
                <a:gd name="connsiteY2" fmla="*/ 85559 h 199246"/>
                <a:gd name="connsiteX3" fmla="*/ 3839 w 71554"/>
                <a:gd name="connsiteY3" fmla="*/ 85268 h 199246"/>
                <a:gd name="connsiteX4" fmla="*/ 14104 w 71554"/>
                <a:gd name="connsiteY4" fmla="*/ 84392 h 199246"/>
                <a:gd name="connsiteX5" fmla="*/ 24067 w 71554"/>
                <a:gd name="connsiteY5" fmla="*/ 101896 h 199246"/>
                <a:gd name="connsiteX6" fmla="*/ 24067 w 71554"/>
                <a:gd name="connsiteY6" fmla="*/ 169575 h 199246"/>
                <a:gd name="connsiteX7" fmla="*/ 216 w 71554"/>
                <a:gd name="connsiteY7" fmla="*/ 194955 h 199246"/>
                <a:gd name="connsiteX8" fmla="*/ 216 w 71554"/>
                <a:gd name="connsiteY8" fmla="*/ 199331 h 199246"/>
                <a:gd name="connsiteX9" fmla="*/ 71770 w 71554"/>
                <a:gd name="connsiteY9" fmla="*/ 199331 h 199246"/>
                <a:gd name="connsiteX10" fmla="*/ 71770 w 71554"/>
                <a:gd name="connsiteY10" fmla="*/ 194955 h 199246"/>
                <a:gd name="connsiteX11" fmla="*/ 49428 w 71554"/>
                <a:gd name="connsiteY11" fmla="*/ 169575 h 199246"/>
                <a:gd name="connsiteX12" fmla="*/ 49428 w 71554"/>
                <a:gd name="connsiteY12" fmla="*/ 66014 h 199246"/>
                <a:gd name="connsiteX13" fmla="*/ 48220 w 71554"/>
                <a:gd name="connsiteY13" fmla="*/ 65139 h 199246"/>
                <a:gd name="connsiteX14" fmla="*/ 34030 w 71554"/>
                <a:gd name="connsiteY14" fmla="*/ 85 h 199246"/>
                <a:gd name="connsiteX15" fmla="*/ 18935 w 71554"/>
                <a:gd name="connsiteY15" fmla="*/ 14963 h 199246"/>
                <a:gd name="connsiteX16" fmla="*/ 34030 w 71554"/>
                <a:gd name="connsiteY16" fmla="*/ 29840 h 199246"/>
                <a:gd name="connsiteX17" fmla="*/ 49730 w 71554"/>
                <a:gd name="connsiteY17" fmla="*/ 14963 h 199246"/>
                <a:gd name="connsiteX18" fmla="*/ 34030 w 71554"/>
                <a:gd name="connsiteY18" fmla="*/ 85 h 19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54" h="199246">
                  <a:moveTo>
                    <a:pt x="48220" y="65139"/>
                  </a:moveTo>
                  <a:lnTo>
                    <a:pt x="1423" y="81183"/>
                  </a:lnTo>
                  <a:lnTo>
                    <a:pt x="1423" y="85559"/>
                  </a:lnTo>
                  <a:lnTo>
                    <a:pt x="3839" y="85268"/>
                  </a:lnTo>
                  <a:cubicBezTo>
                    <a:pt x="7462" y="84684"/>
                    <a:pt x="11387" y="84392"/>
                    <a:pt x="14104" y="84392"/>
                  </a:cubicBezTo>
                  <a:cubicBezTo>
                    <a:pt x="21350" y="84392"/>
                    <a:pt x="24067" y="89060"/>
                    <a:pt x="24067" y="101896"/>
                  </a:cubicBezTo>
                  <a:lnTo>
                    <a:pt x="24067" y="169575"/>
                  </a:lnTo>
                  <a:cubicBezTo>
                    <a:pt x="24067" y="190579"/>
                    <a:pt x="21048" y="193788"/>
                    <a:pt x="216" y="194955"/>
                  </a:cubicBezTo>
                  <a:lnTo>
                    <a:pt x="216" y="199331"/>
                  </a:lnTo>
                  <a:lnTo>
                    <a:pt x="71770" y="199331"/>
                  </a:lnTo>
                  <a:lnTo>
                    <a:pt x="71770" y="194955"/>
                  </a:lnTo>
                  <a:cubicBezTo>
                    <a:pt x="51843" y="193497"/>
                    <a:pt x="49428" y="190579"/>
                    <a:pt x="49428" y="169575"/>
                  </a:cubicBezTo>
                  <a:lnTo>
                    <a:pt x="49428" y="66014"/>
                  </a:lnTo>
                  <a:lnTo>
                    <a:pt x="48220" y="65139"/>
                  </a:lnTo>
                  <a:close/>
                  <a:moveTo>
                    <a:pt x="34030" y="85"/>
                  </a:moveTo>
                  <a:cubicBezTo>
                    <a:pt x="25879" y="85"/>
                    <a:pt x="18935" y="6794"/>
                    <a:pt x="18935" y="14963"/>
                  </a:cubicBezTo>
                  <a:cubicBezTo>
                    <a:pt x="18935" y="23131"/>
                    <a:pt x="25577" y="29840"/>
                    <a:pt x="34030" y="29840"/>
                  </a:cubicBezTo>
                  <a:cubicBezTo>
                    <a:pt x="42786" y="29840"/>
                    <a:pt x="49730" y="23422"/>
                    <a:pt x="49730" y="14963"/>
                  </a:cubicBezTo>
                  <a:cubicBezTo>
                    <a:pt x="49730" y="6794"/>
                    <a:pt x="42786" y="85"/>
                    <a:pt x="34030" y="85"/>
                  </a:cubicBez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5" name="Freeform: Shape 3984">
              <a:extLst>
                <a:ext uri="{FF2B5EF4-FFF2-40B4-BE49-F238E27FC236}">
                  <a16:creationId xmlns:a16="http://schemas.microsoft.com/office/drawing/2014/main" id="{467FCD46-04F7-40C5-B776-D26E8A125045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7978075" y="6720835"/>
              <a:ext cx="140089" cy="202163"/>
            </a:xfrm>
            <a:custGeom>
              <a:avLst/>
              <a:gdLst>
                <a:gd name="connsiteX0" fmla="*/ 95926 w 140089"/>
                <a:gd name="connsiteY0" fmla="*/ 202248 h 202163"/>
                <a:gd name="connsiteX1" fmla="*/ 140308 w 140089"/>
                <a:gd name="connsiteY1" fmla="*/ 187079 h 202163"/>
                <a:gd name="connsiteX2" fmla="*/ 140308 w 140089"/>
                <a:gd name="connsiteY2" fmla="*/ 182411 h 202163"/>
                <a:gd name="connsiteX3" fmla="*/ 133364 w 140089"/>
                <a:gd name="connsiteY3" fmla="*/ 182703 h 202163"/>
                <a:gd name="connsiteX4" fmla="*/ 120079 w 140089"/>
                <a:gd name="connsiteY4" fmla="*/ 166075 h 202163"/>
                <a:gd name="connsiteX5" fmla="*/ 120079 w 140089"/>
                <a:gd name="connsiteY5" fmla="*/ 668 h 202163"/>
                <a:gd name="connsiteX6" fmla="*/ 118570 w 140089"/>
                <a:gd name="connsiteY6" fmla="*/ 85 h 202163"/>
                <a:gd name="connsiteX7" fmla="*/ 74188 w 140089"/>
                <a:gd name="connsiteY7" fmla="*/ 12920 h 202163"/>
                <a:gd name="connsiteX8" fmla="*/ 74188 w 140089"/>
                <a:gd name="connsiteY8" fmla="*/ 17588 h 202163"/>
                <a:gd name="connsiteX9" fmla="*/ 80830 w 140089"/>
                <a:gd name="connsiteY9" fmla="*/ 17296 h 202163"/>
                <a:gd name="connsiteX10" fmla="*/ 94718 w 140089"/>
                <a:gd name="connsiteY10" fmla="*/ 32174 h 202163"/>
                <a:gd name="connsiteX11" fmla="*/ 94718 w 140089"/>
                <a:gd name="connsiteY11" fmla="*/ 77683 h 202163"/>
                <a:gd name="connsiteX12" fmla="*/ 63017 w 140089"/>
                <a:gd name="connsiteY12" fmla="*/ 65139 h 202163"/>
                <a:gd name="connsiteX13" fmla="*/ 218 w 140089"/>
                <a:gd name="connsiteY13" fmla="*/ 139528 h 202163"/>
                <a:gd name="connsiteX14" fmla="*/ 56073 w 140089"/>
                <a:gd name="connsiteY14" fmla="*/ 202248 h 202163"/>
                <a:gd name="connsiteX15" fmla="*/ 94718 w 140089"/>
                <a:gd name="connsiteY15" fmla="*/ 182703 h 202163"/>
                <a:gd name="connsiteX16" fmla="*/ 94718 w 140089"/>
                <a:gd name="connsiteY16" fmla="*/ 201373 h 202163"/>
                <a:gd name="connsiteX17" fmla="*/ 95926 w 140089"/>
                <a:gd name="connsiteY17" fmla="*/ 202248 h 202163"/>
                <a:gd name="connsiteX18" fmla="*/ 94718 w 140089"/>
                <a:gd name="connsiteY18" fmla="*/ 169575 h 202163"/>
                <a:gd name="connsiteX19" fmla="*/ 89586 w 140089"/>
                <a:gd name="connsiteY19" fmla="*/ 178327 h 202163"/>
                <a:gd name="connsiteX20" fmla="*/ 67848 w 140089"/>
                <a:gd name="connsiteY20" fmla="*/ 187079 h 202163"/>
                <a:gd name="connsiteX21" fmla="*/ 26183 w 140089"/>
                <a:gd name="connsiteY21" fmla="*/ 127859 h 202163"/>
                <a:gd name="connsiteX22" fmla="*/ 63923 w 140089"/>
                <a:gd name="connsiteY22" fmla="*/ 73307 h 202163"/>
                <a:gd name="connsiteX23" fmla="*/ 94718 w 140089"/>
                <a:gd name="connsiteY23" fmla="*/ 102479 h 202163"/>
                <a:gd name="connsiteX24" fmla="*/ 94718 w 140089"/>
                <a:gd name="connsiteY24" fmla="*/ 169575 h 202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089" h="202163">
                  <a:moveTo>
                    <a:pt x="95926" y="202248"/>
                  </a:moveTo>
                  <a:lnTo>
                    <a:pt x="140308" y="187079"/>
                  </a:lnTo>
                  <a:lnTo>
                    <a:pt x="140308" y="182411"/>
                  </a:lnTo>
                  <a:cubicBezTo>
                    <a:pt x="134873" y="182703"/>
                    <a:pt x="134270" y="182703"/>
                    <a:pt x="133364" y="182703"/>
                  </a:cubicBezTo>
                  <a:cubicBezTo>
                    <a:pt x="122495" y="182703"/>
                    <a:pt x="120079" y="179494"/>
                    <a:pt x="120079" y="166075"/>
                  </a:cubicBezTo>
                  <a:lnTo>
                    <a:pt x="120079" y="668"/>
                  </a:lnTo>
                  <a:lnTo>
                    <a:pt x="118570" y="85"/>
                  </a:lnTo>
                  <a:cubicBezTo>
                    <a:pt x="104078" y="5044"/>
                    <a:pt x="93511" y="7961"/>
                    <a:pt x="74188" y="12920"/>
                  </a:cubicBezTo>
                  <a:lnTo>
                    <a:pt x="74188" y="17588"/>
                  </a:lnTo>
                  <a:cubicBezTo>
                    <a:pt x="76603" y="17296"/>
                    <a:pt x="78415" y="17296"/>
                    <a:pt x="80830" y="17296"/>
                  </a:cubicBezTo>
                  <a:cubicBezTo>
                    <a:pt x="92001" y="17296"/>
                    <a:pt x="94718" y="20214"/>
                    <a:pt x="94718" y="32174"/>
                  </a:cubicBezTo>
                  <a:lnTo>
                    <a:pt x="94718" y="77683"/>
                  </a:lnTo>
                  <a:cubicBezTo>
                    <a:pt x="83246" y="68348"/>
                    <a:pt x="75094" y="65139"/>
                    <a:pt x="63017" y="65139"/>
                  </a:cubicBezTo>
                  <a:cubicBezTo>
                    <a:pt x="28297" y="65139"/>
                    <a:pt x="218" y="98103"/>
                    <a:pt x="218" y="139528"/>
                  </a:cubicBezTo>
                  <a:cubicBezTo>
                    <a:pt x="218" y="176868"/>
                    <a:pt x="22862" y="202248"/>
                    <a:pt x="56073" y="202248"/>
                  </a:cubicBezTo>
                  <a:cubicBezTo>
                    <a:pt x="72980" y="202248"/>
                    <a:pt x="84453" y="196414"/>
                    <a:pt x="94718" y="182703"/>
                  </a:cubicBezTo>
                  <a:lnTo>
                    <a:pt x="94718" y="201373"/>
                  </a:lnTo>
                  <a:lnTo>
                    <a:pt x="95926" y="202248"/>
                  </a:lnTo>
                  <a:close/>
                  <a:moveTo>
                    <a:pt x="94718" y="169575"/>
                  </a:moveTo>
                  <a:cubicBezTo>
                    <a:pt x="94718" y="171617"/>
                    <a:pt x="92605" y="175118"/>
                    <a:pt x="89586" y="178327"/>
                  </a:cubicBezTo>
                  <a:cubicBezTo>
                    <a:pt x="84151" y="184161"/>
                    <a:pt x="76603" y="187079"/>
                    <a:pt x="67848" y="187079"/>
                  </a:cubicBezTo>
                  <a:cubicBezTo>
                    <a:pt x="42789" y="187079"/>
                    <a:pt x="26183" y="163741"/>
                    <a:pt x="26183" y="127859"/>
                  </a:cubicBezTo>
                  <a:cubicBezTo>
                    <a:pt x="26183" y="94894"/>
                    <a:pt x="40977" y="73307"/>
                    <a:pt x="63923" y="73307"/>
                  </a:cubicBezTo>
                  <a:cubicBezTo>
                    <a:pt x="79924" y="73307"/>
                    <a:pt x="94718" y="87018"/>
                    <a:pt x="94718" y="102479"/>
                  </a:cubicBezTo>
                  <a:lnTo>
                    <a:pt x="94718" y="16957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6" name="Freeform: Shape 3985">
              <a:extLst>
                <a:ext uri="{FF2B5EF4-FFF2-40B4-BE49-F238E27FC236}">
                  <a16:creationId xmlns:a16="http://schemas.microsoft.com/office/drawing/2014/main" id="{C994D954-55A9-4825-D402-65DF67902CE8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8128995" y="6785889"/>
              <a:ext cx="120464" cy="137109"/>
            </a:xfrm>
            <a:custGeom>
              <a:avLst/>
              <a:gdLst>
                <a:gd name="connsiteX0" fmla="*/ 115858 w 120464"/>
                <a:gd name="connsiteY0" fmla="*/ 86434 h 137109"/>
                <a:gd name="connsiteX1" fmla="*/ 69060 w 120464"/>
                <a:gd name="connsiteY1" fmla="*/ 117065 h 137109"/>
                <a:gd name="connsiteX2" fmla="*/ 30113 w 120464"/>
                <a:gd name="connsiteY2" fmla="*/ 91977 h 137109"/>
                <a:gd name="connsiteX3" fmla="*/ 21961 w 120464"/>
                <a:gd name="connsiteY3" fmla="*/ 53470 h 137109"/>
                <a:gd name="connsiteX4" fmla="*/ 114952 w 120464"/>
                <a:gd name="connsiteY4" fmla="*/ 53470 h 137109"/>
                <a:gd name="connsiteX5" fmla="*/ 101969 w 120464"/>
                <a:gd name="connsiteY5" fmla="*/ 16713 h 137109"/>
                <a:gd name="connsiteX6" fmla="*/ 63324 w 120464"/>
                <a:gd name="connsiteY6" fmla="*/ 85 h 137109"/>
                <a:gd name="connsiteX7" fmla="*/ 22565 w 120464"/>
                <a:gd name="connsiteY7" fmla="*/ 15254 h 137109"/>
                <a:gd name="connsiteX8" fmla="*/ 223 w 120464"/>
                <a:gd name="connsiteY8" fmla="*/ 71848 h 137109"/>
                <a:gd name="connsiteX9" fmla="*/ 56682 w 120464"/>
                <a:gd name="connsiteY9" fmla="*/ 137194 h 137109"/>
                <a:gd name="connsiteX10" fmla="*/ 120688 w 120464"/>
                <a:gd name="connsiteY10" fmla="*/ 88477 h 137109"/>
                <a:gd name="connsiteX11" fmla="*/ 115858 w 120464"/>
                <a:gd name="connsiteY11" fmla="*/ 86434 h 137109"/>
                <a:gd name="connsiteX12" fmla="*/ 22565 w 120464"/>
                <a:gd name="connsiteY12" fmla="*/ 44135 h 137109"/>
                <a:gd name="connsiteX13" fmla="*/ 54568 w 120464"/>
                <a:gd name="connsiteY13" fmla="*/ 10587 h 137109"/>
                <a:gd name="connsiteX14" fmla="*/ 84156 w 120464"/>
                <a:gd name="connsiteY14" fmla="*/ 44135 h 137109"/>
                <a:gd name="connsiteX15" fmla="*/ 22565 w 120464"/>
                <a:gd name="connsiteY15" fmla="*/ 44135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464" h="137109">
                  <a:moveTo>
                    <a:pt x="115858" y="86434"/>
                  </a:moveTo>
                  <a:cubicBezTo>
                    <a:pt x="101366" y="108605"/>
                    <a:pt x="88383" y="117065"/>
                    <a:pt x="69060" y="117065"/>
                  </a:cubicBezTo>
                  <a:cubicBezTo>
                    <a:pt x="51851" y="117065"/>
                    <a:pt x="38869" y="108605"/>
                    <a:pt x="30113" y="91977"/>
                  </a:cubicBezTo>
                  <a:cubicBezTo>
                    <a:pt x="24679" y="80892"/>
                    <a:pt x="22565" y="71265"/>
                    <a:pt x="21961" y="53470"/>
                  </a:cubicBezTo>
                  <a:lnTo>
                    <a:pt x="114952" y="53470"/>
                  </a:lnTo>
                  <a:cubicBezTo>
                    <a:pt x="112537" y="34508"/>
                    <a:pt x="109517" y="26048"/>
                    <a:pt x="101969" y="16713"/>
                  </a:cubicBezTo>
                  <a:cubicBezTo>
                    <a:pt x="92912" y="6211"/>
                    <a:pt x="79024" y="85"/>
                    <a:pt x="63324" y="85"/>
                  </a:cubicBezTo>
                  <a:cubicBezTo>
                    <a:pt x="48228" y="85"/>
                    <a:pt x="34038" y="5336"/>
                    <a:pt x="22565" y="15254"/>
                  </a:cubicBezTo>
                  <a:cubicBezTo>
                    <a:pt x="8375" y="27215"/>
                    <a:pt x="223" y="47927"/>
                    <a:pt x="223" y="71848"/>
                  </a:cubicBezTo>
                  <a:cubicBezTo>
                    <a:pt x="223" y="112106"/>
                    <a:pt x="21961" y="137194"/>
                    <a:pt x="56682" y="137194"/>
                  </a:cubicBezTo>
                  <a:cubicBezTo>
                    <a:pt x="85364" y="137194"/>
                    <a:pt x="108008" y="119983"/>
                    <a:pt x="120688" y="88477"/>
                  </a:cubicBezTo>
                  <a:lnTo>
                    <a:pt x="115858" y="86434"/>
                  </a:lnTo>
                  <a:close/>
                  <a:moveTo>
                    <a:pt x="22565" y="44135"/>
                  </a:moveTo>
                  <a:cubicBezTo>
                    <a:pt x="25886" y="21380"/>
                    <a:pt x="36152" y="10587"/>
                    <a:pt x="54568" y="10587"/>
                  </a:cubicBezTo>
                  <a:cubicBezTo>
                    <a:pt x="72985" y="10587"/>
                    <a:pt x="80231" y="18755"/>
                    <a:pt x="84156" y="44135"/>
                  </a:cubicBezTo>
                  <a:lnTo>
                    <a:pt x="22565" y="4413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7" name="Freeform: Shape 3986">
              <a:extLst>
                <a:ext uri="{FF2B5EF4-FFF2-40B4-BE49-F238E27FC236}">
                  <a16:creationId xmlns:a16="http://schemas.microsoft.com/office/drawing/2014/main" id="{C58FB904-5E84-A405-C113-BA5418805663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8257509" y="6785889"/>
              <a:ext cx="99632" cy="134192"/>
            </a:xfrm>
            <a:custGeom>
              <a:avLst/>
              <a:gdLst>
                <a:gd name="connsiteX0" fmla="*/ 832 w 99632"/>
                <a:gd name="connsiteY0" fmla="*/ 20505 h 134192"/>
                <a:gd name="connsiteX1" fmla="*/ 11399 w 99632"/>
                <a:gd name="connsiteY1" fmla="*/ 19338 h 134192"/>
                <a:gd name="connsiteX2" fmla="*/ 21664 w 99632"/>
                <a:gd name="connsiteY2" fmla="*/ 36842 h 134192"/>
                <a:gd name="connsiteX3" fmla="*/ 21664 w 99632"/>
                <a:gd name="connsiteY3" fmla="*/ 109772 h 134192"/>
                <a:gd name="connsiteX4" fmla="*/ 228 w 99632"/>
                <a:gd name="connsiteY4" fmla="*/ 129901 h 134192"/>
                <a:gd name="connsiteX5" fmla="*/ 228 w 99632"/>
                <a:gd name="connsiteY5" fmla="*/ 134277 h 134192"/>
                <a:gd name="connsiteX6" fmla="*/ 72688 w 99632"/>
                <a:gd name="connsiteY6" fmla="*/ 134277 h 134192"/>
                <a:gd name="connsiteX7" fmla="*/ 72688 w 99632"/>
                <a:gd name="connsiteY7" fmla="*/ 129901 h 134192"/>
                <a:gd name="connsiteX8" fmla="*/ 47025 w 99632"/>
                <a:gd name="connsiteY8" fmla="*/ 108022 h 134192"/>
                <a:gd name="connsiteX9" fmla="*/ 47025 w 99632"/>
                <a:gd name="connsiteY9" fmla="*/ 42384 h 134192"/>
                <a:gd name="connsiteX10" fmla="*/ 68159 w 99632"/>
                <a:gd name="connsiteY10" fmla="*/ 18463 h 134192"/>
                <a:gd name="connsiteX11" fmla="*/ 76009 w 99632"/>
                <a:gd name="connsiteY11" fmla="*/ 22839 h 134192"/>
                <a:gd name="connsiteX12" fmla="*/ 88086 w 99632"/>
                <a:gd name="connsiteY12" fmla="*/ 28673 h 134192"/>
                <a:gd name="connsiteX13" fmla="*/ 99860 w 99632"/>
                <a:gd name="connsiteY13" fmla="*/ 15546 h 134192"/>
                <a:gd name="connsiteX14" fmla="*/ 83255 w 99632"/>
                <a:gd name="connsiteY14" fmla="*/ 85 h 134192"/>
                <a:gd name="connsiteX15" fmla="*/ 47025 w 99632"/>
                <a:gd name="connsiteY15" fmla="*/ 27507 h 134192"/>
                <a:gd name="connsiteX16" fmla="*/ 47025 w 99632"/>
                <a:gd name="connsiteY16" fmla="*/ 668 h 134192"/>
                <a:gd name="connsiteX17" fmla="*/ 45515 w 99632"/>
                <a:gd name="connsiteY17" fmla="*/ 85 h 134192"/>
                <a:gd name="connsiteX18" fmla="*/ 832 w 99632"/>
                <a:gd name="connsiteY18" fmla="*/ 15838 h 134192"/>
                <a:gd name="connsiteX19" fmla="*/ 832 w 99632"/>
                <a:gd name="connsiteY19" fmla="*/ 20505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32" h="134192">
                  <a:moveTo>
                    <a:pt x="832" y="20505"/>
                  </a:moveTo>
                  <a:cubicBezTo>
                    <a:pt x="5059" y="19630"/>
                    <a:pt x="7776" y="19338"/>
                    <a:pt x="11399" y="19338"/>
                  </a:cubicBezTo>
                  <a:cubicBezTo>
                    <a:pt x="18947" y="19338"/>
                    <a:pt x="21664" y="24006"/>
                    <a:pt x="21664" y="36842"/>
                  </a:cubicBezTo>
                  <a:lnTo>
                    <a:pt x="21664" y="109772"/>
                  </a:lnTo>
                  <a:cubicBezTo>
                    <a:pt x="21664" y="124358"/>
                    <a:pt x="19551" y="126400"/>
                    <a:pt x="228" y="129901"/>
                  </a:cubicBezTo>
                  <a:lnTo>
                    <a:pt x="228" y="134277"/>
                  </a:lnTo>
                  <a:lnTo>
                    <a:pt x="72688" y="134277"/>
                  </a:lnTo>
                  <a:lnTo>
                    <a:pt x="72688" y="129901"/>
                  </a:lnTo>
                  <a:cubicBezTo>
                    <a:pt x="52158" y="129026"/>
                    <a:pt x="47025" y="124650"/>
                    <a:pt x="47025" y="108022"/>
                  </a:cubicBezTo>
                  <a:lnTo>
                    <a:pt x="47025" y="42384"/>
                  </a:lnTo>
                  <a:cubicBezTo>
                    <a:pt x="47025" y="33049"/>
                    <a:pt x="60007" y="18463"/>
                    <a:pt x="68159" y="18463"/>
                  </a:cubicBezTo>
                  <a:cubicBezTo>
                    <a:pt x="69971" y="18463"/>
                    <a:pt x="72688" y="19922"/>
                    <a:pt x="76009" y="22839"/>
                  </a:cubicBezTo>
                  <a:cubicBezTo>
                    <a:pt x="80840" y="26923"/>
                    <a:pt x="84161" y="28673"/>
                    <a:pt x="88086" y="28673"/>
                  </a:cubicBezTo>
                  <a:cubicBezTo>
                    <a:pt x="95332" y="28673"/>
                    <a:pt x="99860" y="23714"/>
                    <a:pt x="99860" y="15546"/>
                  </a:cubicBezTo>
                  <a:cubicBezTo>
                    <a:pt x="99860" y="5919"/>
                    <a:pt x="93520" y="85"/>
                    <a:pt x="83255" y="85"/>
                  </a:cubicBezTo>
                  <a:cubicBezTo>
                    <a:pt x="70574" y="85"/>
                    <a:pt x="61819" y="6794"/>
                    <a:pt x="47025" y="27507"/>
                  </a:cubicBezTo>
                  <a:lnTo>
                    <a:pt x="47025" y="668"/>
                  </a:lnTo>
                  <a:lnTo>
                    <a:pt x="45515" y="85"/>
                  </a:lnTo>
                  <a:cubicBezTo>
                    <a:pt x="29514" y="6503"/>
                    <a:pt x="18645" y="10295"/>
                    <a:pt x="832" y="15838"/>
                  </a:cubicBezTo>
                  <a:lnTo>
                    <a:pt x="832" y="2050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8" name="Freeform: Shape 3987">
              <a:extLst>
                <a:ext uri="{FF2B5EF4-FFF2-40B4-BE49-F238E27FC236}">
                  <a16:creationId xmlns:a16="http://schemas.microsoft.com/office/drawing/2014/main" id="{DE1F2C7E-774A-3F51-0D85-D4E4903EABEB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8442036" y="6720835"/>
              <a:ext cx="147939" cy="199246"/>
            </a:xfrm>
            <a:custGeom>
              <a:avLst/>
              <a:gdLst>
                <a:gd name="connsiteX0" fmla="*/ 234 w 147939"/>
                <a:gd name="connsiteY0" fmla="*/ 77683 h 199246"/>
                <a:gd name="connsiteX1" fmla="*/ 20764 w 147939"/>
                <a:gd name="connsiteY1" fmla="*/ 77683 h 199246"/>
                <a:gd name="connsiteX2" fmla="*/ 20764 w 147939"/>
                <a:gd name="connsiteY2" fmla="*/ 171909 h 199246"/>
                <a:gd name="connsiteX3" fmla="*/ 536 w 147939"/>
                <a:gd name="connsiteY3" fmla="*/ 194955 h 199246"/>
                <a:gd name="connsiteX4" fmla="*/ 536 w 147939"/>
                <a:gd name="connsiteY4" fmla="*/ 199331 h 199246"/>
                <a:gd name="connsiteX5" fmla="*/ 66957 w 147939"/>
                <a:gd name="connsiteY5" fmla="*/ 199331 h 199246"/>
                <a:gd name="connsiteX6" fmla="*/ 66957 w 147939"/>
                <a:gd name="connsiteY6" fmla="*/ 194955 h 199246"/>
                <a:gd name="connsiteX7" fmla="*/ 46125 w 147939"/>
                <a:gd name="connsiteY7" fmla="*/ 173659 h 199246"/>
                <a:gd name="connsiteX8" fmla="*/ 46125 w 147939"/>
                <a:gd name="connsiteY8" fmla="*/ 77683 h 199246"/>
                <a:gd name="connsiteX9" fmla="*/ 72090 w 147939"/>
                <a:gd name="connsiteY9" fmla="*/ 77683 h 199246"/>
                <a:gd name="connsiteX10" fmla="*/ 102583 w 147939"/>
                <a:gd name="connsiteY10" fmla="*/ 94019 h 199246"/>
                <a:gd name="connsiteX11" fmla="*/ 102583 w 147939"/>
                <a:gd name="connsiteY11" fmla="*/ 171034 h 199246"/>
                <a:gd name="connsiteX12" fmla="*/ 81751 w 147939"/>
                <a:gd name="connsiteY12" fmla="*/ 194955 h 199246"/>
                <a:gd name="connsiteX13" fmla="*/ 81751 w 147939"/>
                <a:gd name="connsiteY13" fmla="*/ 199331 h 199246"/>
                <a:gd name="connsiteX14" fmla="*/ 148173 w 147939"/>
                <a:gd name="connsiteY14" fmla="*/ 199331 h 199246"/>
                <a:gd name="connsiteX15" fmla="*/ 148173 w 147939"/>
                <a:gd name="connsiteY15" fmla="*/ 194955 h 199246"/>
                <a:gd name="connsiteX16" fmla="*/ 127944 w 147939"/>
                <a:gd name="connsiteY16" fmla="*/ 171034 h 199246"/>
                <a:gd name="connsiteX17" fmla="*/ 127944 w 147939"/>
                <a:gd name="connsiteY17" fmla="*/ 94603 h 199246"/>
                <a:gd name="connsiteX18" fmla="*/ 128548 w 147939"/>
                <a:gd name="connsiteY18" fmla="*/ 66014 h 199246"/>
                <a:gd name="connsiteX19" fmla="*/ 127341 w 147939"/>
                <a:gd name="connsiteY19" fmla="*/ 65139 h 199246"/>
                <a:gd name="connsiteX20" fmla="*/ 93224 w 147939"/>
                <a:gd name="connsiteY20" fmla="*/ 68056 h 199246"/>
                <a:gd name="connsiteX21" fmla="*/ 45823 w 147939"/>
                <a:gd name="connsiteY21" fmla="*/ 68056 h 199246"/>
                <a:gd name="connsiteX22" fmla="*/ 45823 w 147939"/>
                <a:gd name="connsiteY22" fmla="*/ 55512 h 199246"/>
                <a:gd name="connsiteX23" fmla="*/ 48238 w 147939"/>
                <a:gd name="connsiteY23" fmla="*/ 28673 h 199246"/>
                <a:gd name="connsiteX24" fmla="*/ 77826 w 147939"/>
                <a:gd name="connsiteY24" fmla="*/ 7378 h 199246"/>
                <a:gd name="connsiteX25" fmla="*/ 99262 w 147939"/>
                <a:gd name="connsiteY25" fmla="*/ 21089 h 199246"/>
                <a:gd name="connsiteX26" fmla="*/ 114056 w 147939"/>
                <a:gd name="connsiteY26" fmla="*/ 31882 h 199246"/>
                <a:gd name="connsiteX27" fmla="*/ 124925 w 147939"/>
                <a:gd name="connsiteY27" fmla="*/ 20505 h 199246"/>
                <a:gd name="connsiteX28" fmla="*/ 86582 w 147939"/>
                <a:gd name="connsiteY28" fmla="*/ 85 h 199246"/>
                <a:gd name="connsiteX29" fmla="*/ 35256 w 147939"/>
                <a:gd name="connsiteY29" fmla="*/ 21964 h 199246"/>
                <a:gd name="connsiteX30" fmla="*/ 21066 w 147939"/>
                <a:gd name="connsiteY30" fmla="*/ 68056 h 199246"/>
                <a:gd name="connsiteX31" fmla="*/ 234 w 147939"/>
                <a:gd name="connsiteY31" fmla="*/ 68056 h 199246"/>
                <a:gd name="connsiteX32" fmla="*/ 234 w 147939"/>
                <a:gd name="connsiteY32" fmla="*/ 77683 h 19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7939" h="199246">
                  <a:moveTo>
                    <a:pt x="234" y="77683"/>
                  </a:moveTo>
                  <a:lnTo>
                    <a:pt x="20764" y="77683"/>
                  </a:lnTo>
                  <a:lnTo>
                    <a:pt x="20764" y="171909"/>
                  </a:lnTo>
                  <a:cubicBezTo>
                    <a:pt x="20764" y="190579"/>
                    <a:pt x="17443" y="194372"/>
                    <a:pt x="536" y="194955"/>
                  </a:cubicBezTo>
                  <a:lnTo>
                    <a:pt x="536" y="199331"/>
                  </a:lnTo>
                  <a:lnTo>
                    <a:pt x="66957" y="199331"/>
                  </a:lnTo>
                  <a:lnTo>
                    <a:pt x="66957" y="194955"/>
                  </a:lnTo>
                  <a:cubicBezTo>
                    <a:pt x="50050" y="193788"/>
                    <a:pt x="46125" y="189704"/>
                    <a:pt x="46125" y="173659"/>
                  </a:cubicBezTo>
                  <a:lnTo>
                    <a:pt x="46125" y="77683"/>
                  </a:lnTo>
                  <a:lnTo>
                    <a:pt x="72090" y="77683"/>
                  </a:lnTo>
                  <a:cubicBezTo>
                    <a:pt x="101074" y="77683"/>
                    <a:pt x="102583" y="78558"/>
                    <a:pt x="102583" y="94019"/>
                  </a:cubicBezTo>
                  <a:lnTo>
                    <a:pt x="102583" y="171034"/>
                  </a:lnTo>
                  <a:cubicBezTo>
                    <a:pt x="102583" y="190871"/>
                    <a:pt x="100470" y="193497"/>
                    <a:pt x="81751" y="194955"/>
                  </a:cubicBezTo>
                  <a:lnTo>
                    <a:pt x="81751" y="199331"/>
                  </a:lnTo>
                  <a:lnTo>
                    <a:pt x="148173" y="199331"/>
                  </a:lnTo>
                  <a:lnTo>
                    <a:pt x="148173" y="194955"/>
                  </a:lnTo>
                  <a:cubicBezTo>
                    <a:pt x="131266" y="193497"/>
                    <a:pt x="127944" y="189704"/>
                    <a:pt x="127944" y="171034"/>
                  </a:cubicBezTo>
                  <a:lnTo>
                    <a:pt x="127944" y="94603"/>
                  </a:lnTo>
                  <a:cubicBezTo>
                    <a:pt x="127944" y="88185"/>
                    <a:pt x="127944" y="81475"/>
                    <a:pt x="128548" y="66014"/>
                  </a:cubicBezTo>
                  <a:lnTo>
                    <a:pt x="127341" y="65139"/>
                  </a:lnTo>
                  <a:cubicBezTo>
                    <a:pt x="114056" y="67181"/>
                    <a:pt x="105301" y="68056"/>
                    <a:pt x="93224" y="68056"/>
                  </a:cubicBezTo>
                  <a:lnTo>
                    <a:pt x="45823" y="68056"/>
                  </a:lnTo>
                  <a:lnTo>
                    <a:pt x="45823" y="55512"/>
                  </a:lnTo>
                  <a:cubicBezTo>
                    <a:pt x="45823" y="42676"/>
                    <a:pt x="46729" y="33633"/>
                    <a:pt x="48238" y="28673"/>
                  </a:cubicBezTo>
                  <a:cubicBezTo>
                    <a:pt x="52465" y="16129"/>
                    <a:pt x="64240" y="7378"/>
                    <a:pt x="77826" y="7378"/>
                  </a:cubicBezTo>
                  <a:cubicBezTo>
                    <a:pt x="86280" y="7378"/>
                    <a:pt x="92016" y="11170"/>
                    <a:pt x="99262" y="21089"/>
                  </a:cubicBezTo>
                  <a:cubicBezTo>
                    <a:pt x="104999" y="28965"/>
                    <a:pt x="108924" y="31882"/>
                    <a:pt x="114056" y="31882"/>
                  </a:cubicBezTo>
                  <a:cubicBezTo>
                    <a:pt x="120397" y="31882"/>
                    <a:pt x="124925" y="26923"/>
                    <a:pt x="124925" y="20505"/>
                  </a:cubicBezTo>
                  <a:cubicBezTo>
                    <a:pt x="124925" y="8253"/>
                    <a:pt x="109829" y="85"/>
                    <a:pt x="86582" y="85"/>
                  </a:cubicBezTo>
                  <a:cubicBezTo>
                    <a:pt x="63636" y="85"/>
                    <a:pt x="46125" y="7669"/>
                    <a:pt x="35256" y="21964"/>
                  </a:cubicBezTo>
                  <a:cubicBezTo>
                    <a:pt x="26198" y="33924"/>
                    <a:pt x="22877" y="44718"/>
                    <a:pt x="21066" y="68056"/>
                  </a:cubicBezTo>
                  <a:lnTo>
                    <a:pt x="234" y="68056"/>
                  </a:lnTo>
                  <a:lnTo>
                    <a:pt x="234" y="77683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9" name="Freeform: Shape 3988">
              <a:extLst>
                <a:ext uri="{FF2B5EF4-FFF2-40B4-BE49-F238E27FC236}">
                  <a16:creationId xmlns:a16="http://schemas.microsoft.com/office/drawing/2014/main" id="{D84806BB-AA9C-9A80-5D4C-3A578E45C04A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8602679" y="6785889"/>
              <a:ext cx="99632" cy="134192"/>
            </a:xfrm>
            <a:custGeom>
              <a:avLst/>
              <a:gdLst>
                <a:gd name="connsiteX0" fmla="*/ 843 w 99632"/>
                <a:gd name="connsiteY0" fmla="*/ 20505 h 134192"/>
                <a:gd name="connsiteX1" fmla="*/ 11410 w 99632"/>
                <a:gd name="connsiteY1" fmla="*/ 19338 h 134192"/>
                <a:gd name="connsiteX2" fmla="*/ 21675 w 99632"/>
                <a:gd name="connsiteY2" fmla="*/ 36842 h 134192"/>
                <a:gd name="connsiteX3" fmla="*/ 21675 w 99632"/>
                <a:gd name="connsiteY3" fmla="*/ 109772 h 134192"/>
                <a:gd name="connsiteX4" fmla="*/ 239 w 99632"/>
                <a:gd name="connsiteY4" fmla="*/ 129901 h 134192"/>
                <a:gd name="connsiteX5" fmla="*/ 239 w 99632"/>
                <a:gd name="connsiteY5" fmla="*/ 134277 h 134192"/>
                <a:gd name="connsiteX6" fmla="*/ 72699 w 99632"/>
                <a:gd name="connsiteY6" fmla="*/ 134277 h 134192"/>
                <a:gd name="connsiteX7" fmla="*/ 72699 w 99632"/>
                <a:gd name="connsiteY7" fmla="*/ 129901 h 134192"/>
                <a:gd name="connsiteX8" fmla="*/ 47036 w 99632"/>
                <a:gd name="connsiteY8" fmla="*/ 108022 h 134192"/>
                <a:gd name="connsiteX9" fmla="*/ 47036 w 99632"/>
                <a:gd name="connsiteY9" fmla="*/ 42384 h 134192"/>
                <a:gd name="connsiteX10" fmla="*/ 68170 w 99632"/>
                <a:gd name="connsiteY10" fmla="*/ 18463 h 134192"/>
                <a:gd name="connsiteX11" fmla="*/ 76020 w 99632"/>
                <a:gd name="connsiteY11" fmla="*/ 22839 h 134192"/>
                <a:gd name="connsiteX12" fmla="*/ 88097 w 99632"/>
                <a:gd name="connsiteY12" fmla="*/ 28673 h 134192"/>
                <a:gd name="connsiteX13" fmla="*/ 99872 w 99632"/>
                <a:gd name="connsiteY13" fmla="*/ 15546 h 134192"/>
                <a:gd name="connsiteX14" fmla="*/ 83266 w 99632"/>
                <a:gd name="connsiteY14" fmla="*/ 85 h 134192"/>
                <a:gd name="connsiteX15" fmla="*/ 47036 w 99632"/>
                <a:gd name="connsiteY15" fmla="*/ 27507 h 134192"/>
                <a:gd name="connsiteX16" fmla="*/ 47036 w 99632"/>
                <a:gd name="connsiteY16" fmla="*/ 668 h 134192"/>
                <a:gd name="connsiteX17" fmla="*/ 45527 w 99632"/>
                <a:gd name="connsiteY17" fmla="*/ 85 h 134192"/>
                <a:gd name="connsiteX18" fmla="*/ 843 w 99632"/>
                <a:gd name="connsiteY18" fmla="*/ 15838 h 134192"/>
                <a:gd name="connsiteX19" fmla="*/ 843 w 99632"/>
                <a:gd name="connsiteY19" fmla="*/ 20505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32" h="134192">
                  <a:moveTo>
                    <a:pt x="843" y="20505"/>
                  </a:moveTo>
                  <a:cubicBezTo>
                    <a:pt x="5070" y="19630"/>
                    <a:pt x="7787" y="19338"/>
                    <a:pt x="11410" y="19338"/>
                  </a:cubicBezTo>
                  <a:cubicBezTo>
                    <a:pt x="18958" y="19338"/>
                    <a:pt x="21675" y="24006"/>
                    <a:pt x="21675" y="36842"/>
                  </a:cubicBezTo>
                  <a:lnTo>
                    <a:pt x="21675" y="109772"/>
                  </a:lnTo>
                  <a:cubicBezTo>
                    <a:pt x="21675" y="124358"/>
                    <a:pt x="19562" y="126400"/>
                    <a:pt x="239" y="129901"/>
                  </a:cubicBezTo>
                  <a:lnTo>
                    <a:pt x="239" y="134277"/>
                  </a:lnTo>
                  <a:lnTo>
                    <a:pt x="72699" y="134277"/>
                  </a:lnTo>
                  <a:lnTo>
                    <a:pt x="72699" y="129901"/>
                  </a:lnTo>
                  <a:cubicBezTo>
                    <a:pt x="52169" y="129026"/>
                    <a:pt x="47036" y="124650"/>
                    <a:pt x="47036" y="108022"/>
                  </a:cubicBezTo>
                  <a:lnTo>
                    <a:pt x="47036" y="42384"/>
                  </a:lnTo>
                  <a:cubicBezTo>
                    <a:pt x="47036" y="33049"/>
                    <a:pt x="60019" y="18463"/>
                    <a:pt x="68170" y="18463"/>
                  </a:cubicBezTo>
                  <a:cubicBezTo>
                    <a:pt x="69982" y="18463"/>
                    <a:pt x="72699" y="19922"/>
                    <a:pt x="76020" y="22839"/>
                  </a:cubicBezTo>
                  <a:cubicBezTo>
                    <a:pt x="80851" y="26923"/>
                    <a:pt x="84172" y="28673"/>
                    <a:pt x="88097" y="28673"/>
                  </a:cubicBezTo>
                  <a:cubicBezTo>
                    <a:pt x="95343" y="28673"/>
                    <a:pt x="99872" y="23714"/>
                    <a:pt x="99872" y="15546"/>
                  </a:cubicBezTo>
                  <a:cubicBezTo>
                    <a:pt x="99872" y="5919"/>
                    <a:pt x="93532" y="85"/>
                    <a:pt x="83266" y="85"/>
                  </a:cubicBezTo>
                  <a:cubicBezTo>
                    <a:pt x="70586" y="85"/>
                    <a:pt x="61830" y="6794"/>
                    <a:pt x="47036" y="27507"/>
                  </a:cubicBezTo>
                  <a:lnTo>
                    <a:pt x="47036" y="668"/>
                  </a:lnTo>
                  <a:lnTo>
                    <a:pt x="45527" y="85"/>
                  </a:lnTo>
                  <a:cubicBezTo>
                    <a:pt x="29525" y="6503"/>
                    <a:pt x="18656" y="10295"/>
                    <a:pt x="843" y="15838"/>
                  </a:cubicBezTo>
                  <a:lnTo>
                    <a:pt x="843" y="2050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0" name="Freeform: Shape 3989">
              <a:extLst>
                <a:ext uri="{FF2B5EF4-FFF2-40B4-BE49-F238E27FC236}">
                  <a16:creationId xmlns:a16="http://schemas.microsoft.com/office/drawing/2014/main" id="{89343038-1C0F-A486-1ECE-70191FCA0044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8717482" y="6786181"/>
              <a:ext cx="89669" cy="136817"/>
            </a:xfrm>
            <a:custGeom>
              <a:avLst/>
              <a:gdLst>
                <a:gd name="connsiteX0" fmla="*/ 79949 w 89669"/>
                <a:gd name="connsiteY0" fmla="*/ 42384 h 136817"/>
                <a:gd name="connsiteX1" fmla="*/ 78741 w 89669"/>
                <a:gd name="connsiteY1" fmla="*/ 2710 h 136817"/>
                <a:gd name="connsiteX2" fmla="*/ 75420 w 89669"/>
                <a:gd name="connsiteY2" fmla="*/ 2710 h 136817"/>
                <a:gd name="connsiteX3" fmla="*/ 74816 w 89669"/>
                <a:gd name="connsiteY3" fmla="*/ 3294 h 136817"/>
                <a:gd name="connsiteX4" fmla="*/ 70589 w 89669"/>
                <a:gd name="connsiteY4" fmla="*/ 5627 h 136817"/>
                <a:gd name="connsiteX5" fmla="*/ 62437 w 89669"/>
                <a:gd name="connsiteY5" fmla="*/ 3585 h 136817"/>
                <a:gd name="connsiteX6" fmla="*/ 41303 w 89669"/>
                <a:gd name="connsiteY6" fmla="*/ 85 h 136817"/>
                <a:gd name="connsiteX7" fmla="*/ 243 w 89669"/>
                <a:gd name="connsiteY7" fmla="*/ 35967 h 136817"/>
                <a:gd name="connsiteX8" fmla="*/ 35567 w 89669"/>
                <a:gd name="connsiteY8" fmla="*/ 77975 h 136817"/>
                <a:gd name="connsiteX9" fmla="*/ 53078 w 89669"/>
                <a:gd name="connsiteY9" fmla="*/ 87601 h 136817"/>
                <a:gd name="connsiteX10" fmla="*/ 68778 w 89669"/>
                <a:gd name="connsiteY10" fmla="*/ 109481 h 136817"/>
                <a:gd name="connsiteX11" fmla="*/ 43719 w 89669"/>
                <a:gd name="connsiteY11" fmla="*/ 130485 h 136817"/>
                <a:gd name="connsiteX12" fmla="*/ 18358 w 89669"/>
                <a:gd name="connsiteY12" fmla="*/ 120274 h 136817"/>
                <a:gd name="connsiteX13" fmla="*/ 5375 w 89669"/>
                <a:gd name="connsiteY13" fmla="*/ 89643 h 136817"/>
                <a:gd name="connsiteX14" fmla="*/ 544 w 89669"/>
                <a:gd name="connsiteY14" fmla="*/ 89643 h 136817"/>
                <a:gd name="connsiteX15" fmla="*/ 544 w 89669"/>
                <a:gd name="connsiteY15" fmla="*/ 135152 h 136817"/>
                <a:gd name="connsiteX16" fmla="*/ 4469 w 89669"/>
                <a:gd name="connsiteY16" fmla="*/ 135152 h 136817"/>
                <a:gd name="connsiteX17" fmla="*/ 11413 w 89669"/>
                <a:gd name="connsiteY17" fmla="*/ 131651 h 136817"/>
                <a:gd name="connsiteX18" fmla="*/ 25302 w 89669"/>
                <a:gd name="connsiteY18" fmla="*/ 133985 h 136817"/>
                <a:gd name="connsiteX19" fmla="*/ 47342 w 89669"/>
                <a:gd name="connsiteY19" fmla="*/ 136902 h 136817"/>
                <a:gd name="connsiteX20" fmla="*/ 89912 w 89669"/>
                <a:gd name="connsiteY20" fmla="*/ 99562 h 136817"/>
                <a:gd name="connsiteX21" fmla="*/ 64551 w 89669"/>
                <a:gd name="connsiteY21" fmla="*/ 64847 h 136817"/>
                <a:gd name="connsiteX22" fmla="*/ 31944 w 89669"/>
                <a:gd name="connsiteY22" fmla="*/ 46177 h 136817"/>
                <a:gd name="connsiteX23" fmla="*/ 18961 w 89669"/>
                <a:gd name="connsiteY23" fmla="*/ 26340 h 136817"/>
                <a:gd name="connsiteX24" fmla="*/ 42209 w 89669"/>
                <a:gd name="connsiteY24" fmla="*/ 6503 h 136817"/>
                <a:gd name="connsiteX25" fmla="*/ 75420 w 89669"/>
                <a:gd name="connsiteY25" fmla="*/ 42384 h 136817"/>
                <a:gd name="connsiteX26" fmla="*/ 79949 w 89669"/>
                <a:gd name="connsiteY26" fmla="*/ 42384 h 13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69" h="136817">
                  <a:moveTo>
                    <a:pt x="79949" y="42384"/>
                  </a:moveTo>
                  <a:lnTo>
                    <a:pt x="78741" y="2710"/>
                  </a:lnTo>
                  <a:lnTo>
                    <a:pt x="75420" y="2710"/>
                  </a:lnTo>
                  <a:lnTo>
                    <a:pt x="74816" y="3294"/>
                  </a:lnTo>
                  <a:cubicBezTo>
                    <a:pt x="72099" y="5336"/>
                    <a:pt x="71797" y="5627"/>
                    <a:pt x="70589" y="5627"/>
                  </a:cubicBezTo>
                  <a:cubicBezTo>
                    <a:pt x="68778" y="5627"/>
                    <a:pt x="65758" y="5044"/>
                    <a:pt x="62437" y="3585"/>
                  </a:cubicBezTo>
                  <a:cubicBezTo>
                    <a:pt x="55795" y="1252"/>
                    <a:pt x="49153" y="85"/>
                    <a:pt x="41303" y="85"/>
                  </a:cubicBezTo>
                  <a:cubicBezTo>
                    <a:pt x="17452" y="85"/>
                    <a:pt x="243" y="14963"/>
                    <a:pt x="243" y="35967"/>
                  </a:cubicBezTo>
                  <a:cubicBezTo>
                    <a:pt x="243" y="52303"/>
                    <a:pt x="9904" y="63972"/>
                    <a:pt x="35567" y="77975"/>
                  </a:cubicBezTo>
                  <a:lnTo>
                    <a:pt x="53078" y="87601"/>
                  </a:lnTo>
                  <a:cubicBezTo>
                    <a:pt x="63645" y="93436"/>
                    <a:pt x="68778" y="100437"/>
                    <a:pt x="68778" y="109481"/>
                  </a:cubicBezTo>
                  <a:cubicBezTo>
                    <a:pt x="68778" y="122316"/>
                    <a:pt x="59116" y="130485"/>
                    <a:pt x="43719" y="130485"/>
                  </a:cubicBezTo>
                  <a:cubicBezTo>
                    <a:pt x="33453" y="130485"/>
                    <a:pt x="24094" y="126692"/>
                    <a:pt x="18358" y="120274"/>
                  </a:cubicBezTo>
                  <a:cubicBezTo>
                    <a:pt x="12017" y="112981"/>
                    <a:pt x="9300" y="106272"/>
                    <a:pt x="5375" y="89643"/>
                  </a:cubicBezTo>
                  <a:lnTo>
                    <a:pt x="544" y="89643"/>
                  </a:lnTo>
                  <a:lnTo>
                    <a:pt x="544" y="135152"/>
                  </a:lnTo>
                  <a:lnTo>
                    <a:pt x="4469" y="135152"/>
                  </a:lnTo>
                  <a:cubicBezTo>
                    <a:pt x="6583" y="132235"/>
                    <a:pt x="7790" y="131651"/>
                    <a:pt x="11413" y="131651"/>
                  </a:cubicBezTo>
                  <a:cubicBezTo>
                    <a:pt x="14131" y="131651"/>
                    <a:pt x="18358" y="132235"/>
                    <a:pt x="25302" y="133985"/>
                  </a:cubicBezTo>
                  <a:cubicBezTo>
                    <a:pt x="33755" y="135736"/>
                    <a:pt x="41907" y="136902"/>
                    <a:pt x="47342" y="136902"/>
                  </a:cubicBezTo>
                  <a:cubicBezTo>
                    <a:pt x="70589" y="136902"/>
                    <a:pt x="89912" y="119983"/>
                    <a:pt x="89912" y="99562"/>
                  </a:cubicBezTo>
                  <a:cubicBezTo>
                    <a:pt x="89912" y="84976"/>
                    <a:pt x="82666" y="75349"/>
                    <a:pt x="64551" y="64847"/>
                  </a:cubicBezTo>
                  <a:lnTo>
                    <a:pt x="31944" y="46177"/>
                  </a:lnTo>
                  <a:cubicBezTo>
                    <a:pt x="23490" y="41509"/>
                    <a:pt x="18961" y="34216"/>
                    <a:pt x="18961" y="26340"/>
                  </a:cubicBezTo>
                  <a:cubicBezTo>
                    <a:pt x="18961" y="14671"/>
                    <a:pt x="28321" y="6503"/>
                    <a:pt x="42209" y="6503"/>
                  </a:cubicBezTo>
                  <a:cubicBezTo>
                    <a:pt x="59418" y="6503"/>
                    <a:pt x="68476" y="16421"/>
                    <a:pt x="75420" y="42384"/>
                  </a:cubicBezTo>
                  <a:lnTo>
                    <a:pt x="79949" y="42384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1" name="Freeform: Shape 3990">
              <a:extLst>
                <a:ext uri="{FF2B5EF4-FFF2-40B4-BE49-F238E27FC236}">
                  <a16:creationId xmlns:a16="http://schemas.microsoft.com/office/drawing/2014/main" id="{00710752-08E5-006A-4E78-D6446C3BA706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8823892" y="6751174"/>
              <a:ext cx="80309" cy="171824"/>
            </a:xfrm>
            <a:custGeom>
              <a:avLst/>
              <a:gdLst>
                <a:gd name="connsiteX0" fmla="*/ 73310 w 80309"/>
                <a:gd name="connsiteY0" fmla="*/ 37717 h 171824"/>
                <a:gd name="connsiteX1" fmla="*/ 42817 w 80309"/>
                <a:gd name="connsiteY1" fmla="*/ 37717 h 171824"/>
                <a:gd name="connsiteX2" fmla="*/ 42817 w 80309"/>
                <a:gd name="connsiteY2" fmla="*/ 3877 h 171824"/>
                <a:gd name="connsiteX3" fmla="*/ 40703 w 80309"/>
                <a:gd name="connsiteY3" fmla="*/ 85 h 171824"/>
                <a:gd name="connsiteX4" fmla="*/ 34665 w 80309"/>
                <a:gd name="connsiteY4" fmla="*/ 8253 h 171824"/>
                <a:gd name="connsiteX5" fmla="*/ 5379 w 80309"/>
                <a:gd name="connsiteY5" fmla="*/ 39467 h 171824"/>
                <a:gd name="connsiteX6" fmla="*/ 246 w 80309"/>
                <a:gd name="connsiteY6" fmla="*/ 45010 h 171824"/>
                <a:gd name="connsiteX7" fmla="*/ 1454 w 80309"/>
                <a:gd name="connsiteY7" fmla="*/ 47052 h 171824"/>
                <a:gd name="connsiteX8" fmla="*/ 17456 w 80309"/>
                <a:gd name="connsiteY8" fmla="*/ 47052 h 171824"/>
                <a:gd name="connsiteX9" fmla="*/ 17456 w 80309"/>
                <a:gd name="connsiteY9" fmla="*/ 134860 h 171824"/>
                <a:gd name="connsiteX10" fmla="*/ 44326 w 80309"/>
                <a:gd name="connsiteY10" fmla="*/ 171909 h 171824"/>
                <a:gd name="connsiteX11" fmla="*/ 80556 w 80309"/>
                <a:gd name="connsiteY11" fmla="*/ 149738 h 171824"/>
                <a:gd name="connsiteX12" fmla="*/ 76631 w 80309"/>
                <a:gd name="connsiteY12" fmla="*/ 146529 h 171824"/>
                <a:gd name="connsiteX13" fmla="*/ 58516 w 80309"/>
                <a:gd name="connsiteY13" fmla="*/ 156740 h 171824"/>
                <a:gd name="connsiteX14" fmla="*/ 42817 w 80309"/>
                <a:gd name="connsiteY14" fmla="*/ 130485 h 171824"/>
                <a:gd name="connsiteX15" fmla="*/ 42817 w 80309"/>
                <a:gd name="connsiteY15" fmla="*/ 47052 h 171824"/>
                <a:gd name="connsiteX16" fmla="*/ 73310 w 80309"/>
                <a:gd name="connsiteY16" fmla="*/ 47052 h 171824"/>
                <a:gd name="connsiteX17" fmla="*/ 73310 w 80309"/>
                <a:gd name="connsiteY17" fmla="*/ 37717 h 17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09" h="171824">
                  <a:moveTo>
                    <a:pt x="73310" y="37717"/>
                  </a:moveTo>
                  <a:lnTo>
                    <a:pt x="42817" y="37717"/>
                  </a:lnTo>
                  <a:lnTo>
                    <a:pt x="42817" y="3877"/>
                  </a:lnTo>
                  <a:cubicBezTo>
                    <a:pt x="42817" y="960"/>
                    <a:pt x="42515" y="85"/>
                    <a:pt x="40703" y="85"/>
                  </a:cubicBezTo>
                  <a:cubicBezTo>
                    <a:pt x="38590" y="2710"/>
                    <a:pt x="36778" y="5336"/>
                    <a:pt x="34665" y="8253"/>
                  </a:cubicBezTo>
                  <a:cubicBezTo>
                    <a:pt x="23192" y="24298"/>
                    <a:pt x="10210" y="38300"/>
                    <a:pt x="5379" y="39467"/>
                  </a:cubicBezTo>
                  <a:cubicBezTo>
                    <a:pt x="2058" y="41509"/>
                    <a:pt x="246" y="43551"/>
                    <a:pt x="246" y="45010"/>
                  </a:cubicBezTo>
                  <a:cubicBezTo>
                    <a:pt x="246" y="45885"/>
                    <a:pt x="548" y="46469"/>
                    <a:pt x="1454" y="47052"/>
                  </a:cubicBezTo>
                  <a:lnTo>
                    <a:pt x="17456" y="47052"/>
                  </a:lnTo>
                  <a:lnTo>
                    <a:pt x="17456" y="134860"/>
                  </a:lnTo>
                  <a:cubicBezTo>
                    <a:pt x="17456" y="159365"/>
                    <a:pt x="26513" y="171909"/>
                    <a:pt x="44326" y="171909"/>
                  </a:cubicBezTo>
                  <a:cubicBezTo>
                    <a:pt x="59120" y="171909"/>
                    <a:pt x="70593" y="164908"/>
                    <a:pt x="80556" y="149738"/>
                  </a:cubicBezTo>
                  <a:lnTo>
                    <a:pt x="76631" y="146529"/>
                  </a:lnTo>
                  <a:cubicBezTo>
                    <a:pt x="70291" y="153822"/>
                    <a:pt x="65159" y="156740"/>
                    <a:pt x="58516" y="156740"/>
                  </a:cubicBezTo>
                  <a:cubicBezTo>
                    <a:pt x="47345" y="156740"/>
                    <a:pt x="42817" y="148863"/>
                    <a:pt x="42817" y="130485"/>
                  </a:cubicBezTo>
                  <a:lnTo>
                    <a:pt x="42817" y="47052"/>
                  </a:lnTo>
                  <a:lnTo>
                    <a:pt x="73310" y="47052"/>
                  </a:lnTo>
                  <a:lnTo>
                    <a:pt x="73310" y="37717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2" name="Freeform: Shape 3991">
              <a:extLst>
                <a:ext uri="{FF2B5EF4-FFF2-40B4-BE49-F238E27FC236}">
                  <a16:creationId xmlns:a16="http://schemas.microsoft.com/office/drawing/2014/main" id="{6F55BD42-34F6-1029-C1E9-97ACD2EBC3A0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983899" y="6751174"/>
              <a:ext cx="80309" cy="171824"/>
            </a:xfrm>
            <a:custGeom>
              <a:avLst/>
              <a:gdLst>
                <a:gd name="connsiteX0" fmla="*/ 73316 w 80309"/>
                <a:gd name="connsiteY0" fmla="*/ 37717 h 171824"/>
                <a:gd name="connsiteX1" fmla="*/ 42822 w 80309"/>
                <a:gd name="connsiteY1" fmla="*/ 37717 h 171824"/>
                <a:gd name="connsiteX2" fmla="*/ 42822 w 80309"/>
                <a:gd name="connsiteY2" fmla="*/ 3877 h 171824"/>
                <a:gd name="connsiteX3" fmla="*/ 40709 w 80309"/>
                <a:gd name="connsiteY3" fmla="*/ 85 h 171824"/>
                <a:gd name="connsiteX4" fmla="*/ 34670 w 80309"/>
                <a:gd name="connsiteY4" fmla="*/ 8253 h 171824"/>
                <a:gd name="connsiteX5" fmla="*/ 5384 w 80309"/>
                <a:gd name="connsiteY5" fmla="*/ 39467 h 171824"/>
                <a:gd name="connsiteX6" fmla="*/ 252 w 80309"/>
                <a:gd name="connsiteY6" fmla="*/ 45010 h 171824"/>
                <a:gd name="connsiteX7" fmla="*/ 1459 w 80309"/>
                <a:gd name="connsiteY7" fmla="*/ 47052 h 171824"/>
                <a:gd name="connsiteX8" fmla="*/ 17461 w 80309"/>
                <a:gd name="connsiteY8" fmla="*/ 47052 h 171824"/>
                <a:gd name="connsiteX9" fmla="*/ 17461 w 80309"/>
                <a:gd name="connsiteY9" fmla="*/ 134860 h 171824"/>
                <a:gd name="connsiteX10" fmla="*/ 44332 w 80309"/>
                <a:gd name="connsiteY10" fmla="*/ 171909 h 171824"/>
                <a:gd name="connsiteX11" fmla="*/ 80562 w 80309"/>
                <a:gd name="connsiteY11" fmla="*/ 149738 h 171824"/>
                <a:gd name="connsiteX12" fmla="*/ 76637 w 80309"/>
                <a:gd name="connsiteY12" fmla="*/ 146529 h 171824"/>
                <a:gd name="connsiteX13" fmla="*/ 58522 w 80309"/>
                <a:gd name="connsiteY13" fmla="*/ 156740 h 171824"/>
                <a:gd name="connsiteX14" fmla="*/ 42822 w 80309"/>
                <a:gd name="connsiteY14" fmla="*/ 130485 h 171824"/>
                <a:gd name="connsiteX15" fmla="*/ 42822 w 80309"/>
                <a:gd name="connsiteY15" fmla="*/ 47052 h 171824"/>
                <a:gd name="connsiteX16" fmla="*/ 73316 w 80309"/>
                <a:gd name="connsiteY16" fmla="*/ 47052 h 171824"/>
                <a:gd name="connsiteX17" fmla="*/ 73316 w 80309"/>
                <a:gd name="connsiteY17" fmla="*/ 37717 h 17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09" h="171824">
                  <a:moveTo>
                    <a:pt x="73316" y="37717"/>
                  </a:moveTo>
                  <a:lnTo>
                    <a:pt x="42822" y="37717"/>
                  </a:lnTo>
                  <a:lnTo>
                    <a:pt x="42822" y="3877"/>
                  </a:lnTo>
                  <a:cubicBezTo>
                    <a:pt x="42822" y="960"/>
                    <a:pt x="42520" y="85"/>
                    <a:pt x="40709" y="85"/>
                  </a:cubicBezTo>
                  <a:cubicBezTo>
                    <a:pt x="38595" y="2710"/>
                    <a:pt x="36784" y="5336"/>
                    <a:pt x="34670" y="8253"/>
                  </a:cubicBezTo>
                  <a:cubicBezTo>
                    <a:pt x="23197" y="24298"/>
                    <a:pt x="10215" y="38300"/>
                    <a:pt x="5384" y="39467"/>
                  </a:cubicBezTo>
                  <a:cubicBezTo>
                    <a:pt x="2063" y="41509"/>
                    <a:pt x="252" y="43551"/>
                    <a:pt x="252" y="45010"/>
                  </a:cubicBezTo>
                  <a:cubicBezTo>
                    <a:pt x="252" y="45885"/>
                    <a:pt x="554" y="46469"/>
                    <a:pt x="1459" y="47052"/>
                  </a:cubicBezTo>
                  <a:lnTo>
                    <a:pt x="17461" y="47052"/>
                  </a:lnTo>
                  <a:lnTo>
                    <a:pt x="17461" y="134860"/>
                  </a:lnTo>
                  <a:cubicBezTo>
                    <a:pt x="17461" y="159365"/>
                    <a:pt x="26518" y="171909"/>
                    <a:pt x="44332" y="171909"/>
                  </a:cubicBezTo>
                  <a:cubicBezTo>
                    <a:pt x="59125" y="171909"/>
                    <a:pt x="70598" y="164908"/>
                    <a:pt x="80562" y="149738"/>
                  </a:cubicBezTo>
                  <a:lnTo>
                    <a:pt x="76637" y="146529"/>
                  </a:lnTo>
                  <a:cubicBezTo>
                    <a:pt x="70296" y="153822"/>
                    <a:pt x="65164" y="156740"/>
                    <a:pt x="58522" y="156740"/>
                  </a:cubicBezTo>
                  <a:cubicBezTo>
                    <a:pt x="47351" y="156740"/>
                    <a:pt x="42822" y="148863"/>
                    <a:pt x="42822" y="130485"/>
                  </a:cubicBezTo>
                  <a:lnTo>
                    <a:pt x="42822" y="47052"/>
                  </a:lnTo>
                  <a:lnTo>
                    <a:pt x="73316" y="47052"/>
                  </a:lnTo>
                  <a:lnTo>
                    <a:pt x="73316" y="37717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3" name="Freeform: Shape 3992">
              <a:extLst>
                <a:ext uri="{FF2B5EF4-FFF2-40B4-BE49-F238E27FC236}">
                  <a16:creationId xmlns:a16="http://schemas.microsoft.com/office/drawing/2014/main" id="{F6A13854-E243-8C5E-40BC-F277C8BD36B3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9070559" y="6788806"/>
              <a:ext cx="203190" cy="135359"/>
            </a:xfrm>
            <a:custGeom>
              <a:avLst/>
              <a:gdLst>
                <a:gd name="connsiteX0" fmla="*/ 166309 w 203190"/>
                <a:gd name="connsiteY0" fmla="*/ 85 h 135359"/>
                <a:gd name="connsiteX1" fmla="*/ 166309 w 203190"/>
                <a:gd name="connsiteY1" fmla="*/ 4461 h 135359"/>
                <a:gd name="connsiteX2" fmla="*/ 179593 w 203190"/>
                <a:gd name="connsiteY2" fmla="*/ 13504 h 135359"/>
                <a:gd name="connsiteX3" fmla="*/ 174460 w 203190"/>
                <a:gd name="connsiteY3" fmla="*/ 32758 h 135359"/>
                <a:gd name="connsiteX4" fmla="*/ 147288 w 203190"/>
                <a:gd name="connsiteY4" fmla="*/ 97520 h 135359"/>
                <a:gd name="connsiteX5" fmla="*/ 121927 w 203190"/>
                <a:gd name="connsiteY5" fmla="*/ 32174 h 135359"/>
                <a:gd name="connsiteX6" fmla="*/ 116794 w 203190"/>
                <a:gd name="connsiteY6" fmla="*/ 14963 h 135359"/>
                <a:gd name="connsiteX7" fmla="*/ 134305 w 203190"/>
                <a:gd name="connsiteY7" fmla="*/ 4461 h 135359"/>
                <a:gd name="connsiteX8" fmla="*/ 134305 w 203190"/>
                <a:gd name="connsiteY8" fmla="*/ 85 h 135359"/>
                <a:gd name="connsiteX9" fmla="*/ 73016 w 203190"/>
                <a:gd name="connsiteY9" fmla="*/ 85 h 135359"/>
                <a:gd name="connsiteX10" fmla="*/ 73016 w 203190"/>
                <a:gd name="connsiteY10" fmla="*/ 4461 h 135359"/>
                <a:gd name="connsiteX11" fmla="*/ 93849 w 203190"/>
                <a:gd name="connsiteY11" fmla="*/ 24589 h 135359"/>
                <a:gd name="connsiteX12" fmla="*/ 99887 w 203190"/>
                <a:gd name="connsiteY12" fmla="*/ 40926 h 135359"/>
                <a:gd name="connsiteX13" fmla="*/ 72413 w 203190"/>
                <a:gd name="connsiteY13" fmla="*/ 98979 h 135359"/>
                <a:gd name="connsiteX14" fmla="*/ 42523 w 203190"/>
                <a:gd name="connsiteY14" fmla="*/ 22839 h 135359"/>
                <a:gd name="connsiteX15" fmla="*/ 40711 w 203190"/>
                <a:gd name="connsiteY15" fmla="*/ 14087 h 135359"/>
                <a:gd name="connsiteX16" fmla="*/ 54599 w 203190"/>
                <a:gd name="connsiteY16" fmla="*/ 4461 h 135359"/>
                <a:gd name="connsiteX17" fmla="*/ 54599 w 203190"/>
                <a:gd name="connsiteY17" fmla="*/ 85 h 135359"/>
                <a:gd name="connsiteX18" fmla="*/ 254 w 203190"/>
                <a:gd name="connsiteY18" fmla="*/ 85 h 135359"/>
                <a:gd name="connsiteX19" fmla="*/ 254 w 203190"/>
                <a:gd name="connsiteY19" fmla="*/ 4461 h 135359"/>
                <a:gd name="connsiteX20" fmla="*/ 16256 w 203190"/>
                <a:gd name="connsiteY20" fmla="*/ 22839 h 135359"/>
                <a:gd name="connsiteX21" fmla="*/ 57015 w 203190"/>
                <a:gd name="connsiteY21" fmla="*/ 122608 h 135359"/>
                <a:gd name="connsiteX22" fmla="*/ 64865 w 203190"/>
                <a:gd name="connsiteY22" fmla="*/ 135444 h 135359"/>
                <a:gd name="connsiteX23" fmla="*/ 72413 w 203190"/>
                <a:gd name="connsiteY23" fmla="*/ 124067 h 135359"/>
                <a:gd name="connsiteX24" fmla="*/ 106227 w 203190"/>
                <a:gd name="connsiteY24" fmla="*/ 54053 h 135359"/>
                <a:gd name="connsiteX25" fmla="*/ 133702 w 203190"/>
                <a:gd name="connsiteY25" fmla="*/ 122900 h 135359"/>
                <a:gd name="connsiteX26" fmla="*/ 140948 w 203190"/>
                <a:gd name="connsiteY26" fmla="*/ 135444 h 135359"/>
                <a:gd name="connsiteX27" fmla="*/ 149401 w 203190"/>
                <a:gd name="connsiteY27" fmla="*/ 121149 h 135359"/>
                <a:gd name="connsiteX28" fmla="*/ 191066 w 203190"/>
                <a:gd name="connsiteY28" fmla="*/ 20214 h 135359"/>
                <a:gd name="connsiteX29" fmla="*/ 203444 w 203190"/>
                <a:gd name="connsiteY29" fmla="*/ 4461 h 135359"/>
                <a:gd name="connsiteX30" fmla="*/ 203444 w 203190"/>
                <a:gd name="connsiteY30" fmla="*/ 85 h 135359"/>
                <a:gd name="connsiteX31" fmla="*/ 166309 w 203190"/>
                <a:gd name="connsiteY31" fmla="*/ 85 h 13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190" h="135359">
                  <a:moveTo>
                    <a:pt x="166309" y="85"/>
                  </a:moveTo>
                  <a:lnTo>
                    <a:pt x="166309" y="4461"/>
                  </a:lnTo>
                  <a:cubicBezTo>
                    <a:pt x="176574" y="6503"/>
                    <a:pt x="179593" y="8545"/>
                    <a:pt x="179593" y="13504"/>
                  </a:cubicBezTo>
                  <a:cubicBezTo>
                    <a:pt x="179593" y="17880"/>
                    <a:pt x="177782" y="24881"/>
                    <a:pt x="174460" y="32758"/>
                  </a:cubicBezTo>
                  <a:lnTo>
                    <a:pt x="147288" y="97520"/>
                  </a:lnTo>
                  <a:lnTo>
                    <a:pt x="121927" y="32174"/>
                  </a:lnTo>
                  <a:cubicBezTo>
                    <a:pt x="116794" y="18755"/>
                    <a:pt x="116794" y="18755"/>
                    <a:pt x="116794" y="14963"/>
                  </a:cubicBezTo>
                  <a:cubicBezTo>
                    <a:pt x="116794" y="8545"/>
                    <a:pt x="120115" y="6503"/>
                    <a:pt x="134305" y="4461"/>
                  </a:cubicBezTo>
                  <a:lnTo>
                    <a:pt x="134305" y="85"/>
                  </a:lnTo>
                  <a:lnTo>
                    <a:pt x="73016" y="85"/>
                  </a:lnTo>
                  <a:lnTo>
                    <a:pt x="73016" y="4461"/>
                  </a:lnTo>
                  <a:cubicBezTo>
                    <a:pt x="84187" y="5627"/>
                    <a:pt x="87810" y="8836"/>
                    <a:pt x="93849" y="24589"/>
                  </a:cubicBezTo>
                  <a:cubicBezTo>
                    <a:pt x="95962" y="30132"/>
                    <a:pt x="98075" y="35675"/>
                    <a:pt x="99887" y="40926"/>
                  </a:cubicBezTo>
                  <a:lnTo>
                    <a:pt x="72413" y="98979"/>
                  </a:lnTo>
                  <a:lnTo>
                    <a:pt x="42523" y="22839"/>
                  </a:lnTo>
                  <a:cubicBezTo>
                    <a:pt x="41315" y="19922"/>
                    <a:pt x="40711" y="17005"/>
                    <a:pt x="40711" y="14087"/>
                  </a:cubicBezTo>
                  <a:cubicBezTo>
                    <a:pt x="40711" y="7961"/>
                    <a:pt x="44334" y="5627"/>
                    <a:pt x="54599" y="4461"/>
                  </a:cubicBezTo>
                  <a:lnTo>
                    <a:pt x="54599" y="85"/>
                  </a:lnTo>
                  <a:lnTo>
                    <a:pt x="254" y="85"/>
                  </a:lnTo>
                  <a:lnTo>
                    <a:pt x="254" y="4461"/>
                  </a:lnTo>
                  <a:cubicBezTo>
                    <a:pt x="7198" y="5044"/>
                    <a:pt x="9614" y="7961"/>
                    <a:pt x="16256" y="22839"/>
                  </a:cubicBezTo>
                  <a:lnTo>
                    <a:pt x="57015" y="122608"/>
                  </a:lnTo>
                  <a:cubicBezTo>
                    <a:pt x="60638" y="131360"/>
                    <a:pt x="63053" y="135444"/>
                    <a:pt x="64865" y="135444"/>
                  </a:cubicBezTo>
                  <a:cubicBezTo>
                    <a:pt x="66374" y="135444"/>
                    <a:pt x="68790" y="131651"/>
                    <a:pt x="72413" y="124067"/>
                  </a:cubicBezTo>
                  <a:lnTo>
                    <a:pt x="106227" y="54053"/>
                  </a:lnTo>
                  <a:lnTo>
                    <a:pt x="133702" y="122900"/>
                  </a:lnTo>
                  <a:cubicBezTo>
                    <a:pt x="137928" y="133693"/>
                    <a:pt x="139136" y="135444"/>
                    <a:pt x="140948" y="135444"/>
                  </a:cubicBezTo>
                  <a:cubicBezTo>
                    <a:pt x="143061" y="135444"/>
                    <a:pt x="144571" y="132818"/>
                    <a:pt x="149401" y="121149"/>
                  </a:cubicBezTo>
                  <a:lnTo>
                    <a:pt x="191066" y="20214"/>
                  </a:lnTo>
                  <a:cubicBezTo>
                    <a:pt x="196500" y="7961"/>
                    <a:pt x="197406" y="6503"/>
                    <a:pt x="203444" y="4461"/>
                  </a:cubicBezTo>
                  <a:lnTo>
                    <a:pt x="203444" y="85"/>
                  </a:lnTo>
                  <a:lnTo>
                    <a:pt x="166309" y="8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4" name="Freeform: Shape 3993">
              <a:extLst>
                <a:ext uri="{FF2B5EF4-FFF2-40B4-BE49-F238E27FC236}">
                  <a16:creationId xmlns:a16="http://schemas.microsoft.com/office/drawing/2014/main" id="{7A218C68-DC12-A083-F990-0B2E4693EDB2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9288745" y="6785889"/>
              <a:ext cx="133145" cy="137109"/>
            </a:xfrm>
            <a:custGeom>
              <a:avLst/>
              <a:gdLst>
                <a:gd name="connsiteX0" fmla="*/ 66985 w 133145"/>
                <a:gd name="connsiteY0" fmla="*/ 85 h 137109"/>
                <a:gd name="connsiteX1" fmla="*/ 261 w 133145"/>
                <a:gd name="connsiteY1" fmla="*/ 68348 h 137109"/>
                <a:gd name="connsiteX2" fmla="*/ 66381 w 133145"/>
                <a:gd name="connsiteY2" fmla="*/ 137194 h 137109"/>
                <a:gd name="connsiteX3" fmla="*/ 133407 w 133145"/>
                <a:gd name="connsiteY3" fmla="*/ 66014 h 137109"/>
                <a:gd name="connsiteX4" fmla="*/ 66985 w 133145"/>
                <a:gd name="connsiteY4" fmla="*/ 85 h 137109"/>
                <a:gd name="connsiteX5" fmla="*/ 63060 w 133145"/>
                <a:gd name="connsiteY5" fmla="*/ 8253 h 137109"/>
                <a:gd name="connsiteX6" fmla="*/ 106234 w 133145"/>
                <a:gd name="connsiteY6" fmla="*/ 76224 h 137109"/>
                <a:gd name="connsiteX7" fmla="*/ 70004 w 133145"/>
                <a:gd name="connsiteY7" fmla="*/ 129026 h 137109"/>
                <a:gd name="connsiteX8" fmla="*/ 40718 w 133145"/>
                <a:gd name="connsiteY8" fmla="*/ 110356 h 137109"/>
                <a:gd name="connsiteX9" fmla="*/ 27434 w 133145"/>
                <a:gd name="connsiteY9" fmla="*/ 54053 h 137109"/>
                <a:gd name="connsiteX10" fmla="*/ 63060 w 133145"/>
                <a:gd name="connsiteY10" fmla="*/ 8253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145" h="137109">
                  <a:moveTo>
                    <a:pt x="66985" y="85"/>
                  </a:moveTo>
                  <a:cubicBezTo>
                    <a:pt x="27736" y="85"/>
                    <a:pt x="261" y="28090"/>
                    <a:pt x="261" y="68348"/>
                  </a:cubicBezTo>
                  <a:cubicBezTo>
                    <a:pt x="261" y="107730"/>
                    <a:pt x="28340" y="137194"/>
                    <a:pt x="66381" y="137194"/>
                  </a:cubicBezTo>
                  <a:cubicBezTo>
                    <a:pt x="104423" y="137194"/>
                    <a:pt x="133407" y="106272"/>
                    <a:pt x="133407" y="66014"/>
                  </a:cubicBezTo>
                  <a:cubicBezTo>
                    <a:pt x="133407" y="27798"/>
                    <a:pt x="105630" y="85"/>
                    <a:pt x="66985" y="85"/>
                  </a:cubicBezTo>
                  <a:close/>
                  <a:moveTo>
                    <a:pt x="63060" y="8253"/>
                  </a:moveTo>
                  <a:cubicBezTo>
                    <a:pt x="88421" y="8253"/>
                    <a:pt x="106234" y="36258"/>
                    <a:pt x="106234" y="76224"/>
                  </a:cubicBezTo>
                  <a:cubicBezTo>
                    <a:pt x="106234" y="109189"/>
                    <a:pt x="92648" y="129026"/>
                    <a:pt x="70004" y="129026"/>
                  </a:cubicBezTo>
                  <a:cubicBezTo>
                    <a:pt x="58230" y="129026"/>
                    <a:pt x="47059" y="122025"/>
                    <a:pt x="40718" y="110356"/>
                  </a:cubicBezTo>
                  <a:cubicBezTo>
                    <a:pt x="32265" y="95186"/>
                    <a:pt x="27434" y="74766"/>
                    <a:pt x="27434" y="54053"/>
                  </a:cubicBezTo>
                  <a:cubicBezTo>
                    <a:pt x="27434" y="26340"/>
                    <a:pt x="41624" y="8253"/>
                    <a:pt x="63060" y="8253"/>
                  </a:cubicBez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5" name="Freeform: Shape 3994">
              <a:extLst>
                <a:ext uri="{FF2B5EF4-FFF2-40B4-BE49-F238E27FC236}">
                  <a16:creationId xmlns:a16="http://schemas.microsoft.com/office/drawing/2014/main" id="{7FFD6466-93AC-A20E-B07A-8DB37F90EC7B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9511201" y="6751174"/>
              <a:ext cx="80309" cy="171824"/>
            </a:xfrm>
            <a:custGeom>
              <a:avLst/>
              <a:gdLst>
                <a:gd name="connsiteX0" fmla="*/ 73333 w 80309"/>
                <a:gd name="connsiteY0" fmla="*/ 37717 h 171824"/>
                <a:gd name="connsiteX1" fmla="*/ 42839 w 80309"/>
                <a:gd name="connsiteY1" fmla="*/ 37717 h 171824"/>
                <a:gd name="connsiteX2" fmla="*/ 42839 w 80309"/>
                <a:gd name="connsiteY2" fmla="*/ 3877 h 171824"/>
                <a:gd name="connsiteX3" fmla="*/ 40726 w 80309"/>
                <a:gd name="connsiteY3" fmla="*/ 85 h 171824"/>
                <a:gd name="connsiteX4" fmla="*/ 34687 w 80309"/>
                <a:gd name="connsiteY4" fmla="*/ 8253 h 171824"/>
                <a:gd name="connsiteX5" fmla="*/ 5402 w 80309"/>
                <a:gd name="connsiteY5" fmla="*/ 39467 h 171824"/>
                <a:gd name="connsiteX6" fmla="*/ 269 w 80309"/>
                <a:gd name="connsiteY6" fmla="*/ 45010 h 171824"/>
                <a:gd name="connsiteX7" fmla="*/ 1477 w 80309"/>
                <a:gd name="connsiteY7" fmla="*/ 47052 h 171824"/>
                <a:gd name="connsiteX8" fmla="*/ 17478 w 80309"/>
                <a:gd name="connsiteY8" fmla="*/ 47052 h 171824"/>
                <a:gd name="connsiteX9" fmla="*/ 17478 w 80309"/>
                <a:gd name="connsiteY9" fmla="*/ 134860 h 171824"/>
                <a:gd name="connsiteX10" fmla="*/ 44349 w 80309"/>
                <a:gd name="connsiteY10" fmla="*/ 171909 h 171824"/>
                <a:gd name="connsiteX11" fmla="*/ 80579 w 80309"/>
                <a:gd name="connsiteY11" fmla="*/ 149738 h 171824"/>
                <a:gd name="connsiteX12" fmla="*/ 76654 w 80309"/>
                <a:gd name="connsiteY12" fmla="*/ 146529 h 171824"/>
                <a:gd name="connsiteX13" fmla="*/ 58539 w 80309"/>
                <a:gd name="connsiteY13" fmla="*/ 156740 h 171824"/>
                <a:gd name="connsiteX14" fmla="*/ 42839 w 80309"/>
                <a:gd name="connsiteY14" fmla="*/ 130485 h 171824"/>
                <a:gd name="connsiteX15" fmla="*/ 42839 w 80309"/>
                <a:gd name="connsiteY15" fmla="*/ 47052 h 171824"/>
                <a:gd name="connsiteX16" fmla="*/ 73333 w 80309"/>
                <a:gd name="connsiteY16" fmla="*/ 47052 h 171824"/>
                <a:gd name="connsiteX17" fmla="*/ 73333 w 80309"/>
                <a:gd name="connsiteY17" fmla="*/ 37717 h 17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09" h="171824">
                  <a:moveTo>
                    <a:pt x="73333" y="37717"/>
                  </a:moveTo>
                  <a:lnTo>
                    <a:pt x="42839" y="37717"/>
                  </a:lnTo>
                  <a:lnTo>
                    <a:pt x="42839" y="3877"/>
                  </a:lnTo>
                  <a:cubicBezTo>
                    <a:pt x="42839" y="960"/>
                    <a:pt x="42537" y="85"/>
                    <a:pt x="40726" y="85"/>
                  </a:cubicBezTo>
                  <a:cubicBezTo>
                    <a:pt x="38612" y="2710"/>
                    <a:pt x="36801" y="5336"/>
                    <a:pt x="34687" y="8253"/>
                  </a:cubicBezTo>
                  <a:cubicBezTo>
                    <a:pt x="23215" y="24298"/>
                    <a:pt x="10232" y="38300"/>
                    <a:pt x="5402" y="39467"/>
                  </a:cubicBezTo>
                  <a:cubicBezTo>
                    <a:pt x="2080" y="41509"/>
                    <a:pt x="269" y="43551"/>
                    <a:pt x="269" y="45010"/>
                  </a:cubicBezTo>
                  <a:cubicBezTo>
                    <a:pt x="269" y="45885"/>
                    <a:pt x="571" y="46469"/>
                    <a:pt x="1477" y="47052"/>
                  </a:cubicBezTo>
                  <a:lnTo>
                    <a:pt x="17478" y="47052"/>
                  </a:lnTo>
                  <a:lnTo>
                    <a:pt x="17478" y="134860"/>
                  </a:lnTo>
                  <a:cubicBezTo>
                    <a:pt x="17478" y="159365"/>
                    <a:pt x="26536" y="171909"/>
                    <a:pt x="44349" y="171909"/>
                  </a:cubicBezTo>
                  <a:cubicBezTo>
                    <a:pt x="59143" y="171909"/>
                    <a:pt x="70616" y="164908"/>
                    <a:pt x="80579" y="149738"/>
                  </a:cubicBezTo>
                  <a:lnTo>
                    <a:pt x="76654" y="146529"/>
                  </a:lnTo>
                  <a:cubicBezTo>
                    <a:pt x="70314" y="153822"/>
                    <a:pt x="65181" y="156740"/>
                    <a:pt x="58539" y="156740"/>
                  </a:cubicBezTo>
                  <a:cubicBezTo>
                    <a:pt x="47368" y="156740"/>
                    <a:pt x="42839" y="148863"/>
                    <a:pt x="42839" y="130485"/>
                  </a:cubicBezTo>
                  <a:lnTo>
                    <a:pt x="42839" y="47052"/>
                  </a:lnTo>
                  <a:lnTo>
                    <a:pt x="73333" y="47052"/>
                  </a:lnTo>
                  <a:lnTo>
                    <a:pt x="73333" y="37717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6" name="Freeform: Shape 3995">
              <a:extLst>
                <a:ext uri="{FF2B5EF4-FFF2-40B4-BE49-F238E27FC236}">
                  <a16:creationId xmlns:a16="http://schemas.microsoft.com/office/drawing/2014/main" id="{82438967-0C59-46CA-D5EF-5FCFB5E6ED9B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599068" y="6785889"/>
              <a:ext cx="120464" cy="137109"/>
            </a:xfrm>
            <a:custGeom>
              <a:avLst/>
              <a:gdLst>
                <a:gd name="connsiteX0" fmla="*/ 115906 w 120464"/>
                <a:gd name="connsiteY0" fmla="*/ 86434 h 137109"/>
                <a:gd name="connsiteX1" fmla="*/ 69109 w 120464"/>
                <a:gd name="connsiteY1" fmla="*/ 117065 h 137109"/>
                <a:gd name="connsiteX2" fmla="*/ 30162 w 120464"/>
                <a:gd name="connsiteY2" fmla="*/ 91977 h 137109"/>
                <a:gd name="connsiteX3" fmla="*/ 22010 w 120464"/>
                <a:gd name="connsiteY3" fmla="*/ 53470 h 137109"/>
                <a:gd name="connsiteX4" fmla="*/ 115000 w 120464"/>
                <a:gd name="connsiteY4" fmla="*/ 53470 h 137109"/>
                <a:gd name="connsiteX5" fmla="*/ 102018 w 120464"/>
                <a:gd name="connsiteY5" fmla="*/ 16713 h 137109"/>
                <a:gd name="connsiteX6" fmla="*/ 63372 w 120464"/>
                <a:gd name="connsiteY6" fmla="*/ 85 h 137109"/>
                <a:gd name="connsiteX7" fmla="*/ 22614 w 120464"/>
                <a:gd name="connsiteY7" fmla="*/ 15254 h 137109"/>
                <a:gd name="connsiteX8" fmla="*/ 272 w 120464"/>
                <a:gd name="connsiteY8" fmla="*/ 71848 h 137109"/>
                <a:gd name="connsiteX9" fmla="*/ 56730 w 120464"/>
                <a:gd name="connsiteY9" fmla="*/ 137194 h 137109"/>
                <a:gd name="connsiteX10" fmla="*/ 120737 w 120464"/>
                <a:gd name="connsiteY10" fmla="*/ 88477 h 137109"/>
                <a:gd name="connsiteX11" fmla="*/ 115906 w 120464"/>
                <a:gd name="connsiteY11" fmla="*/ 86434 h 137109"/>
                <a:gd name="connsiteX12" fmla="*/ 22614 w 120464"/>
                <a:gd name="connsiteY12" fmla="*/ 44135 h 137109"/>
                <a:gd name="connsiteX13" fmla="*/ 54617 w 120464"/>
                <a:gd name="connsiteY13" fmla="*/ 10587 h 137109"/>
                <a:gd name="connsiteX14" fmla="*/ 84205 w 120464"/>
                <a:gd name="connsiteY14" fmla="*/ 44135 h 137109"/>
                <a:gd name="connsiteX15" fmla="*/ 22614 w 120464"/>
                <a:gd name="connsiteY15" fmla="*/ 44135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464" h="137109">
                  <a:moveTo>
                    <a:pt x="115906" y="86434"/>
                  </a:moveTo>
                  <a:cubicBezTo>
                    <a:pt x="101414" y="108605"/>
                    <a:pt x="88431" y="117065"/>
                    <a:pt x="69109" y="117065"/>
                  </a:cubicBezTo>
                  <a:cubicBezTo>
                    <a:pt x="51900" y="117065"/>
                    <a:pt x="38917" y="108605"/>
                    <a:pt x="30162" y="91977"/>
                  </a:cubicBezTo>
                  <a:cubicBezTo>
                    <a:pt x="24727" y="80892"/>
                    <a:pt x="22614" y="71265"/>
                    <a:pt x="22010" y="53470"/>
                  </a:cubicBezTo>
                  <a:lnTo>
                    <a:pt x="115000" y="53470"/>
                  </a:lnTo>
                  <a:cubicBezTo>
                    <a:pt x="112585" y="34508"/>
                    <a:pt x="109566" y="26048"/>
                    <a:pt x="102018" y="16713"/>
                  </a:cubicBezTo>
                  <a:cubicBezTo>
                    <a:pt x="92960" y="6211"/>
                    <a:pt x="79072" y="85"/>
                    <a:pt x="63372" y="85"/>
                  </a:cubicBezTo>
                  <a:cubicBezTo>
                    <a:pt x="48277" y="85"/>
                    <a:pt x="34086" y="5336"/>
                    <a:pt x="22614" y="15254"/>
                  </a:cubicBezTo>
                  <a:cubicBezTo>
                    <a:pt x="8424" y="27215"/>
                    <a:pt x="272" y="47927"/>
                    <a:pt x="272" y="71848"/>
                  </a:cubicBezTo>
                  <a:cubicBezTo>
                    <a:pt x="272" y="112106"/>
                    <a:pt x="22010" y="137194"/>
                    <a:pt x="56730" y="137194"/>
                  </a:cubicBezTo>
                  <a:cubicBezTo>
                    <a:pt x="85412" y="137194"/>
                    <a:pt x="108056" y="119983"/>
                    <a:pt x="120737" y="88477"/>
                  </a:cubicBezTo>
                  <a:lnTo>
                    <a:pt x="115906" y="86434"/>
                  </a:lnTo>
                  <a:close/>
                  <a:moveTo>
                    <a:pt x="22614" y="44135"/>
                  </a:moveTo>
                  <a:cubicBezTo>
                    <a:pt x="25935" y="21380"/>
                    <a:pt x="36200" y="10587"/>
                    <a:pt x="54617" y="10587"/>
                  </a:cubicBezTo>
                  <a:cubicBezTo>
                    <a:pt x="73034" y="10587"/>
                    <a:pt x="80280" y="18755"/>
                    <a:pt x="84205" y="44135"/>
                  </a:cubicBezTo>
                  <a:lnTo>
                    <a:pt x="22614" y="4413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7" name="Freeform: Shape 3996">
              <a:extLst>
                <a:ext uri="{FF2B5EF4-FFF2-40B4-BE49-F238E27FC236}">
                  <a16:creationId xmlns:a16="http://schemas.microsoft.com/office/drawing/2014/main" id="{1757E739-0D1F-191F-1365-8242AACC98A0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9727582" y="6785889"/>
              <a:ext cx="99632" cy="134192"/>
            </a:xfrm>
            <a:custGeom>
              <a:avLst/>
              <a:gdLst>
                <a:gd name="connsiteX0" fmla="*/ 880 w 99632"/>
                <a:gd name="connsiteY0" fmla="*/ 20505 h 134192"/>
                <a:gd name="connsiteX1" fmla="*/ 11447 w 99632"/>
                <a:gd name="connsiteY1" fmla="*/ 19338 h 134192"/>
                <a:gd name="connsiteX2" fmla="*/ 21712 w 99632"/>
                <a:gd name="connsiteY2" fmla="*/ 36842 h 134192"/>
                <a:gd name="connsiteX3" fmla="*/ 21712 w 99632"/>
                <a:gd name="connsiteY3" fmla="*/ 109772 h 134192"/>
                <a:gd name="connsiteX4" fmla="*/ 276 w 99632"/>
                <a:gd name="connsiteY4" fmla="*/ 129901 h 134192"/>
                <a:gd name="connsiteX5" fmla="*/ 276 w 99632"/>
                <a:gd name="connsiteY5" fmla="*/ 134277 h 134192"/>
                <a:gd name="connsiteX6" fmla="*/ 72736 w 99632"/>
                <a:gd name="connsiteY6" fmla="*/ 134277 h 134192"/>
                <a:gd name="connsiteX7" fmla="*/ 72736 w 99632"/>
                <a:gd name="connsiteY7" fmla="*/ 129901 h 134192"/>
                <a:gd name="connsiteX8" fmla="*/ 47073 w 99632"/>
                <a:gd name="connsiteY8" fmla="*/ 108022 h 134192"/>
                <a:gd name="connsiteX9" fmla="*/ 47073 w 99632"/>
                <a:gd name="connsiteY9" fmla="*/ 42384 h 134192"/>
                <a:gd name="connsiteX10" fmla="*/ 68207 w 99632"/>
                <a:gd name="connsiteY10" fmla="*/ 18463 h 134192"/>
                <a:gd name="connsiteX11" fmla="*/ 76057 w 99632"/>
                <a:gd name="connsiteY11" fmla="*/ 22839 h 134192"/>
                <a:gd name="connsiteX12" fmla="*/ 88134 w 99632"/>
                <a:gd name="connsiteY12" fmla="*/ 28673 h 134192"/>
                <a:gd name="connsiteX13" fmla="*/ 99909 w 99632"/>
                <a:gd name="connsiteY13" fmla="*/ 15546 h 134192"/>
                <a:gd name="connsiteX14" fmla="*/ 83303 w 99632"/>
                <a:gd name="connsiteY14" fmla="*/ 85 h 134192"/>
                <a:gd name="connsiteX15" fmla="*/ 47073 w 99632"/>
                <a:gd name="connsiteY15" fmla="*/ 27507 h 134192"/>
                <a:gd name="connsiteX16" fmla="*/ 47073 w 99632"/>
                <a:gd name="connsiteY16" fmla="*/ 668 h 134192"/>
                <a:gd name="connsiteX17" fmla="*/ 45564 w 99632"/>
                <a:gd name="connsiteY17" fmla="*/ 85 h 134192"/>
                <a:gd name="connsiteX18" fmla="*/ 880 w 99632"/>
                <a:gd name="connsiteY18" fmla="*/ 15838 h 134192"/>
                <a:gd name="connsiteX19" fmla="*/ 880 w 99632"/>
                <a:gd name="connsiteY19" fmla="*/ 20505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32" h="134192">
                  <a:moveTo>
                    <a:pt x="880" y="20505"/>
                  </a:moveTo>
                  <a:cubicBezTo>
                    <a:pt x="5107" y="19630"/>
                    <a:pt x="7824" y="19338"/>
                    <a:pt x="11447" y="19338"/>
                  </a:cubicBezTo>
                  <a:cubicBezTo>
                    <a:pt x="18995" y="19338"/>
                    <a:pt x="21712" y="24006"/>
                    <a:pt x="21712" y="36842"/>
                  </a:cubicBezTo>
                  <a:lnTo>
                    <a:pt x="21712" y="109772"/>
                  </a:lnTo>
                  <a:cubicBezTo>
                    <a:pt x="21712" y="124358"/>
                    <a:pt x="19599" y="126400"/>
                    <a:pt x="276" y="129901"/>
                  </a:cubicBezTo>
                  <a:lnTo>
                    <a:pt x="276" y="134277"/>
                  </a:lnTo>
                  <a:lnTo>
                    <a:pt x="72736" y="134277"/>
                  </a:lnTo>
                  <a:lnTo>
                    <a:pt x="72736" y="129901"/>
                  </a:lnTo>
                  <a:cubicBezTo>
                    <a:pt x="52206" y="129026"/>
                    <a:pt x="47073" y="124650"/>
                    <a:pt x="47073" y="108022"/>
                  </a:cubicBezTo>
                  <a:lnTo>
                    <a:pt x="47073" y="42384"/>
                  </a:lnTo>
                  <a:cubicBezTo>
                    <a:pt x="47073" y="33049"/>
                    <a:pt x="60056" y="18463"/>
                    <a:pt x="68207" y="18463"/>
                  </a:cubicBezTo>
                  <a:cubicBezTo>
                    <a:pt x="70019" y="18463"/>
                    <a:pt x="72736" y="19922"/>
                    <a:pt x="76057" y="22839"/>
                  </a:cubicBezTo>
                  <a:cubicBezTo>
                    <a:pt x="80888" y="26923"/>
                    <a:pt x="84209" y="28673"/>
                    <a:pt x="88134" y="28673"/>
                  </a:cubicBezTo>
                  <a:cubicBezTo>
                    <a:pt x="95380" y="28673"/>
                    <a:pt x="99909" y="23714"/>
                    <a:pt x="99909" y="15546"/>
                  </a:cubicBezTo>
                  <a:cubicBezTo>
                    <a:pt x="99909" y="5919"/>
                    <a:pt x="93568" y="85"/>
                    <a:pt x="83303" y="85"/>
                  </a:cubicBezTo>
                  <a:cubicBezTo>
                    <a:pt x="70623" y="85"/>
                    <a:pt x="61867" y="6794"/>
                    <a:pt x="47073" y="27507"/>
                  </a:cubicBezTo>
                  <a:lnTo>
                    <a:pt x="47073" y="668"/>
                  </a:lnTo>
                  <a:lnTo>
                    <a:pt x="45564" y="85"/>
                  </a:lnTo>
                  <a:cubicBezTo>
                    <a:pt x="29562" y="6503"/>
                    <a:pt x="18693" y="10295"/>
                    <a:pt x="880" y="15838"/>
                  </a:cubicBezTo>
                  <a:lnTo>
                    <a:pt x="880" y="20505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8" name="Freeform: Shape 3997">
              <a:extLst>
                <a:ext uri="{FF2B5EF4-FFF2-40B4-BE49-F238E27FC236}">
                  <a16:creationId xmlns:a16="http://schemas.microsoft.com/office/drawing/2014/main" id="{D957D5FE-763E-9BEE-CF92-47AFAE59DADD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9831818" y="6785889"/>
              <a:ext cx="229154" cy="134192"/>
            </a:xfrm>
            <a:custGeom>
              <a:avLst/>
              <a:gdLst>
                <a:gd name="connsiteX0" fmla="*/ 1185 w 229154"/>
                <a:gd name="connsiteY0" fmla="*/ 18171 h 134192"/>
                <a:gd name="connsiteX1" fmla="*/ 10847 w 229154"/>
                <a:gd name="connsiteY1" fmla="*/ 17005 h 134192"/>
                <a:gd name="connsiteX2" fmla="*/ 21414 w 229154"/>
                <a:gd name="connsiteY2" fmla="*/ 35675 h 134192"/>
                <a:gd name="connsiteX3" fmla="*/ 21414 w 229154"/>
                <a:gd name="connsiteY3" fmla="*/ 109481 h 134192"/>
                <a:gd name="connsiteX4" fmla="*/ 279 w 229154"/>
                <a:gd name="connsiteY4" fmla="*/ 129901 h 134192"/>
                <a:gd name="connsiteX5" fmla="*/ 279 w 229154"/>
                <a:gd name="connsiteY5" fmla="*/ 134277 h 134192"/>
                <a:gd name="connsiteX6" fmla="*/ 67305 w 229154"/>
                <a:gd name="connsiteY6" fmla="*/ 134277 h 134192"/>
                <a:gd name="connsiteX7" fmla="*/ 67305 w 229154"/>
                <a:gd name="connsiteY7" fmla="*/ 129901 h 134192"/>
                <a:gd name="connsiteX8" fmla="*/ 46775 w 229154"/>
                <a:gd name="connsiteY8" fmla="*/ 114732 h 134192"/>
                <a:gd name="connsiteX9" fmla="*/ 46775 w 229154"/>
                <a:gd name="connsiteY9" fmla="*/ 32466 h 134192"/>
                <a:gd name="connsiteX10" fmla="*/ 51303 w 229154"/>
                <a:gd name="connsiteY10" fmla="*/ 26923 h 134192"/>
                <a:gd name="connsiteX11" fmla="*/ 82401 w 229154"/>
                <a:gd name="connsiteY11" fmla="*/ 15254 h 134192"/>
                <a:gd name="connsiteX12" fmla="*/ 102327 w 229154"/>
                <a:gd name="connsiteY12" fmla="*/ 45885 h 134192"/>
                <a:gd name="connsiteX13" fmla="*/ 102327 w 229154"/>
                <a:gd name="connsiteY13" fmla="*/ 109189 h 134192"/>
                <a:gd name="connsiteX14" fmla="*/ 81797 w 229154"/>
                <a:gd name="connsiteY14" fmla="*/ 129901 h 134192"/>
                <a:gd name="connsiteX15" fmla="*/ 81797 w 229154"/>
                <a:gd name="connsiteY15" fmla="*/ 134277 h 134192"/>
                <a:gd name="connsiteX16" fmla="*/ 149426 w 229154"/>
                <a:gd name="connsiteY16" fmla="*/ 134277 h 134192"/>
                <a:gd name="connsiteX17" fmla="*/ 149426 w 229154"/>
                <a:gd name="connsiteY17" fmla="*/ 129901 h 134192"/>
                <a:gd name="connsiteX18" fmla="*/ 127688 w 229154"/>
                <a:gd name="connsiteY18" fmla="*/ 106563 h 134192"/>
                <a:gd name="connsiteX19" fmla="*/ 127688 w 229154"/>
                <a:gd name="connsiteY19" fmla="*/ 33049 h 134192"/>
                <a:gd name="connsiteX20" fmla="*/ 160597 w 229154"/>
                <a:gd name="connsiteY20" fmla="*/ 15254 h 134192"/>
                <a:gd name="connsiteX21" fmla="*/ 183241 w 229154"/>
                <a:gd name="connsiteY21" fmla="*/ 47344 h 134192"/>
                <a:gd name="connsiteX22" fmla="*/ 183241 w 229154"/>
                <a:gd name="connsiteY22" fmla="*/ 108897 h 134192"/>
                <a:gd name="connsiteX23" fmla="*/ 163315 w 229154"/>
                <a:gd name="connsiteY23" fmla="*/ 129901 h 134192"/>
                <a:gd name="connsiteX24" fmla="*/ 163315 w 229154"/>
                <a:gd name="connsiteY24" fmla="*/ 134277 h 134192"/>
                <a:gd name="connsiteX25" fmla="*/ 229434 w 229154"/>
                <a:gd name="connsiteY25" fmla="*/ 134277 h 134192"/>
                <a:gd name="connsiteX26" fmla="*/ 229434 w 229154"/>
                <a:gd name="connsiteY26" fmla="*/ 129901 h 134192"/>
                <a:gd name="connsiteX27" fmla="*/ 221585 w 229154"/>
                <a:gd name="connsiteY27" fmla="*/ 129318 h 134192"/>
                <a:gd name="connsiteX28" fmla="*/ 208602 w 229154"/>
                <a:gd name="connsiteY28" fmla="*/ 112106 h 134192"/>
                <a:gd name="connsiteX29" fmla="*/ 208602 w 229154"/>
                <a:gd name="connsiteY29" fmla="*/ 52011 h 134192"/>
                <a:gd name="connsiteX30" fmla="*/ 173580 w 229154"/>
                <a:gd name="connsiteY30" fmla="*/ 85 h 134192"/>
                <a:gd name="connsiteX31" fmla="*/ 124367 w 229154"/>
                <a:gd name="connsiteY31" fmla="*/ 24589 h 134192"/>
                <a:gd name="connsiteX32" fmla="*/ 92364 w 229154"/>
                <a:gd name="connsiteY32" fmla="*/ 85 h 134192"/>
                <a:gd name="connsiteX33" fmla="*/ 45567 w 229154"/>
                <a:gd name="connsiteY33" fmla="*/ 22547 h 134192"/>
                <a:gd name="connsiteX34" fmla="*/ 45567 w 229154"/>
                <a:gd name="connsiteY34" fmla="*/ 668 h 134192"/>
                <a:gd name="connsiteX35" fmla="*/ 43454 w 229154"/>
                <a:gd name="connsiteY35" fmla="*/ 85 h 134192"/>
                <a:gd name="connsiteX36" fmla="*/ 1185 w 229154"/>
                <a:gd name="connsiteY36" fmla="*/ 13212 h 134192"/>
                <a:gd name="connsiteX37" fmla="*/ 1185 w 229154"/>
                <a:gd name="connsiteY37" fmla="*/ 18171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154" h="134192">
                  <a:moveTo>
                    <a:pt x="1185" y="18171"/>
                  </a:moveTo>
                  <a:cubicBezTo>
                    <a:pt x="5110" y="17296"/>
                    <a:pt x="7525" y="17005"/>
                    <a:pt x="10847" y="17005"/>
                  </a:cubicBezTo>
                  <a:cubicBezTo>
                    <a:pt x="18696" y="17005"/>
                    <a:pt x="21414" y="21672"/>
                    <a:pt x="21414" y="35675"/>
                  </a:cubicBezTo>
                  <a:lnTo>
                    <a:pt x="21414" y="109481"/>
                  </a:lnTo>
                  <a:cubicBezTo>
                    <a:pt x="21414" y="125234"/>
                    <a:pt x="17187" y="129609"/>
                    <a:pt x="279" y="129901"/>
                  </a:cubicBezTo>
                  <a:lnTo>
                    <a:pt x="279" y="134277"/>
                  </a:lnTo>
                  <a:lnTo>
                    <a:pt x="67305" y="134277"/>
                  </a:lnTo>
                  <a:lnTo>
                    <a:pt x="67305" y="129901"/>
                  </a:lnTo>
                  <a:cubicBezTo>
                    <a:pt x="51303" y="129318"/>
                    <a:pt x="46775" y="126109"/>
                    <a:pt x="46775" y="114732"/>
                  </a:cubicBezTo>
                  <a:lnTo>
                    <a:pt x="46775" y="32466"/>
                  </a:lnTo>
                  <a:cubicBezTo>
                    <a:pt x="46775" y="31882"/>
                    <a:pt x="49190" y="28965"/>
                    <a:pt x="51303" y="26923"/>
                  </a:cubicBezTo>
                  <a:cubicBezTo>
                    <a:pt x="58851" y="20214"/>
                    <a:pt x="71834" y="15254"/>
                    <a:pt x="82401" y="15254"/>
                  </a:cubicBezTo>
                  <a:cubicBezTo>
                    <a:pt x="95685" y="15254"/>
                    <a:pt x="102327" y="25465"/>
                    <a:pt x="102327" y="45885"/>
                  </a:cubicBezTo>
                  <a:lnTo>
                    <a:pt x="102327" y="109189"/>
                  </a:lnTo>
                  <a:cubicBezTo>
                    <a:pt x="102327" y="125525"/>
                    <a:pt x="99006" y="128734"/>
                    <a:pt x="81797" y="129901"/>
                  </a:cubicBezTo>
                  <a:lnTo>
                    <a:pt x="81797" y="134277"/>
                  </a:lnTo>
                  <a:lnTo>
                    <a:pt x="149426" y="134277"/>
                  </a:lnTo>
                  <a:lnTo>
                    <a:pt x="149426" y="129901"/>
                  </a:lnTo>
                  <a:cubicBezTo>
                    <a:pt x="132217" y="129609"/>
                    <a:pt x="127688" y="124650"/>
                    <a:pt x="127688" y="106563"/>
                  </a:cubicBezTo>
                  <a:lnTo>
                    <a:pt x="127688" y="33049"/>
                  </a:lnTo>
                  <a:cubicBezTo>
                    <a:pt x="136746" y="20505"/>
                    <a:pt x="146709" y="15254"/>
                    <a:pt x="160597" y="15254"/>
                  </a:cubicBezTo>
                  <a:cubicBezTo>
                    <a:pt x="177807" y="15254"/>
                    <a:pt x="183241" y="23131"/>
                    <a:pt x="183241" y="47344"/>
                  </a:cubicBezTo>
                  <a:lnTo>
                    <a:pt x="183241" y="108897"/>
                  </a:lnTo>
                  <a:cubicBezTo>
                    <a:pt x="183241" y="125525"/>
                    <a:pt x="180826" y="127859"/>
                    <a:pt x="163315" y="129901"/>
                  </a:cubicBezTo>
                  <a:lnTo>
                    <a:pt x="163315" y="134277"/>
                  </a:lnTo>
                  <a:lnTo>
                    <a:pt x="229434" y="134277"/>
                  </a:lnTo>
                  <a:lnTo>
                    <a:pt x="229434" y="129901"/>
                  </a:lnTo>
                  <a:lnTo>
                    <a:pt x="221585" y="129318"/>
                  </a:lnTo>
                  <a:cubicBezTo>
                    <a:pt x="212527" y="128734"/>
                    <a:pt x="208602" y="123483"/>
                    <a:pt x="208602" y="112106"/>
                  </a:cubicBezTo>
                  <a:lnTo>
                    <a:pt x="208602" y="52011"/>
                  </a:lnTo>
                  <a:cubicBezTo>
                    <a:pt x="208602" y="17588"/>
                    <a:pt x="196827" y="85"/>
                    <a:pt x="173580" y="85"/>
                  </a:cubicBezTo>
                  <a:cubicBezTo>
                    <a:pt x="156069" y="85"/>
                    <a:pt x="140671" y="7669"/>
                    <a:pt x="124367" y="24589"/>
                  </a:cubicBezTo>
                  <a:cubicBezTo>
                    <a:pt x="118933" y="7961"/>
                    <a:pt x="108668" y="85"/>
                    <a:pt x="92364" y="85"/>
                  </a:cubicBezTo>
                  <a:cubicBezTo>
                    <a:pt x="79080" y="85"/>
                    <a:pt x="70626" y="4169"/>
                    <a:pt x="45567" y="22547"/>
                  </a:cubicBezTo>
                  <a:lnTo>
                    <a:pt x="45567" y="668"/>
                  </a:lnTo>
                  <a:lnTo>
                    <a:pt x="43454" y="85"/>
                  </a:lnTo>
                  <a:cubicBezTo>
                    <a:pt x="28056" y="5627"/>
                    <a:pt x="17791" y="8836"/>
                    <a:pt x="1185" y="13212"/>
                  </a:cubicBezTo>
                  <a:lnTo>
                    <a:pt x="1185" y="18171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9" name="Freeform: Shape 3998">
              <a:extLst>
                <a:ext uri="{FF2B5EF4-FFF2-40B4-BE49-F238E27FC236}">
                  <a16:creationId xmlns:a16="http://schemas.microsoft.com/office/drawing/2014/main" id="{6D0E9E41-62A0-C140-E83F-8371D92E4C2C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078154" y="6786181"/>
              <a:ext cx="89669" cy="136817"/>
            </a:xfrm>
            <a:custGeom>
              <a:avLst/>
              <a:gdLst>
                <a:gd name="connsiteX0" fmla="*/ 79993 w 89669"/>
                <a:gd name="connsiteY0" fmla="*/ 42384 h 136817"/>
                <a:gd name="connsiteX1" fmla="*/ 78786 w 89669"/>
                <a:gd name="connsiteY1" fmla="*/ 2710 h 136817"/>
                <a:gd name="connsiteX2" fmla="*/ 75465 w 89669"/>
                <a:gd name="connsiteY2" fmla="*/ 2710 h 136817"/>
                <a:gd name="connsiteX3" fmla="*/ 74861 w 89669"/>
                <a:gd name="connsiteY3" fmla="*/ 3294 h 136817"/>
                <a:gd name="connsiteX4" fmla="*/ 70634 w 89669"/>
                <a:gd name="connsiteY4" fmla="*/ 5627 h 136817"/>
                <a:gd name="connsiteX5" fmla="*/ 62482 w 89669"/>
                <a:gd name="connsiteY5" fmla="*/ 3585 h 136817"/>
                <a:gd name="connsiteX6" fmla="*/ 41348 w 89669"/>
                <a:gd name="connsiteY6" fmla="*/ 85 h 136817"/>
                <a:gd name="connsiteX7" fmla="*/ 287 w 89669"/>
                <a:gd name="connsiteY7" fmla="*/ 35967 h 136817"/>
                <a:gd name="connsiteX8" fmla="*/ 35612 w 89669"/>
                <a:gd name="connsiteY8" fmla="*/ 77975 h 136817"/>
                <a:gd name="connsiteX9" fmla="*/ 53123 w 89669"/>
                <a:gd name="connsiteY9" fmla="*/ 87601 h 136817"/>
                <a:gd name="connsiteX10" fmla="*/ 68822 w 89669"/>
                <a:gd name="connsiteY10" fmla="*/ 109481 h 136817"/>
                <a:gd name="connsiteX11" fmla="*/ 43763 w 89669"/>
                <a:gd name="connsiteY11" fmla="*/ 130485 h 136817"/>
                <a:gd name="connsiteX12" fmla="*/ 18402 w 89669"/>
                <a:gd name="connsiteY12" fmla="*/ 120274 h 136817"/>
                <a:gd name="connsiteX13" fmla="*/ 5420 w 89669"/>
                <a:gd name="connsiteY13" fmla="*/ 89643 h 136817"/>
                <a:gd name="connsiteX14" fmla="*/ 589 w 89669"/>
                <a:gd name="connsiteY14" fmla="*/ 89643 h 136817"/>
                <a:gd name="connsiteX15" fmla="*/ 589 w 89669"/>
                <a:gd name="connsiteY15" fmla="*/ 135152 h 136817"/>
                <a:gd name="connsiteX16" fmla="*/ 4514 w 89669"/>
                <a:gd name="connsiteY16" fmla="*/ 135152 h 136817"/>
                <a:gd name="connsiteX17" fmla="*/ 11458 w 89669"/>
                <a:gd name="connsiteY17" fmla="*/ 131651 h 136817"/>
                <a:gd name="connsiteX18" fmla="*/ 25346 w 89669"/>
                <a:gd name="connsiteY18" fmla="*/ 133985 h 136817"/>
                <a:gd name="connsiteX19" fmla="*/ 47386 w 89669"/>
                <a:gd name="connsiteY19" fmla="*/ 136902 h 136817"/>
                <a:gd name="connsiteX20" fmla="*/ 89957 w 89669"/>
                <a:gd name="connsiteY20" fmla="*/ 99562 h 136817"/>
                <a:gd name="connsiteX21" fmla="*/ 64596 w 89669"/>
                <a:gd name="connsiteY21" fmla="*/ 64847 h 136817"/>
                <a:gd name="connsiteX22" fmla="*/ 31989 w 89669"/>
                <a:gd name="connsiteY22" fmla="*/ 46177 h 136817"/>
                <a:gd name="connsiteX23" fmla="*/ 19006 w 89669"/>
                <a:gd name="connsiteY23" fmla="*/ 26340 h 136817"/>
                <a:gd name="connsiteX24" fmla="*/ 42254 w 89669"/>
                <a:gd name="connsiteY24" fmla="*/ 6503 h 136817"/>
                <a:gd name="connsiteX25" fmla="*/ 75465 w 89669"/>
                <a:gd name="connsiteY25" fmla="*/ 42384 h 136817"/>
                <a:gd name="connsiteX26" fmla="*/ 79993 w 89669"/>
                <a:gd name="connsiteY26" fmla="*/ 42384 h 13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69" h="136817">
                  <a:moveTo>
                    <a:pt x="79993" y="42384"/>
                  </a:moveTo>
                  <a:lnTo>
                    <a:pt x="78786" y="2710"/>
                  </a:lnTo>
                  <a:lnTo>
                    <a:pt x="75465" y="2710"/>
                  </a:lnTo>
                  <a:lnTo>
                    <a:pt x="74861" y="3294"/>
                  </a:lnTo>
                  <a:cubicBezTo>
                    <a:pt x="72143" y="5336"/>
                    <a:pt x="71842" y="5627"/>
                    <a:pt x="70634" y="5627"/>
                  </a:cubicBezTo>
                  <a:cubicBezTo>
                    <a:pt x="68822" y="5627"/>
                    <a:pt x="65803" y="5044"/>
                    <a:pt x="62482" y="3585"/>
                  </a:cubicBezTo>
                  <a:cubicBezTo>
                    <a:pt x="55840" y="1252"/>
                    <a:pt x="49198" y="85"/>
                    <a:pt x="41348" y="85"/>
                  </a:cubicBezTo>
                  <a:cubicBezTo>
                    <a:pt x="17496" y="85"/>
                    <a:pt x="287" y="14963"/>
                    <a:pt x="287" y="35967"/>
                  </a:cubicBezTo>
                  <a:cubicBezTo>
                    <a:pt x="287" y="52303"/>
                    <a:pt x="9949" y="63972"/>
                    <a:pt x="35612" y="77975"/>
                  </a:cubicBezTo>
                  <a:lnTo>
                    <a:pt x="53123" y="87601"/>
                  </a:lnTo>
                  <a:cubicBezTo>
                    <a:pt x="63690" y="93436"/>
                    <a:pt x="68822" y="100437"/>
                    <a:pt x="68822" y="109481"/>
                  </a:cubicBezTo>
                  <a:cubicBezTo>
                    <a:pt x="68822" y="122316"/>
                    <a:pt x="59161" y="130485"/>
                    <a:pt x="43763" y="130485"/>
                  </a:cubicBezTo>
                  <a:cubicBezTo>
                    <a:pt x="33498" y="130485"/>
                    <a:pt x="24139" y="126692"/>
                    <a:pt x="18402" y="120274"/>
                  </a:cubicBezTo>
                  <a:cubicBezTo>
                    <a:pt x="12062" y="112981"/>
                    <a:pt x="9345" y="106272"/>
                    <a:pt x="5420" y="89643"/>
                  </a:cubicBezTo>
                  <a:lnTo>
                    <a:pt x="589" y="89643"/>
                  </a:lnTo>
                  <a:lnTo>
                    <a:pt x="589" y="135152"/>
                  </a:lnTo>
                  <a:lnTo>
                    <a:pt x="4514" y="135152"/>
                  </a:lnTo>
                  <a:cubicBezTo>
                    <a:pt x="6627" y="132235"/>
                    <a:pt x="7835" y="131651"/>
                    <a:pt x="11458" y="131651"/>
                  </a:cubicBezTo>
                  <a:cubicBezTo>
                    <a:pt x="14175" y="131651"/>
                    <a:pt x="18402" y="132235"/>
                    <a:pt x="25346" y="133985"/>
                  </a:cubicBezTo>
                  <a:cubicBezTo>
                    <a:pt x="33800" y="135736"/>
                    <a:pt x="41952" y="136902"/>
                    <a:pt x="47386" y="136902"/>
                  </a:cubicBezTo>
                  <a:cubicBezTo>
                    <a:pt x="70634" y="136902"/>
                    <a:pt x="89957" y="119983"/>
                    <a:pt x="89957" y="99562"/>
                  </a:cubicBezTo>
                  <a:cubicBezTo>
                    <a:pt x="89957" y="84976"/>
                    <a:pt x="82711" y="75349"/>
                    <a:pt x="64596" y="64847"/>
                  </a:cubicBezTo>
                  <a:lnTo>
                    <a:pt x="31989" y="46177"/>
                  </a:lnTo>
                  <a:cubicBezTo>
                    <a:pt x="23535" y="41509"/>
                    <a:pt x="19006" y="34216"/>
                    <a:pt x="19006" y="26340"/>
                  </a:cubicBezTo>
                  <a:cubicBezTo>
                    <a:pt x="19006" y="14671"/>
                    <a:pt x="28366" y="6503"/>
                    <a:pt x="42254" y="6503"/>
                  </a:cubicBezTo>
                  <a:cubicBezTo>
                    <a:pt x="59463" y="6503"/>
                    <a:pt x="68520" y="16421"/>
                    <a:pt x="75465" y="42384"/>
                  </a:cubicBezTo>
                  <a:lnTo>
                    <a:pt x="79993" y="42384"/>
                  </a:ln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00" name="Freeform: Shape 3999">
              <a:extLst>
                <a:ext uri="{FF2B5EF4-FFF2-40B4-BE49-F238E27FC236}">
                  <a16:creationId xmlns:a16="http://schemas.microsoft.com/office/drawing/2014/main" id="{986662BA-44ED-4E36-98AC-C13D227DC654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205095" y="6786181"/>
              <a:ext cx="33512" cy="137109"/>
            </a:xfrm>
            <a:custGeom>
              <a:avLst/>
              <a:gdLst>
                <a:gd name="connsiteX0" fmla="*/ 16897 w 33512"/>
                <a:gd name="connsiteY0" fmla="*/ 85 h 137109"/>
                <a:gd name="connsiteX1" fmla="*/ 291 w 33512"/>
                <a:gd name="connsiteY1" fmla="*/ 16713 h 137109"/>
                <a:gd name="connsiteX2" fmla="*/ 16595 w 33512"/>
                <a:gd name="connsiteY2" fmla="*/ 32466 h 137109"/>
                <a:gd name="connsiteX3" fmla="*/ 33804 w 33512"/>
                <a:gd name="connsiteY3" fmla="*/ 16713 h 137109"/>
                <a:gd name="connsiteX4" fmla="*/ 16897 w 33512"/>
                <a:gd name="connsiteY4" fmla="*/ 85 h 137109"/>
                <a:gd name="connsiteX5" fmla="*/ 16897 w 33512"/>
                <a:gd name="connsiteY5" fmla="*/ 104813 h 137109"/>
                <a:gd name="connsiteX6" fmla="*/ 291 w 33512"/>
                <a:gd name="connsiteY6" fmla="*/ 121441 h 137109"/>
                <a:gd name="connsiteX7" fmla="*/ 16595 w 33512"/>
                <a:gd name="connsiteY7" fmla="*/ 137194 h 137109"/>
                <a:gd name="connsiteX8" fmla="*/ 33804 w 33512"/>
                <a:gd name="connsiteY8" fmla="*/ 121441 h 137109"/>
                <a:gd name="connsiteX9" fmla="*/ 16897 w 33512"/>
                <a:gd name="connsiteY9" fmla="*/ 104813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12" h="137109">
                  <a:moveTo>
                    <a:pt x="16897" y="85"/>
                  </a:moveTo>
                  <a:cubicBezTo>
                    <a:pt x="7839" y="85"/>
                    <a:pt x="291" y="7669"/>
                    <a:pt x="291" y="16713"/>
                  </a:cubicBezTo>
                  <a:cubicBezTo>
                    <a:pt x="291" y="25173"/>
                    <a:pt x="7839" y="32466"/>
                    <a:pt x="16595" y="32466"/>
                  </a:cubicBezTo>
                  <a:cubicBezTo>
                    <a:pt x="25954" y="32466"/>
                    <a:pt x="33804" y="25173"/>
                    <a:pt x="33804" y="16713"/>
                  </a:cubicBezTo>
                  <a:cubicBezTo>
                    <a:pt x="33804" y="7669"/>
                    <a:pt x="25954" y="85"/>
                    <a:pt x="16897" y="85"/>
                  </a:cubicBezTo>
                  <a:close/>
                  <a:moveTo>
                    <a:pt x="16897" y="104813"/>
                  </a:moveTo>
                  <a:cubicBezTo>
                    <a:pt x="7839" y="104813"/>
                    <a:pt x="291" y="112398"/>
                    <a:pt x="291" y="121441"/>
                  </a:cubicBezTo>
                  <a:cubicBezTo>
                    <a:pt x="291" y="129901"/>
                    <a:pt x="7839" y="137194"/>
                    <a:pt x="16595" y="137194"/>
                  </a:cubicBezTo>
                  <a:cubicBezTo>
                    <a:pt x="25954" y="137194"/>
                    <a:pt x="33804" y="129901"/>
                    <a:pt x="33804" y="121441"/>
                  </a:cubicBezTo>
                  <a:cubicBezTo>
                    <a:pt x="33804" y="112398"/>
                    <a:pt x="25954" y="104813"/>
                    <a:pt x="16897" y="104813"/>
                  </a:cubicBezTo>
                  <a:close/>
                </a:path>
              </a:pathLst>
            </a:custGeom>
            <a:grpFill/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888" name="Group 388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b_0=-0.693, \,\, b_1=1.74431301; \quad &#10;a_0= \exp(b_0) = 0.5, \, \, a_1 = b_1 =1.74431301;&#10;\end{align*}&#10;}&#10;\end{document}" title="IguanaTex Shape Display">
            <a:extLst>
              <a:ext uri="{FF2B5EF4-FFF2-40B4-BE49-F238E27FC236}">
                <a16:creationId xmlns:a16="http://schemas.microsoft.com/office/drawing/2014/main" id="{A064EA9E-F263-5A02-D398-55E95861E24E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923886" y="5091825"/>
            <a:ext cx="9646862" cy="294963"/>
            <a:chOff x="3515627" y="7450414"/>
            <a:chExt cx="9646862" cy="294963"/>
          </a:xfrm>
        </p:grpSpPr>
        <p:sp>
          <p:nvSpPr>
            <p:cNvPr id="3832" name="Freeform: Shape 3831">
              <a:extLst>
                <a:ext uri="{FF2B5EF4-FFF2-40B4-BE49-F238E27FC236}">
                  <a16:creationId xmlns:a16="http://schemas.microsoft.com/office/drawing/2014/main" id="{8C1319C0-AC14-57C2-404A-35F4E0927A06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3515627" y="7470176"/>
              <a:ext cx="136244" cy="204704"/>
            </a:xfrm>
            <a:custGeom>
              <a:avLst/>
              <a:gdLst>
                <a:gd name="connsiteX0" fmla="*/ 26416 w 136244"/>
                <a:gd name="connsiteY0" fmla="*/ 11883 h 204704"/>
                <a:gd name="connsiteX1" fmla="*/ 46095 w 136244"/>
                <a:gd name="connsiteY1" fmla="*/ 19847 h 204704"/>
                <a:gd name="connsiteX2" fmla="*/ 43371 w 136244"/>
                <a:gd name="connsiteY2" fmla="*/ 32531 h 204704"/>
                <a:gd name="connsiteX3" fmla="*/ 41857 w 136244"/>
                <a:gd name="connsiteY3" fmla="*/ 38135 h 204704"/>
                <a:gd name="connsiteX4" fmla="*/ 41251 w 136244"/>
                <a:gd name="connsiteY4" fmla="*/ 40200 h 204704"/>
                <a:gd name="connsiteX5" fmla="*/ 75 w 136244"/>
                <a:gd name="connsiteY5" fmla="*/ 187977 h 204704"/>
                <a:gd name="connsiteX6" fmla="*/ 75 w 136244"/>
                <a:gd name="connsiteY6" fmla="*/ 189156 h 204704"/>
                <a:gd name="connsiteX7" fmla="*/ 40343 w 136244"/>
                <a:gd name="connsiteY7" fmla="*/ 204789 h 204704"/>
                <a:gd name="connsiteX8" fmla="*/ 136320 w 136244"/>
                <a:gd name="connsiteY8" fmla="*/ 106862 h 204704"/>
                <a:gd name="connsiteX9" fmla="*/ 101199 w 136244"/>
                <a:gd name="connsiteY9" fmla="*/ 71466 h 204704"/>
                <a:gd name="connsiteX10" fmla="*/ 42765 w 136244"/>
                <a:gd name="connsiteY10" fmla="*/ 116005 h 204704"/>
                <a:gd name="connsiteX11" fmla="*/ 74253 w 136244"/>
                <a:gd name="connsiteY11" fmla="*/ 1559 h 204704"/>
                <a:gd name="connsiteX12" fmla="*/ 72739 w 136244"/>
                <a:gd name="connsiteY12" fmla="*/ 85 h 204704"/>
                <a:gd name="connsiteX13" fmla="*/ 26416 w 136244"/>
                <a:gd name="connsiteY13" fmla="*/ 6869 h 204704"/>
                <a:gd name="connsiteX14" fmla="*/ 26416 w 136244"/>
                <a:gd name="connsiteY14" fmla="*/ 11883 h 204704"/>
                <a:gd name="connsiteX15" fmla="*/ 89391 w 136244"/>
                <a:gd name="connsiteY15" fmla="*/ 85919 h 204704"/>
                <a:gd name="connsiteX16" fmla="*/ 110584 w 136244"/>
                <a:gd name="connsiteY16" fmla="*/ 111286 h 204704"/>
                <a:gd name="connsiteX17" fmla="*/ 77280 w 136244"/>
                <a:gd name="connsiteY17" fmla="*/ 180602 h 204704"/>
                <a:gd name="connsiteX18" fmla="*/ 40040 w 136244"/>
                <a:gd name="connsiteY18" fmla="*/ 198005 h 204704"/>
                <a:gd name="connsiteX19" fmla="*/ 26113 w 136244"/>
                <a:gd name="connsiteY19" fmla="*/ 187977 h 204704"/>
                <a:gd name="connsiteX20" fmla="*/ 47912 w 136244"/>
                <a:gd name="connsiteY20" fmla="*/ 119840 h 204704"/>
                <a:gd name="connsiteX21" fmla="*/ 89391 w 136244"/>
                <a:gd name="connsiteY21" fmla="*/ 85919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244" h="204704">
                  <a:moveTo>
                    <a:pt x="26416" y="11883"/>
                  </a:moveTo>
                  <a:cubicBezTo>
                    <a:pt x="44279" y="12473"/>
                    <a:pt x="46095" y="13358"/>
                    <a:pt x="46095" y="19847"/>
                  </a:cubicBezTo>
                  <a:cubicBezTo>
                    <a:pt x="46095" y="22502"/>
                    <a:pt x="45187" y="26041"/>
                    <a:pt x="43371" y="32531"/>
                  </a:cubicBezTo>
                  <a:cubicBezTo>
                    <a:pt x="42765" y="34595"/>
                    <a:pt x="42159" y="36660"/>
                    <a:pt x="41857" y="38135"/>
                  </a:cubicBezTo>
                  <a:lnTo>
                    <a:pt x="41251" y="40200"/>
                  </a:lnTo>
                  <a:lnTo>
                    <a:pt x="75" y="187977"/>
                  </a:lnTo>
                  <a:lnTo>
                    <a:pt x="75" y="189156"/>
                  </a:lnTo>
                  <a:cubicBezTo>
                    <a:pt x="75" y="195941"/>
                    <a:pt x="23388" y="204789"/>
                    <a:pt x="40343" y="204789"/>
                  </a:cubicBezTo>
                  <a:cubicBezTo>
                    <a:pt x="86060" y="204789"/>
                    <a:pt x="136320" y="153171"/>
                    <a:pt x="136320" y="106862"/>
                  </a:cubicBezTo>
                  <a:cubicBezTo>
                    <a:pt x="136320" y="86214"/>
                    <a:pt x="121484" y="71466"/>
                    <a:pt x="101199" y="71466"/>
                  </a:cubicBezTo>
                  <a:cubicBezTo>
                    <a:pt x="80005" y="71466"/>
                    <a:pt x="64261" y="83559"/>
                    <a:pt x="42765" y="116005"/>
                  </a:cubicBezTo>
                  <a:cubicBezTo>
                    <a:pt x="58509" y="59962"/>
                    <a:pt x="60628" y="51998"/>
                    <a:pt x="74253" y="1559"/>
                  </a:cubicBezTo>
                  <a:lnTo>
                    <a:pt x="72739" y="85"/>
                  </a:lnTo>
                  <a:cubicBezTo>
                    <a:pt x="57600" y="2739"/>
                    <a:pt x="46701" y="4509"/>
                    <a:pt x="26416" y="6869"/>
                  </a:cubicBezTo>
                  <a:lnTo>
                    <a:pt x="26416" y="11883"/>
                  </a:lnTo>
                  <a:close/>
                  <a:moveTo>
                    <a:pt x="89391" y="85919"/>
                  </a:moveTo>
                  <a:cubicBezTo>
                    <a:pt x="102410" y="85919"/>
                    <a:pt x="110584" y="95653"/>
                    <a:pt x="110584" y="111286"/>
                  </a:cubicBezTo>
                  <a:cubicBezTo>
                    <a:pt x="110584" y="130754"/>
                    <a:pt x="95143" y="162315"/>
                    <a:pt x="77280" y="180602"/>
                  </a:cubicBezTo>
                  <a:cubicBezTo>
                    <a:pt x="66078" y="191811"/>
                    <a:pt x="53059" y="198005"/>
                    <a:pt x="40040" y="198005"/>
                  </a:cubicBezTo>
                  <a:cubicBezTo>
                    <a:pt x="30654" y="198005"/>
                    <a:pt x="26113" y="194761"/>
                    <a:pt x="26113" y="187977"/>
                  </a:cubicBezTo>
                  <a:cubicBezTo>
                    <a:pt x="26113" y="170279"/>
                    <a:pt x="35196" y="141667"/>
                    <a:pt x="47912" y="119840"/>
                  </a:cubicBezTo>
                  <a:cubicBezTo>
                    <a:pt x="61234" y="97128"/>
                    <a:pt x="74858" y="85919"/>
                    <a:pt x="89391" y="85919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3" name="Freeform: Shape 3832">
              <a:extLst>
                <a:ext uri="{FF2B5EF4-FFF2-40B4-BE49-F238E27FC236}">
                  <a16:creationId xmlns:a16="http://schemas.microsoft.com/office/drawing/2014/main" id="{461F2890-AC54-7DDB-1174-16BCB8748012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3665990" y="7568808"/>
              <a:ext cx="101268" cy="150608"/>
            </a:xfrm>
            <a:custGeom>
              <a:avLst/>
              <a:gdLst>
                <a:gd name="connsiteX0" fmla="*/ 51610 w 101268"/>
                <a:gd name="connsiteY0" fmla="*/ 87 h 150608"/>
                <a:gd name="connsiteX1" fmla="*/ 21588 w 101268"/>
                <a:gd name="connsiteY1" fmla="*/ 11437 h 150608"/>
                <a:gd name="connsiteX2" fmla="*/ 79 w 101268"/>
                <a:gd name="connsiteY2" fmla="*/ 74300 h 150608"/>
                <a:gd name="connsiteX3" fmla="*/ 18003 w 101268"/>
                <a:gd name="connsiteY3" fmla="*/ 135853 h 150608"/>
                <a:gd name="connsiteX4" fmla="*/ 50714 w 101268"/>
                <a:gd name="connsiteY4" fmla="*/ 150695 h 150608"/>
                <a:gd name="connsiteX5" fmla="*/ 79840 w 101268"/>
                <a:gd name="connsiteY5" fmla="*/ 139345 h 150608"/>
                <a:gd name="connsiteX6" fmla="*/ 101348 w 101268"/>
                <a:gd name="connsiteY6" fmla="*/ 75609 h 150608"/>
                <a:gd name="connsiteX7" fmla="*/ 51610 w 101268"/>
                <a:gd name="connsiteY7" fmla="*/ 87 h 150608"/>
                <a:gd name="connsiteX8" fmla="*/ 50938 w 101268"/>
                <a:gd name="connsiteY8" fmla="*/ 5762 h 150608"/>
                <a:gd name="connsiteX9" fmla="*/ 79840 w 101268"/>
                <a:gd name="connsiteY9" fmla="*/ 76046 h 150608"/>
                <a:gd name="connsiteX10" fmla="*/ 50714 w 101268"/>
                <a:gd name="connsiteY10" fmla="*/ 145020 h 150608"/>
                <a:gd name="connsiteX11" fmla="*/ 21588 w 101268"/>
                <a:gd name="connsiteY11" fmla="*/ 76264 h 150608"/>
                <a:gd name="connsiteX12" fmla="*/ 50938 w 101268"/>
                <a:gd name="connsiteY12" fmla="*/ 5762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68" h="150608">
                  <a:moveTo>
                    <a:pt x="51610" y="87"/>
                  </a:moveTo>
                  <a:cubicBezTo>
                    <a:pt x="39288" y="87"/>
                    <a:pt x="29878" y="3798"/>
                    <a:pt x="21588" y="11437"/>
                  </a:cubicBezTo>
                  <a:cubicBezTo>
                    <a:pt x="8593" y="23661"/>
                    <a:pt x="79" y="48762"/>
                    <a:pt x="79" y="74300"/>
                  </a:cubicBezTo>
                  <a:cubicBezTo>
                    <a:pt x="79" y="98092"/>
                    <a:pt x="7473" y="123629"/>
                    <a:pt x="18003" y="135853"/>
                  </a:cubicBezTo>
                  <a:cubicBezTo>
                    <a:pt x="26293" y="145457"/>
                    <a:pt x="37719" y="150695"/>
                    <a:pt x="50714" y="150695"/>
                  </a:cubicBezTo>
                  <a:cubicBezTo>
                    <a:pt x="62140" y="150695"/>
                    <a:pt x="71774" y="146985"/>
                    <a:pt x="79840" y="139345"/>
                  </a:cubicBezTo>
                  <a:cubicBezTo>
                    <a:pt x="92835" y="127340"/>
                    <a:pt x="101348" y="102020"/>
                    <a:pt x="101348" y="75609"/>
                  </a:cubicBezTo>
                  <a:cubicBezTo>
                    <a:pt x="101348" y="30864"/>
                    <a:pt x="80960" y="87"/>
                    <a:pt x="51610" y="87"/>
                  </a:cubicBezTo>
                  <a:close/>
                  <a:moveTo>
                    <a:pt x="50938" y="5762"/>
                  </a:moveTo>
                  <a:cubicBezTo>
                    <a:pt x="69758" y="5762"/>
                    <a:pt x="79840" y="30427"/>
                    <a:pt x="79840" y="76046"/>
                  </a:cubicBezTo>
                  <a:cubicBezTo>
                    <a:pt x="79840" y="121665"/>
                    <a:pt x="69982" y="145020"/>
                    <a:pt x="50714" y="145020"/>
                  </a:cubicBezTo>
                  <a:cubicBezTo>
                    <a:pt x="31446" y="145020"/>
                    <a:pt x="21588" y="121665"/>
                    <a:pt x="21588" y="76264"/>
                  </a:cubicBezTo>
                  <a:cubicBezTo>
                    <a:pt x="21588" y="29990"/>
                    <a:pt x="31670" y="5762"/>
                    <a:pt x="50938" y="5762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4" name="Freeform: Shape 3833">
              <a:extLst>
                <a:ext uri="{FF2B5EF4-FFF2-40B4-BE49-F238E27FC236}">
                  <a16:creationId xmlns:a16="http://schemas.microsoft.com/office/drawing/2014/main" id="{AB9EBBA3-0F4B-FC0B-3192-44B82549268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3872738" y="7563385"/>
              <a:ext cx="201338" cy="69021"/>
            </a:xfrm>
            <a:custGeom>
              <a:avLst/>
              <a:gdLst>
                <a:gd name="connsiteX0" fmla="*/ 191132 w 201338"/>
                <a:gd name="connsiteY0" fmla="*/ 11883 h 69021"/>
                <a:gd name="connsiteX1" fmla="*/ 201426 w 201338"/>
                <a:gd name="connsiteY1" fmla="*/ 5983 h 69021"/>
                <a:gd name="connsiteX2" fmla="*/ 191435 w 201338"/>
                <a:gd name="connsiteY2" fmla="*/ 84 h 69021"/>
                <a:gd name="connsiteX3" fmla="*/ 10079 w 201338"/>
                <a:gd name="connsiteY3" fmla="*/ 84 h 69021"/>
                <a:gd name="connsiteX4" fmla="*/ 87 w 201338"/>
                <a:gd name="connsiteY4" fmla="*/ 5983 h 69021"/>
                <a:gd name="connsiteX5" fmla="*/ 10381 w 201338"/>
                <a:gd name="connsiteY5" fmla="*/ 11883 h 69021"/>
                <a:gd name="connsiteX6" fmla="*/ 191132 w 201338"/>
                <a:gd name="connsiteY6" fmla="*/ 11883 h 69021"/>
                <a:gd name="connsiteX7" fmla="*/ 191435 w 201338"/>
                <a:gd name="connsiteY7" fmla="*/ 69105 h 69021"/>
                <a:gd name="connsiteX8" fmla="*/ 201426 w 201338"/>
                <a:gd name="connsiteY8" fmla="*/ 63206 h 69021"/>
                <a:gd name="connsiteX9" fmla="*/ 191132 w 201338"/>
                <a:gd name="connsiteY9" fmla="*/ 57307 h 69021"/>
                <a:gd name="connsiteX10" fmla="*/ 10381 w 201338"/>
                <a:gd name="connsiteY10" fmla="*/ 57307 h 69021"/>
                <a:gd name="connsiteX11" fmla="*/ 87 w 201338"/>
                <a:gd name="connsiteY11" fmla="*/ 63206 h 69021"/>
                <a:gd name="connsiteX12" fmla="*/ 10079 w 201338"/>
                <a:gd name="connsiteY12" fmla="*/ 69105 h 69021"/>
                <a:gd name="connsiteX13" fmla="*/ 191435 w 201338"/>
                <a:gd name="connsiteY13" fmla="*/ 69105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8" h="69021">
                  <a:moveTo>
                    <a:pt x="191132" y="11883"/>
                  </a:moveTo>
                  <a:cubicBezTo>
                    <a:pt x="195674" y="11883"/>
                    <a:pt x="201426" y="11883"/>
                    <a:pt x="201426" y="5983"/>
                  </a:cubicBezTo>
                  <a:cubicBezTo>
                    <a:pt x="201426" y="84"/>
                    <a:pt x="195674" y="84"/>
                    <a:pt x="191435" y="84"/>
                  </a:cubicBezTo>
                  <a:lnTo>
                    <a:pt x="10079" y="84"/>
                  </a:lnTo>
                  <a:cubicBezTo>
                    <a:pt x="5840" y="84"/>
                    <a:pt x="87" y="84"/>
                    <a:pt x="87" y="5983"/>
                  </a:cubicBezTo>
                  <a:cubicBezTo>
                    <a:pt x="87" y="11883"/>
                    <a:pt x="5840" y="11883"/>
                    <a:pt x="10381" y="11883"/>
                  </a:cubicBezTo>
                  <a:lnTo>
                    <a:pt x="191132" y="11883"/>
                  </a:lnTo>
                  <a:close/>
                  <a:moveTo>
                    <a:pt x="191435" y="69105"/>
                  </a:moveTo>
                  <a:cubicBezTo>
                    <a:pt x="195674" y="69105"/>
                    <a:pt x="201426" y="69105"/>
                    <a:pt x="201426" y="63206"/>
                  </a:cubicBezTo>
                  <a:cubicBezTo>
                    <a:pt x="201426" y="57307"/>
                    <a:pt x="195674" y="57307"/>
                    <a:pt x="191132" y="57307"/>
                  </a:cubicBezTo>
                  <a:lnTo>
                    <a:pt x="10381" y="57307"/>
                  </a:lnTo>
                  <a:cubicBezTo>
                    <a:pt x="5840" y="57307"/>
                    <a:pt x="87" y="57307"/>
                    <a:pt x="87" y="63206"/>
                  </a:cubicBezTo>
                  <a:cubicBezTo>
                    <a:pt x="87" y="69105"/>
                    <a:pt x="5840" y="69105"/>
                    <a:pt x="10079" y="69105"/>
                  </a:cubicBezTo>
                  <a:lnTo>
                    <a:pt x="191435" y="6910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5" name="Freeform: Shape 3834">
              <a:extLst>
                <a:ext uri="{FF2B5EF4-FFF2-40B4-BE49-F238E27FC236}">
                  <a16:creationId xmlns:a16="http://schemas.microsoft.com/office/drawing/2014/main" id="{0F07A743-91FE-E6AD-36EF-5BB7F2EBF21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184573" y="7591996"/>
              <a:ext cx="184989" cy="11798"/>
            </a:xfrm>
            <a:custGeom>
              <a:avLst/>
              <a:gdLst>
                <a:gd name="connsiteX0" fmla="*/ 174489 w 184989"/>
                <a:gd name="connsiteY0" fmla="*/ 11883 h 11798"/>
                <a:gd name="connsiteX1" fmla="*/ 185086 w 184989"/>
                <a:gd name="connsiteY1" fmla="*/ 5984 h 11798"/>
                <a:gd name="connsiteX2" fmla="*/ 174489 w 184989"/>
                <a:gd name="connsiteY2" fmla="*/ 85 h 11798"/>
                <a:gd name="connsiteX3" fmla="*/ 10693 w 184989"/>
                <a:gd name="connsiteY3" fmla="*/ 85 h 11798"/>
                <a:gd name="connsiteX4" fmla="*/ 96 w 184989"/>
                <a:gd name="connsiteY4" fmla="*/ 5984 h 11798"/>
                <a:gd name="connsiteX5" fmla="*/ 10693 w 184989"/>
                <a:gd name="connsiteY5" fmla="*/ 11883 h 11798"/>
                <a:gd name="connsiteX6" fmla="*/ 174489 w 184989"/>
                <a:gd name="connsiteY6" fmla="*/ 11883 h 1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89" h="11798">
                  <a:moveTo>
                    <a:pt x="174489" y="11883"/>
                  </a:moveTo>
                  <a:cubicBezTo>
                    <a:pt x="179636" y="11883"/>
                    <a:pt x="185086" y="11883"/>
                    <a:pt x="185086" y="5984"/>
                  </a:cubicBezTo>
                  <a:cubicBezTo>
                    <a:pt x="185086" y="85"/>
                    <a:pt x="179636" y="85"/>
                    <a:pt x="174489" y="85"/>
                  </a:cubicBezTo>
                  <a:lnTo>
                    <a:pt x="10693" y="85"/>
                  </a:lnTo>
                  <a:cubicBezTo>
                    <a:pt x="5546" y="85"/>
                    <a:pt x="96" y="85"/>
                    <a:pt x="96" y="5984"/>
                  </a:cubicBezTo>
                  <a:cubicBezTo>
                    <a:pt x="96" y="11883"/>
                    <a:pt x="5546" y="11883"/>
                    <a:pt x="10693" y="11883"/>
                  </a:cubicBezTo>
                  <a:lnTo>
                    <a:pt x="174489" y="11883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6" name="Freeform: Shape 3835">
              <a:extLst>
                <a:ext uri="{FF2B5EF4-FFF2-40B4-BE49-F238E27FC236}">
                  <a16:creationId xmlns:a16="http://schemas.microsoft.com/office/drawing/2014/main" id="{351F4FDD-6348-839C-59F1-09F14E7716EE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4402837" y="7472241"/>
              <a:ext cx="136849" cy="203524"/>
            </a:xfrm>
            <a:custGeom>
              <a:avLst/>
              <a:gdLst>
                <a:gd name="connsiteX0" fmla="*/ 69740 w 136849"/>
                <a:gd name="connsiteY0" fmla="*/ 85 h 203524"/>
                <a:gd name="connsiteX1" fmla="*/ 29170 w 136849"/>
                <a:gd name="connsiteY1" fmla="*/ 15423 h 203524"/>
                <a:gd name="connsiteX2" fmla="*/ 104 w 136849"/>
                <a:gd name="connsiteY2" fmla="*/ 100372 h 203524"/>
                <a:gd name="connsiteX3" fmla="*/ 24325 w 136849"/>
                <a:gd name="connsiteY3" fmla="*/ 183552 h 203524"/>
                <a:gd name="connsiteX4" fmla="*/ 68529 w 136849"/>
                <a:gd name="connsiteY4" fmla="*/ 203610 h 203524"/>
                <a:gd name="connsiteX5" fmla="*/ 107889 w 136849"/>
                <a:gd name="connsiteY5" fmla="*/ 188271 h 203524"/>
                <a:gd name="connsiteX6" fmla="*/ 136954 w 136849"/>
                <a:gd name="connsiteY6" fmla="*/ 102142 h 203524"/>
                <a:gd name="connsiteX7" fmla="*/ 69740 w 136849"/>
                <a:gd name="connsiteY7" fmla="*/ 85 h 203524"/>
                <a:gd name="connsiteX8" fmla="*/ 68832 w 136849"/>
                <a:gd name="connsiteY8" fmla="*/ 7754 h 203524"/>
                <a:gd name="connsiteX9" fmla="*/ 107889 w 136849"/>
                <a:gd name="connsiteY9" fmla="*/ 102732 h 203524"/>
                <a:gd name="connsiteX10" fmla="*/ 68529 w 136849"/>
                <a:gd name="connsiteY10" fmla="*/ 195941 h 203524"/>
                <a:gd name="connsiteX11" fmla="*/ 29170 w 136849"/>
                <a:gd name="connsiteY11" fmla="*/ 103027 h 203524"/>
                <a:gd name="connsiteX12" fmla="*/ 68832 w 136849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9" h="203524">
                  <a:moveTo>
                    <a:pt x="69740" y="85"/>
                  </a:moveTo>
                  <a:cubicBezTo>
                    <a:pt x="53088" y="85"/>
                    <a:pt x="40372" y="5099"/>
                    <a:pt x="29170" y="15423"/>
                  </a:cubicBezTo>
                  <a:cubicBezTo>
                    <a:pt x="11609" y="31941"/>
                    <a:pt x="104" y="65862"/>
                    <a:pt x="104" y="100372"/>
                  </a:cubicBezTo>
                  <a:cubicBezTo>
                    <a:pt x="104" y="132523"/>
                    <a:pt x="10095" y="167034"/>
                    <a:pt x="24325" y="183552"/>
                  </a:cubicBezTo>
                  <a:cubicBezTo>
                    <a:pt x="35528" y="196530"/>
                    <a:pt x="50969" y="203610"/>
                    <a:pt x="68529" y="203610"/>
                  </a:cubicBezTo>
                  <a:cubicBezTo>
                    <a:pt x="83970" y="203610"/>
                    <a:pt x="96989" y="198595"/>
                    <a:pt x="107889" y="188271"/>
                  </a:cubicBezTo>
                  <a:cubicBezTo>
                    <a:pt x="125449" y="172048"/>
                    <a:pt x="136954" y="137833"/>
                    <a:pt x="136954" y="102142"/>
                  </a:cubicBezTo>
                  <a:cubicBezTo>
                    <a:pt x="136954" y="41675"/>
                    <a:pt x="109402" y="85"/>
                    <a:pt x="69740" y="85"/>
                  </a:cubicBezTo>
                  <a:close/>
                  <a:moveTo>
                    <a:pt x="68832" y="7754"/>
                  </a:moveTo>
                  <a:cubicBezTo>
                    <a:pt x="94264" y="7754"/>
                    <a:pt x="107889" y="41085"/>
                    <a:pt x="107889" y="102732"/>
                  </a:cubicBezTo>
                  <a:cubicBezTo>
                    <a:pt x="107889" y="164379"/>
                    <a:pt x="94567" y="195941"/>
                    <a:pt x="68529" y="195941"/>
                  </a:cubicBezTo>
                  <a:cubicBezTo>
                    <a:pt x="42491" y="195941"/>
                    <a:pt x="29170" y="164379"/>
                    <a:pt x="29170" y="103027"/>
                  </a:cubicBezTo>
                  <a:cubicBezTo>
                    <a:pt x="29170" y="40495"/>
                    <a:pt x="42794" y="7754"/>
                    <a:pt x="68832" y="775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7" name="Freeform: Shape 3836">
              <a:extLst>
                <a:ext uri="{FF2B5EF4-FFF2-40B4-BE49-F238E27FC236}">
                  <a16:creationId xmlns:a16="http://schemas.microsoft.com/office/drawing/2014/main" id="{81AD0B82-10F3-995D-D937-EC9A8079CC47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4573559" y="7640370"/>
              <a:ext cx="32093" cy="31266"/>
            </a:xfrm>
            <a:custGeom>
              <a:avLst/>
              <a:gdLst>
                <a:gd name="connsiteX0" fmla="*/ 32202 w 32093"/>
                <a:gd name="connsiteY0" fmla="*/ 15718 h 31266"/>
                <a:gd name="connsiteX1" fmla="*/ 16156 w 32093"/>
                <a:gd name="connsiteY1" fmla="*/ 85 h 31266"/>
                <a:gd name="connsiteX2" fmla="*/ 109 w 32093"/>
                <a:gd name="connsiteY2" fmla="*/ 15718 h 31266"/>
                <a:gd name="connsiteX3" fmla="*/ 16156 w 32093"/>
                <a:gd name="connsiteY3" fmla="*/ 31351 h 31266"/>
                <a:gd name="connsiteX4" fmla="*/ 32202 w 32093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3" h="31266">
                  <a:moveTo>
                    <a:pt x="32202" y="15718"/>
                  </a:moveTo>
                  <a:cubicBezTo>
                    <a:pt x="32202" y="7164"/>
                    <a:pt x="24936" y="85"/>
                    <a:pt x="16156" y="85"/>
                  </a:cubicBezTo>
                  <a:cubicBezTo>
                    <a:pt x="7375" y="85"/>
                    <a:pt x="109" y="7164"/>
                    <a:pt x="109" y="15718"/>
                  </a:cubicBezTo>
                  <a:cubicBezTo>
                    <a:pt x="109" y="24272"/>
                    <a:pt x="7376" y="31351"/>
                    <a:pt x="16156" y="31351"/>
                  </a:cubicBezTo>
                  <a:cubicBezTo>
                    <a:pt x="24936" y="31351"/>
                    <a:pt x="32202" y="24272"/>
                    <a:pt x="32202" y="15718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8" name="Freeform: Shape 3837">
              <a:extLst>
                <a:ext uri="{FF2B5EF4-FFF2-40B4-BE49-F238E27FC236}">
                  <a16:creationId xmlns:a16="http://schemas.microsoft.com/office/drawing/2014/main" id="{7F31E1FD-BA11-AEE6-9BEF-CD56CAAE0190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4641993" y="7469881"/>
              <a:ext cx="131400" cy="205884"/>
            </a:xfrm>
            <a:custGeom>
              <a:avLst/>
              <a:gdLst>
                <a:gd name="connsiteX0" fmla="*/ 124851 w 131400"/>
                <a:gd name="connsiteY0" fmla="*/ 85 h 205884"/>
                <a:gd name="connsiteX1" fmla="*/ 50674 w 131400"/>
                <a:gd name="connsiteY1" fmla="*/ 23682 h 205884"/>
                <a:gd name="connsiteX2" fmla="*/ 112 w 131400"/>
                <a:gd name="connsiteY2" fmla="*/ 119545 h 205884"/>
                <a:gd name="connsiteX3" fmla="*/ 21305 w 131400"/>
                <a:gd name="connsiteY3" fmla="*/ 185912 h 205884"/>
                <a:gd name="connsiteX4" fmla="*/ 67931 w 131400"/>
                <a:gd name="connsiteY4" fmla="*/ 205969 h 205884"/>
                <a:gd name="connsiteX5" fmla="*/ 131512 w 131400"/>
                <a:gd name="connsiteY5" fmla="*/ 137243 h 205884"/>
                <a:gd name="connsiteX6" fmla="*/ 74592 w 131400"/>
                <a:gd name="connsiteY6" fmla="*/ 75595 h 205884"/>
                <a:gd name="connsiteX7" fmla="*/ 35838 w 131400"/>
                <a:gd name="connsiteY7" fmla="*/ 88869 h 205884"/>
                <a:gd name="connsiteX8" fmla="*/ 125457 w 131400"/>
                <a:gd name="connsiteY8" fmla="*/ 4804 h 205884"/>
                <a:gd name="connsiteX9" fmla="*/ 124851 w 131400"/>
                <a:gd name="connsiteY9" fmla="*/ 85 h 205884"/>
                <a:gd name="connsiteX10" fmla="*/ 63087 w 131400"/>
                <a:gd name="connsiteY10" fmla="*/ 89164 h 205884"/>
                <a:gd name="connsiteX11" fmla="*/ 104263 w 131400"/>
                <a:gd name="connsiteY11" fmla="*/ 147272 h 205884"/>
                <a:gd name="connsiteX12" fmla="*/ 71262 w 131400"/>
                <a:gd name="connsiteY12" fmla="*/ 197710 h 205884"/>
                <a:gd name="connsiteX13" fmla="*/ 28269 w 131400"/>
                <a:gd name="connsiteY13" fmla="*/ 124264 h 205884"/>
                <a:gd name="connsiteX14" fmla="*/ 36747 w 131400"/>
                <a:gd name="connsiteY14" fmla="*/ 96538 h 205884"/>
                <a:gd name="connsiteX15" fmla="*/ 63087 w 131400"/>
                <a:gd name="connsiteY15" fmla="*/ 89164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00" h="205884">
                  <a:moveTo>
                    <a:pt x="124851" y="85"/>
                  </a:moveTo>
                  <a:cubicBezTo>
                    <a:pt x="90336" y="3034"/>
                    <a:pt x="72776" y="8639"/>
                    <a:pt x="50674" y="23682"/>
                  </a:cubicBezTo>
                  <a:cubicBezTo>
                    <a:pt x="17975" y="46394"/>
                    <a:pt x="112" y="80020"/>
                    <a:pt x="112" y="119545"/>
                  </a:cubicBezTo>
                  <a:cubicBezTo>
                    <a:pt x="112" y="145207"/>
                    <a:pt x="8287" y="171164"/>
                    <a:pt x="21305" y="185912"/>
                  </a:cubicBezTo>
                  <a:cubicBezTo>
                    <a:pt x="32811" y="198890"/>
                    <a:pt x="49160" y="205969"/>
                    <a:pt x="67931" y="205969"/>
                  </a:cubicBezTo>
                  <a:cubicBezTo>
                    <a:pt x="105474" y="205969"/>
                    <a:pt x="131512" y="177948"/>
                    <a:pt x="131512" y="137243"/>
                  </a:cubicBezTo>
                  <a:cubicBezTo>
                    <a:pt x="131512" y="99487"/>
                    <a:pt x="109410" y="75595"/>
                    <a:pt x="74592" y="75595"/>
                  </a:cubicBezTo>
                  <a:cubicBezTo>
                    <a:pt x="61271" y="75595"/>
                    <a:pt x="54912" y="77660"/>
                    <a:pt x="35838" y="88869"/>
                  </a:cubicBezTo>
                  <a:cubicBezTo>
                    <a:pt x="44013" y="44329"/>
                    <a:pt x="77923" y="12473"/>
                    <a:pt x="125457" y="4804"/>
                  </a:cubicBezTo>
                  <a:lnTo>
                    <a:pt x="124851" y="85"/>
                  </a:lnTo>
                  <a:close/>
                  <a:moveTo>
                    <a:pt x="63087" y="89164"/>
                  </a:moveTo>
                  <a:cubicBezTo>
                    <a:pt x="89125" y="89164"/>
                    <a:pt x="104263" y="110401"/>
                    <a:pt x="104263" y="147272"/>
                  </a:cubicBezTo>
                  <a:cubicBezTo>
                    <a:pt x="104263" y="179718"/>
                    <a:pt x="92455" y="197710"/>
                    <a:pt x="71262" y="197710"/>
                  </a:cubicBezTo>
                  <a:cubicBezTo>
                    <a:pt x="44618" y="197710"/>
                    <a:pt x="28269" y="169984"/>
                    <a:pt x="28269" y="124264"/>
                  </a:cubicBezTo>
                  <a:cubicBezTo>
                    <a:pt x="28269" y="109221"/>
                    <a:pt x="30691" y="100962"/>
                    <a:pt x="36747" y="96538"/>
                  </a:cubicBezTo>
                  <a:cubicBezTo>
                    <a:pt x="43105" y="91818"/>
                    <a:pt x="52490" y="89164"/>
                    <a:pt x="63087" y="8916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9" name="Freeform: Shape 3838">
              <a:extLst>
                <a:ext uri="{FF2B5EF4-FFF2-40B4-BE49-F238E27FC236}">
                  <a16:creationId xmlns:a16="http://schemas.microsoft.com/office/drawing/2014/main" id="{C054687E-9842-E2F1-CD43-8C4E418866CB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4792732" y="7472241"/>
              <a:ext cx="129886" cy="205884"/>
            </a:xfrm>
            <a:custGeom>
              <a:avLst/>
              <a:gdLst>
                <a:gd name="connsiteX0" fmla="*/ 8897 w 129886"/>
                <a:gd name="connsiteY0" fmla="*/ 205969 h 205884"/>
                <a:gd name="connsiteX1" fmla="*/ 80047 w 129886"/>
                <a:gd name="connsiteY1" fmla="*/ 182077 h 205884"/>
                <a:gd name="connsiteX2" fmla="*/ 130003 w 129886"/>
                <a:gd name="connsiteY2" fmla="*/ 83264 h 205884"/>
                <a:gd name="connsiteX3" fmla="*/ 63092 w 129886"/>
                <a:gd name="connsiteY3" fmla="*/ 85 h 205884"/>
                <a:gd name="connsiteX4" fmla="*/ 117 w 129886"/>
                <a:gd name="connsiteY4" fmla="*/ 69696 h 205884"/>
                <a:gd name="connsiteX5" fmla="*/ 54615 w 129886"/>
                <a:gd name="connsiteY5" fmla="*/ 129574 h 205884"/>
                <a:gd name="connsiteX6" fmla="*/ 100029 w 129886"/>
                <a:gd name="connsiteY6" fmla="*/ 112761 h 205884"/>
                <a:gd name="connsiteX7" fmla="*/ 7989 w 129886"/>
                <a:gd name="connsiteY7" fmla="*/ 200070 h 205884"/>
                <a:gd name="connsiteX8" fmla="*/ 8897 w 129886"/>
                <a:gd name="connsiteY8" fmla="*/ 205969 h 205884"/>
                <a:gd name="connsiteX9" fmla="*/ 100635 w 129886"/>
                <a:gd name="connsiteY9" fmla="*/ 94768 h 205884"/>
                <a:gd name="connsiteX10" fmla="*/ 96094 w 129886"/>
                <a:gd name="connsiteY10" fmla="*/ 105977 h 205884"/>
                <a:gd name="connsiteX11" fmla="*/ 65514 w 129886"/>
                <a:gd name="connsiteY11" fmla="*/ 116890 h 205884"/>
                <a:gd name="connsiteX12" fmla="*/ 27971 w 129886"/>
                <a:gd name="connsiteY12" fmla="*/ 59667 h 205884"/>
                <a:gd name="connsiteX13" fmla="*/ 39174 w 129886"/>
                <a:gd name="connsiteY13" fmla="*/ 17488 h 205884"/>
                <a:gd name="connsiteX14" fmla="*/ 60670 w 129886"/>
                <a:gd name="connsiteY14" fmla="*/ 8344 h 205884"/>
                <a:gd name="connsiteX15" fmla="*/ 100635 w 129886"/>
                <a:gd name="connsiteY15" fmla="*/ 83264 h 205884"/>
                <a:gd name="connsiteX16" fmla="*/ 100635 w 129886"/>
                <a:gd name="connsiteY16" fmla="*/ 94768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886" h="205884">
                  <a:moveTo>
                    <a:pt x="8897" y="205969"/>
                  </a:moveTo>
                  <a:cubicBezTo>
                    <a:pt x="42807" y="202135"/>
                    <a:pt x="59459" y="196530"/>
                    <a:pt x="80047" y="182077"/>
                  </a:cubicBezTo>
                  <a:cubicBezTo>
                    <a:pt x="111535" y="159660"/>
                    <a:pt x="130003" y="123085"/>
                    <a:pt x="130003" y="83264"/>
                  </a:cubicBezTo>
                  <a:cubicBezTo>
                    <a:pt x="130003" y="34595"/>
                    <a:pt x="102149" y="85"/>
                    <a:pt x="63092" y="85"/>
                  </a:cubicBezTo>
                  <a:cubicBezTo>
                    <a:pt x="27063" y="85"/>
                    <a:pt x="117" y="29876"/>
                    <a:pt x="117" y="69696"/>
                  </a:cubicBezTo>
                  <a:cubicBezTo>
                    <a:pt x="117" y="105682"/>
                    <a:pt x="21916" y="129574"/>
                    <a:pt x="54615" y="129574"/>
                  </a:cubicBezTo>
                  <a:cubicBezTo>
                    <a:pt x="71267" y="129574"/>
                    <a:pt x="83983" y="124854"/>
                    <a:pt x="100029" y="112761"/>
                  </a:cubicBezTo>
                  <a:cubicBezTo>
                    <a:pt x="87616" y="160840"/>
                    <a:pt x="54009" y="192401"/>
                    <a:pt x="7989" y="200070"/>
                  </a:cubicBezTo>
                  <a:lnTo>
                    <a:pt x="8897" y="205969"/>
                  </a:lnTo>
                  <a:close/>
                  <a:moveTo>
                    <a:pt x="100635" y="94768"/>
                  </a:moveTo>
                  <a:cubicBezTo>
                    <a:pt x="100635" y="100667"/>
                    <a:pt x="99424" y="103322"/>
                    <a:pt x="96094" y="105977"/>
                  </a:cubicBezTo>
                  <a:cubicBezTo>
                    <a:pt x="87616" y="113056"/>
                    <a:pt x="76414" y="116890"/>
                    <a:pt x="65514" y="116890"/>
                  </a:cubicBezTo>
                  <a:cubicBezTo>
                    <a:pt x="42504" y="116890"/>
                    <a:pt x="27971" y="94768"/>
                    <a:pt x="27971" y="59667"/>
                  </a:cubicBezTo>
                  <a:cubicBezTo>
                    <a:pt x="27971" y="42854"/>
                    <a:pt x="32816" y="25157"/>
                    <a:pt x="39174" y="17488"/>
                  </a:cubicBezTo>
                  <a:cubicBezTo>
                    <a:pt x="44321" y="11588"/>
                    <a:pt x="51890" y="8344"/>
                    <a:pt x="60670" y="8344"/>
                  </a:cubicBezTo>
                  <a:cubicBezTo>
                    <a:pt x="87011" y="8344"/>
                    <a:pt x="100635" y="33711"/>
                    <a:pt x="100635" y="83264"/>
                  </a:cubicBezTo>
                  <a:lnTo>
                    <a:pt x="100635" y="94768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0" name="Freeform: Shape 3839">
              <a:extLst>
                <a:ext uri="{FF2B5EF4-FFF2-40B4-BE49-F238E27FC236}">
                  <a16:creationId xmlns:a16="http://schemas.microsoft.com/office/drawing/2014/main" id="{17271D44-4A97-EA9D-0904-F2CA5C421D7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4948618" y="7472241"/>
              <a:ext cx="117775" cy="203524"/>
            </a:xfrm>
            <a:custGeom>
              <a:avLst/>
              <a:gdLst>
                <a:gd name="connsiteX0" fmla="*/ 33426 w 117775"/>
                <a:gd name="connsiteY0" fmla="*/ 102142 h 203524"/>
                <a:gd name="connsiteX1" fmla="*/ 65519 w 117775"/>
                <a:gd name="connsiteY1" fmla="*/ 105387 h 203524"/>
                <a:gd name="connsiteX2" fmla="*/ 96098 w 117775"/>
                <a:gd name="connsiteY2" fmla="*/ 149041 h 203524"/>
                <a:gd name="connsiteX3" fmla="*/ 56436 w 117775"/>
                <a:gd name="connsiteY3" fmla="*/ 192991 h 203524"/>
                <a:gd name="connsiteX4" fmla="*/ 31004 w 117775"/>
                <a:gd name="connsiteY4" fmla="*/ 183847 h 203524"/>
                <a:gd name="connsiteX5" fmla="*/ 11627 w 117775"/>
                <a:gd name="connsiteY5" fmla="*/ 176473 h 203524"/>
                <a:gd name="connsiteX6" fmla="*/ 122 w 117775"/>
                <a:gd name="connsiteY6" fmla="*/ 186797 h 203524"/>
                <a:gd name="connsiteX7" fmla="*/ 34334 w 117775"/>
                <a:gd name="connsiteY7" fmla="*/ 203610 h 203524"/>
                <a:gd name="connsiteX8" fmla="*/ 95796 w 117775"/>
                <a:gd name="connsiteY8" fmla="*/ 183847 h 203524"/>
                <a:gd name="connsiteX9" fmla="*/ 117898 w 117775"/>
                <a:gd name="connsiteY9" fmla="*/ 134883 h 203524"/>
                <a:gd name="connsiteX10" fmla="*/ 104273 w 117775"/>
                <a:gd name="connsiteY10" fmla="*/ 96833 h 203524"/>
                <a:gd name="connsiteX11" fmla="*/ 79144 w 117775"/>
                <a:gd name="connsiteY11" fmla="*/ 81200 h 203524"/>
                <a:gd name="connsiteX12" fmla="*/ 107604 w 117775"/>
                <a:gd name="connsiteY12" fmla="*/ 40495 h 203524"/>
                <a:gd name="connsiteX13" fmla="*/ 60372 w 117775"/>
                <a:gd name="connsiteY13" fmla="*/ 85 h 203524"/>
                <a:gd name="connsiteX14" fmla="*/ 21013 w 117775"/>
                <a:gd name="connsiteY14" fmla="*/ 14538 h 203524"/>
                <a:gd name="connsiteX15" fmla="*/ 727 w 117775"/>
                <a:gd name="connsiteY15" fmla="*/ 47869 h 203524"/>
                <a:gd name="connsiteX16" fmla="*/ 5269 w 117775"/>
                <a:gd name="connsiteY16" fmla="*/ 49049 h 203524"/>
                <a:gd name="connsiteX17" fmla="*/ 50381 w 117775"/>
                <a:gd name="connsiteY17" fmla="*/ 17783 h 203524"/>
                <a:gd name="connsiteX18" fmla="*/ 83685 w 117775"/>
                <a:gd name="connsiteY18" fmla="*/ 49344 h 203524"/>
                <a:gd name="connsiteX19" fmla="*/ 71574 w 117775"/>
                <a:gd name="connsiteY19" fmla="*/ 77955 h 203524"/>
                <a:gd name="connsiteX20" fmla="*/ 33426 w 117775"/>
                <a:gd name="connsiteY20" fmla="*/ 98308 h 203524"/>
                <a:gd name="connsiteX21" fmla="*/ 33426 w 117775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5" h="203524">
                  <a:moveTo>
                    <a:pt x="33426" y="102142"/>
                  </a:moveTo>
                  <a:cubicBezTo>
                    <a:pt x="51289" y="102142"/>
                    <a:pt x="58253" y="102732"/>
                    <a:pt x="65519" y="105387"/>
                  </a:cubicBezTo>
                  <a:cubicBezTo>
                    <a:pt x="84291" y="111876"/>
                    <a:pt x="96098" y="128689"/>
                    <a:pt x="96098" y="149041"/>
                  </a:cubicBezTo>
                  <a:cubicBezTo>
                    <a:pt x="96098" y="173818"/>
                    <a:pt x="78841" y="192991"/>
                    <a:pt x="56436" y="192991"/>
                  </a:cubicBezTo>
                  <a:cubicBezTo>
                    <a:pt x="48262" y="192991"/>
                    <a:pt x="42206" y="190926"/>
                    <a:pt x="31004" y="183847"/>
                  </a:cubicBezTo>
                  <a:cubicBezTo>
                    <a:pt x="21921" y="178538"/>
                    <a:pt x="16774" y="176473"/>
                    <a:pt x="11627" y="176473"/>
                  </a:cubicBezTo>
                  <a:cubicBezTo>
                    <a:pt x="4663" y="176473"/>
                    <a:pt x="122" y="180602"/>
                    <a:pt x="122" y="186797"/>
                  </a:cubicBezTo>
                  <a:cubicBezTo>
                    <a:pt x="122" y="197120"/>
                    <a:pt x="13141" y="203610"/>
                    <a:pt x="34334" y="203610"/>
                  </a:cubicBezTo>
                  <a:cubicBezTo>
                    <a:pt x="57647" y="203610"/>
                    <a:pt x="81566" y="195941"/>
                    <a:pt x="95796" y="183847"/>
                  </a:cubicBezTo>
                  <a:cubicBezTo>
                    <a:pt x="110026" y="171754"/>
                    <a:pt x="117898" y="154646"/>
                    <a:pt x="117898" y="134883"/>
                  </a:cubicBezTo>
                  <a:cubicBezTo>
                    <a:pt x="117898" y="119840"/>
                    <a:pt x="113053" y="105977"/>
                    <a:pt x="104273" y="96833"/>
                  </a:cubicBezTo>
                  <a:cubicBezTo>
                    <a:pt x="98218" y="90344"/>
                    <a:pt x="92465" y="86804"/>
                    <a:pt x="79144" y="81200"/>
                  </a:cubicBezTo>
                  <a:cubicBezTo>
                    <a:pt x="100034" y="67336"/>
                    <a:pt x="107604" y="56423"/>
                    <a:pt x="107604" y="40495"/>
                  </a:cubicBezTo>
                  <a:cubicBezTo>
                    <a:pt x="107604" y="16603"/>
                    <a:pt x="88227" y="85"/>
                    <a:pt x="60372" y="85"/>
                  </a:cubicBezTo>
                  <a:cubicBezTo>
                    <a:pt x="45234" y="85"/>
                    <a:pt x="31912" y="5099"/>
                    <a:pt x="21013" y="14538"/>
                  </a:cubicBezTo>
                  <a:cubicBezTo>
                    <a:pt x="11930" y="22502"/>
                    <a:pt x="7388" y="30171"/>
                    <a:pt x="727" y="47869"/>
                  </a:cubicBezTo>
                  <a:lnTo>
                    <a:pt x="5269" y="49049"/>
                  </a:lnTo>
                  <a:cubicBezTo>
                    <a:pt x="17682" y="27516"/>
                    <a:pt x="31307" y="17783"/>
                    <a:pt x="50381" y="17783"/>
                  </a:cubicBezTo>
                  <a:cubicBezTo>
                    <a:pt x="70061" y="17783"/>
                    <a:pt x="83685" y="30761"/>
                    <a:pt x="83685" y="49344"/>
                  </a:cubicBezTo>
                  <a:cubicBezTo>
                    <a:pt x="83685" y="59962"/>
                    <a:pt x="79144" y="70581"/>
                    <a:pt x="71574" y="77955"/>
                  </a:cubicBezTo>
                  <a:cubicBezTo>
                    <a:pt x="62492" y="86804"/>
                    <a:pt x="54014" y="91228"/>
                    <a:pt x="33426" y="98308"/>
                  </a:cubicBezTo>
                  <a:lnTo>
                    <a:pt x="33426" y="102142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1" name="Freeform: Shape 3840">
              <a:extLst>
                <a:ext uri="{FF2B5EF4-FFF2-40B4-BE49-F238E27FC236}">
                  <a16:creationId xmlns:a16="http://schemas.microsoft.com/office/drawing/2014/main" id="{7494F8B2-DCBE-76E9-5D5F-E1E117C31FAB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5113588" y="7640370"/>
              <a:ext cx="35423" cy="88194"/>
            </a:xfrm>
            <a:custGeom>
              <a:avLst/>
              <a:gdLst>
                <a:gd name="connsiteX0" fmla="*/ 35550 w 35423"/>
                <a:gd name="connsiteY0" fmla="*/ 31056 h 88194"/>
                <a:gd name="connsiteX1" fmla="*/ 16173 w 35423"/>
                <a:gd name="connsiteY1" fmla="*/ 85 h 88194"/>
                <a:gd name="connsiteX2" fmla="*/ 127 w 35423"/>
                <a:gd name="connsiteY2" fmla="*/ 15718 h 88194"/>
                <a:gd name="connsiteX3" fmla="*/ 16173 w 35423"/>
                <a:gd name="connsiteY3" fmla="*/ 31351 h 88194"/>
                <a:gd name="connsiteX4" fmla="*/ 26770 w 35423"/>
                <a:gd name="connsiteY4" fmla="*/ 27516 h 88194"/>
                <a:gd name="connsiteX5" fmla="*/ 28284 w 35423"/>
                <a:gd name="connsiteY5" fmla="*/ 26631 h 88194"/>
                <a:gd name="connsiteX6" fmla="*/ 28890 w 35423"/>
                <a:gd name="connsiteY6" fmla="*/ 31056 h 88194"/>
                <a:gd name="connsiteX7" fmla="*/ 8302 w 35423"/>
                <a:gd name="connsiteY7" fmla="*/ 80315 h 88194"/>
                <a:gd name="connsiteX8" fmla="*/ 4971 w 35423"/>
                <a:gd name="connsiteY8" fmla="*/ 85034 h 88194"/>
                <a:gd name="connsiteX9" fmla="*/ 7999 w 35423"/>
                <a:gd name="connsiteY9" fmla="*/ 88279 h 88194"/>
                <a:gd name="connsiteX10" fmla="*/ 35550 w 35423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23" h="88194">
                  <a:moveTo>
                    <a:pt x="35550" y="31056"/>
                  </a:moveTo>
                  <a:cubicBezTo>
                    <a:pt x="35550" y="11588"/>
                    <a:pt x="27981" y="85"/>
                    <a:pt x="16173" y="85"/>
                  </a:cubicBezTo>
                  <a:cubicBezTo>
                    <a:pt x="6182" y="85"/>
                    <a:pt x="127" y="7459"/>
                    <a:pt x="127" y="15718"/>
                  </a:cubicBezTo>
                  <a:cubicBezTo>
                    <a:pt x="127" y="23682"/>
                    <a:pt x="6182" y="31351"/>
                    <a:pt x="16173" y="31351"/>
                  </a:cubicBezTo>
                  <a:cubicBezTo>
                    <a:pt x="19807" y="31351"/>
                    <a:pt x="23743" y="30171"/>
                    <a:pt x="26770" y="27516"/>
                  </a:cubicBezTo>
                  <a:cubicBezTo>
                    <a:pt x="27678" y="26926"/>
                    <a:pt x="27981" y="26631"/>
                    <a:pt x="28284" y="26631"/>
                  </a:cubicBezTo>
                  <a:cubicBezTo>
                    <a:pt x="28587" y="26631"/>
                    <a:pt x="28890" y="26926"/>
                    <a:pt x="28890" y="31056"/>
                  </a:cubicBezTo>
                  <a:cubicBezTo>
                    <a:pt x="28890" y="52883"/>
                    <a:pt x="18293" y="70581"/>
                    <a:pt x="8302" y="80315"/>
                  </a:cubicBezTo>
                  <a:cubicBezTo>
                    <a:pt x="4971" y="83559"/>
                    <a:pt x="4971" y="84149"/>
                    <a:pt x="4971" y="85034"/>
                  </a:cubicBezTo>
                  <a:cubicBezTo>
                    <a:pt x="4971" y="87099"/>
                    <a:pt x="6485" y="88279"/>
                    <a:pt x="7999" y="88279"/>
                  </a:cubicBezTo>
                  <a:cubicBezTo>
                    <a:pt x="11329" y="88279"/>
                    <a:pt x="35550" y="65567"/>
                    <a:pt x="35550" y="31056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2" name="Freeform: Shape 3841">
              <a:extLst>
                <a:ext uri="{FF2B5EF4-FFF2-40B4-BE49-F238E27FC236}">
                  <a16:creationId xmlns:a16="http://schemas.microsoft.com/office/drawing/2014/main" id="{35980A38-BB95-9041-FE6F-C6CBECE9B639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5279989" y="7470176"/>
              <a:ext cx="136244" cy="204704"/>
            </a:xfrm>
            <a:custGeom>
              <a:avLst/>
              <a:gdLst>
                <a:gd name="connsiteX0" fmla="*/ 26474 w 136244"/>
                <a:gd name="connsiteY0" fmla="*/ 11883 h 204704"/>
                <a:gd name="connsiteX1" fmla="*/ 46153 w 136244"/>
                <a:gd name="connsiteY1" fmla="*/ 19847 h 204704"/>
                <a:gd name="connsiteX2" fmla="*/ 43428 w 136244"/>
                <a:gd name="connsiteY2" fmla="*/ 32531 h 204704"/>
                <a:gd name="connsiteX3" fmla="*/ 41915 w 136244"/>
                <a:gd name="connsiteY3" fmla="*/ 38135 h 204704"/>
                <a:gd name="connsiteX4" fmla="*/ 41309 w 136244"/>
                <a:gd name="connsiteY4" fmla="*/ 40200 h 204704"/>
                <a:gd name="connsiteX5" fmla="*/ 133 w 136244"/>
                <a:gd name="connsiteY5" fmla="*/ 187977 h 204704"/>
                <a:gd name="connsiteX6" fmla="*/ 133 w 136244"/>
                <a:gd name="connsiteY6" fmla="*/ 189156 h 204704"/>
                <a:gd name="connsiteX7" fmla="*/ 40401 w 136244"/>
                <a:gd name="connsiteY7" fmla="*/ 204789 h 204704"/>
                <a:gd name="connsiteX8" fmla="*/ 136377 w 136244"/>
                <a:gd name="connsiteY8" fmla="*/ 106862 h 204704"/>
                <a:gd name="connsiteX9" fmla="*/ 101257 w 136244"/>
                <a:gd name="connsiteY9" fmla="*/ 71466 h 204704"/>
                <a:gd name="connsiteX10" fmla="*/ 42823 w 136244"/>
                <a:gd name="connsiteY10" fmla="*/ 116005 h 204704"/>
                <a:gd name="connsiteX11" fmla="*/ 74310 w 136244"/>
                <a:gd name="connsiteY11" fmla="*/ 1559 h 204704"/>
                <a:gd name="connsiteX12" fmla="*/ 72797 w 136244"/>
                <a:gd name="connsiteY12" fmla="*/ 85 h 204704"/>
                <a:gd name="connsiteX13" fmla="*/ 26474 w 136244"/>
                <a:gd name="connsiteY13" fmla="*/ 6869 h 204704"/>
                <a:gd name="connsiteX14" fmla="*/ 26474 w 136244"/>
                <a:gd name="connsiteY14" fmla="*/ 11883 h 204704"/>
                <a:gd name="connsiteX15" fmla="*/ 89449 w 136244"/>
                <a:gd name="connsiteY15" fmla="*/ 85919 h 204704"/>
                <a:gd name="connsiteX16" fmla="*/ 110642 w 136244"/>
                <a:gd name="connsiteY16" fmla="*/ 111286 h 204704"/>
                <a:gd name="connsiteX17" fmla="*/ 77338 w 136244"/>
                <a:gd name="connsiteY17" fmla="*/ 180602 h 204704"/>
                <a:gd name="connsiteX18" fmla="*/ 40098 w 136244"/>
                <a:gd name="connsiteY18" fmla="*/ 198005 h 204704"/>
                <a:gd name="connsiteX19" fmla="*/ 26171 w 136244"/>
                <a:gd name="connsiteY19" fmla="*/ 187977 h 204704"/>
                <a:gd name="connsiteX20" fmla="*/ 47970 w 136244"/>
                <a:gd name="connsiteY20" fmla="*/ 119840 h 204704"/>
                <a:gd name="connsiteX21" fmla="*/ 89449 w 136244"/>
                <a:gd name="connsiteY21" fmla="*/ 85919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244" h="204704">
                  <a:moveTo>
                    <a:pt x="26474" y="11883"/>
                  </a:moveTo>
                  <a:cubicBezTo>
                    <a:pt x="44337" y="12473"/>
                    <a:pt x="46153" y="13358"/>
                    <a:pt x="46153" y="19847"/>
                  </a:cubicBezTo>
                  <a:cubicBezTo>
                    <a:pt x="46153" y="22502"/>
                    <a:pt x="45245" y="26041"/>
                    <a:pt x="43428" y="32531"/>
                  </a:cubicBezTo>
                  <a:cubicBezTo>
                    <a:pt x="42823" y="34595"/>
                    <a:pt x="42217" y="36660"/>
                    <a:pt x="41915" y="38135"/>
                  </a:cubicBezTo>
                  <a:lnTo>
                    <a:pt x="41309" y="40200"/>
                  </a:lnTo>
                  <a:lnTo>
                    <a:pt x="133" y="187977"/>
                  </a:lnTo>
                  <a:lnTo>
                    <a:pt x="133" y="189156"/>
                  </a:lnTo>
                  <a:cubicBezTo>
                    <a:pt x="133" y="195941"/>
                    <a:pt x="23446" y="204789"/>
                    <a:pt x="40401" y="204789"/>
                  </a:cubicBezTo>
                  <a:cubicBezTo>
                    <a:pt x="86118" y="204789"/>
                    <a:pt x="136377" y="153171"/>
                    <a:pt x="136377" y="106862"/>
                  </a:cubicBezTo>
                  <a:cubicBezTo>
                    <a:pt x="136377" y="86214"/>
                    <a:pt x="121542" y="71466"/>
                    <a:pt x="101257" y="71466"/>
                  </a:cubicBezTo>
                  <a:cubicBezTo>
                    <a:pt x="80063" y="71466"/>
                    <a:pt x="64319" y="83559"/>
                    <a:pt x="42823" y="116005"/>
                  </a:cubicBezTo>
                  <a:cubicBezTo>
                    <a:pt x="58567" y="59962"/>
                    <a:pt x="60686" y="51998"/>
                    <a:pt x="74310" y="1559"/>
                  </a:cubicBezTo>
                  <a:lnTo>
                    <a:pt x="72797" y="85"/>
                  </a:lnTo>
                  <a:cubicBezTo>
                    <a:pt x="57658" y="2739"/>
                    <a:pt x="46759" y="4509"/>
                    <a:pt x="26474" y="6869"/>
                  </a:cubicBezTo>
                  <a:lnTo>
                    <a:pt x="26474" y="11883"/>
                  </a:lnTo>
                  <a:close/>
                  <a:moveTo>
                    <a:pt x="89449" y="85919"/>
                  </a:moveTo>
                  <a:cubicBezTo>
                    <a:pt x="102468" y="85919"/>
                    <a:pt x="110642" y="95653"/>
                    <a:pt x="110642" y="111286"/>
                  </a:cubicBezTo>
                  <a:cubicBezTo>
                    <a:pt x="110642" y="130754"/>
                    <a:pt x="95201" y="162315"/>
                    <a:pt x="77338" y="180602"/>
                  </a:cubicBezTo>
                  <a:cubicBezTo>
                    <a:pt x="66136" y="191811"/>
                    <a:pt x="53117" y="198005"/>
                    <a:pt x="40098" y="198005"/>
                  </a:cubicBezTo>
                  <a:cubicBezTo>
                    <a:pt x="30712" y="198005"/>
                    <a:pt x="26171" y="194761"/>
                    <a:pt x="26171" y="187977"/>
                  </a:cubicBezTo>
                  <a:cubicBezTo>
                    <a:pt x="26171" y="170279"/>
                    <a:pt x="35254" y="141667"/>
                    <a:pt x="47970" y="119840"/>
                  </a:cubicBezTo>
                  <a:cubicBezTo>
                    <a:pt x="61292" y="97128"/>
                    <a:pt x="74916" y="85919"/>
                    <a:pt x="89449" y="85919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3" name="Freeform: Shape 3842">
              <a:extLst>
                <a:ext uri="{FF2B5EF4-FFF2-40B4-BE49-F238E27FC236}">
                  <a16:creationId xmlns:a16="http://schemas.microsoft.com/office/drawing/2014/main" id="{B85C1F43-ED35-877D-4A0A-74E3152D0A26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449845" y="7568808"/>
              <a:ext cx="63405" cy="147552"/>
            </a:xfrm>
            <a:custGeom>
              <a:avLst/>
              <a:gdLst>
                <a:gd name="connsiteX0" fmla="*/ 40466 w 63405"/>
                <a:gd name="connsiteY0" fmla="*/ 87 h 147552"/>
                <a:gd name="connsiteX1" fmla="*/ 137 w 63405"/>
                <a:gd name="connsiteY1" fmla="*/ 19950 h 147552"/>
                <a:gd name="connsiteX2" fmla="*/ 137 w 63405"/>
                <a:gd name="connsiteY2" fmla="*/ 23006 h 147552"/>
                <a:gd name="connsiteX3" fmla="*/ 6186 w 63405"/>
                <a:gd name="connsiteY3" fmla="*/ 20605 h 147552"/>
                <a:gd name="connsiteX4" fmla="*/ 16269 w 63405"/>
                <a:gd name="connsiteY4" fmla="*/ 18204 h 147552"/>
                <a:gd name="connsiteX5" fmla="*/ 22990 w 63405"/>
                <a:gd name="connsiteY5" fmla="*/ 28463 h 147552"/>
                <a:gd name="connsiteX6" fmla="*/ 22990 w 63405"/>
                <a:gd name="connsiteY6" fmla="*/ 127340 h 147552"/>
                <a:gd name="connsiteX7" fmla="*/ 17613 w 63405"/>
                <a:gd name="connsiteY7" fmla="*/ 141528 h 147552"/>
                <a:gd name="connsiteX8" fmla="*/ 1706 w 63405"/>
                <a:gd name="connsiteY8" fmla="*/ 144365 h 147552"/>
                <a:gd name="connsiteX9" fmla="*/ 1706 w 63405"/>
                <a:gd name="connsiteY9" fmla="*/ 147639 h 147552"/>
                <a:gd name="connsiteX10" fmla="*/ 63542 w 63405"/>
                <a:gd name="connsiteY10" fmla="*/ 147639 h 147552"/>
                <a:gd name="connsiteX11" fmla="*/ 63542 w 63405"/>
                <a:gd name="connsiteY11" fmla="*/ 144365 h 147552"/>
                <a:gd name="connsiteX12" fmla="*/ 42258 w 63405"/>
                <a:gd name="connsiteY12" fmla="*/ 131487 h 147552"/>
                <a:gd name="connsiteX13" fmla="*/ 42258 w 63405"/>
                <a:gd name="connsiteY13" fmla="*/ 524 h 147552"/>
                <a:gd name="connsiteX14" fmla="*/ 40466 w 63405"/>
                <a:gd name="connsiteY14" fmla="*/ 87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05" h="147552">
                  <a:moveTo>
                    <a:pt x="40466" y="87"/>
                  </a:moveTo>
                  <a:lnTo>
                    <a:pt x="137" y="19950"/>
                  </a:lnTo>
                  <a:lnTo>
                    <a:pt x="137" y="23006"/>
                  </a:lnTo>
                  <a:cubicBezTo>
                    <a:pt x="2826" y="21914"/>
                    <a:pt x="5290" y="21041"/>
                    <a:pt x="6186" y="20605"/>
                  </a:cubicBezTo>
                  <a:cubicBezTo>
                    <a:pt x="10219" y="19077"/>
                    <a:pt x="14028" y="18204"/>
                    <a:pt x="16269" y="18204"/>
                  </a:cubicBezTo>
                  <a:cubicBezTo>
                    <a:pt x="20974" y="18204"/>
                    <a:pt x="22990" y="21478"/>
                    <a:pt x="22990" y="28463"/>
                  </a:cubicBezTo>
                  <a:lnTo>
                    <a:pt x="22990" y="127340"/>
                  </a:lnTo>
                  <a:cubicBezTo>
                    <a:pt x="22990" y="134543"/>
                    <a:pt x="21198" y="139563"/>
                    <a:pt x="17613" y="141528"/>
                  </a:cubicBezTo>
                  <a:cubicBezTo>
                    <a:pt x="14252" y="143492"/>
                    <a:pt x="11116" y="144147"/>
                    <a:pt x="1706" y="144365"/>
                  </a:cubicBezTo>
                  <a:lnTo>
                    <a:pt x="1706" y="147639"/>
                  </a:lnTo>
                  <a:lnTo>
                    <a:pt x="63542" y="147639"/>
                  </a:lnTo>
                  <a:lnTo>
                    <a:pt x="63542" y="144365"/>
                  </a:lnTo>
                  <a:cubicBezTo>
                    <a:pt x="45843" y="144147"/>
                    <a:pt x="42258" y="141964"/>
                    <a:pt x="42258" y="131487"/>
                  </a:cubicBezTo>
                  <a:lnTo>
                    <a:pt x="42258" y="524"/>
                  </a:lnTo>
                  <a:lnTo>
                    <a:pt x="40466" y="87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4" name="Freeform: Shape 3843">
              <a:extLst>
                <a:ext uri="{FF2B5EF4-FFF2-40B4-BE49-F238E27FC236}">
                  <a16:creationId xmlns:a16="http://schemas.microsoft.com/office/drawing/2014/main" id="{40C582EE-585D-20D4-82C8-41193FEB2141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5637100" y="7563385"/>
              <a:ext cx="201338" cy="69021"/>
            </a:xfrm>
            <a:custGeom>
              <a:avLst/>
              <a:gdLst>
                <a:gd name="connsiteX0" fmla="*/ 191190 w 201338"/>
                <a:gd name="connsiteY0" fmla="*/ 11883 h 69021"/>
                <a:gd name="connsiteX1" fmla="*/ 201484 w 201338"/>
                <a:gd name="connsiteY1" fmla="*/ 5983 h 69021"/>
                <a:gd name="connsiteX2" fmla="*/ 191493 w 201338"/>
                <a:gd name="connsiteY2" fmla="*/ 84 h 69021"/>
                <a:gd name="connsiteX3" fmla="*/ 10137 w 201338"/>
                <a:gd name="connsiteY3" fmla="*/ 84 h 69021"/>
                <a:gd name="connsiteX4" fmla="*/ 145 w 201338"/>
                <a:gd name="connsiteY4" fmla="*/ 5983 h 69021"/>
                <a:gd name="connsiteX5" fmla="*/ 10439 w 201338"/>
                <a:gd name="connsiteY5" fmla="*/ 11883 h 69021"/>
                <a:gd name="connsiteX6" fmla="*/ 191190 w 201338"/>
                <a:gd name="connsiteY6" fmla="*/ 11883 h 69021"/>
                <a:gd name="connsiteX7" fmla="*/ 191493 w 201338"/>
                <a:gd name="connsiteY7" fmla="*/ 69105 h 69021"/>
                <a:gd name="connsiteX8" fmla="*/ 201484 w 201338"/>
                <a:gd name="connsiteY8" fmla="*/ 63206 h 69021"/>
                <a:gd name="connsiteX9" fmla="*/ 191190 w 201338"/>
                <a:gd name="connsiteY9" fmla="*/ 57307 h 69021"/>
                <a:gd name="connsiteX10" fmla="*/ 10439 w 201338"/>
                <a:gd name="connsiteY10" fmla="*/ 57307 h 69021"/>
                <a:gd name="connsiteX11" fmla="*/ 145 w 201338"/>
                <a:gd name="connsiteY11" fmla="*/ 63206 h 69021"/>
                <a:gd name="connsiteX12" fmla="*/ 10137 w 201338"/>
                <a:gd name="connsiteY12" fmla="*/ 69105 h 69021"/>
                <a:gd name="connsiteX13" fmla="*/ 191493 w 201338"/>
                <a:gd name="connsiteY13" fmla="*/ 69105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8" h="69021">
                  <a:moveTo>
                    <a:pt x="191190" y="11883"/>
                  </a:moveTo>
                  <a:cubicBezTo>
                    <a:pt x="195732" y="11883"/>
                    <a:pt x="201484" y="11883"/>
                    <a:pt x="201484" y="5983"/>
                  </a:cubicBezTo>
                  <a:cubicBezTo>
                    <a:pt x="201484" y="84"/>
                    <a:pt x="195732" y="84"/>
                    <a:pt x="191493" y="84"/>
                  </a:cubicBezTo>
                  <a:lnTo>
                    <a:pt x="10137" y="84"/>
                  </a:lnTo>
                  <a:cubicBezTo>
                    <a:pt x="5898" y="84"/>
                    <a:pt x="145" y="84"/>
                    <a:pt x="145" y="5983"/>
                  </a:cubicBezTo>
                  <a:cubicBezTo>
                    <a:pt x="145" y="11883"/>
                    <a:pt x="5898" y="11883"/>
                    <a:pt x="10439" y="11883"/>
                  </a:cubicBezTo>
                  <a:lnTo>
                    <a:pt x="191190" y="11883"/>
                  </a:lnTo>
                  <a:close/>
                  <a:moveTo>
                    <a:pt x="191493" y="69105"/>
                  </a:moveTo>
                  <a:cubicBezTo>
                    <a:pt x="195732" y="69105"/>
                    <a:pt x="201484" y="69105"/>
                    <a:pt x="201484" y="63206"/>
                  </a:cubicBezTo>
                  <a:cubicBezTo>
                    <a:pt x="201484" y="57307"/>
                    <a:pt x="195732" y="57307"/>
                    <a:pt x="191190" y="57307"/>
                  </a:cubicBezTo>
                  <a:lnTo>
                    <a:pt x="10439" y="57307"/>
                  </a:lnTo>
                  <a:cubicBezTo>
                    <a:pt x="5898" y="57307"/>
                    <a:pt x="145" y="57307"/>
                    <a:pt x="145" y="63206"/>
                  </a:cubicBezTo>
                  <a:cubicBezTo>
                    <a:pt x="145" y="69105"/>
                    <a:pt x="5898" y="69105"/>
                    <a:pt x="10137" y="69105"/>
                  </a:cubicBezTo>
                  <a:lnTo>
                    <a:pt x="191493" y="6910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5" name="Freeform: Shape 3844">
              <a:extLst>
                <a:ext uri="{FF2B5EF4-FFF2-40B4-BE49-F238E27FC236}">
                  <a16:creationId xmlns:a16="http://schemas.microsoft.com/office/drawing/2014/main" id="{F03429E7-5332-1151-F701-04AB2A088836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5957412" y="7472241"/>
              <a:ext cx="85682" cy="199395"/>
            </a:xfrm>
            <a:custGeom>
              <a:avLst/>
              <a:gdLst>
                <a:gd name="connsiteX0" fmla="*/ 54652 w 85682"/>
                <a:gd name="connsiteY0" fmla="*/ 85 h 199395"/>
                <a:gd name="connsiteX1" fmla="*/ 154 w 85682"/>
                <a:gd name="connsiteY1" fmla="*/ 26926 h 199395"/>
                <a:gd name="connsiteX2" fmla="*/ 154 w 85682"/>
                <a:gd name="connsiteY2" fmla="*/ 31056 h 199395"/>
                <a:gd name="connsiteX3" fmla="*/ 8329 w 85682"/>
                <a:gd name="connsiteY3" fmla="*/ 27811 h 199395"/>
                <a:gd name="connsiteX4" fmla="*/ 21953 w 85682"/>
                <a:gd name="connsiteY4" fmla="*/ 24567 h 199395"/>
                <a:gd name="connsiteX5" fmla="*/ 31036 w 85682"/>
                <a:gd name="connsiteY5" fmla="*/ 38430 h 199395"/>
                <a:gd name="connsiteX6" fmla="*/ 31036 w 85682"/>
                <a:gd name="connsiteY6" fmla="*/ 172048 h 199395"/>
                <a:gd name="connsiteX7" fmla="*/ 23770 w 85682"/>
                <a:gd name="connsiteY7" fmla="*/ 191221 h 199395"/>
                <a:gd name="connsiteX8" fmla="*/ 2274 w 85682"/>
                <a:gd name="connsiteY8" fmla="*/ 195056 h 199395"/>
                <a:gd name="connsiteX9" fmla="*/ 2274 w 85682"/>
                <a:gd name="connsiteY9" fmla="*/ 199480 h 199395"/>
                <a:gd name="connsiteX10" fmla="*/ 85837 w 85682"/>
                <a:gd name="connsiteY10" fmla="*/ 199480 h 199395"/>
                <a:gd name="connsiteX11" fmla="*/ 85837 w 85682"/>
                <a:gd name="connsiteY11" fmla="*/ 195056 h 199395"/>
                <a:gd name="connsiteX12" fmla="*/ 57074 w 85682"/>
                <a:gd name="connsiteY12" fmla="*/ 177653 h 199395"/>
                <a:gd name="connsiteX13" fmla="*/ 57074 w 85682"/>
                <a:gd name="connsiteY13" fmla="*/ 675 h 199395"/>
                <a:gd name="connsiteX14" fmla="*/ 54652 w 85682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82" h="199395">
                  <a:moveTo>
                    <a:pt x="54652" y="85"/>
                  </a:moveTo>
                  <a:lnTo>
                    <a:pt x="154" y="26926"/>
                  </a:lnTo>
                  <a:lnTo>
                    <a:pt x="154" y="31056"/>
                  </a:lnTo>
                  <a:cubicBezTo>
                    <a:pt x="3787" y="29581"/>
                    <a:pt x="7118" y="28401"/>
                    <a:pt x="8329" y="27811"/>
                  </a:cubicBezTo>
                  <a:cubicBezTo>
                    <a:pt x="13779" y="25747"/>
                    <a:pt x="18926" y="24567"/>
                    <a:pt x="21953" y="24567"/>
                  </a:cubicBezTo>
                  <a:cubicBezTo>
                    <a:pt x="28311" y="24567"/>
                    <a:pt x="31036" y="28991"/>
                    <a:pt x="31036" y="38430"/>
                  </a:cubicBezTo>
                  <a:lnTo>
                    <a:pt x="31036" y="172048"/>
                  </a:lnTo>
                  <a:cubicBezTo>
                    <a:pt x="31036" y="181782"/>
                    <a:pt x="28614" y="188566"/>
                    <a:pt x="23770" y="191221"/>
                  </a:cubicBezTo>
                  <a:cubicBezTo>
                    <a:pt x="19228" y="193876"/>
                    <a:pt x="14990" y="194761"/>
                    <a:pt x="2274" y="195056"/>
                  </a:cubicBezTo>
                  <a:lnTo>
                    <a:pt x="2274" y="199480"/>
                  </a:lnTo>
                  <a:lnTo>
                    <a:pt x="85837" y="199480"/>
                  </a:lnTo>
                  <a:lnTo>
                    <a:pt x="85837" y="195056"/>
                  </a:lnTo>
                  <a:cubicBezTo>
                    <a:pt x="61918" y="194761"/>
                    <a:pt x="57074" y="191811"/>
                    <a:pt x="57074" y="177653"/>
                  </a:cubicBezTo>
                  <a:lnTo>
                    <a:pt x="57074" y="675"/>
                  </a:lnTo>
                  <a:lnTo>
                    <a:pt x="54652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6" name="Freeform: Shape 3845">
              <a:extLst>
                <a:ext uri="{FF2B5EF4-FFF2-40B4-BE49-F238E27FC236}">
                  <a16:creationId xmlns:a16="http://schemas.microsoft.com/office/drawing/2014/main" id="{36742FF8-4893-6C3C-9A40-73139C8ED389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101793" y="7640370"/>
              <a:ext cx="32093" cy="31266"/>
            </a:xfrm>
            <a:custGeom>
              <a:avLst/>
              <a:gdLst>
                <a:gd name="connsiteX0" fmla="*/ 32252 w 32093"/>
                <a:gd name="connsiteY0" fmla="*/ 15718 h 31266"/>
                <a:gd name="connsiteX1" fmla="*/ 16206 w 32093"/>
                <a:gd name="connsiteY1" fmla="*/ 85 h 31266"/>
                <a:gd name="connsiteX2" fmla="*/ 159 w 32093"/>
                <a:gd name="connsiteY2" fmla="*/ 15718 h 31266"/>
                <a:gd name="connsiteX3" fmla="*/ 16206 w 32093"/>
                <a:gd name="connsiteY3" fmla="*/ 31351 h 31266"/>
                <a:gd name="connsiteX4" fmla="*/ 32252 w 32093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3" h="31266">
                  <a:moveTo>
                    <a:pt x="32252" y="15718"/>
                  </a:moveTo>
                  <a:cubicBezTo>
                    <a:pt x="32252" y="7164"/>
                    <a:pt x="24986" y="85"/>
                    <a:pt x="16206" y="85"/>
                  </a:cubicBezTo>
                  <a:cubicBezTo>
                    <a:pt x="7426" y="85"/>
                    <a:pt x="159" y="7164"/>
                    <a:pt x="159" y="15718"/>
                  </a:cubicBezTo>
                  <a:cubicBezTo>
                    <a:pt x="159" y="24272"/>
                    <a:pt x="7426" y="31351"/>
                    <a:pt x="16206" y="31351"/>
                  </a:cubicBezTo>
                  <a:cubicBezTo>
                    <a:pt x="24986" y="31351"/>
                    <a:pt x="32252" y="24272"/>
                    <a:pt x="32252" y="15718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7" name="Freeform: Shape 3846">
              <a:extLst>
                <a:ext uri="{FF2B5EF4-FFF2-40B4-BE49-F238E27FC236}">
                  <a16:creationId xmlns:a16="http://schemas.microsoft.com/office/drawing/2014/main" id="{825E7117-842D-48C4-8887-66531E1AAC0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165988" y="7476370"/>
              <a:ext cx="129886" cy="197625"/>
            </a:xfrm>
            <a:custGeom>
              <a:avLst/>
              <a:gdLst>
                <a:gd name="connsiteX0" fmla="*/ 130048 w 129886"/>
                <a:gd name="connsiteY0" fmla="*/ 85 h 197625"/>
                <a:gd name="connsiteX1" fmla="*/ 18025 w 129886"/>
                <a:gd name="connsiteY1" fmla="*/ 85 h 197625"/>
                <a:gd name="connsiteX2" fmla="*/ 162 w 129886"/>
                <a:gd name="connsiteY2" fmla="*/ 43444 h 197625"/>
                <a:gd name="connsiteX3" fmla="*/ 5309 w 129886"/>
                <a:gd name="connsiteY3" fmla="*/ 45804 h 197625"/>
                <a:gd name="connsiteX4" fmla="*/ 40430 w 129886"/>
                <a:gd name="connsiteY4" fmla="*/ 21912 h 197625"/>
                <a:gd name="connsiteX5" fmla="*/ 106130 w 129886"/>
                <a:gd name="connsiteY5" fmla="*/ 21912 h 197625"/>
                <a:gd name="connsiteX6" fmla="*/ 46182 w 129886"/>
                <a:gd name="connsiteY6" fmla="*/ 197710 h 197625"/>
                <a:gd name="connsiteX7" fmla="*/ 65862 w 129886"/>
                <a:gd name="connsiteY7" fmla="*/ 197710 h 197625"/>
                <a:gd name="connsiteX8" fmla="*/ 130048 w 129886"/>
                <a:gd name="connsiteY8" fmla="*/ 4804 h 197625"/>
                <a:gd name="connsiteX9" fmla="*/ 130048 w 129886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86" h="197625">
                  <a:moveTo>
                    <a:pt x="130048" y="85"/>
                  </a:moveTo>
                  <a:lnTo>
                    <a:pt x="18025" y="85"/>
                  </a:lnTo>
                  <a:lnTo>
                    <a:pt x="162" y="43444"/>
                  </a:lnTo>
                  <a:lnTo>
                    <a:pt x="5309" y="45804"/>
                  </a:lnTo>
                  <a:cubicBezTo>
                    <a:pt x="18328" y="25747"/>
                    <a:pt x="23778" y="21912"/>
                    <a:pt x="40430" y="21912"/>
                  </a:cubicBezTo>
                  <a:lnTo>
                    <a:pt x="106130" y="21912"/>
                  </a:lnTo>
                  <a:lnTo>
                    <a:pt x="46182" y="197710"/>
                  </a:lnTo>
                  <a:lnTo>
                    <a:pt x="65862" y="197710"/>
                  </a:lnTo>
                  <a:lnTo>
                    <a:pt x="130048" y="4804"/>
                  </a:lnTo>
                  <a:lnTo>
                    <a:pt x="130048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8" name="Freeform: Shape 3847">
              <a:extLst>
                <a:ext uri="{FF2B5EF4-FFF2-40B4-BE49-F238E27FC236}">
                  <a16:creationId xmlns:a16="http://schemas.microsoft.com/office/drawing/2014/main" id="{69F2AD8F-A563-62BE-4C75-2D0EC7DBFFE6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315517" y="7472241"/>
              <a:ext cx="139272" cy="199395"/>
            </a:xfrm>
            <a:custGeom>
              <a:avLst/>
              <a:gdLst>
                <a:gd name="connsiteX0" fmla="*/ 139439 w 139272"/>
                <a:gd name="connsiteY0" fmla="*/ 131344 h 199395"/>
                <a:gd name="connsiteX1" fmla="*/ 108557 w 139272"/>
                <a:gd name="connsiteY1" fmla="*/ 131344 h 199395"/>
                <a:gd name="connsiteX2" fmla="*/ 108557 w 139272"/>
                <a:gd name="connsiteY2" fmla="*/ 85 h 199395"/>
                <a:gd name="connsiteX3" fmla="*/ 95235 w 139272"/>
                <a:gd name="connsiteY3" fmla="*/ 85 h 199395"/>
                <a:gd name="connsiteX4" fmla="*/ 167 w 139272"/>
                <a:gd name="connsiteY4" fmla="*/ 131344 h 199395"/>
                <a:gd name="connsiteX5" fmla="*/ 167 w 139272"/>
                <a:gd name="connsiteY5" fmla="*/ 150221 h 199395"/>
                <a:gd name="connsiteX6" fmla="*/ 85244 w 139272"/>
                <a:gd name="connsiteY6" fmla="*/ 150221 h 199395"/>
                <a:gd name="connsiteX7" fmla="*/ 85244 w 139272"/>
                <a:gd name="connsiteY7" fmla="*/ 199480 h 199395"/>
                <a:gd name="connsiteX8" fmla="*/ 108557 w 139272"/>
                <a:gd name="connsiteY8" fmla="*/ 199480 h 199395"/>
                <a:gd name="connsiteX9" fmla="*/ 108557 w 139272"/>
                <a:gd name="connsiteY9" fmla="*/ 150221 h 199395"/>
                <a:gd name="connsiteX10" fmla="*/ 139439 w 139272"/>
                <a:gd name="connsiteY10" fmla="*/ 150221 h 199395"/>
                <a:gd name="connsiteX11" fmla="*/ 139439 w 139272"/>
                <a:gd name="connsiteY11" fmla="*/ 131344 h 199395"/>
                <a:gd name="connsiteX12" fmla="*/ 84941 w 139272"/>
                <a:gd name="connsiteY12" fmla="*/ 131344 h 199395"/>
                <a:gd name="connsiteX13" fmla="*/ 12278 w 139272"/>
                <a:gd name="connsiteY13" fmla="*/ 131344 h 199395"/>
                <a:gd name="connsiteX14" fmla="*/ 84941 w 139272"/>
                <a:gd name="connsiteY14" fmla="*/ 30171 h 199395"/>
                <a:gd name="connsiteX15" fmla="*/ 84941 w 139272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72" h="199395">
                  <a:moveTo>
                    <a:pt x="139439" y="131344"/>
                  </a:moveTo>
                  <a:lnTo>
                    <a:pt x="108557" y="131344"/>
                  </a:lnTo>
                  <a:lnTo>
                    <a:pt x="108557" y="85"/>
                  </a:lnTo>
                  <a:lnTo>
                    <a:pt x="95235" y="85"/>
                  </a:lnTo>
                  <a:lnTo>
                    <a:pt x="167" y="131344"/>
                  </a:lnTo>
                  <a:lnTo>
                    <a:pt x="167" y="150221"/>
                  </a:lnTo>
                  <a:lnTo>
                    <a:pt x="85244" y="150221"/>
                  </a:lnTo>
                  <a:lnTo>
                    <a:pt x="85244" y="199480"/>
                  </a:lnTo>
                  <a:lnTo>
                    <a:pt x="108557" y="199480"/>
                  </a:lnTo>
                  <a:lnTo>
                    <a:pt x="108557" y="150221"/>
                  </a:lnTo>
                  <a:lnTo>
                    <a:pt x="139439" y="150221"/>
                  </a:lnTo>
                  <a:lnTo>
                    <a:pt x="139439" y="131344"/>
                  </a:lnTo>
                  <a:close/>
                  <a:moveTo>
                    <a:pt x="84941" y="131344"/>
                  </a:moveTo>
                  <a:lnTo>
                    <a:pt x="12278" y="131344"/>
                  </a:lnTo>
                  <a:lnTo>
                    <a:pt x="84941" y="30171"/>
                  </a:lnTo>
                  <a:lnTo>
                    <a:pt x="84941" y="131344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9" name="Freeform: Shape 3848">
              <a:extLst>
                <a:ext uri="{FF2B5EF4-FFF2-40B4-BE49-F238E27FC236}">
                  <a16:creationId xmlns:a16="http://schemas.microsoft.com/office/drawing/2014/main" id="{1E6D4486-599B-08D3-8545-4073ADB8085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467467" y="7472241"/>
              <a:ext cx="139272" cy="199395"/>
            </a:xfrm>
            <a:custGeom>
              <a:avLst/>
              <a:gdLst>
                <a:gd name="connsiteX0" fmla="*/ 139444 w 139272"/>
                <a:gd name="connsiteY0" fmla="*/ 131344 h 199395"/>
                <a:gd name="connsiteX1" fmla="*/ 108562 w 139272"/>
                <a:gd name="connsiteY1" fmla="*/ 131344 h 199395"/>
                <a:gd name="connsiteX2" fmla="*/ 108562 w 139272"/>
                <a:gd name="connsiteY2" fmla="*/ 85 h 199395"/>
                <a:gd name="connsiteX3" fmla="*/ 95240 w 139272"/>
                <a:gd name="connsiteY3" fmla="*/ 85 h 199395"/>
                <a:gd name="connsiteX4" fmla="*/ 172 w 139272"/>
                <a:gd name="connsiteY4" fmla="*/ 131344 h 199395"/>
                <a:gd name="connsiteX5" fmla="*/ 172 w 139272"/>
                <a:gd name="connsiteY5" fmla="*/ 150221 h 199395"/>
                <a:gd name="connsiteX6" fmla="*/ 85249 w 139272"/>
                <a:gd name="connsiteY6" fmla="*/ 150221 h 199395"/>
                <a:gd name="connsiteX7" fmla="*/ 85249 w 139272"/>
                <a:gd name="connsiteY7" fmla="*/ 199480 h 199395"/>
                <a:gd name="connsiteX8" fmla="*/ 108562 w 139272"/>
                <a:gd name="connsiteY8" fmla="*/ 199480 h 199395"/>
                <a:gd name="connsiteX9" fmla="*/ 108562 w 139272"/>
                <a:gd name="connsiteY9" fmla="*/ 150221 h 199395"/>
                <a:gd name="connsiteX10" fmla="*/ 139444 w 139272"/>
                <a:gd name="connsiteY10" fmla="*/ 150221 h 199395"/>
                <a:gd name="connsiteX11" fmla="*/ 139444 w 139272"/>
                <a:gd name="connsiteY11" fmla="*/ 131344 h 199395"/>
                <a:gd name="connsiteX12" fmla="*/ 84946 w 139272"/>
                <a:gd name="connsiteY12" fmla="*/ 131344 h 199395"/>
                <a:gd name="connsiteX13" fmla="*/ 12283 w 139272"/>
                <a:gd name="connsiteY13" fmla="*/ 131344 h 199395"/>
                <a:gd name="connsiteX14" fmla="*/ 84946 w 139272"/>
                <a:gd name="connsiteY14" fmla="*/ 30171 h 199395"/>
                <a:gd name="connsiteX15" fmla="*/ 84946 w 139272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72" h="199395">
                  <a:moveTo>
                    <a:pt x="139444" y="131344"/>
                  </a:moveTo>
                  <a:lnTo>
                    <a:pt x="108562" y="131344"/>
                  </a:lnTo>
                  <a:lnTo>
                    <a:pt x="108562" y="85"/>
                  </a:lnTo>
                  <a:lnTo>
                    <a:pt x="95240" y="85"/>
                  </a:lnTo>
                  <a:lnTo>
                    <a:pt x="172" y="131344"/>
                  </a:lnTo>
                  <a:lnTo>
                    <a:pt x="172" y="150221"/>
                  </a:lnTo>
                  <a:lnTo>
                    <a:pt x="85249" y="150221"/>
                  </a:lnTo>
                  <a:lnTo>
                    <a:pt x="85249" y="199480"/>
                  </a:lnTo>
                  <a:lnTo>
                    <a:pt x="108562" y="199480"/>
                  </a:lnTo>
                  <a:lnTo>
                    <a:pt x="108562" y="150221"/>
                  </a:lnTo>
                  <a:lnTo>
                    <a:pt x="139444" y="150221"/>
                  </a:lnTo>
                  <a:lnTo>
                    <a:pt x="139444" y="131344"/>
                  </a:lnTo>
                  <a:close/>
                  <a:moveTo>
                    <a:pt x="84946" y="131344"/>
                  </a:moveTo>
                  <a:lnTo>
                    <a:pt x="12283" y="131344"/>
                  </a:lnTo>
                  <a:lnTo>
                    <a:pt x="84946" y="30171"/>
                  </a:lnTo>
                  <a:lnTo>
                    <a:pt x="84946" y="131344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0" name="Freeform: Shape 3849">
              <a:extLst>
                <a:ext uri="{FF2B5EF4-FFF2-40B4-BE49-F238E27FC236}">
                  <a16:creationId xmlns:a16="http://schemas.microsoft.com/office/drawing/2014/main" id="{EA32BF95-BD97-E33D-F852-790A73A0A51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628803" y="7472241"/>
              <a:ext cx="117775" cy="203524"/>
            </a:xfrm>
            <a:custGeom>
              <a:avLst/>
              <a:gdLst>
                <a:gd name="connsiteX0" fmla="*/ 33481 w 117775"/>
                <a:gd name="connsiteY0" fmla="*/ 102142 h 203524"/>
                <a:gd name="connsiteX1" fmla="*/ 65574 w 117775"/>
                <a:gd name="connsiteY1" fmla="*/ 105387 h 203524"/>
                <a:gd name="connsiteX2" fmla="*/ 96154 w 117775"/>
                <a:gd name="connsiteY2" fmla="*/ 149041 h 203524"/>
                <a:gd name="connsiteX3" fmla="*/ 56491 w 117775"/>
                <a:gd name="connsiteY3" fmla="*/ 192991 h 203524"/>
                <a:gd name="connsiteX4" fmla="*/ 31059 w 117775"/>
                <a:gd name="connsiteY4" fmla="*/ 183847 h 203524"/>
                <a:gd name="connsiteX5" fmla="*/ 11682 w 117775"/>
                <a:gd name="connsiteY5" fmla="*/ 176473 h 203524"/>
                <a:gd name="connsiteX6" fmla="*/ 177 w 117775"/>
                <a:gd name="connsiteY6" fmla="*/ 186797 h 203524"/>
                <a:gd name="connsiteX7" fmla="*/ 34389 w 117775"/>
                <a:gd name="connsiteY7" fmla="*/ 203610 h 203524"/>
                <a:gd name="connsiteX8" fmla="*/ 95851 w 117775"/>
                <a:gd name="connsiteY8" fmla="*/ 183847 h 203524"/>
                <a:gd name="connsiteX9" fmla="*/ 117953 w 117775"/>
                <a:gd name="connsiteY9" fmla="*/ 134883 h 203524"/>
                <a:gd name="connsiteX10" fmla="*/ 104328 w 117775"/>
                <a:gd name="connsiteY10" fmla="*/ 96833 h 203524"/>
                <a:gd name="connsiteX11" fmla="*/ 79199 w 117775"/>
                <a:gd name="connsiteY11" fmla="*/ 81200 h 203524"/>
                <a:gd name="connsiteX12" fmla="*/ 107659 w 117775"/>
                <a:gd name="connsiteY12" fmla="*/ 40495 h 203524"/>
                <a:gd name="connsiteX13" fmla="*/ 60427 w 117775"/>
                <a:gd name="connsiteY13" fmla="*/ 85 h 203524"/>
                <a:gd name="connsiteX14" fmla="*/ 21068 w 117775"/>
                <a:gd name="connsiteY14" fmla="*/ 14538 h 203524"/>
                <a:gd name="connsiteX15" fmla="*/ 782 w 117775"/>
                <a:gd name="connsiteY15" fmla="*/ 47869 h 203524"/>
                <a:gd name="connsiteX16" fmla="*/ 5324 w 117775"/>
                <a:gd name="connsiteY16" fmla="*/ 49049 h 203524"/>
                <a:gd name="connsiteX17" fmla="*/ 50436 w 117775"/>
                <a:gd name="connsiteY17" fmla="*/ 17783 h 203524"/>
                <a:gd name="connsiteX18" fmla="*/ 83740 w 117775"/>
                <a:gd name="connsiteY18" fmla="*/ 49344 h 203524"/>
                <a:gd name="connsiteX19" fmla="*/ 71630 w 117775"/>
                <a:gd name="connsiteY19" fmla="*/ 77955 h 203524"/>
                <a:gd name="connsiteX20" fmla="*/ 33481 w 117775"/>
                <a:gd name="connsiteY20" fmla="*/ 98308 h 203524"/>
                <a:gd name="connsiteX21" fmla="*/ 33481 w 117775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5" h="203524">
                  <a:moveTo>
                    <a:pt x="33481" y="102142"/>
                  </a:moveTo>
                  <a:cubicBezTo>
                    <a:pt x="51344" y="102142"/>
                    <a:pt x="58308" y="102732"/>
                    <a:pt x="65574" y="105387"/>
                  </a:cubicBezTo>
                  <a:cubicBezTo>
                    <a:pt x="84346" y="111876"/>
                    <a:pt x="96154" y="128689"/>
                    <a:pt x="96154" y="149041"/>
                  </a:cubicBezTo>
                  <a:cubicBezTo>
                    <a:pt x="96154" y="173818"/>
                    <a:pt x="78896" y="192991"/>
                    <a:pt x="56491" y="192991"/>
                  </a:cubicBezTo>
                  <a:cubicBezTo>
                    <a:pt x="48317" y="192991"/>
                    <a:pt x="42261" y="190926"/>
                    <a:pt x="31059" y="183847"/>
                  </a:cubicBezTo>
                  <a:cubicBezTo>
                    <a:pt x="21976" y="178538"/>
                    <a:pt x="16829" y="176473"/>
                    <a:pt x="11682" y="176473"/>
                  </a:cubicBezTo>
                  <a:cubicBezTo>
                    <a:pt x="4718" y="176473"/>
                    <a:pt x="177" y="180602"/>
                    <a:pt x="177" y="186797"/>
                  </a:cubicBezTo>
                  <a:cubicBezTo>
                    <a:pt x="177" y="197120"/>
                    <a:pt x="13196" y="203610"/>
                    <a:pt x="34389" y="203610"/>
                  </a:cubicBezTo>
                  <a:cubicBezTo>
                    <a:pt x="57702" y="203610"/>
                    <a:pt x="81621" y="195941"/>
                    <a:pt x="95851" y="183847"/>
                  </a:cubicBezTo>
                  <a:cubicBezTo>
                    <a:pt x="110081" y="171754"/>
                    <a:pt x="117953" y="154646"/>
                    <a:pt x="117953" y="134883"/>
                  </a:cubicBezTo>
                  <a:cubicBezTo>
                    <a:pt x="117953" y="119840"/>
                    <a:pt x="113108" y="105977"/>
                    <a:pt x="104328" y="96833"/>
                  </a:cubicBezTo>
                  <a:cubicBezTo>
                    <a:pt x="98273" y="90344"/>
                    <a:pt x="92520" y="86804"/>
                    <a:pt x="79199" y="81200"/>
                  </a:cubicBezTo>
                  <a:cubicBezTo>
                    <a:pt x="100090" y="67336"/>
                    <a:pt x="107659" y="56423"/>
                    <a:pt x="107659" y="40495"/>
                  </a:cubicBezTo>
                  <a:cubicBezTo>
                    <a:pt x="107659" y="16603"/>
                    <a:pt x="88282" y="85"/>
                    <a:pt x="60427" y="85"/>
                  </a:cubicBezTo>
                  <a:cubicBezTo>
                    <a:pt x="45289" y="85"/>
                    <a:pt x="31967" y="5099"/>
                    <a:pt x="21068" y="14538"/>
                  </a:cubicBezTo>
                  <a:cubicBezTo>
                    <a:pt x="11985" y="22502"/>
                    <a:pt x="7443" y="30171"/>
                    <a:pt x="782" y="47869"/>
                  </a:cubicBezTo>
                  <a:lnTo>
                    <a:pt x="5324" y="49049"/>
                  </a:lnTo>
                  <a:cubicBezTo>
                    <a:pt x="17737" y="27516"/>
                    <a:pt x="31362" y="17783"/>
                    <a:pt x="50436" y="17783"/>
                  </a:cubicBezTo>
                  <a:cubicBezTo>
                    <a:pt x="70116" y="17783"/>
                    <a:pt x="83740" y="30761"/>
                    <a:pt x="83740" y="49344"/>
                  </a:cubicBezTo>
                  <a:cubicBezTo>
                    <a:pt x="83740" y="59962"/>
                    <a:pt x="79199" y="70581"/>
                    <a:pt x="71630" y="77955"/>
                  </a:cubicBezTo>
                  <a:cubicBezTo>
                    <a:pt x="62547" y="86804"/>
                    <a:pt x="54069" y="91228"/>
                    <a:pt x="33481" y="98308"/>
                  </a:cubicBezTo>
                  <a:lnTo>
                    <a:pt x="33481" y="102142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1" name="Freeform: Shape 3850">
              <a:extLst>
                <a:ext uri="{FF2B5EF4-FFF2-40B4-BE49-F238E27FC236}">
                  <a16:creationId xmlns:a16="http://schemas.microsoft.com/office/drawing/2014/main" id="{9627C9A1-59D6-CD3B-55B2-D59892006F52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6801341" y="7472241"/>
              <a:ext cx="85682" cy="199395"/>
            </a:xfrm>
            <a:custGeom>
              <a:avLst/>
              <a:gdLst>
                <a:gd name="connsiteX0" fmla="*/ 54680 w 85682"/>
                <a:gd name="connsiteY0" fmla="*/ 85 h 199395"/>
                <a:gd name="connsiteX1" fmla="*/ 182 w 85682"/>
                <a:gd name="connsiteY1" fmla="*/ 26926 h 199395"/>
                <a:gd name="connsiteX2" fmla="*/ 182 w 85682"/>
                <a:gd name="connsiteY2" fmla="*/ 31056 h 199395"/>
                <a:gd name="connsiteX3" fmla="*/ 8357 w 85682"/>
                <a:gd name="connsiteY3" fmla="*/ 27811 h 199395"/>
                <a:gd name="connsiteX4" fmla="*/ 21981 w 85682"/>
                <a:gd name="connsiteY4" fmla="*/ 24567 h 199395"/>
                <a:gd name="connsiteX5" fmla="*/ 31064 w 85682"/>
                <a:gd name="connsiteY5" fmla="*/ 38430 h 199395"/>
                <a:gd name="connsiteX6" fmla="*/ 31064 w 85682"/>
                <a:gd name="connsiteY6" fmla="*/ 172048 h 199395"/>
                <a:gd name="connsiteX7" fmla="*/ 23798 w 85682"/>
                <a:gd name="connsiteY7" fmla="*/ 191221 h 199395"/>
                <a:gd name="connsiteX8" fmla="*/ 2301 w 85682"/>
                <a:gd name="connsiteY8" fmla="*/ 195056 h 199395"/>
                <a:gd name="connsiteX9" fmla="*/ 2301 w 85682"/>
                <a:gd name="connsiteY9" fmla="*/ 199480 h 199395"/>
                <a:gd name="connsiteX10" fmla="*/ 85865 w 85682"/>
                <a:gd name="connsiteY10" fmla="*/ 199480 h 199395"/>
                <a:gd name="connsiteX11" fmla="*/ 85865 w 85682"/>
                <a:gd name="connsiteY11" fmla="*/ 195056 h 199395"/>
                <a:gd name="connsiteX12" fmla="*/ 57102 w 85682"/>
                <a:gd name="connsiteY12" fmla="*/ 177653 h 199395"/>
                <a:gd name="connsiteX13" fmla="*/ 57102 w 85682"/>
                <a:gd name="connsiteY13" fmla="*/ 675 h 199395"/>
                <a:gd name="connsiteX14" fmla="*/ 54680 w 85682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82" h="199395">
                  <a:moveTo>
                    <a:pt x="54680" y="85"/>
                  </a:moveTo>
                  <a:lnTo>
                    <a:pt x="182" y="26926"/>
                  </a:lnTo>
                  <a:lnTo>
                    <a:pt x="182" y="31056"/>
                  </a:lnTo>
                  <a:cubicBezTo>
                    <a:pt x="3815" y="29581"/>
                    <a:pt x="7146" y="28401"/>
                    <a:pt x="8357" y="27811"/>
                  </a:cubicBezTo>
                  <a:cubicBezTo>
                    <a:pt x="13806" y="25747"/>
                    <a:pt x="18953" y="24567"/>
                    <a:pt x="21981" y="24567"/>
                  </a:cubicBezTo>
                  <a:cubicBezTo>
                    <a:pt x="28339" y="24567"/>
                    <a:pt x="31064" y="28991"/>
                    <a:pt x="31064" y="38430"/>
                  </a:cubicBezTo>
                  <a:lnTo>
                    <a:pt x="31064" y="172048"/>
                  </a:lnTo>
                  <a:cubicBezTo>
                    <a:pt x="31064" y="181782"/>
                    <a:pt x="28642" y="188566"/>
                    <a:pt x="23798" y="191221"/>
                  </a:cubicBezTo>
                  <a:cubicBezTo>
                    <a:pt x="19256" y="193876"/>
                    <a:pt x="15017" y="194761"/>
                    <a:pt x="2301" y="195056"/>
                  </a:cubicBezTo>
                  <a:lnTo>
                    <a:pt x="2301" y="199480"/>
                  </a:lnTo>
                  <a:lnTo>
                    <a:pt x="85865" y="199480"/>
                  </a:lnTo>
                  <a:lnTo>
                    <a:pt x="85865" y="195056"/>
                  </a:lnTo>
                  <a:cubicBezTo>
                    <a:pt x="61946" y="194761"/>
                    <a:pt x="57102" y="191811"/>
                    <a:pt x="57102" y="177653"/>
                  </a:cubicBezTo>
                  <a:lnTo>
                    <a:pt x="57102" y="675"/>
                  </a:lnTo>
                  <a:lnTo>
                    <a:pt x="54680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2" name="Freeform: Shape 3851">
              <a:extLst>
                <a:ext uri="{FF2B5EF4-FFF2-40B4-BE49-F238E27FC236}">
                  <a16:creationId xmlns:a16="http://schemas.microsoft.com/office/drawing/2014/main" id="{ED1ACB18-FEDD-BA7C-8D1F-6E0544FFB42B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932704" y="7472241"/>
              <a:ext cx="117775" cy="203524"/>
            </a:xfrm>
            <a:custGeom>
              <a:avLst/>
              <a:gdLst>
                <a:gd name="connsiteX0" fmla="*/ 33491 w 117775"/>
                <a:gd name="connsiteY0" fmla="*/ 102142 h 203524"/>
                <a:gd name="connsiteX1" fmla="*/ 65584 w 117775"/>
                <a:gd name="connsiteY1" fmla="*/ 105387 h 203524"/>
                <a:gd name="connsiteX2" fmla="*/ 96164 w 117775"/>
                <a:gd name="connsiteY2" fmla="*/ 149041 h 203524"/>
                <a:gd name="connsiteX3" fmla="*/ 56501 w 117775"/>
                <a:gd name="connsiteY3" fmla="*/ 192991 h 203524"/>
                <a:gd name="connsiteX4" fmla="*/ 31069 w 117775"/>
                <a:gd name="connsiteY4" fmla="*/ 183847 h 203524"/>
                <a:gd name="connsiteX5" fmla="*/ 11692 w 117775"/>
                <a:gd name="connsiteY5" fmla="*/ 176473 h 203524"/>
                <a:gd name="connsiteX6" fmla="*/ 187 w 117775"/>
                <a:gd name="connsiteY6" fmla="*/ 186797 h 203524"/>
                <a:gd name="connsiteX7" fmla="*/ 34399 w 117775"/>
                <a:gd name="connsiteY7" fmla="*/ 203610 h 203524"/>
                <a:gd name="connsiteX8" fmla="*/ 95861 w 117775"/>
                <a:gd name="connsiteY8" fmla="*/ 183847 h 203524"/>
                <a:gd name="connsiteX9" fmla="*/ 117963 w 117775"/>
                <a:gd name="connsiteY9" fmla="*/ 134883 h 203524"/>
                <a:gd name="connsiteX10" fmla="*/ 104338 w 117775"/>
                <a:gd name="connsiteY10" fmla="*/ 96833 h 203524"/>
                <a:gd name="connsiteX11" fmla="*/ 79209 w 117775"/>
                <a:gd name="connsiteY11" fmla="*/ 81200 h 203524"/>
                <a:gd name="connsiteX12" fmla="*/ 107669 w 117775"/>
                <a:gd name="connsiteY12" fmla="*/ 40495 h 203524"/>
                <a:gd name="connsiteX13" fmla="*/ 60437 w 117775"/>
                <a:gd name="connsiteY13" fmla="*/ 85 h 203524"/>
                <a:gd name="connsiteX14" fmla="*/ 21078 w 117775"/>
                <a:gd name="connsiteY14" fmla="*/ 14538 h 203524"/>
                <a:gd name="connsiteX15" fmla="*/ 792 w 117775"/>
                <a:gd name="connsiteY15" fmla="*/ 47869 h 203524"/>
                <a:gd name="connsiteX16" fmla="*/ 5334 w 117775"/>
                <a:gd name="connsiteY16" fmla="*/ 49049 h 203524"/>
                <a:gd name="connsiteX17" fmla="*/ 50446 w 117775"/>
                <a:gd name="connsiteY17" fmla="*/ 17783 h 203524"/>
                <a:gd name="connsiteX18" fmla="*/ 83750 w 117775"/>
                <a:gd name="connsiteY18" fmla="*/ 49344 h 203524"/>
                <a:gd name="connsiteX19" fmla="*/ 71640 w 117775"/>
                <a:gd name="connsiteY19" fmla="*/ 77955 h 203524"/>
                <a:gd name="connsiteX20" fmla="*/ 33491 w 117775"/>
                <a:gd name="connsiteY20" fmla="*/ 98308 h 203524"/>
                <a:gd name="connsiteX21" fmla="*/ 33491 w 117775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5" h="203524">
                  <a:moveTo>
                    <a:pt x="33491" y="102142"/>
                  </a:moveTo>
                  <a:cubicBezTo>
                    <a:pt x="51354" y="102142"/>
                    <a:pt x="58318" y="102732"/>
                    <a:pt x="65584" y="105387"/>
                  </a:cubicBezTo>
                  <a:cubicBezTo>
                    <a:pt x="84356" y="111876"/>
                    <a:pt x="96164" y="128689"/>
                    <a:pt x="96164" y="149041"/>
                  </a:cubicBezTo>
                  <a:cubicBezTo>
                    <a:pt x="96164" y="173818"/>
                    <a:pt x="78906" y="192991"/>
                    <a:pt x="56501" y="192991"/>
                  </a:cubicBezTo>
                  <a:cubicBezTo>
                    <a:pt x="48327" y="192991"/>
                    <a:pt x="42271" y="190926"/>
                    <a:pt x="31069" y="183847"/>
                  </a:cubicBezTo>
                  <a:cubicBezTo>
                    <a:pt x="21986" y="178538"/>
                    <a:pt x="16839" y="176473"/>
                    <a:pt x="11692" y="176473"/>
                  </a:cubicBezTo>
                  <a:cubicBezTo>
                    <a:pt x="4728" y="176473"/>
                    <a:pt x="187" y="180602"/>
                    <a:pt x="187" y="186797"/>
                  </a:cubicBezTo>
                  <a:cubicBezTo>
                    <a:pt x="187" y="197120"/>
                    <a:pt x="13206" y="203610"/>
                    <a:pt x="34399" y="203610"/>
                  </a:cubicBezTo>
                  <a:cubicBezTo>
                    <a:pt x="57712" y="203610"/>
                    <a:pt x="81631" y="195941"/>
                    <a:pt x="95861" y="183847"/>
                  </a:cubicBezTo>
                  <a:cubicBezTo>
                    <a:pt x="110091" y="171754"/>
                    <a:pt x="117963" y="154646"/>
                    <a:pt x="117963" y="134883"/>
                  </a:cubicBezTo>
                  <a:cubicBezTo>
                    <a:pt x="117963" y="119840"/>
                    <a:pt x="113118" y="105977"/>
                    <a:pt x="104338" y="96833"/>
                  </a:cubicBezTo>
                  <a:cubicBezTo>
                    <a:pt x="98283" y="90344"/>
                    <a:pt x="92530" y="86804"/>
                    <a:pt x="79209" y="81200"/>
                  </a:cubicBezTo>
                  <a:cubicBezTo>
                    <a:pt x="100100" y="67336"/>
                    <a:pt x="107669" y="56423"/>
                    <a:pt x="107669" y="40495"/>
                  </a:cubicBezTo>
                  <a:cubicBezTo>
                    <a:pt x="107669" y="16603"/>
                    <a:pt x="88292" y="85"/>
                    <a:pt x="60437" y="85"/>
                  </a:cubicBezTo>
                  <a:cubicBezTo>
                    <a:pt x="45299" y="85"/>
                    <a:pt x="31977" y="5099"/>
                    <a:pt x="21078" y="14538"/>
                  </a:cubicBezTo>
                  <a:cubicBezTo>
                    <a:pt x="11995" y="22502"/>
                    <a:pt x="7453" y="30171"/>
                    <a:pt x="792" y="47869"/>
                  </a:cubicBezTo>
                  <a:lnTo>
                    <a:pt x="5334" y="49049"/>
                  </a:lnTo>
                  <a:cubicBezTo>
                    <a:pt x="17747" y="27516"/>
                    <a:pt x="31372" y="17783"/>
                    <a:pt x="50446" y="17783"/>
                  </a:cubicBezTo>
                  <a:cubicBezTo>
                    <a:pt x="70126" y="17783"/>
                    <a:pt x="83750" y="30761"/>
                    <a:pt x="83750" y="49344"/>
                  </a:cubicBezTo>
                  <a:cubicBezTo>
                    <a:pt x="83750" y="59962"/>
                    <a:pt x="79209" y="70581"/>
                    <a:pt x="71640" y="77955"/>
                  </a:cubicBezTo>
                  <a:cubicBezTo>
                    <a:pt x="62557" y="86804"/>
                    <a:pt x="54079" y="91228"/>
                    <a:pt x="33491" y="98308"/>
                  </a:cubicBezTo>
                  <a:lnTo>
                    <a:pt x="33491" y="102142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3" name="Freeform: Shape 3852">
              <a:extLst>
                <a:ext uri="{FF2B5EF4-FFF2-40B4-BE49-F238E27FC236}">
                  <a16:creationId xmlns:a16="http://schemas.microsoft.com/office/drawing/2014/main" id="{6BB520E4-0FB6-5179-91A9-E11B6CFDA336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078902" y="7472241"/>
              <a:ext cx="136849" cy="203524"/>
            </a:xfrm>
            <a:custGeom>
              <a:avLst/>
              <a:gdLst>
                <a:gd name="connsiteX0" fmla="*/ 69828 w 136849"/>
                <a:gd name="connsiteY0" fmla="*/ 85 h 203524"/>
                <a:gd name="connsiteX1" fmla="*/ 29257 w 136849"/>
                <a:gd name="connsiteY1" fmla="*/ 15423 h 203524"/>
                <a:gd name="connsiteX2" fmla="*/ 192 w 136849"/>
                <a:gd name="connsiteY2" fmla="*/ 100372 h 203524"/>
                <a:gd name="connsiteX3" fmla="*/ 24413 w 136849"/>
                <a:gd name="connsiteY3" fmla="*/ 183552 h 203524"/>
                <a:gd name="connsiteX4" fmla="*/ 68617 w 136849"/>
                <a:gd name="connsiteY4" fmla="*/ 203610 h 203524"/>
                <a:gd name="connsiteX5" fmla="*/ 107976 w 136849"/>
                <a:gd name="connsiteY5" fmla="*/ 188271 h 203524"/>
                <a:gd name="connsiteX6" fmla="*/ 137042 w 136849"/>
                <a:gd name="connsiteY6" fmla="*/ 102142 h 203524"/>
                <a:gd name="connsiteX7" fmla="*/ 69828 w 136849"/>
                <a:gd name="connsiteY7" fmla="*/ 85 h 203524"/>
                <a:gd name="connsiteX8" fmla="*/ 68920 w 136849"/>
                <a:gd name="connsiteY8" fmla="*/ 7754 h 203524"/>
                <a:gd name="connsiteX9" fmla="*/ 107976 w 136849"/>
                <a:gd name="connsiteY9" fmla="*/ 102732 h 203524"/>
                <a:gd name="connsiteX10" fmla="*/ 68617 w 136849"/>
                <a:gd name="connsiteY10" fmla="*/ 195941 h 203524"/>
                <a:gd name="connsiteX11" fmla="*/ 29257 w 136849"/>
                <a:gd name="connsiteY11" fmla="*/ 103027 h 203524"/>
                <a:gd name="connsiteX12" fmla="*/ 68920 w 136849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9" h="203524">
                  <a:moveTo>
                    <a:pt x="69828" y="85"/>
                  </a:moveTo>
                  <a:cubicBezTo>
                    <a:pt x="53176" y="85"/>
                    <a:pt x="40460" y="5099"/>
                    <a:pt x="29257" y="15423"/>
                  </a:cubicBezTo>
                  <a:cubicBezTo>
                    <a:pt x="11697" y="31941"/>
                    <a:pt x="192" y="65862"/>
                    <a:pt x="192" y="100372"/>
                  </a:cubicBezTo>
                  <a:cubicBezTo>
                    <a:pt x="192" y="132523"/>
                    <a:pt x="10183" y="167034"/>
                    <a:pt x="24413" y="183552"/>
                  </a:cubicBezTo>
                  <a:cubicBezTo>
                    <a:pt x="35615" y="196530"/>
                    <a:pt x="51056" y="203610"/>
                    <a:pt x="68617" y="203610"/>
                  </a:cubicBezTo>
                  <a:cubicBezTo>
                    <a:pt x="84058" y="203610"/>
                    <a:pt x="97077" y="198595"/>
                    <a:pt x="107976" y="188271"/>
                  </a:cubicBezTo>
                  <a:cubicBezTo>
                    <a:pt x="125537" y="172048"/>
                    <a:pt x="137042" y="137833"/>
                    <a:pt x="137042" y="102142"/>
                  </a:cubicBezTo>
                  <a:cubicBezTo>
                    <a:pt x="137042" y="41675"/>
                    <a:pt x="109490" y="85"/>
                    <a:pt x="69828" y="85"/>
                  </a:cubicBezTo>
                  <a:close/>
                  <a:moveTo>
                    <a:pt x="68920" y="7754"/>
                  </a:moveTo>
                  <a:cubicBezTo>
                    <a:pt x="94352" y="7754"/>
                    <a:pt x="107976" y="41085"/>
                    <a:pt x="107976" y="102732"/>
                  </a:cubicBezTo>
                  <a:cubicBezTo>
                    <a:pt x="107976" y="164379"/>
                    <a:pt x="94655" y="195941"/>
                    <a:pt x="68617" y="195941"/>
                  </a:cubicBezTo>
                  <a:cubicBezTo>
                    <a:pt x="42579" y="195941"/>
                    <a:pt x="29257" y="164379"/>
                    <a:pt x="29257" y="103027"/>
                  </a:cubicBezTo>
                  <a:cubicBezTo>
                    <a:pt x="29257" y="40495"/>
                    <a:pt x="42882" y="7754"/>
                    <a:pt x="68920" y="775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4" name="Freeform: Shape 3853">
              <a:extLst>
                <a:ext uri="{FF2B5EF4-FFF2-40B4-BE49-F238E27FC236}">
                  <a16:creationId xmlns:a16="http://schemas.microsoft.com/office/drawing/2014/main" id="{ACF07597-CC20-5674-A786-551CB6118B1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257193" y="7472241"/>
              <a:ext cx="85682" cy="199395"/>
            </a:xfrm>
            <a:custGeom>
              <a:avLst/>
              <a:gdLst>
                <a:gd name="connsiteX0" fmla="*/ 54695 w 85682"/>
                <a:gd name="connsiteY0" fmla="*/ 85 h 199395"/>
                <a:gd name="connsiteX1" fmla="*/ 197 w 85682"/>
                <a:gd name="connsiteY1" fmla="*/ 26926 h 199395"/>
                <a:gd name="connsiteX2" fmla="*/ 197 w 85682"/>
                <a:gd name="connsiteY2" fmla="*/ 31056 h 199395"/>
                <a:gd name="connsiteX3" fmla="*/ 8372 w 85682"/>
                <a:gd name="connsiteY3" fmla="*/ 27811 h 199395"/>
                <a:gd name="connsiteX4" fmla="*/ 21996 w 85682"/>
                <a:gd name="connsiteY4" fmla="*/ 24567 h 199395"/>
                <a:gd name="connsiteX5" fmla="*/ 31079 w 85682"/>
                <a:gd name="connsiteY5" fmla="*/ 38430 h 199395"/>
                <a:gd name="connsiteX6" fmla="*/ 31079 w 85682"/>
                <a:gd name="connsiteY6" fmla="*/ 172048 h 199395"/>
                <a:gd name="connsiteX7" fmla="*/ 23813 w 85682"/>
                <a:gd name="connsiteY7" fmla="*/ 191221 h 199395"/>
                <a:gd name="connsiteX8" fmla="*/ 2316 w 85682"/>
                <a:gd name="connsiteY8" fmla="*/ 195056 h 199395"/>
                <a:gd name="connsiteX9" fmla="*/ 2316 w 85682"/>
                <a:gd name="connsiteY9" fmla="*/ 199480 h 199395"/>
                <a:gd name="connsiteX10" fmla="*/ 85879 w 85682"/>
                <a:gd name="connsiteY10" fmla="*/ 199480 h 199395"/>
                <a:gd name="connsiteX11" fmla="*/ 85879 w 85682"/>
                <a:gd name="connsiteY11" fmla="*/ 195056 h 199395"/>
                <a:gd name="connsiteX12" fmla="*/ 57117 w 85682"/>
                <a:gd name="connsiteY12" fmla="*/ 177653 h 199395"/>
                <a:gd name="connsiteX13" fmla="*/ 57117 w 85682"/>
                <a:gd name="connsiteY13" fmla="*/ 675 h 199395"/>
                <a:gd name="connsiteX14" fmla="*/ 54695 w 85682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82" h="199395">
                  <a:moveTo>
                    <a:pt x="54695" y="85"/>
                  </a:moveTo>
                  <a:lnTo>
                    <a:pt x="197" y="26926"/>
                  </a:lnTo>
                  <a:lnTo>
                    <a:pt x="197" y="31056"/>
                  </a:lnTo>
                  <a:cubicBezTo>
                    <a:pt x="3830" y="29581"/>
                    <a:pt x="7160" y="28401"/>
                    <a:pt x="8372" y="27811"/>
                  </a:cubicBezTo>
                  <a:cubicBezTo>
                    <a:pt x="13821" y="25747"/>
                    <a:pt x="18968" y="24567"/>
                    <a:pt x="21996" y="24567"/>
                  </a:cubicBezTo>
                  <a:cubicBezTo>
                    <a:pt x="28354" y="24567"/>
                    <a:pt x="31079" y="28991"/>
                    <a:pt x="31079" y="38430"/>
                  </a:cubicBezTo>
                  <a:lnTo>
                    <a:pt x="31079" y="172048"/>
                  </a:lnTo>
                  <a:cubicBezTo>
                    <a:pt x="31079" y="181782"/>
                    <a:pt x="28657" y="188566"/>
                    <a:pt x="23813" y="191221"/>
                  </a:cubicBezTo>
                  <a:cubicBezTo>
                    <a:pt x="19271" y="193876"/>
                    <a:pt x="15032" y="194761"/>
                    <a:pt x="2316" y="195056"/>
                  </a:cubicBezTo>
                  <a:lnTo>
                    <a:pt x="2316" y="199480"/>
                  </a:lnTo>
                  <a:lnTo>
                    <a:pt x="85879" y="199480"/>
                  </a:lnTo>
                  <a:lnTo>
                    <a:pt x="85879" y="195056"/>
                  </a:lnTo>
                  <a:cubicBezTo>
                    <a:pt x="61961" y="194761"/>
                    <a:pt x="57117" y="191811"/>
                    <a:pt x="57117" y="177653"/>
                  </a:cubicBezTo>
                  <a:lnTo>
                    <a:pt x="57117" y="675"/>
                  </a:lnTo>
                  <a:lnTo>
                    <a:pt x="54695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5" name="Freeform: Shape 3854">
              <a:extLst>
                <a:ext uri="{FF2B5EF4-FFF2-40B4-BE49-F238E27FC236}">
                  <a16:creationId xmlns:a16="http://schemas.microsoft.com/office/drawing/2014/main" id="{1BE20A1D-F970-9F17-C286-EDF3C6FB4069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399757" y="7536248"/>
              <a:ext cx="42084" cy="176978"/>
            </a:xfrm>
            <a:custGeom>
              <a:avLst/>
              <a:gdLst>
                <a:gd name="connsiteX0" fmla="*/ 8377 w 42084"/>
                <a:gd name="connsiteY0" fmla="*/ 177063 h 176978"/>
                <a:gd name="connsiteX1" fmla="*/ 42286 w 42084"/>
                <a:gd name="connsiteY1" fmla="*/ 131638 h 176978"/>
                <a:gd name="connsiteX2" fmla="*/ 18065 w 42084"/>
                <a:gd name="connsiteY2" fmla="*/ 105387 h 176978"/>
                <a:gd name="connsiteX3" fmla="*/ 202 w 42084"/>
                <a:gd name="connsiteY3" fmla="*/ 121905 h 176978"/>
                <a:gd name="connsiteX4" fmla="*/ 18065 w 42084"/>
                <a:gd name="connsiteY4" fmla="*/ 137243 h 176978"/>
                <a:gd name="connsiteX5" fmla="*/ 23818 w 42084"/>
                <a:gd name="connsiteY5" fmla="*/ 136653 h 176978"/>
                <a:gd name="connsiteX6" fmla="*/ 26240 w 42084"/>
                <a:gd name="connsiteY6" fmla="*/ 136063 h 176978"/>
                <a:gd name="connsiteX7" fmla="*/ 30478 w 42084"/>
                <a:gd name="connsiteY7" fmla="*/ 140192 h 176978"/>
                <a:gd name="connsiteX8" fmla="*/ 5652 w 42084"/>
                <a:gd name="connsiteY8" fmla="*/ 171459 h 176978"/>
                <a:gd name="connsiteX9" fmla="*/ 8377 w 42084"/>
                <a:gd name="connsiteY9" fmla="*/ 177063 h 176978"/>
                <a:gd name="connsiteX10" fmla="*/ 17157 w 42084"/>
                <a:gd name="connsiteY10" fmla="*/ 85 h 176978"/>
                <a:gd name="connsiteX11" fmla="*/ 505 w 42084"/>
                <a:gd name="connsiteY11" fmla="*/ 16898 h 176978"/>
                <a:gd name="connsiteX12" fmla="*/ 16854 w 42084"/>
                <a:gd name="connsiteY12" fmla="*/ 32826 h 176978"/>
                <a:gd name="connsiteX13" fmla="*/ 34112 w 42084"/>
                <a:gd name="connsiteY13" fmla="*/ 16898 h 176978"/>
                <a:gd name="connsiteX14" fmla="*/ 17157 w 42084"/>
                <a:gd name="connsiteY14" fmla="*/ 85 h 17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84" h="176978">
                  <a:moveTo>
                    <a:pt x="8377" y="177063"/>
                  </a:moveTo>
                  <a:cubicBezTo>
                    <a:pt x="29267" y="167034"/>
                    <a:pt x="42286" y="149336"/>
                    <a:pt x="42286" y="131638"/>
                  </a:cubicBezTo>
                  <a:cubicBezTo>
                    <a:pt x="42286" y="116890"/>
                    <a:pt x="31689" y="105387"/>
                    <a:pt x="18065" y="105387"/>
                  </a:cubicBezTo>
                  <a:cubicBezTo>
                    <a:pt x="7468" y="105387"/>
                    <a:pt x="202" y="111876"/>
                    <a:pt x="202" y="121905"/>
                  </a:cubicBezTo>
                  <a:cubicBezTo>
                    <a:pt x="202" y="131638"/>
                    <a:pt x="6863" y="137243"/>
                    <a:pt x="18065" y="137243"/>
                  </a:cubicBezTo>
                  <a:cubicBezTo>
                    <a:pt x="19882" y="137243"/>
                    <a:pt x="22001" y="136948"/>
                    <a:pt x="23818" y="136653"/>
                  </a:cubicBezTo>
                  <a:cubicBezTo>
                    <a:pt x="25937" y="136063"/>
                    <a:pt x="25937" y="136063"/>
                    <a:pt x="26240" y="136063"/>
                  </a:cubicBezTo>
                  <a:cubicBezTo>
                    <a:pt x="28662" y="136063"/>
                    <a:pt x="30478" y="137833"/>
                    <a:pt x="30478" y="140192"/>
                  </a:cubicBezTo>
                  <a:cubicBezTo>
                    <a:pt x="30478" y="149631"/>
                    <a:pt x="22001" y="160545"/>
                    <a:pt x="5652" y="171459"/>
                  </a:cubicBezTo>
                  <a:lnTo>
                    <a:pt x="8377" y="177063"/>
                  </a:lnTo>
                  <a:close/>
                  <a:moveTo>
                    <a:pt x="17157" y="85"/>
                  </a:moveTo>
                  <a:cubicBezTo>
                    <a:pt x="8074" y="85"/>
                    <a:pt x="505" y="7754"/>
                    <a:pt x="505" y="16898"/>
                  </a:cubicBezTo>
                  <a:cubicBezTo>
                    <a:pt x="505" y="25452"/>
                    <a:pt x="8074" y="32826"/>
                    <a:pt x="16854" y="32826"/>
                  </a:cubicBezTo>
                  <a:cubicBezTo>
                    <a:pt x="26240" y="32826"/>
                    <a:pt x="34112" y="25452"/>
                    <a:pt x="34112" y="16898"/>
                  </a:cubicBezTo>
                  <a:cubicBezTo>
                    <a:pt x="34112" y="7754"/>
                    <a:pt x="26240" y="85"/>
                    <a:pt x="17157" y="85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6" name="Freeform: Shape 3855">
              <a:extLst>
                <a:ext uri="{FF2B5EF4-FFF2-40B4-BE49-F238E27FC236}">
                  <a16:creationId xmlns:a16="http://schemas.microsoft.com/office/drawing/2014/main" id="{609A3924-A251-E38C-5F19-9BC916B5C37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802831" y="7541557"/>
              <a:ext cx="138969" cy="133323"/>
            </a:xfrm>
            <a:custGeom>
              <a:avLst/>
              <a:gdLst>
                <a:gd name="connsiteX0" fmla="*/ 135552 w 138969"/>
                <a:gd name="connsiteY0" fmla="*/ 97718 h 133323"/>
                <a:gd name="connsiteX1" fmla="*/ 127074 w 138969"/>
                <a:gd name="connsiteY1" fmla="*/ 105977 h 133323"/>
                <a:gd name="connsiteX2" fmla="*/ 111331 w 138969"/>
                <a:gd name="connsiteY2" fmla="*/ 118070 h 133323"/>
                <a:gd name="connsiteX3" fmla="*/ 107092 w 138969"/>
                <a:gd name="connsiteY3" fmla="*/ 114236 h 133323"/>
                <a:gd name="connsiteX4" fmla="*/ 134038 w 138969"/>
                <a:gd name="connsiteY4" fmla="*/ 7164 h 133323"/>
                <a:gd name="connsiteX5" fmla="*/ 135855 w 138969"/>
                <a:gd name="connsiteY5" fmla="*/ 970 h 133323"/>
                <a:gd name="connsiteX6" fmla="*/ 133735 w 138969"/>
                <a:gd name="connsiteY6" fmla="*/ 85 h 133323"/>
                <a:gd name="connsiteX7" fmla="*/ 115267 w 138969"/>
                <a:gd name="connsiteY7" fmla="*/ 2149 h 133323"/>
                <a:gd name="connsiteX8" fmla="*/ 114358 w 138969"/>
                <a:gd name="connsiteY8" fmla="*/ 3034 h 133323"/>
                <a:gd name="connsiteX9" fmla="*/ 111028 w 138969"/>
                <a:gd name="connsiteY9" fmla="*/ 17193 h 133323"/>
                <a:gd name="connsiteX10" fmla="*/ 86807 w 138969"/>
                <a:gd name="connsiteY10" fmla="*/ 85 h 133323"/>
                <a:gd name="connsiteX11" fmla="*/ 216 w 138969"/>
                <a:gd name="connsiteY11" fmla="*/ 100667 h 133323"/>
                <a:gd name="connsiteX12" fmla="*/ 31098 w 138969"/>
                <a:gd name="connsiteY12" fmla="*/ 133408 h 133323"/>
                <a:gd name="connsiteX13" fmla="*/ 91954 w 138969"/>
                <a:gd name="connsiteY13" fmla="*/ 87099 h 133323"/>
                <a:gd name="connsiteX14" fmla="*/ 84990 w 138969"/>
                <a:gd name="connsiteY14" fmla="*/ 121020 h 133323"/>
                <a:gd name="connsiteX15" fmla="*/ 97101 w 138969"/>
                <a:gd name="connsiteY15" fmla="*/ 133113 h 133323"/>
                <a:gd name="connsiteX16" fmla="*/ 139185 w 138969"/>
                <a:gd name="connsiteY16" fmla="*/ 100667 h 133323"/>
                <a:gd name="connsiteX17" fmla="*/ 135552 w 138969"/>
                <a:gd name="connsiteY17" fmla="*/ 97718 h 133323"/>
                <a:gd name="connsiteX18" fmla="*/ 88623 w 138969"/>
                <a:gd name="connsiteY18" fmla="*/ 6574 h 133323"/>
                <a:gd name="connsiteX19" fmla="*/ 105578 w 138969"/>
                <a:gd name="connsiteY19" fmla="*/ 24567 h 133323"/>
                <a:gd name="connsiteX20" fmla="*/ 69549 w 138969"/>
                <a:gd name="connsiteY20" fmla="*/ 105977 h 133323"/>
                <a:gd name="connsiteX21" fmla="*/ 43208 w 138969"/>
                <a:gd name="connsiteY21" fmla="*/ 118955 h 133323"/>
                <a:gd name="connsiteX22" fmla="*/ 25648 w 138969"/>
                <a:gd name="connsiteY22" fmla="*/ 96833 h 133323"/>
                <a:gd name="connsiteX23" fmla="*/ 50172 w 138969"/>
                <a:gd name="connsiteY23" fmla="*/ 32236 h 133323"/>
                <a:gd name="connsiteX24" fmla="*/ 88623 w 138969"/>
                <a:gd name="connsiteY24" fmla="*/ 6574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969" h="133323">
                  <a:moveTo>
                    <a:pt x="135552" y="97718"/>
                  </a:moveTo>
                  <a:cubicBezTo>
                    <a:pt x="131010" y="102142"/>
                    <a:pt x="129194" y="103617"/>
                    <a:pt x="127074" y="105977"/>
                  </a:cubicBezTo>
                  <a:cubicBezTo>
                    <a:pt x="117991" y="115121"/>
                    <a:pt x="114055" y="118070"/>
                    <a:pt x="111331" y="118070"/>
                  </a:cubicBezTo>
                  <a:cubicBezTo>
                    <a:pt x="108908" y="118070"/>
                    <a:pt x="107092" y="116300"/>
                    <a:pt x="107092" y="114236"/>
                  </a:cubicBezTo>
                  <a:cubicBezTo>
                    <a:pt x="107092" y="108336"/>
                    <a:pt x="119808" y="57898"/>
                    <a:pt x="134038" y="7164"/>
                  </a:cubicBezTo>
                  <a:cubicBezTo>
                    <a:pt x="134946" y="4214"/>
                    <a:pt x="135249" y="3624"/>
                    <a:pt x="135855" y="970"/>
                  </a:cubicBezTo>
                  <a:lnTo>
                    <a:pt x="133735" y="85"/>
                  </a:lnTo>
                  <a:lnTo>
                    <a:pt x="115267" y="2149"/>
                  </a:lnTo>
                  <a:lnTo>
                    <a:pt x="114358" y="3034"/>
                  </a:lnTo>
                  <a:lnTo>
                    <a:pt x="111028" y="17193"/>
                  </a:lnTo>
                  <a:cubicBezTo>
                    <a:pt x="108606" y="6279"/>
                    <a:pt x="99826" y="85"/>
                    <a:pt x="86807" y="85"/>
                  </a:cubicBezTo>
                  <a:cubicBezTo>
                    <a:pt x="46842" y="85"/>
                    <a:pt x="216" y="54063"/>
                    <a:pt x="216" y="100667"/>
                  </a:cubicBezTo>
                  <a:cubicBezTo>
                    <a:pt x="216" y="121315"/>
                    <a:pt x="11721" y="133408"/>
                    <a:pt x="31098" y="133408"/>
                  </a:cubicBezTo>
                  <a:cubicBezTo>
                    <a:pt x="52291" y="133408"/>
                    <a:pt x="65310" y="123674"/>
                    <a:pt x="91954" y="87099"/>
                  </a:cubicBezTo>
                  <a:cubicBezTo>
                    <a:pt x="85898" y="110106"/>
                    <a:pt x="84990" y="113941"/>
                    <a:pt x="84990" y="121020"/>
                  </a:cubicBezTo>
                  <a:cubicBezTo>
                    <a:pt x="84990" y="129574"/>
                    <a:pt x="88623" y="133113"/>
                    <a:pt x="97101" y="133113"/>
                  </a:cubicBezTo>
                  <a:cubicBezTo>
                    <a:pt x="109211" y="133113"/>
                    <a:pt x="116780" y="127509"/>
                    <a:pt x="139185" y="100667"/>
                  </a:cubicBezTo>
                  <a:lnTo>
                    <a:pt x="135552" y="97718"/>
                  </a:lnTo>
                  <a:close/>
                  <a:moveTo>
                    <a:pt x="88623" y="6574"/>
                  </a:moveTo>
                  <a:cubicBezTo>
                    <a:pt x="98917" y="7164"/>
                    <a:pt x="105578" y="14243"/>
                    <a:pt x="105578" y="24567"/>
                  </a:cubicBezTo>
                  <a:cubicBezTo>
                    <a:pt x="105578" y="49344"/>
                    <a:pt x="90440" y="84149"/>
                    <a:pt x="69549" y="105977"/>
                  </a:cubicBezTo>
                  <a:cubicBezTo>
                    <a:pt x="62283" y="113941"/>
                    <a:pt x="51989" y="118955"/>
                    <a:pt x="43208" y="118955"/>
                  </a:cubicBezTo>
                  <a:cubicBezTo>
                    <a:pt x="32612" y="118955"/>
                    <a:pt x="25648" y="110401"/>
                    <a:pt x="25648" y="96833"/>
                  </a:cubicBezTo>
                  <a:cubicBezTo>
                    <a:pt x="25648" y="80905"/>
                    <a:pt x="37153" y="50523"/>
                    <a:pt x="50172" y="32236"/>
                  </a:cubicBezTo>
                  <a:cubicBezTo>
                    <a:pt x="62283" y="15128"/>
                    <a:pt x="76513" y="5689"/>
                    <a:pt x="88623" y="657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7" name="Freeform: Shape 3856">
              <a:extLst>
                <a:ext uri="{FF2B5EF4-FFF2-40B4-BE49-F238E27FC236}">
                  <a16:creationId xmlns:a16="http://schemas.microsoft.com/office/drawing/2014/main" id="{61727BA5-C7F2-38D1-5905-3FA799025F5C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955012" y="7568808"/>
              <a:ext cx="101268" cy="150608"/>
            </a:xfrm>
            <a:custGeom>
              <a:avLst/>
              <a:gdLst>
                <a:gd name="connsiteX0" fmla="*/ 51751 w 101268"/>
                <a:gd name="connsiteY0" fmla="*/ 87 h 150608"/>
                <a:gd name="connsiteX1" fmla="*/ 21728 w 101268"/>
                <a:gd name="connsiteY1" fmla="*/ 11437 h 150608"/>
                <a:gd name="connsiteX2" fmla="*/ 220 w 101268"/>
                <a:gd name="connsiteY2" fmla="*/ 74300 h 150608"/>
                <a:gd name="connsiteX3" fmla="*/ 18144 w 101268"/>
                <a:gd name="connsiteY3" fmla="*/ 135853 h 150608"/>
                <a:gd name="connsiteX4" fmla="*/ 50854 w 101268"/>
                <a:gd name="connsiteY4" fmla="*/ 150695 h 150608"/>
                <a:gd name="connsiteX5" fmla="*/ 79980 w 101268"/>
                <a:gd name="connsiteY5" fmla="*/ 139345 h 150608"/>
                <a:gd name="connsiteX6" fmla="*/ 101489 w 101268"/>
                <a:gd name="connsiteY6" fmla="*/ 75609 h 150608"/>
                <a:gd name="connsiteX7" fmla="*/ 51751 w 101268"/>
                <a:gd name="connsiteY7" fmla="*/ 87 h 150608"/>
                <a:gd name="connsiteX8" fmla="*/ 51078 w 101268"/>
                <a:gd name="connsiteY8" fmla="*/ 5762 h 150608"/>
                <a:gd name="connsiteX9" fmla="*/ 79980 w 101268"/>
                <a:gd name="connsiteY9" fmla="*/ 76046 h 150608"/>
                <a:gd name="connsiteX10" fmla="*/ 50854 w 101268"/>
                <a:gd name="connsiteY10" fmla="*/ 145020 h 150608"/>
                <a:gd name="connsiteX11" fmla="*/ 21728 w 101268"/>
                <a:gd name="connsiteY11" fmla="*/ 76264 h 150608"/>
                <a:gd name="connsiteX12" fmla="*/ 51078 w 101268"/>
                <a:gd name="connsiteY12" fmla="*/ 5762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68" h="150608">
                  <a:moveTo>
                    <a:pt x="51751" y="87"/>
                  </a:moveTo>
                  <a:cubicBezTo>
                    <a:pt x="39428" y="87"/>
                    <a:pt x="30018" y="3798"/>
                    <a:pt x="21728" y="11437"/>
                  </a:cubicBezTo>
                  <a:cubicBezTo>
                    <a:pt x="8734" y="23661"/>
                    <a:pt x="220" y="48762"/>
                    <a:pt x="220" y="74300"/>
                  </a:cubicBezTo>
                  <a:cubicBezTo>
                    <a:pt x="220" y="98092"/>
                    <a:pt x="7614" y="123629"/>
                    <a:pt x="18144" y="135853"/>
                  </a:cubicBezTo>
                  <a:cubicBezTo>
                    <a:pt x="26433" y="145457"/>
                    <a:pt x="37860" y="150695"/>
                    <a:pt x="50854" y="150695"/>
                  </a:cubicBezTo>
                  <a:cubicBezTo>
                    <a:pt x="62281" y="150695"/>
                    <a:pt x="71915" y="146985"/>
                    <a:pt x="79980" y="139345"/>
                  </a:cubicBezTo>
                  <a:cubicBezTo>
                    <a:pt x="92975" y="127340"/>
                    <a:pt x="101489" y="102020"/>
                    <a:pt x="101489" y="75609"/>
                  </a:cubicBezTo>
                  <a:cubicBezTo>
                    <a:pt x="101489" y="30864"/>
                    <a:pt x="81101" y="87"/>
                    <a:pt x="51751" y="87"/>
                  </a:cubicBezTo>
                  <a:close/>
                  <a:moveTo>
                    <a:pt x="51078" y="5762"/>
                  </a:moveTo>
                  <a:cubicBezTo>
                    <a:pt x="69898" y="5762"/>
                    <a:pt x="79980" y="30427"/>
                    <a:pt x="79980" y="76046"/>
                  </a:cubicBezTo>
                  <a:cubicBezTo>
                    <a:pt x="79980" y="121665"/>
                    <a:pt x="70122" y="145020"/>
                    <a:pt x="50854" y="145020"/>
                  </a:cubicBezTo>
                  <a:cubicBezTo>
                    <a:pt x="31586" y="145020"/>
                    <a:pt x="21728" y="121665"/>
                    <a:pt x="21728" y="76264"/>
                  </a:cubicBezTo>
                  <a:cubicBezTo>
                    <a:pt x="21728" y="29990"/>
                    <a:pt x="31811" y="5762"/>
                    <a:pt x="51078" y="5762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8" name="Freeform: Shape 3857">
              <a:extLst>
                <a:ext uri="{FF2B5EF4-FFF2-40B4-BE49-F238E27FC236}">
                  <a16:creationId xmlns:a16="http://schemas.microsoft.com/office/drawing/2014/main" id="{5E9A6480-6F83-6281-CFBB-B539132B094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161759" y="7563385"/>
              <a:ext cx="201338" cy="69021"/>
            </a:xfrm>
            <a:custGeom>
              <a:avLst/>
              <a:gdLst>
                <a:gd name="connsiteX0" fmla="*/ 191273 w 201338"/>
                <a:gd name="connsiteY0" fmla="*/ 11883 h 69021"/>
                <a:gd name="connsiteX1" fmla="*/ 201567 w 201338"/>
                <a:gd name="connsiteY1" fmla="*/ 5983 h 69021"/>
                <a:gd name="connsiteX2" fmla="*/ 191576 w 201338"/>
                <a:gd name="connsiteY2" fmla="*/ 84 h 69021"/>
                <a:gd name="connsiteX3" fmla="*/ 10219 w 201338"/>
                <a:gd name="connsiteY3" fmla="*/ 84 h 69021"/>
                <a:gd name="connsiteX4" fmla="*/ 228 w 201338"/>
                <a:gd name="connsiteY4" fmla="*/ 5983 h 69021"/>
                <a:gd name="connsiteX5" fmla="*/ 10522 w 201338"/>
                <a:gd name="connsiteY5" fmla="*/ 11883 h 69021"/>
                <a:gd name="connsiteX6" fmla="*/ 191273 w 201338"/>
                <a:gd name="connsiteY6" fmla="*/ 11883 h 69021"/>
                <a:gd name="connsiteX7" fmla="*/ 191576 w 201338"/>
                <a:gd name="connsiteY7" fmla="*/ 69105 h 69021"/>
                <a:gd name="connsiteX8" fmla="*/ 201567 w 201338"/>
                <a:gd name="connsiteY8" fmla="*/ 63206 h 69021"/>
                <a:gd name="connsiteX9" fmla="*/ 191273 w 201338"/>
                <a:gd name="connsiteY9" fmla="*/ 57307 h 69021"/>
                <a:gd name="connsiteX10" fmla="*/ 10522 w 201338"/>
                <a:gd name="connsiteY10" fmla="*/ 57307 h 69021"/>
                <a:gd name="connsiteX11" fmla="*/ 228 w 201338"/>
                <a:gd name="connsiteY11" fmla="*/ 63206 h 69021"/>
                <a:gd name="connsiteX12" fmla="*/ 10219 w 201338"/>
                <a:gd name="connsiteY12" fmla="*/ 69105 h 69021"/>
                <a:gd name="connsiteX13" fmla="*/ 191576 w 201338"/>
                <a:gd name="connsiteY13" fmla="*/ 69105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8" h="69021">
                  <a:moveTo>
                    <a:pt x="191273" y="11883"/>
                  </a:moveTo>
                  <a:cubicBezTo>
                    <a:pt x="195814" y="11883"/>
                    <a:pt x="201567" y="11883"/>
                    <a:pt x="201567" y="5983"/>
                  </a:cubicBezTo>
                  <a:cubicBezTo>
                    <a:pt x="201567" y="84"/>
                    <a:pt x="195814" y="84"/>
                    <a:pt x="191576" y="84"/>
                  </a:cubicBezTo>
                  <a:lnTo>
                    <a:pt x="10219" y="84"/>
                  </a:lnTo>
                  <a:cubicBezTo>
                    <a:pt x="5981" y="84"/>
                    <a:pt x="228" y="84"/>
                    <a:pt x="228" y="5983"/>
                  </a:cubicBezTo>
                  <a:cubicBezTo>
                    <a:pt x="228" y="11883"/>
                    <a:pt x="5981" y="11883"/>
                    <a:pt x="10522" y="11883"/>
                  </a:cubicBezTo>
                  <a:lnTo>
                    <a:pt x="191273" y="11883"/>
                  </a:lnTo>
                  <a:close/>
                  <a:moveTo>
                    <a:pt x="191576" y="69105"/>
                  </a:moveTo>
                  <a:cubicBezTo>
                    <a:pt x="195814" y="69105"/>
                    <a:pt x="201567" y="69105"/>
                    <a:pt x="201567" y="63206"/>
                  </a:cubicBezTo>
                  <a:cubicBezTo>
                    <a:pt x="201567" y="57307"/>
                    <a:pt x="195814" y="57307"/>
                    <a:pt x="191273" y="57307"/>
                  </a:cubicBezTo>
                  <a:lnTo>
                    <a:pt x="10522" y="57307"/>
                  </a:lnTo>
                  <a:cubicBezTo>
                    <a:pt x="5981" y="57307"/>
                    <a:pt x="228" y="57307"/>
                    <a:pt x="228" y="63206"/>
                  </a:cubicBezTo>
                  <a:cubicBezTo>
                    <a:pt x="228" y="69105"/>
                    <a:pt x="5981" y="69105"/>
                    <a:pt x="10219" y="69105"/>
                  </a:cubicBezTo>
                  <a:lnTo>
                    <a:pt x="191576" y="6910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9" name="Freeform: Shape 3858">
              <a:extLst>
                <a:ext uri="{FF2B5EF4-FFF2-40B4-BE49-F238E27FC236}">
                  <a16:creationId xmlns:a16="http://schemas.microsoft.com/office/drawing/2014/main" id="{310670C3-5830-378C-B741-FEE92EB37052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456033" y="7535953"/>
              <a:ext cx="120803" cy="138632"/>
            </a:xfrm>
            <a:custGeom>
              <a:avLst/>
              <a:gdLst>
                <a:gd name="connsiteX0" fmla="*/ 116196 w 120803"/>
                <a:gd name="connsiteY0" fmla="*/ 87394 h 138632"/>
                <a:gd name="connsiteX1" fmla="*/ 69268 w 120803"/>
                <a:gd name="connsiteY1" fmla="*/ 118365 h 138632"/>
                <a:gd name="connsiteX2" fmla="*/ 30211 w 120803"/>
                <a:gd name="connsiteY2" fmla="*/ 92998 h 138632"/>
                <a:gd name="connsiteX3" fmla="*/ 22036 w 120803"/>
                <a:gd name="connsiteY3" fmla="*/ 54063 h 138632"/>
                <a:gd name="connsiteX4" fmla="*/ 115288 w 120803"/>
                <a:gd name="connsiteY4" fmla="*/ 54063 h 138632"/>
                <a:gd name="connsiteX5" fmla="*/ 102269 w 120803"/>
                <a:gd name="connsiteY5" fmla="*/ 16898 h 138632"/>
                <a:gd name="connsiteX6" fmla="*/ 63515 w 120803"/>
                <a:gd name="connsiteY6" fmla="*/ 85 h 138632"/>
                <a:gd name="connsiteX7" fmla="*/ 22642 w 120803"/>
                <a:gd name="connsiteY7" fmla="*/ 15423 h 138632"/>
                <a:gd name="connsiteX8" fmla="*/ 237 w 120803"/>
                <a:gd name="connsiteY8" fmla="*/ 72646 h 138632"/>
                <a:gd name="connsiteX9" fmla="*/ 56854 w 120803"/>
                <a:gd name="connsiteY9" fmla="*/ 138718 h 138632"/>
                <a:gd name="connsiteX10" fmla="*/ 121040 w 120803"/>
                <a:gd name="connsiteY10" fmla="*/ 89459 h 138632"/>
                <a:gd name="connsiteX11" fmla="*/ 116196 w 120803"/>
                <a:gd name="connsiteY11" fmla="*/ 87394 h 138632"/>
                <a:gd name="connsiteX12" fmla="*/ 22642 w 120803"/>
                <a:gd name="connsiteY12" fmla="*/ 44624 h 138632"/>
                <a:gd name="connsiteX13" fmla="*/ 54735 w 120803"/>
                <a:gd name="connsiteY13" fmla="*/ 10703 h 138632"/>
                <a:gd name="connsiteX14" fmla="*/ 84406 w 120803"/>
                <a:gd name="connsiteY14" fmla="*/ 44624 h 138632"/>
                <a:gd name="connsiteX15" fmla="*/ 22642 w 120803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03" h="138632">
                  <a:moveTo>
                    <a:pt x="116196" y="87394"/>
                  </a:moveTo>
                  <a:cubicBezTo>
                    <a:pt x="101663" y="109811"/>
                    <a:pt x="88645" y="118365"/>
                    <a:pt x="69268" y="118365"/>
                  </a:cubicBezTo>
                  <a:cubicBezTo>
                    <a:pt x="52010" y="118365"/>
                    <a:pt x="38991" y="109811"/>
                    <a:pt x="30211" y="92998"/>
                  </a:cubicBezTo>
                  <a:cubicBezTo>
                    <a:pt x="24761" y="81790"/>
                    <a:pt x="22642" y="72056"/>
                    <a:pt x="22036" y="54063"/>
                  </a:cubicBezTo>
                  <a:lnTo>
                    <a:pt x="115288" y="54063"/>
                  </a:lnTo>
                  <a:cubicBezTo>
                    <a:pt x="112866" y="34890"/>
                    <a:pt x="109838" y="26336"/>
                    <a:pt x="102269" y="16898"/>
                  </a:cubicBezTo>
                  <a:cubicBezTo>
                    <a:pt x="93186" y="6279"/>
                    <a:pt x="79259" y="85"/>
                    <a:pt x="63515" y="85"/>
                  </a:cubicBezTo>
                  <a:cubicBezTo>
                    <a:pt x="48377" y="85"/>
                    <a:pt x="34147" y="5394"/>
                    <a:pt x="22642" y="15423"/>
                  </a:cubicBezTo>
                  <a:cubicBezTo>
                    <a:pt x="8412" y="27516"/>
                    <a:pt x="237" y="48459"/>
                    <a:pt x="237" y="72646"/>
                  </a:cubicBezTo>
                  <a:cubicBezTo>
                    <a:pt x="237" y="113351"/>
                    <a:pt x="22036" y="138718"/>
                    <a:pt x="56854" y="138718"/>
                  </a:cubicBezTo>
                  <a:cubicBezTo>
                    <a:pt x="85617" y="138718"/>
                    <a:pt x="108324" y="121315"/>
                    <a:pt x="121040" y="89459"/>
                  </a:cubicBezTo>
                  <a:lnTo>
                    <a:pt x="116196" y="87394"/>
                  </a:lnTo>
                  <a:close/>
                  <a:moveTo>
                    <a:pt x="22642" y="44624"/>
                  </a:moveTo>
                  <a:cubicBezTo>
                    <a:pt x="25972" y="21617"/>
                    <a:pt x="36266" y="10703"/>
                    <a:pt x="54735" y="10703"/>
                  </a:cubicBezTo>
                  <a:cubicBezTo>
                    <a:pt x="73204" y="10703"/>
                    <a:pt x="80470" y="18962"/>
                    <a:pt x="84406" y="44624"/>
                  </a:cubicBezTo>
                  <a:lnTo>
                    <a:pt x="22642" y="44624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0" name="Freeform: Shape 3859">
              <a:extLst>
                <a:ext uri="{FF2B5EF4-FFF2-40B4-BE49-F238E27FC236}">
                  <a16:creationId xmlns:a16="http://schemas.microsoft.com/office/drawing/2014/main" id="{90144337-308E-C06B-6A64-9950E1A1C530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8583986" y="7538903"/>
              <a:ext cx="139877" cy="132733"/>
            </a:xfrm>
            <a:custGeom>
              <a:avLst/>
              <a:gdLst>
                <a:gd name="connsiteX0" fmla="*/ 79263 w 139877"/>
                <a:gd name="connsiteY0" fmla="*/ 132818 h 132733"/>
                <a:gd name="connsiteX1" fmla="*/ 140119 w 139877"/>
                <a:gd name="connsiteY1" fmla="*/ 132818 h 132733"/>
                <a:gd name="connsiteX2" fmla="*/ 140119 w 139877"/>
                <a:gd name="connsiteY2" fmla="*/ 128394 h 132733"/>
                <a:gd name="connsiteX3" fmla="*/ 115292 w 139877"/>
                <a:gd name="connsiteY3" fmla="*/ 110696 h 132733"/>
                <a:gd name="connsiteX4" fmla="*/ 76538 w 139877"/>
                <a:gd name="connsiteY4" fmla="*/ 52883 h 132733"/>
                <a:gd name="connsiteX5" fmla="*/ 101668 w 139877"/>
                <a:gd name="connsiteY5" fmla="*/ 17488 h 132733"/>
                <a:gd name="connsiteX6" fmla="*/ 126192 w 139877"/>
                <a:gd name="connsiteY6" fmla="*/ 4509 h 132733"/>
                <a:gd name="connsiteX7" fmla="*/ 126192 w 139877"/>
                <a:gd name="connsiteY7" fmla="*/ 85 h 132733"/>
                <a:gd name="connsiteX8" fmla="*/ 78355 w 139877"/>
                <a:gd name="connsiteY8" fmla="*/ 85 h 132733"/>
                <a:gd name="connsiteX9" fmla="*/ 78355 w 139877"/>
                <a:gd name="connsiteY9" fmla="*/ 4509 h 132733"/>
                <a:gd name="connsiteX10" fmla="*/ 90465 w 139877"/>
                <a:gd name="connsiteY10" fmla="*/ 10998 h 132733"/>
                <a:gd name="connsiteX11" fmla="*/ 79263 w 139877"/>
                <a:gd name="connsiteY11" fmla="*/ 30171 h 132733"/>
                <a:gd name="connsiteX12" fmla="*/ 70180 w 139877"/>
                <a:gd name="connsiteY12" fmla="*/ 43149 h 132733"/>
                <a:gd name="connsiteX13" fmla="*/ 65941 w 139877"/>
                <a:gd name="connsiteY13" fmla="*/ 37250 h 132733"/>
                <a:gd name="connsiteX14" fmla="*/ 52014 w 139877"/>
                <a:gd name="connsiteY14" fmla="*/ 10998 h 132733"/>
                <a:gd name="connsiteX15" fmla="*/ 65033 w 139877"/>
                <a:gd name="connsiteY15" fmla="*/ 4509 h 132733"/>
                <a:gd name="connsiteX16" fmla="*/ 65033 w 139877"/>
                <a:gd name="connsiteY16" fmla="*/ 85 h 132733"/>
                <a:gd name="connsiteX17" fmla="*/ 2361 w 139877"/>
                <a:gd name="connsiteY17" fmla="*/ 85 h 132733"/>
                <a:gd name="connsiteX18" fmla="*/ 2361 w 139877"/>
                <a:gd name="connsiteY18" fmla="*/ 4509 h 132733"/>
                <a:gd name="connsiteX19" fmla="*/ 5086 w 139877"/>
                <a:gd name="connsiteY19" fmla="*/ 4509 h 132733"/>
                <a:gd name="connsiteX20" fmla="*/ 28398 w 139877"/>
                <a:gd name="connsiteY20" fmla="*/ 22207 h 132733"/>
                <a:gd name="connsiteX21" fmla="*/ 56858 w 139877"/>
                <a:gd name="connsiteY21" fmla="*/ 64682 h 132733"/>
                <a:gd name="connsiteX22" fmla="*/ 22343 w 139877"/>
                <a:gd name="connsiteY22" fmla="*/ 113351 h 132733"/>
                <a:gd name="connsiteX23" fmla="*/ 241 w 139877"/>
                <a:gd name="connsiteY23" fmla="*/ 128394 h 132733"/>
                <a:gd name="connsiteX24" fmla="*/ 241 w 139877"/>
                <a:gd name="connsiteY24" fmla="*/ 132818 h 132733"/>
                <a:gd name="connsiteX25" fmla="*/ 44142 w 139877"/>
                <a:gd name="connsiteY25" fmla="*/ 132818 h 132733"/>
                <a:gd name="connsiteX26" fmla="*/ 44142 w 139877"/>
                <a:gd name="connsiteY26" fmla="*/ 128394 h 132733"/>
                <a:gd name="connsiteX27" fmla="*/ 32032 w 139877"/>
                <a:gd name="connsiteY27" fmla="*/ 123085 h 132733"/>
                <a:gd name="connsiteX28" fmla="*/ 38087 w 139877"/>
                <a:gd name="connsiteY28" fmla="*/ 110991 h 132733"/>
                <a:gd name="connsiteX29" fmla="*/ 62005 w 139877"/>
                <a:gd name="connsiteY29" fmla="*/ 74710 h 132733"/>
                <a:gd name="connsiteX30" fmla="*/ 89557 w 139877"/>
                <a:gd name="connsiteY30" fmla="*/ 116005 h 132733"/>
                <a:gd name="connsiteX31" fmla="*/ 91374 w 139877"/>
                <a:gd name="connsiteY31" fmla="*/ 121315 h 132733"/>
                <a:gd name="connsiteX32" fmla="*/ 79263 w 139877"/>
                <a:gd name="connsiteY32" fmla="*/ 128394 h 132733"/>
                <a:gd name="connsiteX33" fmla="*/ 79263 w 139877"/>
                <a:gd name="connsiteY33" fmla="*/ 132818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877" h="132733">
                  <a:moveTo>
                    <a:pt x="79263" y="132818"/>
                  </a:moveTo>
                  <a:lnTo>
                    <a:pt x="140119" y="132818"/>
                  </a:lnTo>
                  <a:lnTo>
                    <a:pt x="140119" y="128394"/>
                  </a:lnTo>
                  <a:cubicBezTo>
                    <a:pt x="130733" y="128394"/>
                    <a:pt x="124678" y="123674"/>
                    <a:pt x="115292" y="110696"/>
                  </a:cubicBezTo>
                  <a:lnTo>
                    <a:pt x="76538" y="52883"/>
                  </a:lnTo>
                  <a:lnTo>
                    <a:pt x="101668" y="17488"/>
                  </a:lnTo>
                  <a:cubicBezTo>
                    <a:pt x="107420" y="9524"/>
                    <a:pt x="116503" y="4804"/>
                    <a:pt x="126192" y="4509"/>
                  </a:cubicBezTo>
                  <a:lnTo>
                    <a:pt x="126192" y="85"/>
                  </a:lnTo>
                  <a:lnTo>
                    <a:pt x="78355" y="85"/>
                  </a:lnTo>
                  <a:lnTo>
                    <a:pt x="78355" y="4509"/>
                  </a:lnTo>
                  <a:cubicBezTo>
                    <a:pt x="87438" y="5099"/>
                    <a:pt x="90465" y="6869"/>
                    <a:pt x="90465" y="10998"/>
                  </a:cubicBezTo>
                  <a:cubicBezTo>
                    <a:pt x="90465" y="14538"/>
                    <a:pt x="86832" y="21027"/>
                    <a:pt x="79263" y="30171"/>
                  </a:cubicBezTo>
                  <a:cubicBezTo>
                    <a:pt x="77749" y="31941"/>
                    <a:pt x="74116" y="37250"/>
                    <a:pt x="70180" y="43149"/>
                  </a:cubicBezTo>
                  <a:lnTo>
                    <a:pt x="65941" y="37250"/>
                  </a:lnTo>
                  <a:cubicBezTo>
                    <a:pt x="57464" y="24862"/>
                    <a:pt x="52014" y="14833"/>
                    <a:pt x="52014" y="10998"/>
                  </a:cubicBezTo>
                  <a:cubicBezTo>
                    <a:pt x="52014" y="6869"/>
                    <a:pt x="55950" y="4804"/>
                    <a:pt x="65033" y="4509"/>
                  </a:cubicBezTo>
                  <a:lnTo>
                    <a:pt x="65033" y="85"/>
                  </a:lnTo>
                  <a:lnTo>
                    <a:pt x="2361" y="85"/>
                  </a:lnTo>
                  <a:lnTo>
                    <a:pt x="2361" y="4509"/>
                  </a:lnTo>
                  <a:lnTo>
                    <a:pt x="5086" y="4509"/>
                  </a:lnTo>
                  <a:cubicBezTo>
                    <a:pt x="14168" y="4509"/>
                    <a:pt x="19013" y="8344"/>
                    <a:pt x="28398" y="22207"/>
                  </a:cubicBezTo>
                  <a:lnTo>
                    <a:pt x="56858" y="64682"/>
                  </a:lnTo>
                  <a:lnTo>
                    <a:pt x="22343" y="113351"/>
                  </a:lnTo>
                  <a:cubicBezTo>
                    <a:pt x="13260" y="125444"/>
                    <a:pt x="10233" y="127509"/>
                    <a:pt x="241" y="128394"/>
                  </a:cubicBezTo>
                  <a:lnTo>
                    <a:pt x="241" y="132818"/>
                  </a:lnTo>
                  <a:lnTo>
                    <a:pt x="44142" y="132818"/>
                  </a:lnTo>
                  <a:lnTo>
                    <a:pt x="44142" y="128394"/>
                  </a:lnTo>
                  <a:cubicBezTo>
                    <a:pt x="35665" y="128394"/>
                    <a:pt x="32032" y="126919"/>
                    <a:pt x="32032" y="123085"/>
                  </a:cubicBezTo>
                  <a:cubicBezTo>
                    <a:pt x="32032" y="121315"/>
                    <a:pt x="34151" y="116890"/>
                    <a:pt x="38087" y="110991"/>
                  </a:cubicBezTo>
                  <a:lnTo>
                    <a:pt x="62005" y="74710"/>
                  </a:lnTo>
                  <a:lnTo>
                    <a:pt x="89557" y="116005"/>
                  </a:lnTo>
                  <a:cubicBezTo>
                    <a:pt x="90768" y="117775"/>
                    <a:pt x="91374" y="119545"/>
                    <a:pt x="91374" y="121315"/>
                  </a:cubicBezTo>
                  <a:cubicBezTo>
                    <a:pt x="91374" y="126624"/>
                    <a:pt x="89254" y="127804"/>
                    <a:pt x="79263" y="128394"/>
                  </a:cubicBezTo>
                  <a:lnTo>
                    <a:pt x="79263" y="132818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1" name="Freeform: Shape 3860">
              <a:extLst>
                <a:ext uri="{FF2B5EF4-FFF2-40B4-BE49-F238E27FC236}">
                  <a16:creationId xmlns:a16="http://schemas.microsoft.com/office/drawing/2014/main" id="{8D5AB04F-B002-0AFC-3716-0E804F2BFEFE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732303" y="7535953"/>
              <a:ext cx="140785" cy="199690"/>
            </a:xfrm>
            <a:custGeom>
              <a:avLst/>
              <a:gdLst>
                <a:gd name="connsiteX0" fmla="*/ 1457 w 140785"/>
                <a:gd name="connsiteY0" fmla="*/ 19847 h 199690"/>
                <a:gd name="connsiteX1" fmla="*/ 9026 w 140785"/>
                <a:gd name="connsiteY1" fmla="*/ 19552 h 199690"/>
                <a:gd name="connsiteX2" fmla="*/ 21440 w 140785"/>
                <a:gd name="connsiteY2" fmla="*/ 36365 h 199690"/>
                <a:gd name="connsiteX3" fmla="*/ 21440 w 140785"/>
                <a:gd name="connsiteY3" fmla="*/ 174408 h 199690"/>
                <a:gd name="connsiteX4" fmla="*/ 246 w 140785"/>
                <a:gd name="connsiteY4" fmla="*/ 194761 h 199690"/>
                <a:gd name="connsiteX5" fmla="*/ 246 w 140785"/>
                <a:gd name="connsiteY5" fmla="*/ 199775 h 199690"/>
                <a:gd name="connsiteX6" fmla="*/ 73516 w 140785"/>
                <a:gd name="connsiteY6" fmla="*/ 199775 h 199690"/>
                <a:gd name="connsiteX7" fmla="*/ 73516 w 140785"/>
                <a:gd name="connsiteY7" fmla="*/ 194466 h 199690"/>
                <a:gd name="connsiteX8" fmla="*/ 46872 w 140785"/>
                <a:gd name="connsiteY8" fmla="*/ 172343 h 199690"/>
                <a:gd name="connsiteX9" fmla="*/ 46872 w 140785"/>
                <a:gd name="connsiteY9" fmla="*/ 126034 h 199690"/>
                <a:gd name="connsiteX10" fmla="*/ 77451 w 140785"/>
                <a:gd name="connsiteY10" fmla="*/ 138718 h 199690"/>
                <a:gd name="connsiteX11" fmla="*/ 141032 w 140785"/>
                <a:gd name="connsiteY11" fmla="*/ 62912 h 199690"/>
                <a:gd name="connsiteX12" fmla="*/ 90470 w 140785"/>
                <a:gd name="connsiteY12" fmla="*/ 85 h 199690"/>
                <a:gd name="connsiteX13" fmla="*/ 46872 w 140785"/>
                <a:gd name="connsiteY13" fmla="*/ 23387 h 199690"/>
                <a:gd name="connsiteX14" fmla="*/ 46872 w 140785"/>
                <a:gd name="connsiteY14" fmla="*/ 675 h 199690"/>
                <a:gd name="connsiteX15" fmla="*/ 45056 w 140785"/>
                <a:gd name="connsiteY15" fmla="*/ 85 h 199690"/>
                <a:gd name="connsiteX16" fmla="*/ 1457 w 140785"/>
                <a:gd name="connsiteY16" fmla="*/ 15128 h 199690"/>
                <a:gd name="connsiteX17" fmla="*/ 1457 w 140785"/>
                <a:gd name="connsiteY17" fmla="*/ 19847 h 199690"/>
                <a:gd name="connsiteX18" fmla="*/ 46872 w 140785"/>
                <a:gd name="connsiteY18" fmla="*/ 37250 h 199690"/>
                <a:gd name="connsiteX19" fmla="*/ 77754 w 140785"/>
                <a:gd name="connsiteY19" fmla="*/ 17782 h 199690"/>
                <a:gd name="connsiteX20" fmla="*/ 114994 w 140785"/>
                <a:gd name="connsiteY20" fmla="*/ 74416 h 199690"/>
                <a:gd name="connsiteX21" fmla="*/ 78360 w 140785"/>
                <a:gd name="connsiteY21" fmla="*/ 129279 h 199690"/>
                <a:gd name="connsiteX22" fmla="*/ 46872 w 140785"/>
                <a:gd name="connsiteY22" fmla="*/ 109811 h 199690"/>
                <a:gd name="connsiteX23" fmla="*/ 46872 w 140785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85" h="199690">
                  <a:moveTo>
                    <a:pt x="1457" y="19847"/>
                  </a:moveTo>
                  <a:cubicBezTo>
                    <a:pt x="4182" y="19552"/>
                    <a:pt x="6302" y="19552"/>
                    <a:pt x="9026" y="19552"/>
                  </a:cubicBezTo>
                  <a:cubicBezTo>
                    <a:pt x="19321" y="19552"/>
                    <a:pt x="21440" y="22502"/>
                    <a:pt x="21440" y="36365"/>
                  </a:cubicBezTo>
                  <a:lnTo>
                    <a:pt x="21440" y="174408"/>
                  </a:lnTo>
                  <a:cubicBezTo>
                    <a:pt x="21440" y="189746"/>
                    <a:pt x="18109" y="192991"/>
                    <a:pt x="246" y="194761"/>
                  </a:cubicBezTo>
                  <a:lnTo>
                    <a:pt x="246" y="199775"/>
                  </a:lnTo>
                  <a:lnTo>
                    <a:pt x="73516" y="199775"/>
                  </a:lnTo>
                  <a:lnTo>
                    <a:pt x="73516" y="194466"/>
                  </a:lnTo>
                  <a:cubicBezTo>
                    <a:pt x="50808" y="194171"/>
                    <a:pt x="46872" y="190926"/>
                    <a:pt x="46872" y="172343"/>
                  </a:cubicBezTo>
                  <a:lnTo>
                    <a:pt x="46872" y="126034"/>
                  </a:lnTo>
                  <a:cubicBezTo>
                    <a:pt x="57469" y="135768"/>
                    <a:pt x="64735" y="138718"/>
                    <a:pt x="77451" y="138718"/>
                  </a:cubicBezTo>
                  <a:cubicBezTo>
                    <a:pt x="113178" y="138718"/>
                    <a:pt x="141032" y="105682"/>
                    <a:pt x="141032" y="62912"/>
                  </a:cubicBezTo>
                  <a:cubicBezTo>
                    <a:pt x="141032" y="26336"/>
                    <a:pt x="119839" y="85"/>
                    <a:pt x="90470" y="85"/>
                  </a:cubicBezTo>
                  <a:cubicBezTo>
                    <a:pt x="73516" y="85"/>
                    <a:pt x="60194" y="7459"/>
                    <a:pt x="46872" y="23387"/>
                  </a:cubicBezTo>
                  <a:lnTo>
                    <a:pt x="46872" y="675"/>
                  </a:lnTo>
                  <a:lnTo>
                    <a:pt x="45056" y="85"/>
                  </a:lnTo>
                  <a:cubicBezTo>
                    <a:pt x="28706" y="6279"/>
                    <a:pt x="18109" y="10113"/>
                    <a:pt x="1457" y="15128"/>
                  </a:cubicBezTo>
                  <a:lnTo>
                    <a:pt x="1457" y="19847"/>
                  </a:lnTo>
                  <a:close/>
                  <a:moveTo>
                    <a:pt x="46872" y="37250"/>
                  </a:moveTo>
                  <a:cubicBezTo>
                    <a:pt x="46872" y="28401"/>
                    <a:pt x="63827" y="17782"/>
                    <a:pt x="77754" y="17782"/>
                  </a:cubicBezTo>
                  <a:cubicBezTo>
                    <a:pt x="100159" y="17782"/>
                    <a:pt x="114994" y="40200"/>
                    <a:pt x="114994" y="74416"/>
                  </a:cubicBezTo>
                  <a:cubicBezTo>
                    <a:pt x="114994" y="107156"/>
                    <a:pt x="100159" y="129279"/>
                    <a:pt x="78360" y="129279"/>
                  </a:cubicBezTo>
                  <a:cubicBezTo>
                    <a:pt x="64130" y="129279"/>
                    <a:pt x="46872" y="118660"/>
                    <a:pt x="46872" y="109811"/>
                  </a:cubicBezTo>
                  <a:lnTo>
                    <a:pt x="46872" y="37250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2" name="Freeform: Shape 3861">
              <a:extLst>
                <a:ext uri="{FF2B5EF4-FFF2-40B4-BE49-F238E27FC236}">
                  <a16:creationId xmlns:a16="http://schemas.microsoft.com/office/drawing/2014/main" id="{8C2D24F8-A6A1-771F-5087-A50DACCB4E78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912713" y="7450414"/>
              <a:ext cx="70241" cy="294963"/>
            </a:xfrm>
            <a:custGeom>
              <a:avLst/>
              <a:gdLst>
                <a:gd name="connsiteX0" fmla="*/ 70493 w 70241"/>
                <a:gd name="connsiteY0" fmla="*/ 292098 h 294963"/>
                <a:gd name="connsiteX1" fmla="*/ 65346 w 70241"/>
                <a:gd name="connsiteY1" fmla="*/ 285609 h 294963"/>
                <a:gd name="connsiteX2" fmla="*/ 17812 w 70241"/>
                <a:gd name="connsiteY2" fmla="*/ 147566 h 294963"/>
                <a:gd name="connsiteX3" fmla="*/ 66557 w 70241"/>
                <a:gd name="connsiteY3" fmla="*/ 8048 h 294963"/>
                <a:gd name="connsiteX4" fmla="*/ 70493 w 70241"/>
                <a:gd name="connsiteY4" fmla="*/ 3034 h 294963"/>
                <a:gd name="connsiteX5" fmla="*/ 67466 w 70241"/>
                <a:gd name="connsiteY5" fmla="*/ 84 h 294963"/>
                <a:gd name="connsiteX6" fmla="*/ 19326 w 70241"/>
                <a:gd name="connsiteY6" fmla="*/ 57602 h 294963"/>
                <a:gd name="connsiteX7" fmla="*/ 252 w 70241"/>
                <a:gd name="connsiteY7" fmla="*/ 147566 h 294963"/>
                <a:gd name="connsiteX8" fmla="*/ 20234 w 70241"/>
                <a:gd name="connsiteY8" fmla="*/ 239594 h 294963"/>
                <a:gd name="connsiteX9" fmla="*/ 67466 w 70241"/>
                <a:gd name="connsiteY9" fmla="*/ 295048 h 294963"/>
                <a:gd name="connsiteX10" fmla="*/ 70493 w 70241"/>
                <a:gd name="connsiteY10" fmla="*/ 29209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1" h="294963">
                  <a:moveTo>
                    <a:pt x="70493" y="292098"/>
                  </a:moveTo>
                  <a:cubicBezTo>
                    <a:pt x="70493" y="291213"/>
                    <a:pt x="70493" y="290623"/>
                    <a:pt x="65346" y="285609"/>
                  </a:cubicBezTo>
                  <a:cubicBezTo>
                    <a:pt x="27501" y="248443"/>
                    <a:pt x="17812" y="192695"/>
                    <a:pt x="17812" y="147566"/>
                  </a:cubicBezTo>
                  <a:cubicBezTo>
                    <a:pt x="17812" y="96242"/>
                    <a:pt x="29317" y="44918"/>
                    <a:pt x="66557" y="8048"/>
                  </a:cubicBezTo>
                  <a:cubicBezTo>
                    <a:pt x="70493" y="4508"/>
                    <a:pt x="70493" y="3919"/>
                    <a:pt x="70493" y="3034"/>
                  </a:cubicBezTo>
                  <a:cubicBezTo>
                    <a:pt x="70493" y="969"/>
                    <a:pt x="69282" y="84"/>
                    <a:pt x="67466" y="84"/>
                  </a:cubicBezTo>
                  <a:cubicBezTo>
                    <a:pt x="64438" y="84"/>
                    <a:pt x="37189" y="20142"/>
                    <a:pt x="19326" y="57602"/>
                  </a:cubicBezTo>
                  <a:cubicBezTo>
                    <a:pt x="3885" y="90048"/>
                    <a:pt x="252" y="122789"/>
                    <a:pt x="252" y="147566"/>
                  </a:cubicBezTo>
                  <a:cubicBezTo>
                    <a:pt x="252" y="170573"/>
                    <a:pt x="3582" y="206264"/>
                    <a:pt x="20234" y="239594"/>
                  </a:cubicBezTo>
                  <a:cubicBezTo>
                    <a:pt x="38400" y="275875"/>
                    <a:pt x="64438" y="295048"/>
                    <a:pt x="67466" y="295048"/>
                  </a:cubicBezTo>
                  <a:cubicBezTo>
                    <a:pt x="69282" y="295048"/>
                    <a:pt x="70493" y="294163"/>
                    <a:pt x="70493" y="292098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3" name="Freeform: Shape 3862">
              <a:extLst>
                <a:ext uri="{FF2B5EF4-FFF2-40B4-BE49-F238E27FC236}">
                  <a16:creationId xmlns:a16="http://schemas.microsoft.com/office/drawing/2014/main" id="{85658270-1C96-5FCF-92B3-5F780BD40B1E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007613" y="7470176"/>
              <a:ext cx="136244" cy="204704"/>
            </a:xfrm>
            <a:custGeom>
              <a:avLst/>
              <a:gdLst>
                <a:gd name="connsiteX0" fmla="*/ 26596 w 136244"/>
                <a:gd name="connsiteY0" fmla="*/ 11883 h 204704"/>
                <a:gd name="connsiteX1" fmla="*/ 46275 w 136244"/>
                <a:gd name="connsiteY1" fmla="*/ 19847 h 204704"/>
                <a:gd name="connsiteX2" fmla="*/ 43551 w 136244"/>
                <a:gd name="connsiteY2" fmla="*/ 32531 h 204704"/>
                <a:gd name="connsiteX3" fmla="*/ 42037 w 136244"/>
                <a:gd name="connsiteY3" fmla="*/ 38135 h 204704"/>
                <a:gd name="connsiteX4" fmla="*/ 41431 w 136244"/>
                <a:gd name="connsiteY4" fmla="*/ 40200 h 204704"/>
                <a:gd name="connsiteX5" fmla="*/ 255 w 136244"/>
                <a:gd name="connsiteY5" fmla="*/ 187977 h 204704"/>
                <a:gd name="connsiteX6" fmla="*/ 255 w 136244"/>
                <a:gd name="connsiteY6" fmla="*/ 189156 h 204704"/>
                <a:gd name="connsiteX7" fmla="*/ 40523 w 136244"/>
                <a:gd name="connsiteY7" fmla="*/ 204789 h 204704"/>
                <a:gd name="connsiteX8" fmla="*/ 136500 w 136244"/>
                <a:gd name="connsiteY8" fmla="*/ 106862 h 204704"/>
                <a:gd name="connsiteX9" fmla="*/ 101379 w 136244"/>
                <a:gd name="connsiteY9" fmla="*/ 71466 h 204704"/>
                <a:gd name="connsiteX10" fmla="*/ 42945 w 136244"/>
                <a:gd name="connsiteY10" fmla="*/ 116005 h 204704"/>
                <a:gd name="connsiteX11" fmla="*/ 74433 w 136244"/>
                <a:gd name="connsiteY11" fmla="*/ 1559 h 204704"/>
                <a:gd name="connsiteX12" fmla="*/ 72919 w 136244"/>
                <a:gd name="connsiteY12" fmla="*/ 85 h 204704"/>
                <a:gd name="connsiteX13" fmla="*/ 26596 w 136244"/>
                <a:gd name="connsiteY13" fmla="*/ 6869 h 204704"/>
                <a:gd name="connsiteX14" fmla="*/ 26596 w 136244"/>
                <a:gd name="connsiteY14" fmla="*/ 11883 h 204704"/>
                <a:gd name="connsiteX15" fmla="*/ 89571 w 136244"/>
                <a:gd name="connsiteY15" fmla="*/ 85919 h 204704"/>
                <a:gd name="connsiteX16" fmla="*/ 110764 w 136244"/>
                <a:gd name="connsiteY16" fmla="*/ 111286 h 204704"/>
                <a:gd name="connsiteX17" fmla="*/ 77460 w 136244"/>
                <a:gd name="connsiteY17" fmla="*/ 180602 h 204704"/>
                <a:gd name="connsiteX18" fmla="*/ 40220 w 136244"/>
                <a:gd name="connsiteY18" fmla="*/ 198005 h 204704"/>
                <a:gd name="connsiteX19" fmla="*/ 26293 w 136244"/>
                <a:gd name="connsiteY19" fmla="*/ 187977 h 204704"/>
                <a:gd name="connsiteX20" fmla="*/ 48092 w 136244"/>
                <a:gd name="connsiteY20" fmla="*/ 119840 h 204704"/>
                <a:gd name="connsiteX21" fmla="*/ 89571 w 136244"/>
                <a:gd name="connsiteY21" fmla="*/ 85919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244" h="204704">
                  <a:moveTo>
                    <a:pt x="26596" y="11883"/>
                  </a:moveTo>
                  <a:cubicBezTo>
                    <a:pt x="44459" y="12473"/>
                    <a:pt x="46275" y="13358"/>
                    <a:pt x="46275" y="19847"/>
                  </a:cubicBezTo>
                  <a:cubicBezTo>
                    <a:pt x="46275" y="22502"/>
                    <a:pt x="45367" y="26041"/>
                    <a:pt x="43551" y="32531"/>
                  </a:cubicBezTo>
                  <a:cubicBezTo>
                    <a:pt x="42945" y="34595"/>
                    <a:pt x="42340" y="36660"/>
                    <a:pt x="42037" y="38135"/>
                  </a:cubicBezTo>
                  <a:lnTo>
                    <a:pt x="41431" y="40200"/>
                  </a:lnTo>
                  <a:lnTo>
                    <a:pt x="255" y="187977"/>
                  </a:lnTo>
                  <a:lnTo>
                    <a:pt x="255" y="189156"/>
                  </a:lnTo>
                  <a:cubicBezTo>
                    <a:pt x="255" y="195941"/>
                    <a:pt x="23568" y="204789"/>
                    <a:pt x="40523" y="204789"/>
                  </a:cubicBezTo>
                  <a:cubicBezTo>
                    <a:pt x="86240" y="204789"/>
                    <a:pt x="136500" y="153171"/>
                    <a:pt x="136500" y="106862"/>
                  </a:cubicBezTo>
                  <a:cubicBezTo>
                    <a:pt x="136500" y="86214"/>
                    <a:pt x="121664" y="71466"/>
                    <a:pt x="101379" y="71466"/>
                  </a:cubicBezTo>
                  <a:cubicBezTo>
                    <a:pt x="80185" y="71466"/>
                    <a:pt x="64441" y="83559"/>
                    <a:pt x="42945" y="116005"/>
                  </a:cubicBezTo>
                  <a:cubicBezTo>
                    <a:pt x="58689" y="59962"/>
                    <a:pt x="60808" y="51998"/>
                    <a:pt x="74433" y="1559"/>
                  </a:cubicBezTo>
                  <a:lnTo>
                    <a:pt x="72919" y="85"/>
                  </a:lnTo>
                  <a:cubicBezTo>
                    <a:pt x="57781" y="2739"/>
                    <a:pt x="46881" y="4509"/>
                    <a:pt x="26596" y="6869"/>
                  </a:cubicBezTo>
                  <a:lnTo>
                    <a:pt x="26596" y="11883"/>
                  </a:lnTo>
                  <a:close/>
                  <a:moveTo>
                    <a:pt x="89571" y="85919"/>
                  </a:moveTo>
                  <a:cubicBezTo>
                    <a:pt x="102590" y="85919"/>
                    <a:pt x="110764" y="95653"/>
                    <a:pt x="110764" y="111286"/>
                  </a:cubicBezTo>
                  <a:cubicBezTo>
                    <a:pt x="110764" y="130754"/>
                    <a:pt x="95323" y="162315"/>
                    <a:pt x="77460" y="180602"/>
                  </a:cubicBezTo>
                  <a:cubicBezTo>
                    <a:pt x="66258" y="191811"/>
                    <a:pt x="53239" y="198005"/>
                    <a:pt x="40220" y="198005"/>
                  </a:cubicBezTo>
                  <a:cubicBezTo>
                    <a:pt x="30834" y="198005"/>
                    <a:pt x="26293" y="194761"/>
                    <a:pt x="26293" y="187977"/>
                  </a:cubicBezTo>
                  <a:cubicBezTo>
                    <a:pt x="26293" y="170279"/>
                    <a:pt x="35376" y="141667"/>
                    <a:pt x="48092" y="119840"/>
                  </a:cubicBezTo>
                  <a:cubicBezTo>
                    <a:pt x="61414" y="97128"/>
                    <a:pt x="75038" y="85919"/>
                    <a:pt x="89571" y="85919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4" name="Freeform: Shape 3863">
              <a:extLst>
                <a:ext uri="{FF2B5EF4-FFF2-40B4-BE49-F238E27FC236}">
                  <a16:creationId xmlns:a16="http://schemas.microsoft.com/office/drawing/2014/main" id="{69283215-A5D8-0719-4F79-74BE8E42C63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157977" y="7568808"/>
              <a:ext cx="101268" cy="150608"/>
            </a:xfrm>
            <a:custGeom>
              <a:avLst/>
              <a:gdLst>
                <a:gd name="connsiteX0" fmla="*/ 51790 w 101268"/>
                <a:gd name="connsiteY0" fmla="*/ 87 h 150608"/>
                <a:gd name="connsiteX1" fmla="*/ 21768 w 101268"/>
                <a:gd name="connsiteY1" fmla="*/ 11437 h 150608"/>
                <a:gd name="connsiteX2" fmla="*/ 259 w 101268"/>
                <a:gd name="connsiteY2" fmla="*/ 74300 h 150608"/>
                <a:gd name="connsiteX3" fmla="*/ 18183 w 101268"/>
                <a:gd name="connsiteY3" fmla="*/ 135853 h 150608"/>
                <a:gd name="connsiteX4" fmla="*/ 50894 w 101268"/>
                <a:gd name="connsiteY4" fmla="*/ 150695 h 150608"/>
                <a:gd name="connsiteX5" fmla="*/ 80020 w 101268"/>
                <a:gd name="connsiteY5" fmla="*/ 139345 h 150608"/>
                <a:gd name="connsiteX6" fmla="*/ 101528 w 101268"/>
                <a:gd name="connsiteY6" fmla="*/ 75609 h 150608"/>
                <a:gd name="connsiteX7" fmla="*/ 51790 w 101268"/>
                <a:gd name="connsiteY7" fmla="*/ 87 h 150608"/>
                <a:gd name="connsiteX8" fmla="*/ 51118 w 101268"/>
                <a:gd name="connsiteY8" fmla="*/ 5762 h 150608"/>
                <a:gd name="connsiteX9" fmla="*/ 80020 w 101268"/>
                <a:gd name="connsiteY9" fmla="*/ 76046 h 150608"/>
                <a:gd name="connsiteX10" fmla="*/ 50894 w 101268"/>
                <a:gd name="connsiteY10" fmla="*/ 145020 h 150608"/>
                <a:gd name="connsiteX11" fmla="*/ 21768 w 101268"/>
                <a:gd name="connsiteY11" fmla="*/ 76264 h 150608"/>
                <a:gd name="connsiteX12" fmla="*/ 51118 w 101268"/>
                <a:gd name="connsiteY12" fmla="*/ 5762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68" h="150608">
                  <a:moveTo>
                    <a:pt x="51790" y="87"/>
                  </a:moveTo>
                  <a:cubicBezTo>
                    <a:pt x="39468" y="87"/>
                    <a:pt x="30058" y="3798"/>
                    <a:pt x="21768" y="11437"/>
                  </a:cubicBezTo>
                  <a:cubicBezTo>
                    <a:pt x="8773" y="23661"/>
                    <a:pt x="259" y="48762"/>
                    <a:pt x="259" y="74300"/>
                  </a:cubicBezTo>
                  <a:cubicBezTo>
                    <a:pt x="259" y="98092"/>
                    <a:pt x="7653" y="123629"/>
                    <a:pt x="18183" y="135853"/>
                  </a:cubicBezTo>
                  <a:cubicBezTo>
                    <a:pt x="26473" y="145457"/>
                    <a:pt x="37899" y="150695"/>
                    <a:pt x="50894" y="150695"/>
                  </a:cubicBezTo>
                  <a:cubicBezTo>
                    <a:pt x="62320" y="150695"/>
                    <a:pt x="71954" y="146985"/>
                    <a:pt x="80020" y="139345"/>
                  </a:cubicBezTo>
                  <a:cubicBezTo>
                    <a:pt x="93015" y="127340"/>
                    <a:pt x="101528" y="102020"/>
                    <a:pt x="101528" y="75609"/>
                  </a:cubicBezTo>
                  <a:cubicBezTo>
                    <a:pt x="101528" y="30864"/>
                    <a:pt x="81140" y="87"/>
                    <a:pt x="51790" y="87"/>
                  </a:cubicBezTo>
                  <a:close/>
                  <a:moveTo>
                    <a:pt x="51118" y="5762"/>
                  </a:moveTo>
                  <a:cubicBezTo>
                    <a:pt x="69938" y="5762"/>
                    <a:pt x="80020" y="30427"/>
                    <a:pt x="80020" y="76046"/>
                  </a:cubicBezTo>
                  <a:cubicBezTo>
                    <a:pt x="80020" y="121665"/>
                    <a:pt x="70162" y="145020"/>
                    <a:pt x="50894" y="145020"/>
                  </a:cubicBezTo>
                  <a:cubicBezTo>
                    <a:pt x="31626" y="145020"/>
                    <a:pt x="21768" y="121665"/>
                    <a:pt x="21768" y="76264"/>
                  </a:cubicBezTo>
                  <a:cubicBezTo>
                    <a:pt x="21768" y="29990"/>
                    <a:pt x="31850" y="5762"/>
                    <a:pt x="51118" y="5762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5" name="Freeform: Shape 3864">
              <a:extLst>
                <a:ext uri="{FF2B5EF4-FFF2-40B4-BE49-F238E27FC236}">
                  <a16:creationId xmlns:a16="http://schemas.microsoft.com/office/drawing/2014/main" id="{6F13D02F-DB7A-0499-50FE-D8CED0989B43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297496" y="7450414"/>
              <a:ext cx="70241" cy="294963"/>
            </a:xfrm>
            <a:custGeom>
              <a:avLst/>
              <a:gdLst>
                <a:gd name="connsiteX0" fmla="*/ 70506 w 70241"/>
                <a:gd name="connsiteY0" fmla="*/ 147566 h 294963"/>
                <a:gd name="connsiteX1" fmla="*/ 50524 w 70241"/>
                <a:gd name="connsiteY1" fmla="*/ 55537 h 294963"/>
                <a:gd name="connsiteX2" fmla="*/ 3292 w 70241"/>
                <a:gd name="connsiteY2" fmla="*/ 84 h 294963"/>
                <a:gd name="connsiteX3" fmla="*/ 265 w 70241"/>
                <a:gd name="connsiteY3" fmla="*/ 3034 h 294963"/>
                <a:gd name="connsiteX4" fmla="*/ 6017 w 70241"/>
                <a:gd name="connsiteY4" fmla="*/ 9818 h 294963"/>
                <a:gd name="connsiteX5" fmla="*/ 52946 w 70241"/>
                <a:gd name="connsiteY5" fmla="*/ 147566 h 294963"/>
                <a:gd name="connsiteX6" fmla="*/ 4201 w 70241"/>
                <a:gd name="connsiteY6" fmla="*/ 287084 h 294963"/>
                <a:gd name="connsiteX7" fmla="*/ 265 w 70241"/>
                <a:gd name="connsiteY7" fmla="*/ 292098 h 294963"/>
                <a:gd name="connsiteX8" fmla="*/ 3292 w 70241"/>
                <a:gd name="connsiteY8" fmla="*/ 295048 h 294963"/>
                <a:gd name="connsiteX9" fmla="*/ 51432 w 70241"/>
                <a:gd name="connsiteY9" fmla="*/ 237530 h 294963"/>
                <a:gd name="connsiteX10" fmla="*/ 70506 w 70241"/>
                <a:gd name="connsiteY10" fmla="*/ 147566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1" h="294963">
                  <a:moveTo>
                    <a:pt x="70506" y="147566"/>
                  </a:moveTo>
                  <a:cubicBezTo>
                    <a:pt x="70506" y="124559"/>
                    <a:pt x="67176" y="88868"/>
                    <a:pt x="50524" y="55537"/>
                  </a:cubicBezTo>
                  <a:cubicBezTo>
                    <a:pt x="32358" y="19257"/>
                    <a:pt x="6320" y="84"/>
                    <a:pt x="3292" y="84"/>
                  </a:cubicBezTo>
                  <a:cubicBezTo>
                    <a:pt x="1476" y="84"/>
                    <a:pt x="265" y="1264"/>
                    <a:pt x="265" y="3034"/>
                  </a:cubicBezTo>
                  <a:cubicBezTo>
                    <a:pt x="265" y="3919"/>
                    <a:pt x="265" y="4508"/>
                    <a:pt x="6017" y="9818"/>
                  </a:cubicBezTo>
                  <a:cubicBezTo>
                    <a:pt x="35688" y="39019"/>
                    <a:pt x="52946" y="85918"/>
                    <a:pt x="52946" y="147566"/>
                  </a:cubicBezTo>
                  <a:cubicBezTo>
                    <a:pt x="52946" y="198005"/>
                    <a:pt x="41744" y="249918"/>
                    <a:pt x="4201" y="287084"/>
                  </a:cubicBezTo>
                  <a:cubicBezTo>
                    <a:pt x="265" y="290623"/>
                    <a:pt x="265" y="291213"/>
                    <a:pt x="265" y="292098"/>
                  </a:cubicBezTo>
                  <a:cubicBezTo>
                    <a:pt x="265" y="293868"/>
                    <a:pt x="1476" y="295048"/>
                    <a:pt x="3292" y="295048"/>
                  </a:cubicBezTo>
                  <a:cubicBezTo>
                    <a:pt x="6320" y="295048"/>
                    <a:pt x="33569" y="274990"/>
                    <a:pt x="51432" y="237530"/>
                  </a:cubicBezTo>
                  <a:cubicBezTo>
                    <a:pt x="66873" y="205084"/>
                    <a:pt x="70506" y="172343"/>
                    <a:pt x="70506" y="147566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6" name="Freeform: Shape 3865">
              <a:extLst>
                <a:ext uri="{FF2B5EF4-FFF2-40B4-BE49-F238E27FC236}">
                  <a16:creationId xmlns:a16="http://schemas.microsoft.com/office/drawing/2014/main" id="{A6B1BA1E-FAAB-3D22-5F56-7E1EFEBB243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482635" y="7563385"/>
              <a:ext cx="201338" cy="69021"/>
            </a:xfrm>
            <a:custGeom>
              <a:avLst/>
              <a:gdLst>
                <a:gd name="connsiteX0" fmla="*/ 191316 w 201338"/>
                <a:gd name="connsiteY0" fmla="*/ 11883 h 69021"/>
                <a:gd name="connsiteX1" fmla="*/ 201610 w 201338"/>
                <a:gd name="connsiteY1" fmla="*/ 5983 h 69021"/>
                <a:gd name="connsiteX2" fmla="*/ 191619 w 201338"/>
                <a:gd name="connsiteY2" fmla="*/ 84 h 69021"/>
                <a:gd name="connsiteX3" fmla="*/ 10263 w 201338"/>
                <a:gd name="connsiteY3" fmla="*/ 84 h 69021"/>
                <a:gd name="connsiteX4" fmla="*/ 271 w 201338"/>
                <a:gd name="connsiteY4" fmla="*/ 5983 h 69021"/>
                <a:gd name="connsiteX5" fmla="*/ 10565 w 201338"/>
                <a:gd name="connsiteY5" fmla="*/ 11883 h 69021"/>
                <a:gd name="connsiteX6" fmla="*/ 191316 w 201338"/>
                <a:gd name="connsiteY6" fmla="*/ 11883 h 69021"/>
                <a:gd name="connsiteX7" fmla="*/ 191619 w 201338"/>
                <a:gd name="connsiteY7" fmla="*/ 69105 h 69021"/>
                <a:gd name="connsiteX8" fmla="*/ 201610 w 201338"/>
                <a:gd name="connsiteY8" fmla="*/ 63206 h 69021"/>
                <a:gd name="connsiteX9" fmla="*/ 191316 w 201338"/>
                <a:gd name="connsiteY9" fmla="*/ 57307 h 69021"/>
                <a:gd name="connsiteX10" fmla="*/ 10565 w 201338"/>
                <a:gd name="connsiteY10" fmla="*/ 57307 h 69021"/>
                <a:gd name="connsiteX11" fmla="*/ 271 w 201338"/>
                <a:gd name="connsiteY11" fmla="*/ 63206 h 69021"/>
                <a:gd name="connsiteX12" fmla="*/ 10263 w 201338"/>
                <a:gd name="connsiteY12" fmla="*/ 69105 h 69021"/>
                <a:gd name="connsiteX13" fmla="*/ 191619 w 201338"/>
                <a:gd name="connsiteY13" fmla="*/ 69105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8" h="69021">
                  <a:moveTo>
                    <a:pt x="191316" y="11883"/>
                  </a:moveTo>
                  <a:cubicBezTo>
                    <a:pt x="195858" y="11883"/>
                    <a:pt x="201610" y="11883"/>
                    <a:pt x="201610" y="5983"/>
                  </a:cubicBezTo>
                  <a:cubicBezTo>
                    <a:pt x="201610" y="84"/>
                    <a:pt x="195858" y="84"/>
                    <a:pt x="191619" y="84"/>
                  </a:cubicBezTo>
                  <a:lnTo>
                    <a:pt x="10263" y="84"/>
                  </a:lnTo>
                  <a:cubicBezTo>
                    <a:pt x="6024" y="84"/>
                    <a:pt x="271" y="84"/>
                    <a:pt x="271" y="5983"/>
                  </a:cubicBezTo>
                  <a:cubicBezTo>
                    <a:pt x="271" y="11883"/>
                    <a:pt x="6024" y="11883"/>
                    <a:pt x="10565" y="11883"/>
                  </a:cubicBezTo>
                  <a:lnTo>
                    <a:pt x="191316" y="11883"/>
                  </a:lnTo>
                  <a:close/>
                  <a:moveTo>
                    <a:pt x="191619" y="69105"/>
                  </a:moveTo>
                  <a:cubicBezTo>
                    <a:pt x="195858" y="69105"/>
                    <a:pt x="201610" y="69105"/>
                    <a:pt x="201610" y="63206"/>
                  </a:cubicBezTo>
                  <a:cubicBezTo>
                    <a:pt x="201610" y="57307"/>
                    <a:pt x="195858" y="57307"/>
                    <a:pt x="191316" y="57307"/>
                  </a:cubicBezTo>
                  <a:lnTo>
                    <a:pt x="10565" y="57307"/>
                  </a:lnTo>
                  <a:cubicBezTo>
                    <a:pt x="6024" y="57307"/>
                    <a:pt x="271" y="57307"/>
                    <a:pt x="271" y="63206"/>
                  </a:cubicBezTo>
                  <a:cubicBezTo>
                    <a:pt x="271" y="69105"/>
                    <a:pt x="6024" y="69105"/>
                    <a:pt x="10263" y="69105"/>
                  </a:cubicBezTo>
                  <a:lnTo>
                    <a:pt x="191619" y="6910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7" name="Freeform: Shape 3866">
              <a:extLst>
                <a:ext uri="{FF2B5EF4-FFF2-40B4-BE49-F238E27FC236}">
                  <a16:creationId xmlns:a16="http://schemas.microsoft.com/office/drawing/2014/main" id="{6985178D-D2A9-0302-5429-46908185F786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776606" y="7472241"/>
              <a:ext cx="136849" cy="203524"/>
            </a:xfrm>
            <a:custGeom>
              <a:avLst/>
              <a:gdLst>
                <a:gd name="connsiteX0" fmla="*/ 69916 w 136849"/>
                <a:gd name="connsiteY0" fmla="*/ 85 h 203524"/>
                <a:gd name="connsiteX1" fmla="*/ 29346 w 136849"/>
                <a:gd name="connsiteY1" fmla="*/ 15423 h 203524"/>
                <a:gd name="connsiteX2" fmla="*/ 280 w 136849"/>
                <a:gd name="connsiteY2" fmla="*/ 100372 h 203524"/>
                <a:gd name="connsiteX3" fmla="*/ 24502 w 136849"/>
                <a:gd name="connsiteY3" fmla="*/ 183552 h 203524"/>
                <a:gd name="connsiteX4" fmla="*/ 68705 w 136849"/>
                <a:gd name="connsiteY4" fmla="*/ 203610 h 203524"/>
                <a:gd name="connsiteX5" fmla="*/ 108065 w 136849"/>
                <a:gd name="connsiteY5" fmla="*/ 188271 h 203524"/>
                <a:gd name="connsiteX6" fmla="*/ 137130 w 136849"/>
                <a:gd name="connsiteY6" fmla="*/ 102142 h 203524"/>
                <a:gd name="connsiteX7" fmla="*/ 69916 w 136849"/>
                <a:gd name="connsiteY7" fmla="*/ 85 h 203524"/>
                <a:gd name="connsiteX8" fmla="*/ 69008 w 136849"/>
                <a:gd name="connsiteY8" fmla="*/ 7754 h 203524"/>
                <a:gd name="connsiteX9" fmla="*/ 108065 w 136849"/>
                <a:gd name="connsiteY9" fmla="*/ 102732 h 203524"/>
                <a:gd name="connsiteX10" fmla="*/ 68705 w 136849"/>
                <a:gd name="connsiteY10" fmla="*/ 195941 h 203524"/>
                <a:gd name="connsiteX11" fmla="*/ 29346 w 136849"/>
                <a:gd name="connsiteY11" fmla="*/ 103027 h 203524"/>
                <a:gd name="connsiteX12" fmla="*/ 69008 w 136849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9" h="203524">
                  <a:moveTo>
                    <a:pt x="69916" y="85"/>
                  </a:moveTo>
                  <a:cubicBezTo>
                    <a:pt x="53264" y="85"/>
                    <a:pt x="40548" y="5099"/>
                    <a:pt x="29346" y="15423"/>
                  </a:cubicBezTo>
                  <a:cubicBezTo>
                    <a:pt x="11785" y="31941"/>
                    <a:pt x="280" y="65862"/>
                    <a:pt x="280" y="100372"/>
                  </a:cubicBezTo>
                  <a:cubicBezTo>
                    <a:pt x="280" y="132523"/>
                    <a:pt x="10272" y="167034"/>
                    <a:pt x="24502" y="183552"/>
                  </a:cubicBezTo>
                  <a:cubicBezTo>
                    <a:pt x="35704" y="196530"/>
                    <a:pt x="51145" y="203610"/>
                    <a:pt x="68705" y="203610"/>
                  </a:cubicBezTo>
                  <a:cubicBezTo>
                    <a:pt x="84146" y="203610"/>
                    <a:pt x="97165" y="198595"/>
                    <a:pt x="108065" y="188271"/>
                  </a:cubicBezTo>
                  <a:cubicBezTo>
                    <a:pt x="125625" y="172048"/>
                    <a:pt x="137130" y="137833"/>
                    <a:pt x="137130" y="102142"/>
                  </a:cubicBezTo>
                  <a:cubicBezTo>
                    <a:pt x="137130" y="41675"/>
                    <a:pt x="109579" y="85"/>
                    <a:pt x="69916" y="85"/>
                  </a:cubicBezTo>
                  <a:close/>
                  <a:moveTo>
                    <a:pt x="69008" y="7754"/>
                  </a:moveTo>
                  <a:cubicBezTo>
                    <a:pt x="94440" y="7754"/>
                    <a:pt x="108065" y="41085"/>
                    <a:pt x="108065" y="102732"/>
                  </a:cubicBezTo>
                  <a:cubicBezTo>
                    <a:pt x="108065" y="164379"/>
                    <a:pt x="94743" y="195941"/>
                    <a:pt x="68705" y="195941"/>
                  </a:cubicBezTo>
                  <a:cubicBezTo>
                    <a:pt x="42667" y="195941"/>
                    <a:pt x="29346" y="164379"/>
                    <a:pt x="29346" y="103027"/>
                  </a:cubicBezTo>
                  <a:cubicBezTo>
                    <a:pt x="29346" y="40495"/>
                    <a:pt x="42970" y="7754"/>
                    <a:pt x="69008" y="775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8" name="Freeform: Shape 3867">
              <a:extLst>
                <a:ext uri="{FF2B5EF4-FFF2-40B4-BE49-F238E27FC236}">
                  <a16:creationId xmlns:a16="http://schemas.microsoft.com/office/drawing/2014/main" id="{B746C2C0-0337-7406-4A5C-49A81D797529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947328" y="7640370"/>
              <a:ext cx="32093" cy="31266"/>
            </a:xfrm>
            <a:custGeom>
              <a:avLst/>
              <a:gdLst>
                <a:gd name="connsiteX0" fmla="*/ 32378 w 32093"/>
                <a:gd name="connsiteY0" fmla="*/ 15718 h 31266"/>
                <a:gd name="connsiteX1" fmla="*/ 16332 w 32093"/>
                <a:gd name="connsiteY1" fmla="*/ 85 h 31266"/>
                <a:gd name="connsiteX2" fmla="*/ 285 w 32093"/>
                <a:gd name="connsiteY2" fmla="*/ 15718 h 31266"/>
                <a:gd name="connsiteX3" fmla="*/ 16332 w 32093"/>
                <a:gd name="connsiteY3" fmla="*/ 31351 h 31266"/>
                <a:gd name="connsiteX4" fmla="*/ 32378 w 32093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3" h="31266">
                  <a:moveTo>
                    <a:pt x="32378" y="15718"/>
                  </a:moveTo>
                  <a:cubicBezTo>
                    <a:pt x="32378" y="7164"/>
                    <a:pt x="25112" y="85"/>
                    <a:pt x="16332" y="85"/>
                  </a:cubicBezTo>
                  <a:cubicBezTo>
                    <a:pt x="7552" y="85"/>
                    <a:pt x="285" y="7164"/>
                    <a:pt x="285" y="15718"/>
                  </a:cubicBezTo>
                  <a:cubicBezTo>
                    <a:pt x="285" y="24272"/>
                    <a:pt x="7552" y="31351"/>
                    <a:pt x="16332" y="31351"/>
                  </a:cubicBezTo>
                  <a:cubicBezTo>
                    <a:pt x="25112" y="31351"/>
                    <a:pt x="32378" y="24272"/>
                    <a:pt x="32378" y="15718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9" name="Freeform: Shape 3868">
              <a:extLst>
                <a:ext uri="{FF2B5EF4-FFF2-40B4-BE49-F238E27FC236}">
                  <a16:creationId xmlns:a16="http://schemas.microsoft.com/office/drawing/2014/main" id="{8C04DBDC-34A8-42CC-C159-F14080EBCBE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015156" y="7468701"/>
              <a:ext cx="122922" cy="207064"/>
            </a:xfrm>
            <a:custGeom>
              <a:avLst/>
              <a:gdLst>
                <a:gd name="connsiteX0" fmla="*/ 45400 w 122922"/>
                <a:gd name="connsiteY0" fmla="*/ 31056 h 207064"/>
                <a:gd name="connsiteX1" fmla="*/ 104742 w 122922"/>
                <a:gd name="connsiteY1" fmla="*/ 31056 h 207064"/>
                <a:gd name="connsiteX2" fmla="*/ 111706 w 122922"/>
                <a:gd name="connsiteY2" fmla="*/ 28401 h 207064"/>
                <a:gd name="connsiteX3" fmla="*/ 123211 w 122922"/>
                <a:gd name="connsiteY3" fmla="*/ 2149 h 207064"/>
                <a:gd name="connsiteX4" fmla="*/ 120486 w 122922"/>
                <a:gd name="connsiteY4" fmla="*/ 85 h 207064"/>
                <a:gd name="connsiteX5" fmla="*/ 106559 w 122922"/>
                <a:gd name="connsiteY5" fmla="*/ 7754 h 207064"/>
                <a:gd name="connsiteX6" fmla="*/ 43281 w 122922"/>
                <a:gd name="connsiteY6" fmla="*/ 7754 h 207064"/>
                <a:gd name="connsiteX7" fmla="*/ 10279 w 122922"/>
                <a:gd name="connsiteY7" fmla="*/ 77660 h 207064"/>
                <a:gd name="connsiteX8" fmla="*/ 9977 w 122922"/>
                <a:gd name="connsiteY8" fmla="*/ 79135 h 207064"/>
                <a:gd name="connsiteX9" fmla="*/ 13610 w 122922"/>
                <a:gd name="connsiteY9" fmla="*/ 81495 h 207064"/>
                <a:gd name="connsiteX10" fmla="*/ 47822 w 122922"/>
                <a:gd name="connsiteY10" fmla="*/ 87394 h 207064"/>
                <a:gd name="connsiteX11" fmla="*/ 98687 w 122922"/>
                <a:gd name="connsiteY11" fmla="*/ 145797 h 207064"/>
                <a:gd name="connsiteX12" fmla="*/ 56602 w 122922"/>
                <a:gd name="connsiteY12" fmla="*/ 196235 h 207064"/>
                <a:gd name="connsiteX13" fmla="*/ 36317 w 122922"/>
                <a:gd name="connsiteY13" fmla="*/ 187682 h 207064"/>
                <a:gd name="connsiteX14" fmla="*/ 13307 w 122922"/>
                <a:gd name="connsiteY14" fmla="*/ 177948 h 207064"/>
                <a:gd name="connsiteX15" fmla="*/ 288 w 122922"/>
                <a:gd name="connsiteY15" fmla="*/ 188861 h 207064"/>
                <a:gd name="connsiteX16" fmla="*/ 37225 w 122922"/>
                <a:gd name="connsiteY16" fmla="*/ 207149 h 207064"/>
                <a:gd name="connsiteX17" fmla="*/ 99595 w 122922"/>
                <a:gd name="connsiteY17" fmla="*/ 184142 h 207064"/>
                <a:gd name="connsiteX18" fmla="*/ 119880 w 122922"/>
                <a:gd name="connsiteY18" fmla="*/ 131638 h 207064"/>
                <a:gd name="connsiteX19" fmla="*/ 98990 w 122922"/>
                <a:gd name="connsiteY19" fmla="*/ 82085 h 207064"/>
                <a:gd name="connsiteX20" fmla="*/ 32684 w 122922"/>
                <a:gd name="connsiteY20" fmla="*/ 56128 h 207064"/>
                <a:gd name="connsiteX21" fmla="*/ 45400 w 122922"/>
                <a:gd name="connsiteY21" fmla="*/ 31056 h 20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922" h="207064">
                  <a:moveTo>
                    <a:pt x="45400" y="31056"/>
                  </a:moveTo>
                  <a:lnTo>
                    <a:pt x="104742" y="31056"/>
                  </a:lnTo>
                  <a:cubicBezTo>
                    <a:pt x="109586" y="31056"/>
                    <a:pt x="110797" y="30466"/>
                    <a:pt x="111706" y="28401"/>
                  </a:cubicBezTo>
                  <a:lnTo>
                    <a:pt x="123211" y="2149"/>
                  </a:lnTo>
                  <a:lnTo>
                    <a:pt x="120486" y="85"/>
                  </a:lnTo>
                  <a:cubicBezTo>
                    <a:pt x="115944" y="6279"/>
                    <a:pt x="112917" y="7754"/>
                    <a:pt x="106559" y="7754"/>
                  </a:cubicBezTo>
                  <a:lnTo>
                    <a:pt x="43281" y="7754"/>
                  </a:lnTo>
                  <a:lnTo>
                    <a:pt x="10279" y="77660"/>
                  </a:lnTo>
                  <a:cubicBezTo>
                    <a:pt x="9977" y="78250"/>
                    <a:pt x="9977" y="78545"/>
                    <a:pt x="9977" y="79135"/>
                  </a:cubicBezTo>
                  <a:cubicBezTo>
                    <a:pt x="9977" y="80610"/>
                    <a:pt x="11188" y="81495"/>
                    <a:pt x="13610" y="81495"/>
                  </a:cubicBezTo>
                  <a:cubicBezTo>
                    <a:pt x="23298" y="81495"/>
                    <a:pt x="35409" y="83559"/>
                    <a:pt x="47822" y="87394"/>
                  </a:cubicBezTo>
                  <a:cubicBezTo>
                    <a:pt x="82640" y="98308"/>
                    <a:pt x="98687" y="116595"/>
                    <a:pt x="98687" y="145797"/>
                  </a:cubicBezTo>
                  <a:cubicBezTo>
                    <a:pt x="98687" y="174113"/>
                    <a:pt x="80218" y="196235"/>
                    <a:pt x="56602" y="196235"/>
                  </a:cubicBezTo>
                  <a:cubicBezTo>
                    <a:pt x="50547" y="196235"/>
                    <a:pt x="45400" y="194171"/>
                    <a:pt x="36317" y="187682"/>
                  </a:cubicBezTo>
                  <a:cubicBezTo>
                    <a:pt x="26629" y="180897"/>
                    <a:pt x="19665" y="177948"/>
                    <a:pt x="13307" y="177948"/>
                  </a:cubicBezTo>
                  <a:cubicBezTo>
                    <a:pt x="4527" y="177948"/>
                    <a:pt x="288" y="181487"/>
                    <a:pt x="288" y="188861"/>
                  </a:cubicBezTo>
                  <a:cubicBezTo>
                    <a:pt x="288" y="200070"/>
                    <a:pt x="14518" y="207149"/>
                    <a:pt x="37225" y="207149"/>
                  </a:cubicBezTo>
                  <a:cubicBezTo>
                    <a:pt x="62658" y="207149"/>
                    <a:pt x="84457" y="199185"/>
                    <a:pt x="99595" y="184142"/>
                  </a:cubicBezTo>
                  <a:cubicBezTo>
                    <a:pt x="113522" y="170869"/>
                    <a:pt x="119880" y="154056"/>
                    <a:pt x="119880" y="131638"/>
                  </a:cubicBezTo>
                  <a:cubicBezTo>
                    <a:pt x="119880" y="110401"/>
                    <a:pt x="114128" y="96833"/>
                    <a:pt x="98990" y="82085"/>
                  </a:cubicBezTo>
                  <a:cubicBezTo>
                    <a:pt x="85668" y="69106"/>
                    <a:pt x="68410" y="62322"/>
                    <a:pt x="32684" y="56128"/>
                  </a:cubicBezTo>
                  <a:lnTo>
                    <a:pt x="45400" y="31056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0" name="Freeform: Shape 3869">
              <a:extLst>
                <a:ext uri="{FF2B5EF4-FFF2-40B4-BE49-F238E27FC236}">
                  <a16:creationId xmlns:a16="http://schemas.microsoft.com/office/drawing/2014/main" id="{0C7F815B-26BD-4C24-15A3-C27C748DE946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183456" y="7640370"/>
              <a:ext cx="35423" cy="88194"/>
            </a:xfrm>
            <a:custGeom>
              <a:avLst/>
              <a:gdLst>
                <a:gd name="connsiteX0" fmla="*/ 35717 w 35423"/>
                <a:gd name="connsiteY0" fmla="*/ 31056 h 88194"/>
                <a:gd name="connsiteX1" fmla="*/ 16340 w 35423"/>
                <a:gd name="connsiteY1" fmla="*/ 85 h 88194"/>
                <a:gd name="connsiteX2" fmla="*/ 293 w 35423"/>
                <a:gd name="connsiteY2" fmla="*/ 15718 h 88194"/>
                <a:gd name="connsiteX3" fmla="*/ 16340 w 35423"/>
                <a:gd name="connsiteY3" fmla="*/ 31351 h 88194"/>
                <a:gd name="connsiteX4" fmla="*/ 26936 w 35423"/>
                <a:gd name="connsiteY4" fmla="*/ 27516 h 88194"/>
                <a:gd name="connsiteX5" fmla="*/ 28450 w 35423"/>
                <a:gd name="connsiteY5" fmla="*/ 26631 h 88194"/>
                <a:gd name="connsiteX6" fmla="*/ 29056 w 35423"/>
                <a:gd name="connsiteY6" fmla="*/ 31056 h 88194"/>
                <a:gd name="connsiteX7" fmla="*/ 8468 w 35423"/>
                <a:gd name="connsiteY7" fmla="*/ 80315 h 88194"/>
                <a:gd name="connsiteX8" fmla="*/ 5137 w 35423"/>
                <a:gd name="connsiteY8" fmla="*/ 85034 h 88194"/>
                <a:gd name="connsiteX9" fmla="*/ 8165 w 35423"/>
                <a:gd name="connsiteY9" fmla="*/ 88279 h 88194"/>
                <a:gd name="connsiteX10" fmla="*/ 35717 w 35423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23" h="88194">
                  <a:moveTo>
                    <a:pt x="35717" y="31056"/>
                  </a:moveTo>
                  <a:cubicBezTo>
                    <a:pt x="35717" y="11588"/>
                    <a:pt x="28147" y="85"/>
                    <a:pt x="16340" y="85"/>
                  </a:cubicBezTo>
                  <a:cubicBezTo>
                    <a:pt x="6348" y="85"/>
                    <a:pt x="293" y="7459"/>
                    <a:pt x="293" y="15718"/>
                  </a:cubicBezTo>
                  <a:cubicBezTo>
                    <a:pt x="293" y="23682"/>
                    <a:pt x="6348" y="31351"/>
                    <a:pt x="16340" y="31351"/>
                  </a:cubicBezTo>
                  <a:cubicBezTo>
                    <a:pt x="19973" y="31351"/>
                    <a:pt x="23909" y="30171"/>
                    <a:pt x="26936" y="27516"/>
                  </a:cubicBezTo>
                  <a:cubicBezTo>
                    <a:pt x="27845" y="26926"/>
                    <a:pt x="28147" y="26631"/>
                    <a:pt x="28450" y="26631"/>
                  </a:cubicBezTo>
                  <a:cubicBezTo>
                    <a:pt x="28753" y="26631"/>
                    <a:pt x="29056" y="26926"/>
                    <a:pt x="29056" y="31056"/>
                  </a:cubicBezTo>
                  <a:cubicBezTo>
                    <a:pt x="29056" y="52883"/>
                    <a:pt x="18459" y="70581"/>
                    <a:pt x="8468" y="80315"/>
                  </a:cubicBezTo>
                  <a:cubicBezTo>
                    <a:pt x="5137" y="83559"/>
                    <a:pt x="5137" y="84149"/>
                    <a:pt x="5137" y="85034"/>
                  </a:cubicBezTo>
                  <a:cubicBezTo>
                    <a:pt x="5137" y="87099"/>
                    <a:pt x="6651" y="88279"/>
                    <a:pt x="8165" y="88279"/>
                  </a:cubicBezTo>
                  <a:cubicBezTo>
                    <a:pt x="11495" y="88279"/>
                    <a:pt x="35717" y="65567"/>
                    <a:pt x="35717" y="31056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1" name="Freeform: Shape 3870">
              <a:extLst>
                <a:ext uri="{FF2B5EF4-FFF2-40B4-BE49-F238E27FC236}">
                  <a16:creationId xmlns:a16="http://schemas.microsoft.com/office/drawing/2014/main" id="{6D18EDA9-4030-6EE8-BEC2-03FD6799207A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348040" y="7541557"/>
              <a:ext cx="138969" cy="133323"/>
            </a:xfrm>
            <a:custGeom>
              <a:avLst/>
              <a:gdLst>
                <a:gd name="connsiteX0" fmla="*/ 135635 w 138969"/>
                <a:gd name="connsiteY0" fmla="*/ 97718 h 133323"/>
                <a:gd name="connsiteX1" fmla="*/ 127158 w 138969"/>
                <a:gd name="connsiteY1" fmla="*/ 105977 h 133323"/>
                <a:gd name="connsiteX2" fmla="*/ 111414 w 138969"/>
                <a:gd name="connsiteY2" fmla="*/ 118070 h 133323"/>
                <a:gd name="connsiteX3" fmla="*/ 107175 w 138969"/>
                <a:gd name="connsiteY3" fmla="*/ 114236 h 133323"/>
                <a:gd name="connsiteX4" fmla="*/ 134121 w 138969"/>
                <a:gd name="connsiteY4" fmla="*/ 7164 h 133323"/>
                <a:gd name="connsiteX5" fmla="*/ 135938 w 138969"/>
                <a:gd name="connsiteY5" fmla="*/ 970 h 133323"/>
                <a:gd name="connsiteX6" fmla="*/ 133819 w 138969"/>
                <a:gd name="connsiteY6" fmla="*/ 85 h 133323"/>
                <a:gd name="connsiteX7" fmla="*/ 115350 w 138969"/>
                <a:gd name="connsiteY7" fmla="*/ 2149 h 133323"/>
                <a:gd name="connsiteX8" fmla="*/ 114442 w 138969"/>
                <a:gd name="connsiteY8" fmla="*/ 3034 h 133323"/>
                <a:gd name="connsiteX9" fmla="*/ 111111 w 138969"/>
                <a:gd name="connsiteY9" fmla="*/ 17193 h 133323"/>
                <a:gd name="connsiteX10" fmla="*/ 86890 w 138969"/>
                <a:gd name="connsiteY10" fmla="*/ 85 h 133323"/>
                <a:gd name="connsiteX11" fmla="*/ 299 w 138969"/>
                <a:gd name="connsiteY11" fmla="*/ 100667 h 133323"/>
                <a:gd name="connsiteX12" fmla="*/ 31181 w 138969"/>
                <a:gd name="connsiteY12" fmla="*/ 133408 h 133323"/>
                <a:gd name="connsiteX13" fmla="*/ 92037 w 138969"/>
                <a:gd name="connsiteY13" fmla="*/ 87099 h 133323"/>
                <a:gd name="connsiteX14" fmla="*/ 85073 w 138969"/>
                <a:gd name="connsiteY14" fmla="*/ 121020 h 133323"/>
                <a:gd name="connsiteX15" fmla="*/ 97184 w 138969"/>
                <a:gd name="connsiteY15" fmla="*/ 133113 h 133323"/>
                <a:gd name="connsiteX16" fmla="*/ 139268 w 138969"/>
                <a:gd name="connsiteY16" fmla="*/ 100667 h 133323"/>
                <a:gd name="connsiteX17" fmla="*/ 135635 w 138969"/>
                <a:gd name="connsiteY17" fmla="*/ 97718 h 133323"/>
                <a:gd name="connsiteX18" fmla="*/ 88707 w 138969"/>
                <a:gd name="connsiteY18" fmla="*/ 6574 h 133323"/>
                <a:gd name="connsiteX19" fmla="*/ 105661 w 138969"/>
                <a:gd name="connsiteY19" fmla="*/ 24567 h 133323"/>
                <a:gd name="connsiteX20" fmla="*/ 69632 w 138969"/>
                <a:gd name="connsiteY20" fmla="*/ 105977 h 133323"/>
                <a:gd name="connsiteX21" fmla="*/ 43292 w 138969"/>
                <a:gd name="connsiteY21" fmla="*/ 118955 h 133323"/>
                <a:gd name="connsiteX22" fmla="*/ 25731 w 138969"/>
                <a:gd name="connsiteY22" fmla="*/ 96833 h 133323"/>
                <a:gd name="connsiteX23" fmla="*/ 50255 w 138969"/>
                <a:gd name="connsiteY23" fmla="*/ 32236 h 133323"/>
                <a:gd name="connsiteX24" fmla="*/ 88707 w 138969"/>
                <a:gd name="connsiteY24" fmla="*/ 6574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969" h="133323">
                  <a:moveTo>
                    <a:pt x="135635" y="97718"/>
                  </a:moveTo>
                  <a:cubicBezTo>
                    <a:pt x="131094" y="102142"/>
                    <a:pt x="129277" y="103617"/>
                    <a:pt x="127158" y="105977"/>
                  </a:cubicBezTo>
                  <a:cubicBezTo>
                    <a:pt x="118075" y="115121"/>
                    <a:pt x="114139" y="118070"/>
                    <a:pt x="111414" y="118070"/>
                  </a:cubicBezTo>
                  <a:cubicBezTo>
                    <a:pt x="108992" y="118070"/>
                    <a:pt x="107175" y="116300"/>
                    <a:pt x="107175" y="114236"/>
                  </a:cubicBezTo>
                  <a:cubicBezTo>
                    <a:pt x="107175" y="108336"/>
                    <a:pt x="119891" y="57898"/>
                    <a:pt x="134121" y="7164"/>
                  </a:cubicBezTo>
                  <a:cubicBezTo>
                    <a:pt x="135030" y="4214"/>
                    <a:pt x="135332" y="3624"/>
                    <a:pt x="135938" y="970"/>
                  </a:cubicBezTo>
                  <a:lnTo>
                    <a:pt x="133819" y="85"/>
                  </a:lnTo>
                  <a:lnTo>
                    <a:pt x="115350" y="2149"/>
                  </a:lnTo>
                  <a:lnTo>
                    <a:pt x="114442" y="3034"/>
                  </a:lnTo>
                  <a:lnTo>
                    <a:pt x="111111" y="17193"/>
                  </a:lnTo>
                  <a:cubicBezTo>
                    <a:pt x="108689" y="6279"/>
                    <a:pt x="99909" y="85"/>
                    <a:pt x="86890" y="85"/>
                  </a:cubicBezTo>
                  <a:cubicBezTo>
                    <a:pt x="46925" y="85"/>
                    <a:pt x="299" y="54063"/>
                    <a:pt x="299" y="100667"/>
                  </a:cubicBezTo>
                  <a:cubicBezTo>
                    <a:pt x="299" y="121315"/>
                    <a:pt x="11804" y="133408"/>
                    <a:pt x="31181" y="133408"/>
                  </a:cubicBezTo>
                  <a:cubicBezTo>
                    <a:pt x="52375" y="133408"/>
                    <a:pt x="65394" y="123674"/>
                    <a:pt x="92037" y="87099"/>
                  </a:cubicBezTo>
                  <a:cubicBezTo>
                    <a:pt x="85982" y="110106"/>
                    <a:pt x="85073" y="113941"/>
                    <a:pt x="85073" y="121020"/>
                  </a:cubicBezTo>
                  <a:cubicBezTo>
                    <a:pt x="85073" y="129574"/>
                    <a:pt x="88707" y="133113"/>
                    <a:pt x="97184" y="133113"/>
                  </a:cubicBezTo>
                  <a:cubicBezTo>
                    <a:pt x="109295" y="133113"/>
                    <a:pt x="116864" y="127509"/>
                    <a:pt x="139268" y="100667"/>
                  </a:cubicBezTo>
                  <a:lnTo>
                    <a:pt x="135635" y="97718"/>
                  </a:lnTo>
                  <a:close/>
                  <a:moveTo>
                    <a:pt x="88707" y="6574"/>
                  </a:moveTo>
                  <a:cubicBezTo>
                    <a:pt x="99001" y="7164"/>
                    <a:pt x="105661" y="14243"/>
                    <a:pt x="105661" y="24567"/>
                  </a:cubicBezTo>
                  <a:cubicBezTo>
                    <a:pt x="105661" y="49344"/>
                    <a:pt x="90523" y="84149"/>
                    <a:pt x="69632" y="105977"/>
                  </a:cubicBezTo>
                  <a:cubicBezTo>
                    <a:pt x="62366" y="113941"/>
                    <a:pt x="52072" y="118955"/>
                    <a:pt x="43292" y="118955"/>
                  </a:cubicBezTo>
                  <a:cubicBezTo>
                    <a:pt x="32695" y="118955"/>
                    <a:pt x="25731" y="110401"/>
                    <a:pt x="25731" y="96833"/>
                  </a:cubicBezTo>
                  <a:cubicBezTo>
                    <a:pt x="25731" y="80905"/>
                    <a:pt x="37237" y="50523"/>
                    <a:pt x="50255" y="32236"/>
                  </a:cubicBezTo>
                  <a:cubicBezTo>
                    <a:pt x="62366" y="15128"/>
                    <a:pt x="76596" y="5689"/>
                    <a:pt x="88707" y="657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2" name="Freeform: Shape 3871">
              <a:extLst>
                <a:ext uri="{FF2B5EF4-FFF2-40B4-BE49-F238E27FC236}">
                  <a16:creationId xmlns:a16="http://schemas.microsoft.com/office/drawing/2014/main" id="{97FF822D-6D0A-1FAC-24B6-2AC1E569A153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519712" y="7568808"/>
              <a:ext cx="63405" cy="147552"/>
            </a:xfrm>
            <a:custGeom>
              <a:avLst/>
              <a:gdLst>
                <a:gd name="connsiteX0" fmla="*/ 40632 w 63405"/>
                <a:gd name="connsiteY0" fmla="*/ 87 h 147552"/>
                <a:gd name="connsiteX1" fmla="*/ 303 w 63405"/>
                <a:gd name="connsiteY1" fmla="*/ 19950 h 147552"/>
                <a:gd name="connsiteX2" fmla="*/ 303 w 63405"/>
                <a:gd name="connsiteY2" fmla="*/ 23006 h 147552"/>
                <a:gd name="connsiteX3" fmla="*/ 6353 w 63405"/>
                <a:gd name="connsiteY3" fmla="*/ 20605 h 147552"/>
                <a:gd name="connsiteX4" fmla="*/ 16435 w 63405"/>
                <a:gd name="connsiteY4" fmla="*/ 18204 h 147552"/>
                <a:gd name="connsiteX5" fmla="*/ 23156 w 63405"/>
                <a:gd name="connsiteY5" fmla="*/ 28463 h 147552"/>
                <a:gd name="connsiteX6" fmla="*/ 23156 w 63405"/>
                <a:gd name="connsiteY6" fmla="*/ 127340 h 147552"/>
                <a:gd name="connsiteX7" fmla="*/ 17779 w 63405"/>
                <a:gd name="connsiteY7" fmla="*/ 141528 h 147552"/>
                <a:gd name="connsiteX8" fmla="*/ 1872 w 63405"/>
                <a:gd name="connsiteY8" fmla="*/ 144365 h 147552"/>
                <a:gd name="connsiteX9" fmla="*/ 1872 w 63405"/>
                <a:gd name="connsiteY9" fmla="*/ 147639 h 147552"/>
                <a:gd name="connsiteX10" fmla="*/ 63708 w 63405"/>
                <a:gd name="connsiteY10" fmla="*/ 147639 h 147552"/>
                <a:gd name="connsiteX11" fmla="*/ 63708 w 63405"/>
                <a:gd name="connsiteY11" fmla="*/ 144365 h 147552"/>
                <a:gd name="connsiteX12" fmla="*/ 42424 w 63405"/>
                <a:gd name="connsiteY12" fmla="*/ 131487 h 147552"/>
                <a:gd name="connsiteX13" fmla="*/ 42424 w 63405"/>
                <a:gd name="connsiteY13" fmla="*/ 524 h 147552"/>
                <a:gd name="connsiteX14" fmla="*/ 40632 w 63405"/>
                <a:gd name="connsiteY14" fmla="*/ 87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05" h="147552">
                  <a:moveTo>
                    <a:pt x="40632" y="87"/>
                  </a:moveTo>
                  <a:lnTo>
                    <a:pt x="303" y="19950"/>
                  </a:lnTo>
                  <a:lnTo>
                    <a:pt x="303" y="23006"/>
                  </a:lnTo>
                  <a:cubicBezTo>
                    <a:pt x="2992" y="21914"/>
                    <a:pt x="5457" y="21041"/>
                    <a:pt x="6353" y="20605"/>
                  </a:cubicBezTo>
                  <a:cubicBezTo>
                    <a:pt x="10386" y="19077"/>
                    <a:pt x="14194" y="18204"/>
                    <a:pt x="16435" y="18204"/>
                  </a:cubicBezTo>
                  <a:cubicBezTo>
                    <a:pt x="21140" y="18204"/>
                    <a:pt x="23156" y="21478"/>
                    <a:pt x="23156" y="28463"/>
                  </a:cubicBezTo>
                  <a:lnTo>
                    <a:pt x="23156" y="127340"/>
                  </a:lnTo>
                  <a:cubicBezTo>
                    <a:pt x="23156" y="134543"/>
                    <a:pt x="21364" y="139563"/>
                    <a:pt x="17779" y="141528"/>
                  </a:cubicBezTo>
                  <a:cubicBezTo>
                    <a:pt x="14418" y="143492"/>
                    <a:pt x="11282" y="144147"/>
                    <a:pt x="1872" y="144365"/>
                  </a:cubicBezTo>
                  <a:lnTo>
                    <a:pt x="1872" y="147639"/>
                  </a:lnTo>
                  <a:lnTo>
                    <a:pt x="63708" y="147639"/>
                  </a:lnTo>
                  <a:lnTo>
                    <a:pt x="63708" y="144365"/>
                  </a:lnTo>
                  <a:cubicBezTo>
                    <a:pt x="46009" y="144147"/>
                    <a:pt x="42424" y="141964"/>
                    <a:pt x="42424" y="131487"/>
                  </a:cubicBezTo>
                  <a:lnTo>
                    <a:pt x="42424" y="524"/>
                  </a:lnTo>
                  <a:lnTo>
                    <a:pt x="40632" y="87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3" name="Freeform: Shape 3872">
              <a:extLst>
                <a:ext uri="{FF2B5EF4-FFF2-40B4-BE49-F238E27FC236}">
                  <a16:creationId xmlns:a16="http://schemas.microsoft.com/office/drawing/2014/main" id="{3E1808D6-3308-0DA3-71AB-C06B50304B7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706968" y="7563385"/>
              <a:ext cx="201338" cy="69021"/>
            </a:xfrm>
            <a:custGeom>
              <a:avLst/>
              <a:gdLst>
                <a:gd name="connsiteX0" fmla="*/ 191356 w 201338"/>
                <a:gd name="connsiteY0" fmla="*/ 11883 h 69021"/>
                <a:gd name="connsiteX1" fmla="*/ 201650 w 201338"/>
                <a:gd name="connsiteY1" fmla="*/ 5983 h 69021"/>
                <a:gd name="connsiteX2" fmla="*/ 191659 w 201338"/>
                <a:gd name="connsiteY2" fmla="*/ 84 h 69021"/>
                <a:gd name="connsiteX3" fmla="*/ 10303 w 201338"/>
                <a:gd name="connsiteY3" fmla="*/ 84 h 69021"/>
                <a:gd name="connsiteX4" fmla="*/ 312 w 201338"/>
                <a:gd name="connsiteY4" fmla="*/ 5983 h 69021"/>
                <a:gd name="connsiteX5" fmla="*/ 10606 w 201338"/>
                <a:gd name="connsiteY5" fmla="*/ 11883 h 69021"/>
                <a:gd name="connsiteX6" fmla="*/ 191356 w 201338"/>
                <a:gd name="connsiteY6" fmla="*/ 11883 h 69021"/>
                <a:gd name="connsiteX7" fmla="*/ 191659 w 201338"/>
                <a:gd name="connsiteY7" fmla="*/ 69105 h 69021"/>
                <a:gd name="connsiteX8" fmla="*/ 201650 w 201338"/>
                <a:gd name="connsiteY8" fmla="*/ 63206 h 69021"/>
                <a:gd name="connsiteX9" fmla="*/ 191356 w 201338"/>
                <a:gd name="connsiteY9" fmla="*/ 57307 h 69021"/>
                <a:gd name="connsiteX10" fmla="*/ 10606 w 201338"/>
                <a:gd name="connsiteY10" fmla="*/ 57307 h 69021"/>
                <a:gd name="connsiteX11" fmla="*/ 312 w 201338"/>
                <a:gd name="connsiteY11" fmla="*/ 63206 h 69021"/>
                <a:gd name="connsiteX12" fmla="*/ 10303 w 201338"/>
                <a:gd name="connsiteY12" fmla="*/ 69105 h 69021"/>
                <a:gd name="connsiteX13" fmla="*/ 191659 w 201338"/>
                <a:gd name="connsiteY13" fmla="*/ 69105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8" h="69021">
                  <a:moveTo>
                    <a:pt x="191356" y="11883"/>
                  </a:moveTo>
                  <a:cubicBezTo>
                    <a:pt x="195898" y="11883"/>
                    <a:pt x="201650" y="11883"/>
                    <a:pt x="201650" y="5983"/>
                  </a:cubicBezTo>
                  <a:cubicBezTo>
                    <a:pt x="201650" y="84"/>
                    <a:pt x="195898" y="84"/>
                    <a:pt x="191659" y="84"/>
                  </a:cubicBezTo>
                  <a:lnTo>
                    <a:pt x="10303" y="84"/>
                  </a:lnTo>
                  <a:cubicBezTo>
                    <a:pt x="6064" y="84"/>
                    <a:pt x="312" y="84"/>
                    <a:pt x="312" y="5983"/>
                  </a:cubicBezTo>
                  <a:cubicBezTo>
                    <a:pt x="312" y="11883"/>
                    <a:pt x="6064" y="11883"/>
                    <a:pt x="10606" y="11883"/>
                  </a:cubicBezTo>
                  <a:lnTo>
                    <a:pt x="191356" y="11883"/>
                  </a:lnTo>
                  <a:close/>
                  <a:moveTo>
                    <a:pt x="191659" y="69105"/>
                  </a:moveTo>
                  <a:cubicBezTo>
                    <a:pt x="195898" y="69105"/>
                    <a:pt x="201650" y="69105"/>
                    <a:pt x="201650" y="63206"/>
                  </a:cubicBezTo>
                  <a:cubicBezTo>
                    <a:pt x="201650" y="57307"/>
                    <a:pt x="195898" y="57307"/>
                    <a:pt x="191356" y="57307"/>
                  </a:cubicBezTo>
                  <a:lnTo>
                    <a:pt x="10606" y="57307"/>
                  </a:lnTo>
                  <a:cubicBezTo>
                    <a:pt x="6064" y="57307"/>
                    <a:pt x="312" y="57307"/>
                    <a:pt x="312" y="63206"/>
                  </a:cubicBezTo>
                  <a:cubicBezTo>
                    <a:pt x="312" y="69105"/>
                    <a:pt x="6064" y="69105"/>
                    <a:pt x="10303" y="69105"/>
                  </a:cubicBezTo>
                  <a:lnTo>
                    <a:pt x="191659" y="6910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4" name="Freeform: Shape 3873">
              <a:extLst>
                <a:ext uri="{FF2B5EF4-FFF2-40B4-BE49-F238E27FC236}">
                  <a16:creationId xmlns:a16="http://schemas.microsoft.com/office/drawing/2014/main" id="{828F0EC8-5994-2F3E-C9C2-2E15B29F774D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000637" y="7470176"/>
              <a:ext cx="136244" cy="204704"/>
            </a:xfrm>
            <a:custGeom>
              <a:avLst/>
              <a:gdLst>
                <a:gd name="connsiteX0" fmla="*/ 26661 w 136244"/>
                <a:gd name="connsiteY0" fmla="*/ 11883 h 204704"/>
                <a:gd name="connsiteX1" fmla="*/ 46341 w 136244"/>
                <a:gd name="connsiteY1" fmla="*/ 19847 h 204704"/>
                <a:gd name="connsiteX2" fmla="*/ 43616 w 136244"/>
                <a:gd name="connsiteY2" fmla="*/ 32531 h 204704"/>
                <a:gd name="connsiteX3" fmla="*/ 42102 w 136244"/>
                <a:gd name="connsiteY3" fmla="*/ 38135 h 204704"/>
                <a:gd name="connsiteX4" fmla="*/ 41497 w 136244"/>
                <a:gd name="connsiteY4" fmla="*/ 40200 h 204704"/>
                <a:gd name="connsiteX5" fmla="*/ 320 w 136244"/>
                <a:gd name="connsiteY5" fmla="*/ 187977 h 204704"/>
                <a:gd name="connsiteX6" fmla="*/ 320 w 136244"/>
                <a:gd name="connsiteY6" fmla="*/ 189156 h 204704"/>
                <a:gd name="connsiteX7" fmla="*/ 40588 w 136244"/>
                <a:gd name="connsiteY7" fmla="*/ 204789 h 204704"/>
                <a:gd name="connsiteX8" fmla="*/ 136565 w 136244"/>
                <a:gd name="connsiteY8" fmla="*/ 106862 h 204704"/>
                <a:gd name="connsiteX9" fmla="*/ 101444 w 136244"/>
                <a:gd name="connsiteY9" fmla="*/ 71466 h 204704"/>
                <a:gd name="connsiteX10" fmla="*/ 43010 w 136244"/>
                <a:gd name="connsiteY10" fmla="*/ 116005 h 204704"/>
                <a:gd name="connsiteX11" fmla="*/ 74498 w 136244"/>
                <a:gd name="connsiteY11" fmla="*/ 1559 h 204704"/>
                <a:gd name="connsiteX12" fmla="*/ 72984 w 136244"/>
                <a:gd name="connsiteY12" fmla="*/ 85 h 204704"/>
                <a:gd name="connsiteX13" fmla="*/ 26661 w 136244"/>
                <a:gd name="connsiteY13" fmla="*/ 6869 h 204704"/>
                <a:gd name="connsiteX14" fmla="*/ 26661 w 136244"/>
                <a:gd name="connsiteY14" fmla="*/ 11883 h 204704"/>
                <a:gd name="connsiteX15" fmla="*/ 89636 w 136244"/>
                <a:gd name="connsiteY15" fmla="*/ 85919 h 204704"/>
                <a:gd name="connsiteX16" fmla="*/ 110830 w 136244"/>
                <a:gd name="connsiteY16" fmla="*/ 111286 h 204704"/>
                <a:gd name="connsiteX17" fmla="*/ 77526 w 136244"/>
                <a:gd name="connsiteY17" fmla="*/ 180602 h 204704"/>
                <a:gd name="connsiteX18" fmla="*/ 40285 w 136244"/>
                <a:gd name="connsiteY18" fmla="*/ 198005 h 204704"/>
                <a:gd name="connsiteX19" fmla="*/ 26358 w 136244"/>
                <a:gd name="connsiteY19" fmla="*/ 187977 h 204704"/>
                <a:gd name="connsiteX20" fmla="*/ 48157 w 136244"/>
                <a:gd name="connsiteY20" fmla="*/ 119840 h 204704"/>
                <a:gd name="connsiteX21" fmla="*/ 89636 w 136244"/>
                <a:gd name="connsiteY21" fmla="*/ 85919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244" h="204704">
                  <a:moveTo>
                    <a:pt x="26661" y="11883"/>
                  </a:moveTo>
                  <a:cubicBezTo>
                    <a:pt x="44524" y="12473"/>
                    <a:pt x="46341" y="13358"/>
                    <a:pt x="46341" y="19847"/>
                  </a:cubicBezTo>
                  <a:cubicBezTo>
                    <a:pt x="46341" y="22502"/>
                    <a:pt x="45432" y="26041"/>
                    <a:pt x="43616" y="32531"/>
                  </a:cubicBezTo>
                  <a:cubicBezTo>
                    <a:pt x="43010" y="34595"/>
                    <a:pt x="42405" y="36660"/>
                    <a:pt x="42102" y="38135"/>
                  </a:cubicBezTo>
                  <a:lnTo>
                    <a:pt x="41497" y="40200"/>
                  </a:lnTo>
                  <a:lnTo>
                    <a:pt x="320" y="187977"/>
                  </a:lnTo>
                  <a:lnTo>
                    <a:pt x="320" y="189156"/>
                  </a:lnTo>
                  <a:cubicBezTo>
                    <a:pt x="320" y="195941"/>
                    <a:pt x="23633" y="204789"/>
                    <a:pt x="40588" y="204789"/>
                  </a:cubicBezTo>
                  <a:cubicBezTo>
                    <a:pt x="86306" y="204789"/>
                    <a:pt x="136565" y="153171"/>
                    <a:pt x="136565" y="106862"/>
                  </a:cubicBezTo>
                  <a:cubicBezTo>
                    <a:pt x="136565" y="86214"/>
                    <a:pt x="121729" y="71466"/>
                    <a:pt x="101444" y="71466"/>
                  </a:cubicBezTo>
                  <a:cubicBezTo>
                    <a:pt x="80251" y="71466"/>
                    <a:pt x="64507" y="83559"/>
                    <a:pt x="43010" y="116005"/>
                  </a:cubicBezTo>
                  <a:cubicBezTo>
                    <a:pt x="58754" y="59962"/>
                    <a:pt x="60874" y="51998"/>
                    <a:pt x="74498" y="1559"/>
                  </a:cubicBezTo>
                  <a:lnTo>
                    <a:pt x="72984" y="85"/>
                  </a:lnTo>
                  <a:cubicBezTo>
                    <a:pt x="57846" y="2739"/>
                    <a:pt x="46946" y="4509"/>
                    <a:pt x="26661" y="6869"/>
                  </a:cubicBezTo>
                  <a:lnTo>
                    <a:pt x="26661" y="11883"/>
                  </a:lnTo>
                  <a:close/>
                  <a:moveTo>
                    <a:pt x="89636" y="85919"/>
                  </a:moveTo>
                  <a:cubicBezTo>
                    <a:pt x="102655" y="85919"/>
                    <a:pt x="110830" y="95653"/>
                    <a:pt x="110830" y="111286"/>
                  </a:cubicBezTo>
                  <a:cubicBezTo>
                    <a:pt x="110830" y="130754"/>
                    <a:pt x="95389" y="162315"/>
                    <a:pt x="77526" y="180602"/>
                  </a:cubicBezTo>
                  <a:cubicBezTo>
                    <a:pt x="66323" y="191811"/>
                    <a:pt x="53304" y="198005"/>
                    <a:pt x="40285" y="198005"/>
                  </a:cubicBezTo>
                  <a:cubicBezTo>
                    <a:pt x="30900" y="198005"/>
                    <a:pt x="26358" y="194761"/>
                    <a:pt x="26358" y="187977"/>
                  </a:cubicBezTo>
                  <a:cubicBezTo>
                    <a:pt x="26358" y="170279"/>
                    <a:pt x="35441" y="141667"/>
                    <a:pt x="48157" y="119840"/>
                  </a:cubicBezTo>
                  <a:cubicBezTo>
                    <a:pt x="61479" y="97128"/>
                    <a:pt x="75103" y="85919"/>
                    <a:pt x="89636" y="85919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5" name="Freeform: Shape 3874">
              <a:extLst>
                <a:ext uri="{FF2B5EF4-FFF2-40B4-BE49-F238E27FC236}">
                  <a16:creationId xmlns:a16="http://schemas.microsoft.com/office/drawing/2014/main" id="{12E72CEF-846F-5C6F-DBBF-B022AB392F8A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170493" y="7568808"/>
              <a:ext cx="63405" cy="147552"/>
            </a:xfrm>
            <a:custGeom>
              <a:avLst/>
              <a:gdLst>
                <a:gd name="connsiteX0" fmla="*/ 40653 w 63405"/>
                <a:gd name="connsiteY0" fmla="*/ 87 h 147552"/>
                <a:gd name="connsiteX1" fmla="*/ 325 w 63405"/>
                <a:gd name="connsiteY1" fmla="*/ 19950 h 147552"/>
                <a:gd name="connsiteX2" fmla="*/ 325 w 63405"/>
                <a:gd name="connsiteY2" fmla="*/ 23006 h 147552"/>
                <a:gd name="connsiteX3" fmla="*/ 6374 w 63405"/>
                <a:gd name="connsiteY3" fmla="*/ 20605 h 147552"/>
                <a:gd name="connsiteX4" fmla="*/ 16456 w 63405"/>
                <a:gd name="connsiteY4" fmla="*/ 18204 h 147552"/>
                <a:gd name="connsiteX5" fmla="*/ 23177 w 63405"/>
                <a:gd name="connsiteY5" fmla="*/ 28463 h 147552"/>
                <a:gd name="connsiteX6" fmla="*/ 23177 w 63405"/>
                <a:gd name="connsiteY6" fmla="*/ 127340 h 147552"/>
                <a:gd name="connsiteX7" fmla="*/ 17800 w 63405"/>
                <a:gd name="connsiteY7" fmla="*/ 141528 h 147552"/>
                <a:gd name="connsiteX8" fmla="*/ 1893 w 63405"/>
                <a:gd name="connsiteY8" fmla="*/ 144365 h 147552"/>
                <a:gd name="connsiteX9" fmla="*/ 1893 w 63405"/>
                <a:gd name="connsiteY9" fmla="*/ 147639 h 147552"/>
                <a:gd name="connsiteX10" fmla="*/ 63730 w 63405"/>
                <a:gd name="connsiteY10" fmla="*/ 147639 h 147552"/>
                <a:gd name="connsiteX11" fmla="*/ 63730 w 63405"/>
                <a:gd name="connsiteY11" fmla="*/ 144365 h 147552"/>
                <a:gd name="connsiteX12" fmla="*/ 42445 w 63405"/>
                <a:gd name="connsiteY12" fmla="*/ 131487 h 147552"/>
                <a:gd name="connsiteX13" fmla="*/ 42445 w 63405"/>
                <a:gd name="connsiteY13" fmla="*/ 524 h 147552"/>
                <a:gd name="connsiteX14" fmla="*/ 40653 w 63405"/>
                <a:gd name="connsiteY14" fmla="*/ 87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05" h="147552">
                  <a:moveTo>
                    <a:pt x="40653" y="87"/>
                  </a:moveTo>
                  <a:lnTo>
                    <a:pt x="325" y="19950"/>
                  </a:lnTo>
                  <a:lnTo>
                    <a:pt x="325" y="23006"/>
                  </a:lnTo>
                  <a:cubicBezTo>
                    <a:pt x="3013" y="21914"/>
                    <a:pt x="5478" y="21041"/>
                    <a:pt x="6374" y="20605"/>
                  </a:cubicBezTo>
                  <a:cubicBezTo>
                    <a:pt x="10407" y="19077"/>
                    <a:pt x="14216" y="18204"/>
                    <a:pt x="16456" y="18204"/>
                  </a:cubicBezTo>
                  <a:cubicBezTo>
                    <a:pt x="21161" y="18204"/>
                    <a:pt x="23177" y="21478"/>
                    <a:pt x="23177" y="28463"/>
                  </a:cubicBezTo>
                  <a:lnTo>
                    <a:pt x="23177" y="127340"/>
                  </a:lnTo>
                  <a:cubicBezTo>
                    <a:pt x="23177" y="134543"/>
                    <a:pt x="21385" y="139563"/>
                    <a:pt x="17800" y="141528"/>
                  </a:cubicBezTo>
                  <a:cubicBezTo>
                    <a:pt x="14440" y="143492"/>
                    <a:pt x="11303" y="144147"/>
                    <a:pt x="1893" y="144365"/>
                  </a:cubicBezTo>
                  <a:lnTo>
                    <a:pt x="1893" y="147639"/>
                  </a:lnTo>
                  <a:lnTo>
                    <a:pt x="63730" y="147639"/>
                  </a:lnTo>
                  <a:lnTo>
                    <a:pt x="63730" y="144365"/>
                  </a:lnTo>
                  <a:cubicBezTo>
                    <a:pt x="46030" y="144147"/>
                    <a:pt x="42445" y="141964"/>
                    <a:pt x="42445" y="131487"/>
                  </a:cubicBezTo>
                  <a:lnTo>
                    <a:pt x="42445" y="524"/>
                  </a:lnTo>
                  <a:lnTo>
                    <a:pt x="40653" y="87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6" name="Freeform: Shape 3875">
              <a:extLst>
                <a:ext uri="{FF2B5EF4-FFF2-40B4-BE49-F238E27FC236}">
                  <a16:creationId xmlns:a16="http://schemas.microsoft.com/office/drawing/2014/main" id="{7099E05D-802E-45B1-1DDC-4D313AA6F6FD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1357748" y="7563385"/>
              <a:ext cx="201338" cy="69021"/>
            </a:xfrm>
            <a:custGeom>
              <a:avLst/>
              <a:gdLst>
                <a:gd name="connsiteX0" fmla="*/ 191378 w 201338"/>
                <a:gd name="connsiteY0" fmla="*/ 11883 h 69021"/>
                <a:gd name="connsiteX1" fmla="*/ 201672 w 201338"/>
                <a:gd name="connsiteY1" fmla="*/ 5983 h 69021"/>
                <a:gd name="connsiteX2" fmla="*/ 191681 w 201338"/>
                <a:gd name="connsiteY2" fmla="*/ 84 h 69021"/>
                <a:gd name="connsiteX3" fmla="*/ 10324 w 201338"/>
                <a:gd name="connsiteY3" fmla="*/ 84 h 69021"/>
                <a:gd name="connsiteX4" fmla="*/ 333 w 201338"/>
                <a:gd name="connsiteY4" fmla="*/ 5983 h 69021"/>
                <a:gd name="connsiteX5" fmla="*/ 10627 w 201338"/>
                <a:gd name="connsiteY5" fmla="*/ 11883 h 69021"/>
                <a:gd name="connsiteX6" fmla="*/ 191378 w 201338"/>
                <a:gd name="connsiteY6" fmla="*/ 11883 h 69021"/>
                <a:gd name="connsiteX7" fmla="*/ 191681 w 201338"/>
                <a:gd name="connsiteY7" fmla="*/ 69105 h 69021"/>
                <a:gd name="connsiteX8" fmla="*/ 201672 w 201338"/>
                <a:gd name="connsiteY8" fmla="*/ 63206 h 69021"/>
                <a:gd name="connsiteX9" fmla="*/ 191378 w 201338"/>
                <a:gd name="connsiteY9" fmla="*/ 57307 h 69021"/>
                <a:gd name="connsiteX10" fmla="*/ 10627 w 201338"/>
                <a:gd name="connsiteY10" fmla="*/ 57307 h 69021"/>
                <a:gd name="connsiteX11" fmla="*/ 333 w 201338"/>
                <a:gd name="connsiteY11" fmla="*/ 63206 h 69021"/>
                <a:gd name="connsiteX12" fmla="*/ 10324 w 201338"/>
                <a:gd name="connsiteY12" fmla="*/ 69105 h 69021"/>
                <a:gd name="connsiteX13" fmla="*/ 191681 w 201338"/>
                <a:gd name="connsiteY13" fmla="*/ 69105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8" h="69021">
                  <a:moveTo>
                    <a:pt x="191378" y="11883"/>
                  </a:moveTo>
                  <a:cubicBezTo>
                    <a:pt x="195919" y="11883"/>
                    <a:pt x="201672" y="11883"/>
                    <a:pt x="201672" y="5983"/>
                  </a:cubicBezTo>
                  <a:cubicBezTo>
                    <a:pt x="201672" y="84"/>
                    <a:pt x="195919" y="84"/>
                    <a:pt x="191681" y="84"/>
                  </a:cubicBezTo>
                  <a:lnTo>
                    <a:pt x="10324" y="84"/>
                  </a:lnTo>
                  <a:cubicBezTo>
                    <a:pt x="6085" y="84"/>
                    <a:pt x="333" y="84"/>
                    <a:pt x="333" y="5983"/>
                  </a:cubicBezTo>
                  <a:cubicBezTo>
                    <a:pt x="333" y="11883"/>
                    <a:pt x="6085" y="11883"/>
                    <a:pt x="10627" y="11883"/>
                  </a:cubicBezTo>
                  <a:lnTo>
                    <a:pt x="191378" y="11883"/>
                  </a:lnTo>
                  <a:close/>
                  <a:moveTo>
                    <a:pt x="191681" y="69105"/>
                  </a:moveTo>
                  <a:cubicBezTo>
                    <a:pt x="195919" y="69105"/>
                    <a:pt x="201672" y="69105"/>
                    <a:pt x="201672" y="63206"/>
                  </a:cubicBezTo>
                  <a:cubicBezTo>
                    <a:pt x="201672" y="57307"/>
                    <a:pt x="195919" y="57307"/>
                    <a:pt x="191378" y="57307"/>
                  </a:cubicBezTo>
                  <a:lnTo>
                    <a:pt x="10627" y="57307"/>
                  </a:lnTo>
                  <a:cubicBezTo>
                    <a:pt x="6085" y="57307"/>
                    <a:pt x="333" y="57307"/>
                    <a:pt x="333" y="63206"/>
                  </a:cubicBezTo>
                  <a:cubicBezTo>
                    <a:pt x="333" y="69105"/>
                    <a:pt x="6085" y="69105"/>
                    <a:pt x="10324" y="69105"/>
                  </a:cubicBezTo>
                  <a:lnTo>
                    <a:pt x="191681" y="6910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7" name="Freeform: Shape 3876">
              <a:extLst>
                <a:ext uri="{FF2B5EF4-FFF2-40B4-BE49-F238E27FC236}">
                  <a16:creationId xmlns:a16="http://schemas.microsoft.com/office/drawing/2014/main" id="{E4133BAF-3096-2316-DE3F-373038606C80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1678060" y="7472241"/>
              <a:ext cx="85682" cy="199395"/>
            </a:xfrm>
            <a:custGeom>
              <a:avLst/>
              <a:gdLst>
                <a:gd name="connsiteX0" fmla="*/ 54840 w 85682"/>
                <a:gd name="connsiteY0" fmla="*/ 85 h 199395"/>
                <a:gd name="connsiteX1" fmla="*/ 342 w 85682"/>
                <a:gd name="connsiteY1" fmla="*/ 26926 h 199395"/>
                <a:gd name="connsiteX2" fmla="*/ 342 w 85682"/>
                <a:gd name="connsiteY2" fmla="*/ 31056 h 199395"/>
                <a:gd name="connsiteX3" fmla="*/ 8516 w 85682"/>
                <a:gd name="connsiteY3" fmla="*/ 27811 h 199395"/>
                <a:gd name="connsiteX4" fmla="*/ 22141 w 85682"/>
                <a:gd name="connsiteY4" fmla="*/ 24567 h 199395"/>
                <a:gd name="connsiteX5" fmla="*/ 31224 w 85682"/>
                <a:gd name="connsiteY5" fmla="*/ 38430 h 199395"/>
                <a:gd name="connsiteX6" fmla="*/ 31224 w 85682"/>
                <a:gd name="connsiteY6" fmla="*/ 172048 h 199395"/>
                <a:gd name="connsiteX7" fmla="*/ 23957 w 85682"/>
                <a:gd name="connsiteY7" fmla="*/ 191221 h 199395"/>
                <a:gd name="connsiteX8" fmla="*/ 2461 w 85682"/>
                <a:gd name="connsiteY8" fmla="*/ 195056 h 199395"/>
                <a:gd name="connsiteX9" fmla="*/ 2461 w 85682"/>
                <a:gd name="connsiteY9" fmla="*/ 199480 h 199395"/>
                <a:gd name="connsiteX10" fmla="*/ 86024 w 85682"/>
                <a:gd name="connsiteY10" fmla="*/ 199480 h 199395"/>
                <a:gd name="connsiteX11" fmla="*/ 86024 w 85682"/>
                <a:gd name="connsiteY11" fmla="*/ 195056 h 199395"/>
                <a:gd name="connsiteX12" fmla="*/ 57262 w 85682"/>
                <a:gd name="connsiteY12" fmla="*/ 177653 h 199395"/>
                <a:gd name="connsiteX13" fmla="*/ 57262 w 85682"/>
                <a:gd name="connsiteY13" fmla="*/ 675 h 199395"/>
                <a:gd name="connsiteX14" fmla="*/ 54840 w 85682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82" h="199395">
                  <a:moveTo>
                    <a:pt x="54840" y="85"/>
                  </a:moveTo>
                  <a:lnTo>
                    <a:pt x="342" y="26926"/>
                  </a:lnTo>
                  <a:lnTo>
                    <a:pt x="342" y="31056"/>
                  </a:lnTo>
                  <a:cubicBezTo>
                    <a:pt x="3975" y="29581"/>
                    <a:pt x="7305" y="28401"/>
                    <a:pt x="8516" y="27811"/>
                  </a:cubicBezTo>
                  <a:cubicBezTo>
                    <a:pt x="13966" y="25747"/>
                    <a:pt x="19113" y="24567"/>
                    <a:pt x="22141" y="24567"/>
                  </a:cubicBezTo>
                  <a:cubicBezTo>
                    <a:pt x="28499" y="24567"/>
                    <a:pt x="31224" y="28991"/>
                    <a:pt x="31224" y="38430"/>
                  </a:cubicBezTo>
                  <a:lnTo>
                    <a:pt x="31224" y="172048"/>
                  </a:lnTo>
                  <a:cubicBezTo>
                    <a:pt x="31224" y="181782"/>
                    <a:pt x="28802" y="188566"/>
                    <a:pt x="23957" y="191221"/>
                  </a:cubicBezTo>
                  <a:cubicBezTo>
                    <a:pt x="19416" y="193876"/>
                    <a:pt x="15177" y="194761"/>
                    <a:pt x="2461" y="195056"/>
                  </a:cubicBezTo>
                  <a:lnTo>
                    <a:pt x="2461" y="199480"/>
                  </a:lnTo>
                  <a:lnTo>
                    <a:pt x="86024" y="199480"/>
                  </a:lnTo>
                  <a:lnTo>
                    <a:pt x="86024" y="195056"/>
                  </a:lnTo>
                  <a:cubicBezTo>
                    <a:pt x="62106" y="194761"/>
                    <a:pt x="57262" y="191811"/>
                    <a:pt x="57262" y="177653"/>
                  </a:cubicBezTo>
                  <a:lnTo>
                    <a:pt x="57262" y="675"/>
                  </a:lnTo>
                  <a:lnTo>
                    <a:pt x="54840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8" name="Freeform: Shape 3877">
              <a:extLst>
                <a:ext uri="{FF2B5EF4-FFF2-40B4-BE49-F238E27FC236}">
                  <a16:creationId xmlns:a16="http://schemas.microsoft.com/office/drawing/2014/main" id="{CDBC53E8-9E82-D00B-24E6-AC77C87BE20D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1822441" y="7640370"/>
              <a:ext cx="32093" cy="31266"/>
            </a:xfrm>
            <a:custGeom>
              <a:avLst/>
              <a:gdLst>
                <a:gd name="connsiteX0" fmla="*/ 32440 w 32093"/>
                <a:gd name="connsiteY0" fmla="*/ 15718 h 31266"/>
                <a:gd name="connsiteX1" fmla="*/ 16393 w 32093"/>
                <a:gd name="connsiteY1" fmla="*/ 85 h 31266"/>
                <a:gd name="connsiteX2" fmla="*/ 347 w 32093"/>
                <a:gd name="connsiteY2" fmla="*/ 15718 h 31266"/>
                <a:gd name="connsiteX3" fmla="*/ 16393 w 32093"/>
                <a:gd name="connsiteY3" fmla="*/ 31351 h 31266"/>
                <a:gd name="connsiteX4" fmla="*/ 32440 w 32093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3" h="31266">
                  <a:moveTo>
                    <a:pt x="32440" y="15718"/>
                  </a:moveTo>
                  <a:cubicBezTo>
                    <a:pt x="32440" y="7164"/>
                    <a:pt x="25174" y="85"/>
                    <a:pt x="16393" y="85"/>
                  </a:cubicBezTo>
                  <a:cubicBezTo>
                    <a:pt x="7613" y="85"/>
                    <a:pt x="347" y="7164"/>
                    <a:pt x="347" y="15718"/>
                  </a:cubicBezTo>
                  <a:cubicBezTo>
                    <a:pt x="347" y="24272"/>
                    <a:pt x="7613" y="31351"/>
                    <a:pt x="16393" y="31351"/>
                  </a:cubicBezTo>
                  <a:cubicBezTo>
                    <a:pt x="25174" y="31351"/>
                    <a:pt x="32440" y="24272"/>
                    <a:pt x="32440" y="15718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9" name="Freeform: Shape 3878">
              <a:extLst>
                <a:ext uri="{FF2B5EF4-FFF2-40B4-BE49-F238E27FC236}">
                  <a16:creationId xmlns:a16="http://schemas.microsoft.com/office/drawing/2014/main" id="{685A4CF0-BF2D-15D1-8072-1073400F368C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886636" y="7476370"/>
              <a:ext cx="129886" cy="197625"/>
            </a:xfrm>
            <a:custGeom>
              <a:avLst/>
              <a:gdLst>
                <a:gd name="connsiteX0" fmla="*/ 130236 w 129886"/>
                <a:gd name="connsiteY0" fmla="*/ 85 h 197625"/>
                <a:gd name="connsiteX1" fmla="*/ 18213 w 129886"/>
                <a:gd name="connsiteY1" fmla="*/ 85 h 197625"/>
                <a:gd name="connsiteX2" fmla="*/ 350 w 129886"/>
                <a:gd name="connsiteY2" fmla="*/ 43444 h 197625"/>
                <a:gd name="connsiteX3" fmla="*/ 5497 w 129886"/>
                <a:gd name="connsiteY3" fmla="*/ 45804 h 197625"/>
                <a:gd name="connsiteX4" fmla="*/ 40617 w 129886"/>
                <a:gd name="connsiteY4" fmla="*/ 21912 h 197625"/>
                <a:gd name="connsiteX5" fmla="*/ 106317 w 129886"/>
                <a:gd name="connsiteY5" fmla="*/ 21912 h 197625"/>
                <a:gd name="connsiteX6" fmla="*/ 46370 w 129886"/>
                <a:gd name="connsiteY6" fmla="*/ 197710 h 197625"/>
                <a:gd name="connsiteX7" fmla="*/ 66050 w 129886"/>
                <a:gd name="connsiteY7" fmla="*/ 197710 h 197625"/>
                <a:gd name="connsiteX8" fmla="*/ 130236 w 129886"/>
                <a:gd name="connsiteY8" fmla="*/ 4804 h 197625"/>
                <a:gd name="connsiteX9" fmla="*/ 130236 w 129886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86" h="197625">
                  <a:moveTo>
                    <a:pt x="130236" y="85"/>
                  </a:moveTo>
                  <a:lnTo>
                    <a:pt x="18213" y="85"/>
                  </a:lnTo>
                  <a:lnTo>
                    <a:pt x="350" y="43444"/>
                  </a:lnTo>
                  <a:lnTo>
                    <a:pt x="5497" y="45804"/>
                  </a:lnTo>
                  <a:cubicBezTo>
                    <a:pt x="18515" y="25747"/>
                    <a:pt x="23965" y="21912"/>
                    <a:pt x="40617" y="21912"/>
                  </a:cubicBezTo>
                  <a:lnTo>
                    <a:pt x="106317" y="21912"/>
                  </a:lnTo>
                  <a:lnTo>
                    <a:pt x="46370" y="197710"/>
                  </a:lnTo>
                  <a:lnTo>
                    <a:pt x="66050" y="197710"/>
                  </a:lnTo>
                  <a:lnTo>
                    <a:pt x="130236" y="4804"/>
                  </a:lnTo>
                  <a:lnTo>
                    <a:pt x="130236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0" name="Freeform: Shape 3879">
              <a:extLst>
                <a:ext uri="{FF2B5EF4-FFF2-40B4-BE49-F238E27FC236}">
                  <a16:creationId xmlns:a16="http://schemas.microsoft.com/office/drawing/2014/main" id="{8A7E7D1B-CBDC-207E-40FA-D7592FA9CD40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2036165" y="7472241"/>
              <a:ext cx="139272" cy="199395"/>
            </a:xfrm>
            <a:custGeom>
              <a:avLst/>
              <a:gdLst>
                <a:gd name="connsiteX0" fmla="*/ 139627 w 139272"/>
                <a:gd name="connsiteY0" fmla="*/ 131344 h 199395"/>
                <a:gd name="connsiteX1" fmla="*/ 108745 w 139272"/>
                <a:gd name="connsiteY1" fmla="*/ 131344 h 199395"/>
                <a:gd name="connsiteX2" fmla="*/ 108745 w 139272"/>
                <a:gd name="connsiteY2" fmla="*/ 85 h 199395"/>
                <a:gd name="connsiteX3" fmla="*/ 95423 w 139272"/>
                <a:gd name="connsiteY3" fmla="*/ 85 h 199395"/>
                <a:gd name="connsiteX4" fmla="*/ 355 w 139272"/>
                <a:gd name="connsiteY4" fmla="*/ 131344 h 199395"/>
                <a:gd name="connsiteX5" fmla="*/ 355 w 139272"/>
                <a:gd name="connsiteY5" fmla="*/ 150221 h 199395"/>
                <a:gd name="connsiteX6" fmla="*/ 85432 w 139272"/>
                <a:gd name="connsiteY6" fmla="*/ 150221 h 199395"/>
                <a:gd name="connsiteX7" fmla="*/ 85432 w 139272"/>
                <a:gd name="connsiteY7" fmla="*/ 199480 h 199395"/>
                <a:gd name="connsiteX8" fmla="*/ 108745 w 139272"/>
                <a:gd name="connsiteY8" fmla="*/ 199480 h 199395"/>
                <a:gd name="connsiteX9" fmla="*/ 108745 w 139272"/>
                <a:gd name="connsiteY9" fmla="*/ 150221 h 199395"/>
                <a:gd name="connsiteX10" fmla="*/ 139627 w 139272"/>
                <a:gd name="connsiteY10" fmla="*/ 150221 h 199395"/>
                <a:gd name="connsiteX11" fmla="*/ 139627 w 139272"/>
                <a:gd name="connsiteY11" fmla="*/ 131344 h 199395"/>
                <a:gd name="connsiteX12" fmla="*/ 85129 w 139272"/>
                <a:gd name="connsiteY12" fmla="*/ 131344 h 199395"/>
                <a:gd name="connsiteX13" fmla="*/ 12465 w 139272"/>
                <a:gd name="connsiteY13" fmla="*/ 131344 h 199395"/>
                <a:gd name="connsiteX14" fmla="*/ 85129 w 139272"/>
                <a:gd name="connsiteY14" fmla="*/ 30171 h 199395"/>
                <a:gd name="connsiteX15" fmla="*/ 85129 w 139272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72" h="199395">
                  <a:moveTo>
                    <a:pt x="139627" y="131344"/>
                  </a:moveTo>
                  <a:lnTo>
                    <a:pt x="108745" y="131344"/>
                  </a:lnTo>
                  <a:lnTo>
                    <a:pt x="108745" y="85"/>
                  </a:lnTo>
                  <a:lnTo>
                    <a:pt x="95423" y="85"/>
                  </a:lnTo>
                  <a:lnTo>
                    <a:pt x="355" y="131344"/>
                  </a:lnTo>
                  <a:lnTo>
                    <a:pt x="355" y="150221"/>
                  </a:lnTo>
                  <a:lnTo>
                    <a:pt x="85432" y="150221"/>
                  </a:lnTo>
                  <a:lnTo>
                    <a:pt x="85432" y="199480"/>
                  </a:lnTo>
                  <a:lnTo>
                    <a:pt x="108745" y="199480"/>
                  </a:lnTo>
                  <a:lnTo>
                    <a:pt x="108745" y="150221"/>
                  </a:lnTo>
                  <a:lnTo>
                    <a:pt x="139627" y="150221"/>
                  </a:lnTo>
                  <a:lnTo>
                    <a:pt x="139627" y="131344"/>
                  </a:lnTo>
                  <a:close/>
                  <a:moveTo>
                    <a:pt x="85129" y="131344"/>
                  </a:moveTo>
                  <a:lnTo>
                    <a:pt x="12465" y="131344"/>
                  </a:lnTo>
                  <a:lnTo>
                    <a:pt x="85129" y="30171"/>
                  </a:lnTo>
                  <a:lnTo>
                    <a:pt x="85129" y="131344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1" name="Freeform: Shape 3880">
              <a:extLst>
                <a:ext uri="{FF2B5EF4-FFF2-40B4-BE49-F238E27FC236}">
                  <a16:creationId xmlns:a16="http://schemas.microsoft.com/office/drawing/2014/main" id="{D7F62376-3456-17EB-9103-F5191ADC4A75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2188115" y="7472241"/>
              <a:ext cx="139272" cy="199395"/>
            </a:xfrm>
            <a:custGeom>
              <a:avLst/>
              <a:gdLst>
                <a:gd name="connsiteX0" fmla="*/ 139632 w 139272"/>
                <a:gd name="connsiteY0" fmla="*/ 131344 h 199395"/>
                <a:gd name="connsiteX1" fmla="*/ 108750 w 139272"/>
                <a:gd name="connsiteY1" fmla="*/ 131344 h 199395"/>
                <a:gd name="connsiteX2" fmla="*/ 108750 w 139272"/>
                <a:gd name="connsiteY2" fmla="*/ 85 h 199395"/>
                <a:gd name="connsiteX3" fmla="*/ 95428 w 139272"/>
                <a:gd name="connsiteY3" fmla="*/ 85 h 199395"/>
                <a:gd name="connsiteX4" fmla="*/ 360 w 139272"/>
                <a:gd name="connsiteY4" fmla="*/ 131344 h 199395"/>
                <a:gd name="connsiteX5" fmla="*/ 360 w 139272"/>
                <a:gd name="connsiteY5" fmla="*/ 150221 h 199395"/>
                <a:gd name="connsiteX6" fmla="*/ 85437 w 139272"/>
                <a:gd name="connsiteY6" fmla="*/ 150221 h 199395"/>
                <a:gd name="connsiteX7" fmla="*/ 85437 w 139272"/>
                <a:gd name="connsiteY7" fmla="*/ 199480 h 199395"/>
                <a:gd name="connsiteX8" fmla="*/ 108750 w 139272"/>
                <a:gd name="connsiteY8" fmla="*/ 199480 h 199395"/>
                <a:gd name="connsiteX9" fmla="*/ 108750 w 139272"/>
                <a:gd name="connsiteY9" fmla="*/ 150221 h 199395"/>
                <a:gd name="connsiteX10" fmla="*/ 139632 w 139272"/>
                <a:gd name="connsiteY10" fmla="*/ 150221 h 199395"/>
                <a:gd name="connsiteX11" fmla="*/ 139632 w 139272"/>
                <a:gd name="connsiteY11" fmla="*/ 131344 h 199395"/>
                <a:gd name="connsiteX12" fmla="*/ 85134 w 139272"/>
                <a:gd name="connsiteY12" fmla="*/ 131344 h 199395"/>
                <a:gd name="connsiteX13" fmla="*/ 12470 w 139272"/>
                <a:gd name="connsiteY13" fmla="*/ 131344 h 199395"/>
                <a:gd name="connsiteX14" fmla="*/ 85134 w 139272"/>
                <a:gd name="connsiteY14" fmla="*/ 30171 h 199395"/>
                <a:gd name="connsiteX15" fmla="*/ 85134 w 139272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72" h="199395">
                  <a:moveTo>
                    <a:pt x="139632" y="131344"/>
                  </a:moveTo>
                  <a:lnTo>
                    <a:pt x="108750" y="131344"/>
                  </a:lnTo>
                  <a:lnTo>
                    <a:pt x="108750" y="85"/>
                  </a:lnTo>
                  <a:lnTo>
                    <a:pt x="95428" y="85"/>
                  </a:lnTo>
                  <a:lnTo>
                    <a:pt x="360" y="131344"/>
                  </a:lnTo>
                  <a:lnTo>
                    <a:pt x="360" y="150221"/>
                  </a:lnTo>
                  <a:lnTo>
                    <a:pt x="85437" y="150221"/>
                  </a:lnTo>
                  <a:lnTo>
                    <a:pt x="85437" y="199480"/>
                  </a:lnTo>
                  <a:lnTo>
                    <a:pt x="108750" y="199480"/>
                  </a:lnTo>
                  <a:lnTo>
                    <a:pt x="108750" y="150221"/>
                  </a:lnTo>
                  <a:lnTo>
                    <a:pt x="139632" y="150221"/>
                  </a:lnTo>
                  <a:lnTo>
                    <a:pt x="139632" y="131344"/>
                  </a:lnTo>
                  <a:close/>
                  <a:moveTo>
                    <a:pt x="85134" y="131344"/>
                  </a:moveTo>
                  <a:lnTo>
                    <a:pt x="12470" y="131344"/>
                  </a:lnTo>
                  <a:lnTo>
                    <a:pt x="85134" y="30171"/>
                  </a:lnTo>
                  <a:lnTo>
                    <a:pt x="85134" y="131344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2" name="Freeform: Shape 3881">
              <a:extLst>
                <a:ext uri="{FF2B5EF4-FFF2-40B4-BE49-F238E27FC236}">
                  <a16:creationId xmlns:a16="http://schemas.microsoft.com/office/drawing/2014/main" id="{52F2F2AB-678D-69DD-C3A0-71779FDB5720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2349451" y="7472241"/>
              <a:ext cx="117775" cy="203524"/>
            </a:xfrm>
            <a:custGeom>
              <a:avLst/>
              <a:gdLst>
                <a:gd name="connsiteX0" fmla="*/ 33669 w 117775"/>
                <a:gd name="connsiteY0" fmla="*/ 102142 h 203524"/>
                <a:gd name="connsiteX1" fmla="*/ 65762 w 117775"/>
                <a:gd name="connsiteY1" fmla="*/ 105387 h 203524"/>
                <a:gd name="connsiteX2" fmla="*/ 96341 w 117775"/>
                <a:gd name="connsiteY2" fmla="*/ 149041 h 203524"/>
                <a:gd name="connsiteX3" fmla="*/ 56679 w 117775"/>
                <a:gd name="connsiteY3" fmla="*/ 192991 h 203524"/>
                <a:gd name="connsiteX4" fmla="*/ 31247 w 117775"/>
                <a:gd name="connsiteY4" fmla="*/ 183847 h 203524"/>
                <a:gd name="connsiteX5" fmla="*/ 11870 w 117775"/>
                <a:gd name="connsiteY5" fmla="*/ 176473 h 203524"/>
                <a:gd name="connsiteX6" fmla="*/ 364 w 117775"/>
                <a:gd name="connsiteY6" fmla="*/ 186797 h 203524"/>
                <a:gd name="connsiteX7" fmla="*/ 34577 w 117775"/>
                <a:gd name="connsiteY7" fmla="*/ 203610 h 203524"/>
                <a:gd name="connsiteX8" fmla="*/ 96038 w 117775"/>
                <a:gd name="connsiteY8" fmla="*/ 183847 h 203524"/>
                <a:gd name="connsiteX9" fmla="*/ 118140 w 117775"/>
                <a:gd name="connsiteY9" fmla="*/ 134883 h 203524"/>
                <a:gd name="connsiteX10" fmla="*/ 104516 w 117775"/>
                <a:gd name="connsiteY10" fmla="*/ 96833 h 203524"/>
                <a:gd name="connsiteX11" fmla="*/ 79386 w 117775"/>
                <a:gd name="connsiteY11" fmla="*/ 81200 h 203524"/>
                <a:gd name="connsiteX12" fmla="*/ 107846 w 117775"/>
                <a:gd name="connsiteY12" fmla="*/ 40495 h 203524"/>
                <a:gd name="connsiteX13" fmla="*/ 60615 w 117775"/>
                <a:gd name="connsiteY13" fmla="*/ 85 h 203524"/>
                <a:gd name="connsiteX14" fmla="*/ 21255 w 117775"/>
                <a:gd name="connsiteY14" fmla="*/ 14538 h 203524"/>
                <a:gd name="connsiteX15" fmla="*/ 970 w 117775"/>
                <a:gd name="connsiteY15" fmla="*/ 47869 h 203524"/>
                <a:gd name="connsiteX16" fmla="*/ 5511 w 117775"/>
                <a:gd name="connsiteY16" fmla="*/ 49049 h 203524"/>
                <a:gd name="connsiteX17" fmla="*/ 50624 w 117775"/>
                <a:gd name="connsiteY17" fmla="*/ 17783 h 203524"/>
                <a:gd name="connsiteX18" fmla="*/ 83928 w 117775"/>
                <a:gd name="connsiteY18" fmla="*/ 49344 h 203524"/>
                <a:gd name="connsiteX19" fmla="*/ 71817 w 117775"/>
                <a:gd name="connsiteY19" fmla="*/ 77955 h 203524"/>
                <a:gd name="connsiteX20" fmla="*/ 33669 w 117775"/>
                <a:gd name="connsiteY20" fmla="*/ 98308 h 203524"/>
                <a:gd name="connsiteX21" fmla="*/ 33669 w 117775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5" h="203524">
                  <a:moveTo>
                    <a:pt x="33669" y="102142"/>
                  </a:moveTo>
                  <a:cubicBezTo>
                    <a:pt x="51532" y="102142"/>
                    <a:pt x="58495" y="102732"/>
                    <a:pt x="65762" y="105387"/>
                  </a:cubicBezTo>
                  <a:cubicBezTo>
                    <a:pt x="84533" y="111876"/>
                    <a:pt x="96341" y="128689"/>
                    <a:pt x="96341" y="149041"/>
                  </a:cubicBezTo>
                  <a:cubicBezTo>
                    <a:pt x="96341" y="173818"/>
                    <a:pt x="79083" y="192991"/>
                    <a:pt x="56679" y="192991"/>
                  </a:cubicBezTo>
                  <a:cubicBezTo>
                    <a:pt x="48504" y="192991"/>
                    <a:pt x="42449" y="190926"/>
                    <a:pt x="31247" y="183847"/>
                  </a:cubicBezTo>
                  <a:cubicBezTo>
                    <a:pt x="22164" y="178538"/>
                    <a:pt x="17017" y="176473"/>
                    <a:pt x="11870" y="176473"/>
                  </a:cubicBezTo>
                  <a:cubicBezTo>
                    <a:pt x="4906" y="176473"/>
                    <a:pt x="364" y="180602"/>
                    <a:pt x="364" y="186797"/>
                  </a:cubicBezTo>
                  <a:cubicBezTo>
                    <a:pt x="364" y="197120"/>
                    <a:pt x="13383" y="203610"/>
                    <a:pt x="34577" y="203610"/>
                  </a:cubicBezTo>
                  <a:cubicBezTo>
                    <a:pt x="57890" y="203610"/>
                    <a:pt x="81808" y="195941"/>
                    <a:pt x="96038" y="183847"/>
                  </a:cubicBezTo>
                  <a:cubicBezTo>
                    <a:pt x="110268" y="171754"/>
                    <a:pt x="118140" y="154646"/>
                    <a:pt x="118140" y="134883"/>
                  </a:cubicBezTo>
                  <a:cubicBezTo>
                    <a:pt x="118140" y="119840"/>
                    <a:pt x="113296" y="105977"/>
                    <a:pt x="104516" y="96833"/>
                  </a:cubicBezTo>
                  <a:cubicBezTo>
                    <a:pt x="98460" y="90344"/>
                    <a:pt x="92708" y="86804"/>
                    <a:pt x="79386" y="81200"/>
                  </a:cubicBezTo>
                  <a:cubicBezTo>
                    <a:pt x="100277" y="67336"/>
                    <a:pt x="107846" y="56423"/>
                    <a:pt x="107846" y="40495"/>
                  </a:cubicBezTo>
                  <a:cubicBezTo>
                    <a:pt x="107846" y="16603"/>
                    <a:pt x="88469" y="85"/>
                    <a:pt x="60615" y="85"/>
                  </a:cubicBezTo>
                  <a:cubicBezTo>
                    <a:pt x="45477" y="85"/>
                    <a:pt x="32155" y="5099"/>
                    <a:pt x="21255" y="14538"/>
                  </a:cubicBezTo>
                  <a:cubicBezTo>
                    <a:pt x="12172" y="22502"/>
                    <a:pt x="7631" y="30171"/>
                    <a:pt x="970" y="47869"/>
                  </a:cubicBezTo>
                  <a:lnTo>
                    <a:pt x="5511" y="49049"/>
                  </a:lnTo>
                  <a:cubicBezTo>
                    <a:pt x="17925" y="27516"/>
                    <a:pt x="31549" y="17783"/>
                    <a:pt x="50624" y="17783"/>
                  </a:cubicBezTo>
                  <a:cubicBezTo>
                    <a:pt x="70303" y="17783"/>
                    <a:pt x="83928" y="30761"/>
                    <a:pt x="83928" y="49344"/>
                  </a:cubicBezTo>
                  <a:cubicBezTo>
                    <a:pt x="83928" y="59962"/>
                    <a:pt x="79386" y="70581"/>
                    <a:pt x="71817" y="77955"/>
                  </a:cubicBezTo>
                  <a:cubicBezTo>
                    <a:pt x="62734" y="86804"/>
                    <a:pt x="54257" y="91228"/>
                    <a:pt x="33669" y="98308"/>
                  </a:cubicBezTo>
                  <a:lnTo>
                    <a:pt x="33669" y="102142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3" name="Freeform: Shape 3882">
              <a:extLst>
                <a:ext uri="{FF2B5EF4-FFF2-40B4-BE49-F238E27FC236}">
                  <a16:creationId xmlns:a16="http://schemas.microsoft.com/office/drawing/2014/main" id="{16304E0E-E309-E944-7A24-4C5E5ECA16C6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2521990" y="7472241"/>
              <a:ext cx="85682" cy="199395"/>
            </a:xfrm>
            <a:custGeom>
              <a:avLst/>
              <a:gdLst>
                <a:gd name="connsiteX0" fmla="*/ 54867 w 85682"/>
                <a:gd name="connsiteY0" fmla="*/ 85 h 199395"/>
                <a:gd name="connsiteX1" fmla="*/ 369 w 85682"/>
                <a:gd name="connsiteY1" fmla="*/ 26926 h 199395"/>
                <a:gd name="connsiteX2" fmla="*/ 369 w 85682"/>
                <a:gd name="connsiteY2" fmla="*/ 31056 h 199395"/>
                <a:gd name="connsiteX3" fmla="*/ 8544 w 85682"/>
                <a:gd name="connsiteY3" fmla="*/ 27811 h 199395"/>
                <a:gd name="connsiteX4" fmla="*/ 22169 w 85682"/>
                <a:gd name="connsiteY4" fmla="*/ 24567 h 199395"/>
                <a:gd name="connsiteX5" fmla="*/ 31252 w 85682"/>
                <a:gd name="connsiteY5" fmla="*/ 38430 h 199395"/>
                <a:gd name="connsiteX6" fmla="*/ 31252 w 85682"/>
                <a:gd name="connsiteY6" fmla="*/ 172048 h 199395"/>
                <a:gd name="connsiteX7" fmla="*/ 23985 w 85682"/>
                <a:gd name="connsiteY7" fmla="*/ 191221 h 199395"/>
                <a:gd name="connsiteX8" fmla="*/ 2489 w 85682"/>
                <a:gd name="connsiteY8" fmla="*/ 195056 h 199395"/>
                <a:gd name="connsiteX9" fmla="*/ 2489 w 85682"/>
                <a:gd name="connsiteY9" fmla="*/ 199480 h 199395"/>
                <a:gd name="connsiteX10" fmla="*/ 86052 w 85682"/>
                <a:gd name="connsiteY10" fmla="*/ 199480 h 199395"/>
                <a:gd name="connsiteX11" fmla="*/ 86052 w 85682"/>
                <a:gd name="connsiteY11" fmla="*/ 195056 h 199395"/>
                <a:gd name="connsiteX12" fmla="*/ 57289 w 85682"/>
                <a:gd name="connsiteY12" fmla="*/ 177653 h 199395"/>
                <a:gd name="connsiteX13" fmla="*/ 57289 w 85682"/>
                <a:gd name="connsiteY13" fmla="*/ 675 h 199395"/>
                <a:gd name="connsiteX14" fmla="*/ 54867 w 85682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82" h="199395">
                  <a:moveTo>
                    <a:pt x="54867" y="85"/>
                  </a:moveTo>
                  <a:lnTo>
                    <a:pt x="369" y="26926"/>
                  </a:lnTo>
                  <a:lnTo>
                    <a:pt x="369" y="31056"/>
                  </a:lnTo>
                  <a:cubicBezTo>
                    <a:pt x="4003" y="29581"/>
                    <a:pt x="7333" y="28401"/>
                    <a:pt x="8544" y="27811"/>
                  </a:cubicBezTo>
                  <a:cubicBezTo>
                    <a:pt x="13994" y="25747"/>
                    <a:pt x="19141" y="24567"/>
                    <a:pt x="22169" y="24567"/>
                  </a:cubicBezTo>
                  <a:cubicBezTo>
                    <a:pt x="28527" y="24567"/>
                    <a:pt x="31252" y="28991"/>
                    <a:pt x="31252" y="38430"/>
                  </a:cubicBezTo>
                  <a:lnTo>
                    <a:pt x="31252" y="172048"/>
                  </a:lnTo>
                  <a:cubicBezTo>
                    <a:pt x="31252" y="181782"/>
                    <a:pt x="28829" y="188566"/>
                    <a:pt x="23985" y="191221"/>
                  </a:cubicBezTo>
                  <a:cubicBezTo>
                    <a:pt x="19444" y="193876"/>
                    <a:pt x="15205" y="194761"/>
                    <a:pt x="2489" y="195056"/>
                  </a:cubicBezTo>
                  <a:lnTo>
                    <a:pt x="2489" y="199480"/>
                  </a:lnTo>
                  <a:lnTo>
                    <a:pt x="86052" y="199480"/>
                  </a:lnTo>
                  <a:lnTo>
                    <a:pt x="86052" y="195056"/>
                  </a:lnTo>
                  <a:cubicBezTo>
                    <a:pt x="62134" y="194761"/>
                    <a:pt x="57289" y="191811"/>
                    <a:pt x="57289" y="177653"/>
                  </a:cubicBezTo>
                  <a:lnTo>
                    <a:pt x="57289" y="675"/>
                  </a:lnTo>
                  <a:lnTo>
                    <a:pt x="54867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4" name="Freeform: Shape 3883">
              <a:extLst>
                <a:ext uri="{FF2B5EF4-FFF2-40B4-BE49-F238E27FC236}">
                  <a16:creationId xmlns:a16="http://schemas.microsoft.com/office/drawing/2014/main" id="{5E202E75-8A9C-ECB7-3E54-8D74D57B95B7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2653352" y="7472241"/>
              <a:ext cx="117775" cy="203524"/>
            </a:xfrm>
            <a:custGeom>
              <a:avLst/>
              <a:gdLst>
                <a:gd name="connsiteX0" fmla="*/ 33679 w 117775"/>
                <a:gd name="connsiteY0" fmla="*/ 102142 h 203524"/>
                <a:gd name="connsiteX1" fmla="*/ 65772 w 117775"/>
                <a:gd name="connsiteY1" fmla="*/ 105387 h 203524"/>
                <a:gd name="connsiteX2" fmla="*/ 96351 w 117775"/>
                <a:gd name="connsiteY2" fmla="*/ 149041 h 203524"/>
                <a:gd name="connsiteX3" fmla="*/ 56689 w 117775"/>
                <a:gd name="connsiteY3" fmla="*/ 192991 h 203524"/>
                <a:gd name="connsiteX4" fmla="*/ 31257 w 117775"/>
                <a:gd name="connsiteY4" fmla="*/ 183847 h 203524"/>
                <a:gd name="connsiteX5" fmla="*/ 11880 w 117775"/>
                <a:gd name="connsiteY5" fmla="*/ 176473 h 203524"/>
                <a:gd name="connsiteX6" fmla="*/ 374 w 117775"/>
                <a:gd name="connsiteY6" fmla="*/ 186797 h 203524"/>
                <a:gd name="connsiteX7" fmla="*/ 34587 w 117775"/>
                <a:gd name="connsiteY7" fmla="*/ 203610 h 203524"/>
                <a:gd name="connsiteX8" fmla="*/ 96048 w 117775"/>
                <a:gd name="connsiteY8" fmla="*/ 183847 h 203524"/>
                <a:gd name="connsiteX9" fmla="*/ 118150 w 117775"/>
                <a:gd name="connsiteY9" fmla="*/ 134883 h 203524"/>
                <a:gd name="connsiteX10" fmla="*/ 104526 w 117775"/>
                <a:gd name="connsiteY10" fmla="*/ 96833 h 203524"/>
                <a:gd name="connsiteX11" fmla="*/ 79396 w 117775"/>
                <a:gd name="connsiteY11" fmla="*/ 81200 h 203524"/>
                <a:gd name="connsiteX12" fmla="*/ 107856 w 117775"/>
                <a:gd name="connsiteY12" fmla="*/ 40495 h 203524"/>
                <a:gd name="connsiteX13" fmla="*/ 60625 w 117775"/>
                <a:gd name="connsiteY13" fmla="*/ 85 h 203524"/>
                <a:gd name="connsiteX14" fmla="*/ 21265 w 117775"/>
                <a:gd name="connsiteY14" fmla="*/ 14538 h 203524"/>
                <a:gd name="connsiteX15" fmla="*/ 980 w 117775"/>
                <a:gd name="connsiteY15" fmla="*/ 47869 h 203524"/>
                <a:gd name="connsiteX16" fmla="*/ 5521 w 117775"/>
                <a:gd name="connsiteY16" fmla="*/ 49049 h 203524"/>
                <a:gd name="connsiteX17" fmla="*/ 50634 w 117775"/>
                <a:gd name="connsiteY17" fmla="*/ 17783 h 203524"/>
                <a:gd name="connsiteX18" fmla="*/ 83938 w 117775"/>
                <a:gd name="connsiteY18" fmla="*/ 49344 h 203524"/>
                <a:gd name="connsiteX19" fmla="*/ 71827 w 117775"/>
                <a:gd name="connsiteY19" fmla="*/ 77955 h 203524"/>
                <a:gd name="connsiteX20" fmla="*/ 33679 w 117775"/>
                <a:gd name="connsiteY20" fmla="*/ 98308 h 203524"/>
                <a:gd name="connsiteX21" fmla="*/ 33679 w 117775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5" h="203524">
                  <a:moveTo>
                    <a:pt x="33679" y="102142"/>
                  </a:moveTo>
                  <a:cubicBezTo>
                    <a:pt x="51542" y="102142"/>
                    <a:pt x="58505" y="102732"/>
                    <a:pt x="65772" y="105387"/>
                  </a:cubicBezTo>
                  <a:cubicBezTo>
                    <a:pt x="84543" y="111876"/>
                    <a:pt x="96351" y="128689"/>
                    <a:pt x="96351" y="149041"/>
                  </a:cubicBezTo>
                  <a:cubicBezTo>
                    <a:pt x="96351" y="173818"/>
                    <a:pt x="79093" y="192991"/>
                    <a:pt x="56689" y="192991"/>
                  </a:cubicBezTo>
                  <a:cubicBezTo>
                    <a:pt x="48514" y="192991"/>
                    <a:pt x="42459" y="190926"/>
                    <a:pt x="31257" y="183847"/>
                  </a:cubicBezTo>
                  <a:cubicBezTo>
                    <a:pt x="22174" y="178538"/>
                    <a:pt x="17027" y="176473"/>
                    <a:pt x="11880" y="176473"/>
                  </a:cubicBezTo>
                  <a:cubicBezTo>
                    <a:pt x="4916" y="176473"/>
                    <a:pt x="374" y="180602"/>
                    <a:pt x="374" y="186797"/>
                  </a:cubicBezTo>
                  <a:cubicBezTo>
                    <a:pt x="374" y="197120"/>
                    <a:pt x="13393" y="203610"/>
                    <a:pt x="34587" y="203610"/>
                  </a:cubicBezTo>
                  <a:cubicBezTo>
                    <a:pt x="57900" y="203610"/>
                    <a:pt x="81818" y="195941"/>
                    <a:pt x="96048" y="183847"/>
                  </a:cubicBezTo>
                  <a:cubicBezTo>
                    <a:pt x="110278" y="171754"/>
                    <a:pt x="118150" y="154646"/>
                    <a:pt x="118150" y="134883"/>
                  </a:cubicBezTo>
                  <a:cubicBezTo>
                    <a:pt x="118150" y="119840"/>
                    <a:pt x="113306" y="105977"/>
                    <a:pt x="104526" y="96833"/>
                  </a:cubicBezTo>
                  <a:cubicBezTo>
                    <a:pt x="98470" y="90344"/>
                    <a:pt x="92718" y="86804"/>
                    <a:pt x="79396" y="81200"/>
                  </a:cubicBezTo>
                  <a:cubicBezTo>
                    <a:pt x="100287" y="67336"/>
                    <a:pt x="107856" y="56423"/>
                    <a:pt x="107856" y="40495"/>
                  </a:cubicBezTo>
                  <a:cubicBezTo>
                    <a:pt x="107856" y="16603"/>
                    <a:pt x="88479" y="85"/>
                    <a:pt x="60625" y="85"/>
                  </a:cubicBezTo>
                  <a:cubicBezTo>
                    <a:pt x="45487" y="85"/>
                    <a:pt x="32165" y="5099"/>
                    <a:pt x="21265" y="14538"/>
                  </a:cubicBezTo>
                  <a:cubicBezTo>
                    <a:pt x="12182" y="22502"/>
                    <a:pt x="7641" y="30171"/>
                    <a:pt x="980" y="47869"/>
                  </a:cubicBezTo>
                  <a:lnTo>
                    <a:pt x="5521" y="49049"/>
                  </a:lnTo>
                  <a:cubicBezTo>
                    <a:pt x="17935" y="27516"/>
                    <a:pt x="31559" y="17783"/>
                    <a:pt x="50634" y="17783"/>
                  </a:cubicBezTo>
                  <a:cubicBezTo>
                    <a:pt x="70313" y="17783"/>
                    <a:pt x="83938" y="30761"/>
                    <a:pt x="83938" y="49344"/>
                  </a:cubicBezTo>
                  <a:cubicBezTo>
                    <a:pt x="83938" y="59962"/>
                    <a:pt x="79396" y="70581"/>
                    <a:pt x="71827" y="77955"/>
                  </a:cubicBezTo>
                  <a:cubicBezTo>
                    <a:pt x="62744" y="86804"/>
                    <a:pt x="54267" y="91228"/>
                    <a:pt x="33679" y="98308"/>
                  </a:cubicBezTo>
                  <a:lnTo>
                    <a:pt x="33679" y="102142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5" name="Freeform: Shape 3884">
              <a:extLst>
                <a:ext uri="{FF2B5EF4-FFF2-40B4-BE49-F238E27FC236}">
                  <a16:creationId xmlns:a16="http://schemas.microsoft.com/office/drawing/2014/main" id="{D63DD1CC-8F5C-CB93-CFF1-30BB80920FF3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2799550" y="7472241"/>
              <a:ext cx="136849" cy="203524"/>
            </a:xfrm>
            <a:custGeom>
              <a:avLst/>
              <a:gdLst>
                <a:gd name="connsiteX0" fmla="*/ 70015 w 136849"/>
                <a:gd name="connsiteY0" fmla="*/ 85 h 203524"/>
                <a:gd name="connsiteX1" fmla="*/ 29445 w 136849"/>
                <a:gd name="connsiteY1" fmla="*/ 15423 h 203524"/>
                <a:gd name="connsiteX2" fmla="*/ 379 w 136849"/>
                <a:gd name="connsiteY2" fmla="*/ 100372 h 203524"/>
                <a:gd name="connsiteX3" fmla="*/ 24601 w 136849"/>
                <a:gd name="connsiteY3" fmla="*/ 183552 h 203524"/>
                <a:gd name="connsiteX4" fmla="*/ 68804 w 136849"/>
                <a:gd name="connsiteY4" fmla="*/ 203610 h 203524"/>
                <a:gd name="connsiteX5" fmla="*/ 108164 w 136849"/>
                <a:gd name="connsiteY5" fmla="*/ 188271 h 203524"/>
                <a:gd name="connsiteX6" fmla="*/ 137229 w 136849"/>
                <a:gd name="connsiteY6" fmla="*/ 102142 h 203524"/>
                <a:gd name="connsiteX7" fmla="*/ 70015 w 136849"/>
                <a:gd name="connsiteY7" fmla="*/ 85 h 203524"/>
                <a:gd name="connsiteX8" fmla="*/ 69107 w 136849"/>
                <a:gd name="connsiteY8" fmla="*/ 7754 h 203524"/>
                <a:gd name="connsiteX9" fmla="*/ 108164 w 136849"/>
                <a:gd name="connsiteY9" fmla="*/ 102732 h 203524"/>
                <a:gd name="connsiteX10" fmla="*/ 68804 w 136849"/>
                <a:gd name="connsiteY10" fmla="*/ 195941 h 203524"/>
                <a:gd name="connsiteX11" fmla="*/ 29445 w 136849"/>
                <a:gd name="connsiteY11" fmla="*/ 103027 h 203524"/>
                <a:gd name="connsiteX12" fmla="*/ 69107 w 136849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9" h="203524">
                  <a:moveTo>
                    <a:pt x="70015" y="85"/>
                  </a:moveTo>
                  <a:cubicBezTo>
                    <a:pt x="53363" y="85"/>
                    <a:pt x="40647" y="5099"/>
                    <a:pt x="29445" y="15423"/>
                  </a:cubicBezTo>
                  <a:cubicBezTo>
                    <a:pt x="11885" y="31941"/>
                    <a:pt x="379" y="65862"/>
                    <a:pt x="379" y="100372"/>
                  </a:cubicBezTo>
                  <a:cubicBezTo>
                    <a:pt x="379" y="132523"/>
                    <a:pt x="10371" y="167034"/>
                    <a:pt x="24601" y="183552"/>
                  </a:cubicBezTo>
                  <a:cubicBezTo>
                    <a:pt x="35803" y="196530"/>
                    <a:pt x="51244" y="203610"/>
                    <a:pt x="68804" y="203610"/>
                  </a:cubicBezTo>
                  <a:cubicBezTo>
                    <a:pt x="84245" y="203610"/>
                    <a:pt x="97264" y="198595"/>
                    <a:pt x="108164" y="188271"/>
                  </a:cubicBezTo>
                  <a:cubicBezTo>
                    <a:pt x="125724" y="172048"/>
                    <a:pt x="137229" y="137833"/>
                    <a:pt x="137229" y="102142"/>
                  </a:cubicBezTo>
                  <a:cubicBezTo>
                    <a:pt x="137229" y="41675"/>
                    <a:pt x="109678" y="85"/>
                    <a:pt x="70015" y="85"/>
                  </a:cubicBezTo>
                  <a:close/>
                  <a:moveTo>
                    <a:pt x="69107" y="7754"/>
                  </a:moveTo>
                  <a:cubicBezTo>
                    <a:pt x="94539" y="7754"/>
                    <a:pt x="108164" y="41085"/>
                    <a:pt x="108164" y="102732"/>
                  </a:cubicBezTo>
                  <a:cubicBezTo>
                    <a:pt x="108164" y="164379"/>
                    <a:pt x="94842" y="195941"/>
                    <a:pt x="68804" y="195941"/>
                  </a:cubicBezTo>
                  <a:cubicBezTo>
                    <a:pt x="42767" y="195941"/>
                    <a:pt x="29445" y="164379"/>
                    <a:pt x="29445" y="103027"/>
                  </a:cubicBezTo>
                  <a:cubicBezTo>
                    <a:pt x="29445" y="40495"/>
                    <a:pt x="43069" y="7754"/>
                    <a:pt x="69107" y="7754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6" name="Freeform: Shape 3885">
              <a:extLst>
                <a:ext uri="{FF2B5EF4-FFF2-40B4-BE49-F238E27FC236}">
                  <a16:creationId xmlns:a16="http://schemas.microsoft.com/office/drawing/2014/main" id="{0B741346-6A1F-F4FD-C01D-01996D73470F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2977841" y="7472241"/>
              <a:ext cx="85682" cy="199395"/>
            </a:xfrm>
            <a:custGeom>
              <a:avLst/>
              <a:gdLst>
                <a:gd name="connsiteX0" fmla="*/ 54882 w 85682"/>
                <a:gd name="connsiteY0" fmla="*/ 85 h 199395"/>
                <a:gd name="connsiteX1" fmla="*/ 384 w 85682"/>
                <a:gd name="connsiteY1" fmla="*/ 26926 h 199395"/>
                <a:gd name="connsiteX2" fmla="*/ 384 w 85682"/>
                <a:gd name="connsiteY2" fmla="*/ 31056 h 199395"/>
                <a:gd name="connsiteX3" fmla="*/ 8559 w 85682"/>
                <a:gd name="connsiteY3" fmla="*/ 27811 h 199395"/>
                <a:gd name="connsiteX4" fmla="*/ 22184 w 85682"/>
                <a:gd name="connsiteY4" fmla="*/ 24567 h 199395"/>
                <a:gd name="connsiteX5" fmla="*/ 31266 w 85682"/>
                <a:gd name="connsiteY5" fmla="*/ 38430 h 199395"/>
                <a:gd name="connsiteX6" fmla="*/ 31266 w 85682"/>
                <a:gd name="connsiteY6" fmla="*/ 172048 h 199395"/>
                <a:gd name="connsiteX7" fmla="*/ 24000 w 85682"/>
                <a:gd name="connsiteY7" fmla="*/ 191221 h 199395"/>
                <a:gd name="connsiteX8" fmla="*/ 2504 w 85682"/>
                <a:gd name="connsiteY8" fmla="*/ 195056 h 199395"/>
                <a:gd name="connsiteX9" fmla="*/ 2504 w 85682"/>
                <a:gd name="connsiteY9" fmla="*/ 199480 h 199395"/>
                <a:gd name="connsiteX10" fmla="*/ 86067 w 85682"/>
                <a:gd name="connsiteY10" fmla="*/ 199480 h 199395"/>
                <a:gd name="connsiteX11" fmla="*/ 86067 w 85682"/>
                <a:gd name="connsiteY11" fmla="*/ 195056 h 199395"/>
                <a:gd name="connsiteX12" fmla="*/ 57304 w 85682"/>
                <a:gd name="connsiteY12" fmla="*/ 177653 h 199395"/>
                <a:gd name="connsiteX13" fmla="*/ 57304 w 85682"/>
                <a:gd name="connsiteY13" fmla="*/ 675 h 199395"/>
                <a:gd name="connsiteX14" fmla="*/ 54882 w 85682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82" h="199395">
                  <a:moveTo>
                    <a:pt x="54882" y="85"/>
                  </a:moveTo>
                  <a:lnTo>
                    <a:pt x="384" y="26926"/>
                  </a:lnTo>
                  <a:lnTo>
                    <a:pt x="384" y="31056"/>
                  </a:lnTo>
                  <a:cubicBezTo>
                    <a:pt x="4018" y="29581"/>
                    <a:pt x="7348" y="28401"/>
                    <a:pt x="8559" y="27811"/>
                  </a:cubicBezTo>
                  <a:cubicBezTo>
                    <a:pt x="14009" y="25747"/>
                    <a:pt x="19156" y="24567"/>
                    <a:pt x="22184" y="24567"/>
                  </a:cubicBezTo>
                  <a:cubicBezTo>
                    <a:pt x="28542" y="24567"/>
                    <a:pt x="31266" y="28991"/>
                    <a:pt x="31266" y="38430"/>
                  </a:cubicBezTo>
                  <a:lnTo>
                    <a:pt x="31266" y="172048"/>
                  </a:lnTo>
                  <a:cubicBezTo>
                    <a:pt x="31266" y="181782"/>
                    <a:pt x="28844" y="188566"/>
                    <a:pt x="24000" y="191221"/>
                  </a:cubicBezTo>
                  <a:cubicBezTo>
                    <a:pt x="19459" y="193876"/>
                    <a:pt x="15220" y="194761"/>
                    <a:pt x="2504" y="195056"/>
                  </a:cubicBezTo>
                  <a:lnTo>
                    <a:pt x="2504" y="199480"/>
                  </a:lnTo>
                  <a:lnTo>
                    <a:pt x="86067" y="199480"/>
                  </a:lnTo>
                  <a:lnTo>
                    <a:pt x="86067" y="195056"/>
                  </a:lnTo>
                  <a:cubicBezTo>
                    <a:pt x="62149" y="194761"/>
                    <a:pt x="57304" y="191811"/>
                    <a:pt x="57304" y="177653"/>
                  </a:cubicBezTo>
                  <a:lnTo>
                    <a:pt x="57304" y="675"/>
                  </a:lnTo>
                  <a:lnTo>
                    <a:pt x="54882" y="85"/>
                  </a:ln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7" name="Freeform: Shape 3886">
              <a:extLst>
                <a:ext uri="{FF2B5EF4-FFF2-40B4-BE49-F238E27FC236}">
                  <a16:creationId xmlns:a16="http://schemas.microsoft.com/office/drawing/2014/main" id="{C1B3815B-C184-C4D9-4E3D-D1EF47316D42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3120405" y="7536248"/>
              <a:ext cx="42084" cy="176978"/>
            </a:xfrm>
            <a:custGeom>
              <a:avLst/>
              <a:gdLst>
                <a:gd name="connsiteX0" fmla="*/ 8564 w 42084"/>
                <a:gd name="connsiteY0" fmla="*/ 177063 h 176978"/>
                <a:gd name="connsiteX1" fmla="*/ 42474 w 42084"/>
                <a:gd name="connsiteY1" fmla="*/ 131638 h 176978"/>
                <a:gd name="connsiteX2" fmla="*/ 18253 w 42084"/>
                <a:gd name="connsiteY2" fmla="*/ 105387 h 176978"/>
                <a:gd name="connsiteX3" fmla="*/ 389 w 42084"/>
                <a:gd name="connsiteY3" fmla="*/ 121905 h 176978"/>
                <a:gd name="connsiteX4" fmla="*/ 18253 w 42084"/>
                <a:gd name="connsiteY4" fmla="*/ 137243 h 176978"/>
                <a:gd name="connsiteX5" fmla="*/ 24005 w 42084"/>
                <a:gd name="connsiteY5" fmla="*/ 136653 h 176978"/>
                <a:gd name="connsiteX6" fmla="*/ 26427 w 42084"/>
                <a:gd name="connsiteY6" fmla="*/ 136063 h 176978"/>
                <a:gd name="connsiteX7" fmla="*/ 30666 w 42084"/>
                <a:gd name="connsiteY7" fmla="*/ 140192 h 176978"/>
                <a:gd name="connsiteX8" fmla="*/ 5839 w 42084"/>
                <a:gd name="connsiteY8" fmla="*/ 171459 h 176978"/>
                <a:gd name="connsiteX9" fmla="*/ 8564 w 42084"/>
                <a:gd name="connsiteY9" fmla="*/ 177063 h 176978"/>
                <a:gd name="connsiteX10" fmla="*/ 17344 w 42084"/>
                <a:gd name="connsiteY10" fmla="*/ 85 h 176978"/>
                <a:gd name="connsiteX11" fmla="*/ 692 w 42084"/>
                <a:gd name="connsiteY11" fmla="*/ 16898 h 176978"/>
                <a:gd name="connsiteX12" fmla="*/ 17041 w 42084"/>
                <a:gd name="connsiteY12" fmla="*/ 32826 h 176978"/>
                <a:gd name="connsiteX13" fmla="*/ 34299 w 42084"/>
                <a:gd name="connsiteY13" fmla="*/ 16898 h 176978"/>
                <a:gd name="connsiteX14" fmla="*/ 17344 w 42084"/>
                <a:gd name="connsiteY14" fmla="*/ 85 h 17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84" h="176978">
                  <a:moveTo>
                    <a:pt x="8564" y="177063"/>
                  </a:moveTo>
                  <a:cubicBezTo>
                    <a:pt x="29455" y="167034"/>
                    <a:pt x="42474" y="149336"/>
                    <a:pt x="42474" y="131638"/>
                  </a:cubicBezTo>
                  <a:cubicBezTo>
                    <a:pt x="42474" y="116890"/>
                    <a:pt x="31877" y="105387"/>
                    <a:pt x="18253" y="105387"/>
                  </a:cubicBezTo>
                  <a:cubicBezTo>
                    <a:pt x="7656" y="105387"/>
                    <a:pt x="389" y="111876"/>
                    <a:pt x="389" y="121905"/>
                  </a:cubicBezTo>
                  <a:cubicBezTo>
                    <a:pt x="389" y="131638"/>
                    <a:pt x="7050" y="137243"/>
                    <a:pt x="18253" y="137243"/>
                  </a:cubicBezTo>
                  <a:cubicBezTo>
                    <a:pt x="20069" y="137243"/>
                    <a:pt x="22188" y="136948"/>
                    <a:pt x="24005" y="136653"/>
                  </a:cubicBezTo>
                  <a:cubicBezTo>
                    <a:pt x="26124" y="136063"/>
                    <a:pt x="26124" y="136063"/>
                    <a:pt x="26427" y="136063"/>
                  </a:cubicBezTo>
                  <a:cubicBezTo>
                    <a:pt x="28849" y="136063"/>
                    <a:pt x="30666" y="137833"/>
                    <a:pt x="30666" y="140192"/>
                  </a:cubicBezTo>
                  <a:cubicBezTo>
                    <a:pt x="30666" y="149631"/>
                    <a:pt x="22188" y="160545"/>
                    <a:pt x="5839" y="171459"/>
                  </a:cubicBezTo>
                  <a:lnTo>
                    <a:pt x="8564" y="177063"/>
                  </a:lnTo>
                  <a:close/>
                  <a:moveTo>
                    <a:pt x="17344" y="85"/>
                  </a:moveTo>
                  <a:cubicBezTo>
                    <a:pt x="8261" y="85"/>
                    <a:pt x="692" y="7754"/>
                    <a:pt x="692" y="16898"/>
                  </a:cubicBezTo>
                  <a:cubicBezTo>
                    <a:pt x="692" y="25452"/>
                    <a:pt x="8261" y="32826"/>
                    <a:pt x="17041" y="32826"/>
                  </a:cubicBezTo>
                  <a:cubicBezTo>
                    <a:pt x="26427" y="32826"/>
                    <a:pt x="34299" y="25452"/>
                    <a:pt x="34299" y="16898"/>
                  </a:cubicBezTo>
                  <a:cubicBezTo>
                    <a:pt x="34299" y="7754"/>
                    <a:pt x="26427" y="85"/>
                    <a:pt x="17344" y="85"/>
                  </a:cubicBezTo>
                  <a:close/>
                </a:path>
              </a:pathLst>
            </a:custGeom>
            <a:solidFill>
              <a:srgbClr val="FFFFFF"/>
            </a:solidFill>
            <a:ln w="304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191" name="Group 4190">
            <a:extLst>
              <a:ext uri="{FF2B5EF4-FFF2-40B4-BE49-F238E27FC236}">
                <a16:creationId xmlns:a16="http://schemas.microsoft.com/office/drawing/2014/main" id="{AA00DEA0-00ED-882C-056E-470810DD6AEC}"/>
              </a:ext>
            </a:extLst>
          </p:cNvPr>
          <p:cNvGrpSpPr/>
          <p:nvPr/>
        </p:nvGrpSpPr>
        <p:grpSpPr>
          <a:xfrm>
            <a:off x="3548904" y="5718748"/>
            <a:ext cx="5974772" cy="613064"/>
            <a:chOff x="3480955" y="5257800"/>
            <a:chExt cx="5974772" cy="613064"/>
          </a:xfrm>
        </p:grpSpPr>
        <p:sp>
          <p:nvSpPr>
            <p:cNvPr id="4190" name="Rectangle: Rounded Corners 4189">
              <a:extLst>
                <a:ext uri="{FF2B5EF4-FFF2-40B4-BE49-F238E27FC236}">
                  <a16:creationId xmlns:a16="http://schemas.microsoft.com/office/drawing/2014/main" id="{39845D49-13DF-B895-61F1-DF250C26E33C}"/>
                </a:ext>
              </a:extLst>
            </p:cNvPr>
            <p:cNvSpPr/>
            <p:nvPr/>
          </p:nvSpPr>
          <p:spPr>
            <a:xfrm>
              <a:off x="3480955" y="5257800"/>
              <a:ext cx="5974772" cy="613064"/>
            </a:xfrm>
            <a:prstGeom prst="roundRect">
              <a:avLst/>
            </a:prstGeom>
            <a:solidFill>
              <a:srgbClr val="124E1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56" name="Group 415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Fitted function:}\quad y = 0.5\times x^{1.74431301}&#10;\end{align*}&#10;}&#10;\end{document}" title="IguanaTex Shape Display">
              <a:extLst>
                <a:ext uri="{FF2B5EF4-FFF2-40B4-BE49-F238E27FC236}">
                  <a16:creationId xmlns:a16="http://schemas.microsoft.com/office/drawing/2014/main" id="{487EBE60-218E-FA12-3831-ED1FC0ECD6D6}"/>
                </a:ext>
              </a:extLst>
            </p:cNvPr>
            <p:cNvGrpSpPr>
              <a:grpSpLocks noChangeAspect="1"/>
            </p:cNvGrpSpPr>
            <p:nvPr>
              <p:custDataLst>
                <p:tags r:id="rId5"/>
              </p:custDataLst>
            </p:nvPr>
          </p:nvGrpSpPr>
          <p:grpSpPr>
            <a:xfrm>
              <a:off x="4170765" y="5390947"/>
              <a:ext cx="4595152" cy="346770"/>
              <a:chOff x="8927586" y="7728726"/>
              <a:chExt cx="4595152" cy="346770"/>
            </a:xfrm>
          </p:grpSpPr>
          <p:sp>
            <p:nvSpPr>
              <p:cNvPr id="4124" name="Freeform: Shape 4123">
                <a:extLst>
                  <a:ext uri="{FF2B5EF4-FFF2-40B4-BE49-F238E27FC236}">
                    <a16:creationId xmlns:a16="http://schemas.microsoft.com/office/drawing/2014/main" id="{F2AEB616-A9E6-0B03-E2C6-BD49934A6023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927586" y="7806935"/>
                <a:ext cx="162084" cy="204824"/>
              </a:xfrm>
              <a:custGeom>
                <a:avLst/>
                <a:gdLst>
                  <a:gd name="connsiteX0" fmla="*/ 141906 w 162084"/>
                  <a:gd name="connsiteY0" fmla="*/ 133437 h 204824"/>
                  <a:gd name="connsiteX1" fmla="*/ 141906 w 162084"/>
                  <a:gd name="connsiteY1" fmla="*/ 61656 h 204824"/>
                  <a:gd name="connsiteX2" fmla="*/ 134924 w 162084"/>
                  <a:gd name="connsiteY2" fmla="*/ 61656 h 204824"/>
                  <a:gd name="connsiteX3" fmla="*/ 101536 w 162084"/>
                  <a:gd name="connsiteY3" fmla="*/ 91049 h 204824"/>
                  <a:gd name="connsiteX4" fmla="*/ 57525 w 162084"/>
                  <a:gd name="connsiteY4" fmla="*/ 91049 h 204824"/>
                  <a:gd name="connsiteX5" fmla="*/ 57525 w 162084"/>
                  <a:gd name="connsiteY5" fmla="*/ 22362 h 204824"/>
                  <a:gd name="connsiteX6" fmla="*/ 67238 w 162084"/>
                  <a:gd name="connsiteY6" fmla="*/ 11842 h 204824"/>
                  <a:gd name="connsiteX7" fmla="*/ 108518 w 162084"/>
                  <a:gd name="connsiteY7" fmla="*/ 11842 h 204824"/>
                  <a:gd name="connsiteX8" fmla="*/ 154654 w 162084"/>
                  <a:gd name="connsiteY8" fmla="*/ 44329 h 204824"/>
                  <a:gd name="connsiteX9" fmla="*/ 162242 w 162084"/>
                  <a:gd name="connsiteY9" fmla="*/ 44329 h 204824"/>
                  <a:gd name="connsiteX10" fmla="*/ 161331 w 162084"/>
                  <a:gd name="connsiteY10" fmla="*/ 85 h 204824"/>
                  <a:gd name="connsiteX11" fmla="*/ 158 w 162084"/>
                  <a:gd name="connsiteY11" fmla="*/ 85 h 204824"/>
                  <a:gd name="connsiteX12" fmla="*/ 158 w 162084"/>
                  <a:gd name="connsiteY12" fmla="*/ 5963 h 204824"/>
                  <a:gd name="connsiteX13" fmla="*/ 26565 w 162084"/>
                  <a:gd name="connsiteY13" fmla="*/ 33810 h 204824"/>
                  <a:gd name="connsiteX14" fmla="*/ 26565 w 162084"/>
                  <a:gd name="connsiteY14" fmla="*/ 167781 h 204824"/>
                  <a:gd name="connsiteX15" fmla="*/ 158 w 162084"/>
                  <a:gd name="connsiteY15" fmla="*/ 199030 h 204824"/>
                  <a:gd name="connsiteX16" fmla="*/ 158 w 162084"/>
                  <a:gd name="connsiteY16" fmla="*/ 204909 h 204824"/>
                  <a:gd name="connsiteX17" fmla="*/ 85146 w 162084"/>
                  <a:gd name="connsiteY17" fmla="*/ 204909 h 204824"/>
                  <a:gd name="connsiteX18" fmla="*/ 85146 w 162084"/>
                  <a:gd name="connsiteY18" fmla="*/ 199030 h 204824"/>
                  <a:gd name="connsiteX19" fmla="*/ 57525 w 162084"/>
                  <a:gd name="connsiteY19" fmla="*/ 171184 h 204824"/>
                  <a:gd name="connsiteX20" fmla="*/ 57525 w 162084"/>
                  <a:gd name="connsiteY20" fmla="*/ 103735 h 204824"/>
                  <a:gd name="connsiteX21" fmla="*/ 101536 w 162084"/>
                  <a:gd name="connsiteY21" fmla="*/ 103735 h 204824"/>
                  <a:gd name="connsiteX22" fmla="*/ 134924 w 162084"/>
                  <a:gd name="connsiteY22" fmla="*/ 133437 h 204824"/>
                  <a:gd name="connsiteX23" fmla="*/ 141906 w 162084"/>
                  <a:gd name="connsiteY23" fmla="*/ 133437 h 204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2084" h="204824">
                    <a:moveTo>
                      <a:pt x="141906" y="133437"/>
                    </a:moveTo>
                    <a:lnTo>
                      <a:pt x="141906" y="61656"/>
                    </a:lnTo>
                    <a:lnTo>
                      <a:pt x="134924" y="61656"/>
                    </a:lnTo>
                    <a:cubicBezTo>
                      <a:pt x="131282" y="86408"/>
                      <a:pt x="125819" y="91049"/>
                      <a:pt x="101536" y="91049"/>
                    </a:cubicBezTo>
                    <a:lnTo>
                      <a:pt x="57525" y="91049"/>
                    </a:lnTo>
                    <a:lnTo>
                      <a:pt x="57525" y="22362"/>
                    </a:lnTo>
                    <a:cubicBezTo>
                      <a:pt x="57525" y="13698"/>
                      <a:pt x="59042" y="11842"/>
                      <a:pt x="67238" y="11842"/>
                    </a:cubicBezTo>
                    <a:lnTo>
                      <a:pt x="108518" y="11842"/>
                    </a:lnTo>
                    <a:cubicBezTo>
                      <a:pt x="142816" y="11842"/>
                      <a:pt x="149494" y="16483"/>
                      <a:pt x="154654" y="44329"/>
                    </a:cubicBezTo>
                    <a:lnTo>
                      <a:pt x="162242" y="44329"/>
                    </a:lnTo>
                    <a:lnTo>
                      <a:pt x="161331" y="85"/>
                    </a:lnTo>
                    <a:lnTo>
                      <a:pt x="158" y="85"/>
                    </a:lnTo>
                    <a:lnTo>
                      <a:pt x="158" y="5963"/>
                    </a:lnTo>
                    <a:cubicBezTo>
                      <a:pt x="22619" y="7820"/>
                      <a:pt x="26565" y="12151"/>
                      <a:pt x="26565" y="33810"/>
                    </a:cubicBezTo>
                    <a:lnTo>
                      <a:pt x="26565" y="167781"/>
                    </a:lnTo>
                    <a:cubicBezTo>
                      <a:pt x="26565" y="193461"/>
                      <a:pt x="23226" y="197483"/>
                      <a:pt x="158" y="199030"/>
                    </a:cubicBezTo>
                    <a:lnTo>
                      <a:pt x="158" y="204909"/>
                    </a:lnTo>
                    <a:lnTo>
                      <a:pt x="85146" y="204909"/>
                    </a:lnTo>
                    <a:lnTo>
                      <a:pt x="85146" y="199030"/>
                    </a:lnTo>
                    <a:cubicBezTo>
                      <a:pt x="61774" y="197793"/>
                      <a:pt x="57525" y="193461"/>
                      <a:pt x="57525" y="171184"/>
                    </a:cubicBezTo>
                    <a:lnTo>
                      <a:pt x="57525" y="103735"/>
                    </a:lnTo>
                    <a:lnTo>
                      <a:pt x="101536" y="103735"/>
                    </a:lnTo>
                    <a:cubicBezTo>
                      <a:pt x="126122" y="103735"/>
                      <a:pt x="131282" y="108376"/>
                      <a:pt x="134924" y="133437"/>
                    </a:cubicBezTo>
                    <a:lnTo>
                      <a:pt x="141906" y="133437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25" name="Freeform: Shape 4124">
                <a:extLst>
                  <a:ext uri="{FF2B5EF4-FFF2-40B4-BE49-F238E27FC236}">
                    <a16:creationId xmlns:a16="http://schemas.microsoft.com/office/drawing/2014/main" id="{A8CB590A-6422-4A6B-C35A-584817F99D72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9098193" y="7800437"/>
                <a:ext cx="71936" cy="211321"/>
              </a:xfrm>
              <a:custGeom>
                <a:avLst/>
                <a:gdLst>
                  <a:gd name="connsiteX0" fmla="*/ 48424 w 71936"/>
                  <a:gd name="connsiteY0" fmla="*/ 69081 h 211321"/>
                  <a:gd name="connsiteX1" fmla="*/ 1377 w 71936"/>
                  <a:gd name="connsiteY1" fmla="*/ 86099 h 211321"/>
                  <a:gd name="connsiteX2" fmla="*/ 1377 w 71936"/>
                  <a:gd name="connsiteY2" fmla="*/ 90740 h 211321"/>
                  <a:gd name="connsiteX3" fmla="*/ 3806 w 71936"/>
                  <a:gd name="connsiteY3" fmla="*/ 90430 h 211321"/>
                  <a:gd name="connsiteX4" fmla="*/ 14126 w 71936"/>
                  <a:gd name="connsiteY4" fmla="*/ 89502 h 211321"/>
                  <a:gd name="connsiteX5" fmla="*/ 24142 w 71936"/>
                  <a:gd name="connsiteY5" fmla="*/ 108066 h 211321"/>
                  <a:gd name="connsiteX6" fmla="*/ 24142 w 71936"/>
                  <a:gd name="connsiteY6" fmla="*/ 179847 h 211321"/>
                  <a:gd name="connsiteX7" fmla="*/ 163 w 71936"/>
                  <a:gd name="connsiteY7" fmla="*/ 206766 h 211321"/>
                  <a:gd name="connsiteX8" fmla="*/ 163 w 71936"/>
                  <a:gd name="connsiteY8" fmla="*/ 211407 h 211321"/>
                  <a:gd name="connsiteX9" fmla="*/ 72100 w 71936"/>
                  <a:gd name="connsiteY9" fmla="*/ 211407 h 211321"/>
                  <a:gd name="connsiteX10" fmla="*/ 72100 w 71936"/>
                  <a:gd name="connsiteY10" fmla="*/ 206766 h 211321"/>
                  <a:gd name="connsiteX11" fmla="*/ 49638 w 71936"/>
                  <a:gd name="connsiteY11" fmla="*/ 179847 h 211321"/>
                  <a:gd name="connsiteX12" fmla="*/ 49638 w 71936"/>
                  <a:gd name="connsiteY12" fmla="*/ 70010 h 211321"/>
                  <a:gd name="connsiteX13" fmla="*/ 48424 w 71936"/>
                  <a:gd name="connsiteY13" fmla="*/ 69081 h 211321"/>
                  <a:gd name="connsiteX14" fmla="*/ 34159 w 71936"/>
                  <a:gd name="connsiteY14" fmla="*/ 85 h 211321"/>
                  <a:gd name="connsiteX15" fmla="*/ 18982 w 71936"/>
                  <a:gd name="connsiteY15" fmla="*/ 15864 h 211321"/>
                  <a:gd name="connsiteX16" fmla="*/ 34159 w 71936"/>
                  <a:gd name="connsiteY16" fmla="*/ 31644 h 211321"/>
                  <a:gd name="connsiteX17" fmla="*/ 49942 w 71936"/>
                  <a:gd name="connsiteY17" fmla="*/ 15864 h 211321"/>
                  <a:gd name="connsiteX18" fmla="*/ 34159 w 71936"/>
                  <a:gd name="connsiteY18" fmla="*/ 85 h 211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936" h="211321">
                    <a:moveTo>
                      <a:pt x="48424" y="69081"/>
                    </a:moveTo>
                    <a:lnTo>
                      <a:pt x="1377" y="86099"/>
                    </a:lnTo>
                    <a:lnTo>
                      <a:pt x="1377" y="90740"/>
                    </a:lnTo>
                    <a:lnTo>
                      <a:pt x="3806" y="90430"/>
                    </a:lnTo>
                    <a:cubicBezTo>
                      <a:pt x="7448" y="89811"/>
                      <a:pt x="11394" y="89502"/>
                      <a:pt x="14126" y="89502"/>
                    </a:cubicBezTo>
                    <a:cubicBezTo>
                      <a:pt x="21410" y="89502"/>
                      <a:pt x="24142" y="94452"/>
                      <a:pt x="24142" y="108066"/>
                    </a:cubicBezTo>
                    <a:lnTo>
                      <a:pt x="24142" y="179847"/>
                    </a:lnTo>
                    <a:cubicBezTo>
                      <a:pt x="24142" y="202124"/>
                      <a:pt x="21107" y="205528"/>
                      <a:pt x="163" y="206766"/>
                    </a:cubicBezTo>
                    <a:lnTo>
                      <a:pt x="163" y="211407"/>
                    </a:lnTo>
                    <a:lnTo>
                      <a:pt x="72100" y="211407"/>
                    </a:lnTo>
                    <a:lnTo>
                      <a:pt x="72100" y="206766"/>
                    </a:lnTo>
                    <a:cubicBezTo>
                      <a:pt x="52067" y="205218"/>
                      <a:pt x="49638" y="202124"/>
                      <a:pt x="49638" y="179847"/>
                    </a:cubicBezTo>
                    <a:lnTo>
                      <a:pt x="49638" y="70010"/>
                    </a:lnTo>
                    <a:lnTo>
                      <a:pt x="48424" y="69081"/>
                    </a:lnTo>
                    <a:close/>
                    <a:moveTo>
                      <a:pt x="34159" y="85"/>
                    </a:moveTo>
                    <a:cubicBezTo>
                      <a:pt x="25963" y="85"/>
                      <a:pt x="18982" y="7201"/>
                      <a:pt x="18982" y="15864"/>
                    </a:cubicBezTo>
                    <a:cubicBezTo>
                      <a:pt x="18982" y="24527"/>
                      <a:pt x="25660" y="31644"/>
                      <a:pt x="34159" y="31644"/>
                    </a:cubicBezTo>
                    <a:cubicBezTo>
                      <a:pt x="42961" y="31644"/>
                      <a:pt x="49942" y="24837"/>
                      <a:pt x="49942" y="15864"/>
                    </a:cubicBezTo>
                    <a:cubicBezTo>
                      <a:pt x="49942" y="7201"/>
                      <a:pt x="42961" y="85"/>
                      <a:pt x="34159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26" name="Freeform: Shape 4125">
                <a:extLst>
                  <a:ext uri="{FF2B5EF4-FFF2-40B4-BE49-F238E27FC236}">
                    <a16:creationId xmlns:a16="http://schemas.microsoft.com/office/drawing/2014/main" id="{36171F77-DA7F-1358-DA19-4E240B6C6556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9181977" y="7832615"/>
                <a:ext cx="80738" cy="182238"/>
              </a:xfrm>
              <a:custGeom>
                <a:avLst/>
                <a:gdLst>
                  <a:gd name="connsiteX0" fmla="*/ 73620 w 80738"/>
                  <a:gd name="connsiteY0" fmla="*/ 39998 h 182238"/>
                  <a:gd name="connsiteX1" fmla="*/ 42964 w 80738"/>
                  <a:gd name="connsiteY1" fmla="*/ 39998 h 182238"/>
                  <a:gd name="connsiteX2" fmla="*/ 42964 w 80738"/>
                  <a:gd name="connsiteY2" fmla="*/ 4107 h 182238"/>
                  <a:gd name="connsiteX3" fmla="*/ 40839 w 80738"/>
                  <a:gd name="connsiteY3" fmla="*/ 85 h 182238"/>
                  <a:gd name="connsiteX4" fmla="*/ 34768 w 80738"/>
                  <a:gd name="connsiteY4" fmla="*/ 8748 h 182238"/>
                  <a:gd name="connsiteX5" fmla="*/ 5326 w 80738"/>
                  <a:gd name="connsiteY5" fmla="*/ 41854 h 182238"/>
                  <a:gd name="connsiteX6" fmla="*/ 166 w 80738"/>
                  <a:gd name="connsiteY6" fmla="*/ 47733 h 182238"/>
                  <a:gd name="connsiteX7" fmla="*/ 1380 w 80738"/>
                  <a:gd name="connsiteY7" fmla="*/ 49898 h 182238"/>
                  <a:gd name="connsiteX8" fmla="*/ 17467 w 80738"/>
                  <a:gd name="connsiteY8" fmla="*/ 49898 h 182238"/>
                  <a:gd name="connsiteX9" fmla="*/ 17467 w 80738"/>
                  <a:gd name="connsiteY9" fmla="*/ 143029 h 182238"/>
                  <a:gd name="connsiteX10" fmla="*/ 44481 w 80738"/>
                  <a:gd name="connsiteY10" fmla="*/ 182323 h 182238"/>
                  <a:gd name="connsiteX11" fmla="*/ 80905 w 80738"/>
                  <a:gd name="connsiteY11" fmla="*/ 158808 h 182238"/>
                  <a:gd name="connsiteX12" fmla="*/ 76959 w 80738"/>
                  <a:gd name="connsiteY12" fmla="*/ 155405 h 182238"/>
                  <a:gd name="connsiteX13" fmla="*/ 58747 w 80738"/>
                  <a:gd name="connsiteY13" fmla="*/ 166234 h 182238"/>
                  <a:gd name="connsiteX14" fmla="*/ 42964 w 80738"/>
                  <a:gd name="connsiteY14" fmla="*/ 138388 h 182238"/>
                  <a:gd name="connsiteX15" fmla="*/ 42964 w 80738"/>
                  <a:gd name="connsiteY15" fmla="*/ 49898 h 182238"/>
                  <a:gd name="connsiteX16" fmla="*/ 73620 w 80738"/>
                  <a:gd name="connsiteY16" fmla="*/ 49898 h 182238"/>
                  <a:gd name="connsiteX17" fmla="*/ 73620 w 80738"/>
                  <a:gd name="connsiteY17" fmla="*/ 39998 h 182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738" h="182238">
                    <a:moveTo>
                      <a:pt x="73620" y="39998"/>
                    </a:moveTo>
                    <a:lnTo>
                      <a:pt x="42964" y="39998"/>
                    </a:lnTo>
                    <a:lnTo>
                      <a:pt x="42964" y="4107"/>
                    </a:lnTo>
                    <a:cubicBezTo>
                      <a:pt x="42964" y="1013"/>
                      <a:pt x="42660" y="85"/>
                      <a:pt x="40839" y="85"/>
                    </a:cubicBezTo>
                    <a:cubicBezTo>
                      <a:pt x="38714" y="2869"/>
                      <a:pt x="36893" y="5654"/>
                      <a:pt x="34768" y="8748"/>
                    </a:cubicBezTo>
                    <a:cubicBezTo>
                      <a:pt x="23234" y="25765"/>
                      <a:pt x="10183" y="40616"/>
                      <a:pt x="5326" y="41854"/>
                    </a:cubicBezTo>
                    <a:cubicBezTo>
                      <a:pt x="1987" y="44020"/>
                      <a:pt x="166" y="46186"/>
                      <a:pt x="166" y="47733"/>
                    </a:cubicBezTo>
                    <a:cubicBezTo>
                      <a:pt x="166" y="48661"/>
                      <a:pt x="470" y="49280"/>
                      <a:pt x="1380" y="49898"/>
                    </a:cubicBezTo>
                    <a:lnTo>
                      <a:pt x="17467" y="49898"/>
                    </a:lnTo>
                    <a:lnTo>
                      <a:pt x="17467" y="143029"/>
                    </a:lnTo>
                    <a:cubicBezTo>
                      <a:pt x="17467" y="169018"/>
                      <a:pt x="26573" y="182323"/>
                      <a:pt x="44481" y="182323"/>
                    </a:cubicBezTo>
                    <a:cubicBezTo>
                      <a:pt x="59354" y="182323"/>
                      <a:pt x="70888" y="174897"/>
                      <a:pt x="80905" y="158808"/>
                    </a:cubicBezTo>
                    <a:lnTo>
                      <a:pt x="76959" y="155405"/>
                    </a:lnTo>
                    <a:cubicBezTo>
                      <a:pt x="70585" y="163140"/>
                      <a:pt x="65425" y="166234"/>
                      <a:pt x="58747" y="166234"/>
                    </a:cubicBezTo>
                    <a:cubicBezTo>
                      <a:pt x="47517" y="166234"/>
                      <a:pt x="42964" y="157880"/>
                      <a:pt x="42964" y="138388"/>
                    </a:cubicBezTo>
                    <a:lnTo>
                      <a:pt x="42964" y="49898"/>
                    </a:lnTo>
                    <a:lnTo>
                      <a:pt x="73620" y="49898"/>
                    </a:lnTo>
                    <a:lnTo>
                      <a:pt x="73620" y="3999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27" name="Freeform: Shape 4126">
                <a:extLst>
                  <a:ext uri="{FF2B5EF4-FFF2-40B4-BE49-F238E27FC236}">
                    <a16:creationId xmlns:a16="http://schemas.microsoft.com/office/drawing/2014/main" id="{D1A418B7-C0C7-F76D-D1FB-44C22C93E6D1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9266672" y="7832615"/>
                <a:ext cx="80738" cy="182238"/>
              </a:xfrm>
              <a:custGeom>
                <a:avLst/>
                <a:gdLst>
                  <a:gd name="connsiteX0" fmla="*/ 73623 w 80738"/>
                  <a:gd name="connsiteY0" fmla="*/ 39998 h 182238"/>
                  <a:gd name="connsiteX1" fmla="*/ 42966 w 80738"/>
                  <a:gd name="connsiteY1" fmla="*/ 39998 h 182238"/>
                  <a:gd name="connsiteX2" fmla="*/ 42966 w 80738"/>
                  <a:gd name="connsiteY2" fmla="*/ 4107 h 182238"/>
                  <a:gd name="connsiteX3" fmla="*/ 40842 w 80738"/>
                  <a:gd name="connsiteY3" fmla="*/ 85 h 182238"/>
                  <a:gd name="connsiteX4" fmla="*/ 34771 w 80738"/>
                  <a:gd name="connsiteY4" fmla="*/ 8748 h 182238"/>
                  <a:gd name="connsiteX5" fmla="*/ 5329 w 80738"/>
                  <a:gd name="connsiteY5" fmla="*/ 41854 h 182238"/>
                  <a:gd name="connsiteX6" fmla="*/ 169 w 80738"/>
                  <a:gd name="connsiteY6" fmla="*/ 47733 h 182238"/>
                  <a:gd name="connsiteX7" fmla="*/ 1383 w 80738"/>
                  <a:gd name="connsiteY7" fmla="*/ 49898 h 182238"/>
                  <a:gd name="connsiteX8" fmla="*/ 17470 w 80738"/>
                  <a:gd name="connsiteY8" fmla="*/ 49898 h 182238"/>
                  <a:gd name="connsiteX9" fmla="*/ 17470 w 80738"/>
                  <a:gd name="connsiteY9" fmla="*/ 143029 h 182238"/>
                  <a:gd name="connsiteX10" fmla="*/ 44484 w 80738"/>
                  <a:gd name="connsiteY10" fmla="*/ 182323 h 182238"/>
                  <a:gd name="connsiteX11" fmla="*/ 80907 w 80738"/>
                  <a:gd name="connsiteY11" fmla="*/ 158808 h 182238"/>
                  <a:gd name="connsiteX12" fmla="*/ 76962 w 80738"/>
                  <a:gd name="connsiteY12" fmla="*/ 155405 h 182238"/>
                  <a:gd name="connsiteX13" fmla="*/ 58750 w 80738"/>
                  <a:gd name="connsiteY13" fmla="*/ 166234 h 182238"/>
                  <a:gd name="connsiteX14" fmla="*/ 42966 w 80738"/>
                  <a:gd name="connsiteY14" fmla="*/ 138388 h 182238"/>
                  <a:gd name="connsiteX15" fmla="*/ 42966 w 80738"/>
                  <a:gd name="connsiteY15" fmla="*/ 49898 h 182238"/>
                  <a:gd name="connsiteX16" fmla="*/ 73623 w 80738"/>
                  <a:gd name="connsiteY16" fmla="*/ 49898 h 182238"/>
                  <a:gd name="connsiteX17" fmla="*/ 73623 w 80738"/>
                  <a:gd name="connsiteY17" fmla="*/ 39998 h 182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738" h="182238">
                    <a:moveTo>
                      <a:pt x="73623" y="39998"/>
                    </a:moveTo>
                    <a:lnTo>
                      <a:pt x="42966" y="39998"/>
                    </a:lnTo>
                    <a:lnTo>
                      <a:pt x="42966" y="4107"/>
                    </a:lnTo>
                    <a:cubicBezTo>
                      <a:pt x="42966" y="1013"/>
                      <a:pt x="42663" y="85"/>
                      <a:pt x="40842" y="85"/>
                    </a:cubicBezTo>
                    <a:cubicBezTo>
                      <a:pt x="38717" y="2869"/>
                      <a:pt x="36896" y="5654"/>
                      <a:pt x="34771" y="8748"/>
                    </a:cubicBezTo>
                    <a:cubicBezTo>
                      <a:pt x="23237" y="25765"/>
                      <a:pt x="10185" y="40616"/>
                      <a:pt x="5329" y="41854"/>
                    </a:cubicBezTo>
                    <a:cubicBezTo>
                      <a:pt x="1990" y="44020"/>
                      <a:pt x="169" y="46186"/>
                      <a:pt x="169" y="47733"/>
                    </a:cubicBezTo>
                    <a:cubicBezTo>
                      <a:pt x="169" y="48661"/>
                      <a:pt x="472" y="49280"/>
                      <a:pt x="1383" y="49898"/>
                    </a:cubicBezTo>
                    <a:lnTo>
                      <a:pt x="17470" y="49898"/>
                    </a:lnTo>
                    <a:lnTo>
                      <a:pt x="17470" y="143029"/>
                    </a:lnTo>
                    <a:cubicBezTo>
                      <a:pt x="17470" y="169018"/>
                      <a:pt x="26576" y="182323"/>
                      <a:pt x="44484" y="182323"/>
                    </a:cubicBezTo>
                    <a:cubicBezTo>
                      <a:pt x="59357" y="182323"/>
                      <a:pt x="70891" y="174897"/>
                      <a:pt x="80907" y="158808"/>
                    </a:cubicBezTo>
                    <a:lnTo>
                      <a:pt x="76962" y="155405"/>
                    </a:lnTo>
                    <a:cubicBezTo>
                      <a:pt x="70588" y="163140"/>
                      <a:pt x="65428" y="166234"/>
                      <a:pt x="58750" y="166234"/>
                    </a:cubicBezTo>
                    <a:cubicBezTo>
                      <a:pt x="47519" y="166234"/>
                      <a:pt x="42966" y="157880"/>
                      <a:pt x="42966" y="138388"/>
                    </a:cubicBezTo>
                    <a:lnTo>
                      <a:pt x="42966" y="49898"/>
                    </a:lnTo>
                    <a:lnTo>
                      <a:pt x="73623" y="49898"/>
                    </a:lnTo>
                    <a:lnTo>
                      <a:pt x="73623" y="3999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28" name="Freeform: Shape 4127">
                <a:extLst>
                  <a:ext uri="{FF2B5EF4-FFF2-40B4-BE49-F238E27FC236}">
                    <a16:creationId xmlns:a16="http://schemas.microsoft.com/office/drawing/2014/main" id="{3245EB5E-993C-3A9E-E221-73250C9CBED0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9355008" y="7869434"/>
                <a:ext cx="121107" cy="145419"/>
              </a:xfrm>
              <a:custGeom>
                <a:avLst/>
                <a:gdLst>
                  <a:gd name="connsiteX0" fmla="*/ 116423 w 121107"/>
                  <a:gd name="connsiteY0" fmla="*/ 91668 h 145419"/>
                  <a:gd name="connsiteX1" fmla="*/ 69376 w 121107"/>
                  <a:gd name="connsiteY1" fmla="*/ 124155 h 145419"/>
                  <a:gd name="connsiteX2" fmla="*/ 30221 w 121107"/>
                  <a:gd name="connsiteY2" fmla="*/ 97546 h 145419"/>
                  <a:gd name="connsiteX3" fmla="*/ 22026 w 121107"/>
                  <a:gd name="connsiteY3" fmla="*/ 56705 h 145419"/>
                  <a:gd name="connsiteX4" fmla="*/ 115513 w 121107"/>
                  <a:gd name="connsiteY4" fmla="*/ 56705 h 145419"/>
                  <a:gd name="connsiteX5" fmla="*/ 102461 w 121107"/>
                  <a:gd name="connsiteY5" fmla="*/ 17721 h 145419"/>
                  <a:gd name="connsiteX6" fmla="*/ 63609 w 121107"/>
                  <a:gd name="connsiteY6" fmla="*/ 85 h 145419"/>
                  <a:gd name="connsiteX7" fmla="*/ 22633 w 121107"/>
                  <a:gd name="connsiteY7" fmla="*/ 16174 h 145419"/>
                  <a:gd name="connsiteX8" fmla="*/ 172 w 121107"/>
                  <a:gd name="connsiteY8" fmla="*/ 76198 h 145419"/>
                  <a:gd name="connsiteX9" fmla="*/ 56931 w 121107"/>
                  <a:gd name="connsiteY9" fmla="*/ 145504 h 145419"/>
                  <a:gd name="connsiteX10" fmla="*/ 121280 w 121107"/>
                  <a:gd name="connsiteY10" fmla="*/ 93834 h 145419"/>
                  <a:gd name="connsiteX11" fmla="*/ 116423 w 121107"/>
                  <a:gd name="connsiteY11" fmla="*/ 91668 h 145419"/>
                  <a:gd name="connsiteX12" fmla="*/ 22633 w 121107"/>
                  <a:gd name="connsiteY12" fmla="*/ 46804 h 145419"/>
                  <a:gd name="connsiteX13" fmla="*/ 54807 w 121107"/>
                  <a:gd name="connsiteY13" fmla="*/ 11223 h 145419"/>
                  <a:gd name="connsiteX14" fmla="*/ 84553 w 121107"/>
                  <a:gd name="connsiteY14" fmla="*/ 46804 h 145419"/>
                  <a:gd name="connsiteX15" fmla="*/ 22633 w 121107"/>
                  <a:gd name="connsiteY15" fmla="*/ 46804 h 145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1107" h="145419">
                    <a:moveTo>
                      <a:pt x="116423" y="91668"/>
                    </a:moveTo>
                    <a:cubicBezTo>
                      <a:pt x="101854" y="115182"/>
                      <a:pt x="88802" y="124155"/>
                      <a:pt x="69376" y="124155"/>
                    </a:cubicBezTo>
                    <a:cubicBezTo>
                      <a:pt x="52075" y="124155"/>
                      <a:pt x="39023" y="115182"/>
                      <a:pt x="30221" y="97546"/>
                    </a:cubicBezTo>
                    <a:cubicBezTo>
                      <a:pt x="24757" y="85789"/>
                      <a:pt x="22633" y="75579"/>
                      <a:pt x="22026" y="56705"/>
                    </a:cubicBezTo>
                    <a:lnTo>
                      <a:pt x="115513" y="56705"/>
                    </a:lnTo>
                    <a:cubicBezTo>
                      <a:pt x="113084" y="36594"/>
                      <a:pt x="110049" y="27621"/>
                      <a:pt x="102461" y="17721"/>
                    </a:cubicBezTo>
                    <a:cubicBezTo>
                      <a:pt x="93355" y="6582"/>
                      <a:pt x="79393" y="85"/>
                      <a:pt x="63609" y="85"/>
                    </a:cubicBezTo>
                    <a:cubicBezTo>
                      <a:pt x="48433" y="85"/>
                      <a:pt x="34167" y="5654"/>
                      <a:pt x="22633" y="16174"/>
                    </a:cubicBezTo>
                    <a:cubicBezTo>
                      <a:pt x="8367" y="28859"/>
                      <a:pt x="172" y="50827"/>
                      <a:pt x="172" y="76198"/>
                    </a:cubicBezTo>
                    <a:cubicBezTo>
                      <a:pt x="172" y="118895"/>
                      <a:pt x="22026" y="145504"/>
                      <a:pt x="56931" y="145504"/>
                    </a:cubicBezTo>
                    <a:cubicBezTo>
                      <a:pt x="85767" y="145504"/>
                      <a:pt x="108531" y="127249"/>
                      <a:pt x="121280" y="93834"/>
                    </a:cubicBezTo>
                    <a:lnTo>
                      <a:pt x="116423" y="91668"/>
                    </a:lnTo>
                    <a:close/>
                    <a:moveTo>
                      <a:pt x="22633" y="46804"/>
                    </a:moveTo>
                    <a:cubicBezTo>
                      <a:pt x="25972" y="22671"/>
                      <a:pt x="36292" y="11223"/>
                      <a:pt x="54807" y="11223"/>
                    </a:cubicBezTo>
                    <a:cubicBezTo>
                      <a:pt x="73322" y="11223"/>
                      <a:pt x="80607" y="19886"/>
                      <a:pt x="84553" y="46804"/>
                    </a:cubicBezTo>
                    <a:lnTo>
                      <a:pt x="22633" y="46804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29" name="Freeform: Shape 4128">
                <a:extLst>
                  <a:ext uri="{FF2B5EF4-FFF2-40B4-BE49-F238E27FC236}">
                    <a16:creationId xmlns:a16="http://schemas.microsoft.com/office/drawing/2014/main" id="{035A9768-3D54-B85D-2324-62910551F089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9490886" y="7800437"/>
                <a:ext cx="140837" cy="214415"/>
              </a:xfrm>
              <a:custGeom>
                <a:avLst/>
                <a:gdLst>
                  <a:gd name="connsiteX0" fmla="*/ 96395 w 140837"/>
                  <a:gd name="connsiteY0" fmla="*/ 214501 h 214415"/>
                  <a:gd name="connsiteX1" fmla="*/ 141013 w 140837"/>
                  <a:gd name="connsiteY1" fmla="*/ 198412 h 214415"/>
                  <a:gd name="connsiteX2" fmla="*/ 141013 w 140837"/>
                  <a:gd name="connsiteY2" fmla="*/ 193461 h 214415"/>
                  <a:gd name="connsiteX3" fmla="*/ 134032 w 140837"/>
                  <a:gd name="connsiteY3" fmla="*/ 193771 h 214415"/>
                  <a:gd name="connsiteX4" fmla="*/ 120677 w 140837"/>
                  <a:gd name="connsiteY4" fmla="*/ 176135 h 214415"/>
                  <a:gd name="connsiteX5" fmla="*/ 120677 w 140837"/>
                  <a:gd name="connsiteY5" fmla="*/ 703 h 214415"/>
                  <a:gd name="connsiteX6" fmla="*/ 119159 w 140837"/>
                  <a:gd name="connsiteY6" fmla="*/ 85 h 214415"/>
                  <a:gd name="connsiteX7" fmla="*/ 74541 w 140837"/>
                  <a:gd name="connsiteY7" fmla="*/ 13698 h 214415"/>
                  <a:gd name="connsiteX8" fmla="*/ 74541 w 140837"/>
                  <a:gd name="connsiteY8" fmla="*/ 18649 h 214415"/>
                  <a:gd name="connsiteX9" fmla="*/ 81218 w 140837"/>
                  <a:gd name="connsiteY9" fmla="*/ 18339 h 214415"/>
                  <a:gd name="connsiteX10" fmla="*/ 95181 w 140837"/>
                  <a:gd name="connsiteY10" fmla="*/ 34119 h 214415"/>
                  <a:gd name="connsiteX11" fmla="*/ 95181 w 140837"/>
                  <a:gd name="connsiteY11" fmla="*/ 82386 h 214415"/>
                  <a:gd name="connsiteX12" fmla="*/ 63310 w 140837"/>
                  <a:gd name="connsiteY12" fmla="*/ 69081 h 214415"/>
                  <a:gd name="connsiteX13" fmla="*/ 176 w 140837"/>
                  <a:gd name="connsiteY13" fmla="*/ 147979 h 214415"/>
                  <a:gd name="connsiteX14" fmla="*/ 56329 w 140837"/>
                  <a:gd name="connsiteY14" fmla="*/ 214501 h 214415"/>
                  <a:gd name="connsiteX15" fmla="*/ 95181 w 140837"/>
                  <a:gd name="connsiteY15" fmla="*/ 193771 h 214415"/>
                  <a:gd name="connsiteX16" fmla="*/ 95181 w 140837"/>
                  <a:gd name="connsiteY16" fmla="*/ 213572 h 214415"/>
                  <a:gd name="connsiteX17" fmla="*/ 96395 w 140837"/>
                  <a:gd name="connsiteY17" fmla="*/ 214501 h 214415"/>
                  <a:gd name="connsiteX18" fmla="*/ 95181 w 140837"/>
                  <a:gd name="connsiteY18" fmla="*/ 179847 h 214415"/>
                  <a:gd name="connsiteX19" fmla="*/ 90021 w 140837"/>
                  <a:gd name="connsiteY19" fmla="*/ 189130 h 214415"/>
                  <a:gd name="connsiteX20" fmla="*/ 68166 w 140837"/>
                  <a:gd name="connsiteY20" fmla="*/ 198412 h 214415"/>
                  <a:gd name="connsiteX21" fmla="*/ 26280 w 140837"/>
                  <a:gd name="connsiteY21" fmla="*/ 135603 h 214415"/>
                  <a:gd name="connsiteX22" fmla="*/ 64221 w 140837"/>
                  <a:gd name="connsiteY22" fmla="*/ 77745 h 214415"/>
                  <a:gd name="connsiteX23" fmla="*/ 95181 w 140837"/>
                  <a:gd name="connsiteY23" fmla="*/ 108685 h 214415"/>
                  <a:gd name="connsiteX24" fmla="*/ 95181 w 140837"/>
                  <a:gd name="connsiteY24" fmla="*/ 179847 h 214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0837" h="214415">
                    <a:moveTo>
                      <a:pt x="96395" y="214501"/>
                    </a:moveTo>
                    <a:lnTo>
                      <a:pt x="141013" y="198412"/>
                    </a:lnTo>
                    <a:lnTo>
                      <a:pt x="141013" y="193461"/>
                    </a:lnTo>
                    <a:cubicBezTo>
                      <a:pt x="135550" y="193771"/>
                      <a:pt x="134943" y="193771"/>
                      <a:pt x="134032" y="193771"/>
                    </a:cubicBezTo>
                    <a:cubicBezTo>
                      <a:pt x="123105" y="193771"/>
                      <a:pt x="120677" y="190367"/>
                      <a:pt x="120677" y="176135"/>
                    </a:cubicBezTo>
                    <a:lnTo>
                      <a:pt x="120677" y="703"/>
                    </a:lnTo>
                    <a:lnTo>
                      <a:pt x="119159" y="85"/>
                    </a:lnTo>
                    <a:cubicBezTo>
                      <a:pt x="104590" y="5345"/>
                      <a:pt x="93966" y="8439"/>
                      <a:pt x="74541" y="13698"/>
                    </a:cubicBezTo>
                    <a:lnTo>
                      <a:pt x="74541" y="18649"/>
                    </a:lnTo>
                    <a:cubicBezTo>
                      <a:pt x="76969" y="18339"/>
                      <a:pt x="78790" y="18339"/>
                      <a:pt x="81218" y="18339"/>
                    </a:cubicBezTo>
                    <a:cubicBezTo>
                      <a:pt x="92449" y="18339"/>
                      <a:pt x="95181" y="21433"/>
                      <a:pt x="95181" y="34119"/>
                    </a:cubicBezTo>
                    <a:lnTo>
                      <a:pt x="95181" y="82386"/>
                    </a:lnTo>
                    <a:cubicBezTo>
                      <a:pt x="83646" y="72485"/>
                      <a:pt x="75451" y="69081"/>
                      <a:pt x="63310" y="69081"/>
                    </a:cubicBezTo>
                    <a:cubicBezTo>
                      <a:pt x="28404" y="69081"/>
                      <a:pt x="176" y="104044"/>
                      <a:pt x="176" y="147979"/>
                    </a:cubicBezTo>
                    <a:cubicBezTo>
                      <a:pt x="176" y="187583"/>
                      <a:pt x="22941" y="214501"/>
                      <a:pt x="56329" y="214501"/>
                    </a:cubicBezTo>
                    <a:cubicBezTo>
                      <a:pt x="73326" y="214501"/>
                      <a:pt x="84861" y="208313"/>
                      <a:pt x="95181" y="193771"/>
                    </a:cubicBezTo>
                    <a:lnTo>
                      <a:pt x="95181" y="213572"/>
                    </a:lnTo>
                    <a:lnTo>
                      <a:pt x="96395" y="214501"/>
                    </a:lnTo>
                    <a:close/>
                    <a:moveTo>
                      <a:pt x="95181" y="179847"/>
                    </a:moveTo>
                    <a:cubicBezTo>
                      <a:pt x="95181" y="182013"/>
                      <a:pt x="93056" y="185726"/>
                      <a:pt x="90021" y="189130"/>
                    </a:cubicBezTo>
                    <a:cubicBezTo>
                      <a:pt x="84557" y="195318"/>
                      <a:pt x="76969" y="198412"/>
                      <a:pt x="68166" y="198412"/>
                    </a:cubicBezTo>
                    <a:cubicBezTo>
                      <a:pt x="42974" y="198412"/>
                      <a:pt x="26280" y="173659"/>
                      <a:pt x="26280" y="135603"/>
                    </a:cubicBezTo>
                    <a:cubicBezTo>
                      <a:pt x="26280" y="100640"/>
                      <a:pt x="41152" y="77745"/>
                      <a:pt x="64221" y="77745"/>
                    </a:cubicBezTo>
                    <a:cubicBezTo>
                      <a:pt x="80308" y="77745"/>
                      <a:pt x="95181" y="92287"/>
                      <a:pt x="95181" y="108685"/>
                    </a:cubicBezTo>
                    <a:lnTo>
                      <a:pt x="95181" y="179847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0" name="Freeform: Shape 4129">
                <a:extLst>
                  <a:ext uri="{FF2B5EF4-FFF2-40B4-BE49-F238E27FC236}">
                    <a16:creationId xmlns:a16="http://schemas.microsoft.com/office/drawing/2014/main" id="{6BB949C5-BC7F-B794-B917-EF5718008DFD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9717261" y="7800437"/>
                <a:ext cx="110180" cy="211321"/>
              </a:xfrm>
              <a:custGeom>
                <a:avLst/>
                <a:gdLst>
                  <a:gd name="connsiteX0" fmla="*/ 87903 w 110180"/>
                  <a:gd name="connsiteY0" fmla="*/ 72175 h 211321"/>
                  <a:gd name="connsiteX1" fmla="*/ 50569 w 110180"/>
                  <a:gd name="connsiteY1" fmla="*/ 72175 h 211321"/>
                  <a:gd name="connsiteX2" fmla="*/ 50569 w 110180"/>
                  <a:gd name="connsiteY2" fmla="*/ 36285 h 211321"/>
                  <a:gd name="connsiteX3" fmla="*/ 67870 w 110180"/>
                  <a:gd name="connsiteY3" fmla="*/ 8748 h 211321"/>
                  <a:gd name="connsiteX4" fmla="*/ 83957 w 110180"/>
                  <a:gd name="connsiteY4" fmla="*/ 20815 h 211321"/>
                  <a:gd name="connsiteX5" fmla="*/ 97616 w 110180"/>
                  <a:gd name="connsiteY5" fmla="*/ 31953 h 211321"/>
                  <a:gd name="connsiteX6" fmla="*/ 110364 w 110180"/>
                  <a:gd name="connsiteY6" fmla="*/ 19268 h 211321"/>
                  <a:gd name="connsiteX7" fmla="*/ 78797 w 110180"/>
                  <a:gd name="connsiteY7" fmla="*/ 85 h 211321"/>
                  <a:gd name="connsiteX8" fmla="*/ 36000 w 110180"/>
                  <a:gd name="connsiteY8" fmla="*/ 22671 h 211321"/>
                  <a:gd name="connsiteX9" fmla="*/ 25376 w 110180"/>
                  <a:gd name="connsiteY9" fmla="*/ 72175 h 211321"/>
                  <a:gd name="connsiteX10" fmla="*/ 487 w 110180"/>
                  <a:gd name="connsiteY10" fmla="*/ 72175 h 211321"/>
                  <a:gd name="connsiteX11" fmla="*/ 487 w 110180"/>
                  <a:gd name="connsiteY11" fmla="*/ 82076 h 211321"/>
                  <a:gd name="connsiteX12" fmla="*/ 25376 w 110180"/>
                  <a:gd name="connsiteY12" fmla="*/ 82076 h 211321"/>
                  <a:gd name="connsiteX13" fmla="*/ 25376 w 110180"/>
                  <a:gd name="connsiteY13" fmla="*/ 179229 h 211321"/>
                  <a:gd name="connsiteX14" fmla="*/ 184 w 110180"/>
                  <a:gd name="connsiteY14" fmla="*/ 206766 h 211321"/>
                  <a:gd name="connsiteX15" fmla="*/ 184 w 110180"/>
                  <a:gd name="connsiteY15" fmla="*/ 211407 h 211321"/>
                  <a:gd name="connsiteX16" fmla="*/ 79101 w 110180"/>
                  <a:gd name="connsiteY16" fmla="*/ 211407 h 211321"/>
                  <a:gd name="connsiteX17" fmla="*/ 79101 w 110180"/>
                  <a:gd name="connsiteY17" fmla="*/ 206766 h 211321"/>
                  <a:gd name="connsiteX18" fmla="*/ 50873 w 110180"/>
                  <a:gd name="connsiteY18" fmla="*/ 179229 h 211321"/>
                  <a:gd name="connsiteX19" fmla="*/ 50873 w 110180"/>
                  <a:gd name="connsiteY19" fmla="*/ 82076 h 211321"/>
                  <a:gd name="connsiteX20" fmla="*/ 87903 w 110180"/>
                  <a:gd name="connsiteY20" fmla="*/ 82076 h 211321"/>
                  <a:gd name="connsiteX21" fmla="*/ 87903 w 110180"/>
                  <a:gd name="connsiteY21" fmla="*/ 72175 h 211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0180" h="211321">
                    <a:moveTo>
                      <a:pt x="87903" y="72175"/>
                    </a:moveTo>
                    <a:lnTo>
                      <a:pt x="50569" y="72175"/>
                    </a:lnTo>
                    <a:lnTo>
                      <a:pt x="50569" y="36285"/>
                    </a:lnTo>
                    <a:cubicBezTo>
                      <a:pt x="50569" y="18339"/>
                      <a:pt x="56336" y="8748"/>
                      <a:pt x="67870" y="8748"/>
                    </a:cubicBezTo>
                    <a:cubicBezTo>
                      <a:pt x="74245" y="8748"/>
                      <a:pt x="78494" y="11842"/>
                      <a:pt x="83957" y="20815"/>
                    </a:cubicBezTo>
                    <a:cubicBezTo>
                      <a:pt x="88814" y="28859"/>
                      <a:pt x="92456" y="31953"/>
                      <a:pt x="97616" y="31953"/>
                    </a:cubicBezTo>
                    <a:cubicBezTo>
                      <a:pt x="104597" y="31953"/>
                      <a:pt x="110364" y="26384"/>
                      <a:pt x="110364" y="19268"/>
                    </a:cubicBezTo>
                    <a:cubicBezTo>
                      <a:pt x="110364" y="8129"/>
                      <a:pt x="97009" y="85"/>
                      <a:pt x="78797" y="85"/>
                    </a:cubicBezTo>
                    <a:cubicBezTo>
                      <a:pt x="59979" y="85"/>
                      <a:pt x="43892" y="8439"/>
                      <a:pt x="36000" y="22671"/>
                    </a:cubicBezTo>
                    <a:cubicBezTo>
                      <a:pt x="28108" y="36285"/>
                      <a:pt x="25680" y="47423"/>
                      <a:pt x="25376" y="72175"/>
                    </a:cubicBezTo>
                    <a:lnTo>
                      <a:pt x="487" y="72175"/>
                    </a:lnTo>
                    <a:lnTo>
                      <a:pt x="487" y="82076"/>
                    </a:lnTo>
                    <a:lnTo>
                      <a:pt x="25376" y="82076"/>
                    </a:lnTo>
                    <a:lnTo>
                      <a:pt x="25376" y="179229"/>
                    </a:lnTo>
                    <a:cubicBezTo>
                      <a:pt x="25376" y="201815"/>
                      <a:pt x="22038" y="205528"/>
                      <a:pt x="184" y="206766"/>
                    </a:cubicBezTo>
                    <a:lnTo>
                      <a:pt x="184" y="211407"/>
                    </a:lnTo>
                    <a:lnTo>
                      <a:pt x="79101" y="211407"/>
                    </a:lnTo>
                    <a:lnTo>
                      <a:pt x="79101" y="206766"/>
                    </a:lnTo>
                    <a:cubicBezTo>
                      <a:pt x="54212" y="205837"/>
                      <a:pt x="50873" y="202434"/>
                      <a:pt x="50873" y="179229"/>
                    </a:cubicBezTo>
                    <a:lnTo>
                      <a:pt x="50873" y="82076"/>
                    </a:lnTo>
                    <a:lnTo>
                      <a:pt x="87903" y="82076"/>
                    </a:lnTo>
                    <a:lnTo>
                      <a:pt x="87903" y="72175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1" name="Freeform: Shape 4130">
                <a:extLst>
                  <a:ext uri="{FF2B5EF4-FFF2-40B4-BE49-F238E27FC236}">
                    <a16:creationId xmlns:a16="http://schemas.microsoft.com/office/drawing/2014/main" id="{36067097-D657-5EDE-2DC1-8DE67232D95F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9815375" y="7872528"/>
                <a:ext cx="142658" cy="142325"/>
              </a:xfrm>
              <a:custGeom>
                <a:avLst/>
                <a:gdLst>
                  <a:gd name="connsiteX0" fmla="*/ 142845 w 142658"/>
                  <a:gd name="connsiteY0" fmla="*/ 123846 h 142325"/>
                  <a:gd name="connsiteX1" fmla="*/ 141328 w 142658"/>
                  <a:gd name="connsiteY1" fmla="*/ 123846 h 142325"/>
                  <a:gd name="connsiteX2" fmla="*/ 124027 w 142658"/>
                  <a:gd name="connsiteY2" fmla="*/ 106210 h 142325"/>
                  <a:gd name="connsiteX3" fmla="*/ 124027 w 142658"/>
                  <a:gd name="connsiteY3" fmla="*/ 85 h 142325"/>
                  <a:gd name="connsiteX4" fmla="*/ 76069 w 142658"/>
                  <a:gd name="connsiteY4" fmla="*/ 85 h 142325"/>
                  <a:gd name="connsiteX5" fmla="*/ 76069 w 142658"/>
                  <a:gd name="connsiteY5" fmla="*/ 5345 h 142325"/>
                  <a:gd name="connsiteX6" fmla="*/ 98530 w 142658"/>
                  <a:gd name="connsiteY6" fmla="*/ 24837 h 142325"/>
                  <a:gd name="connsiteX7" fmla="*/ 98530 w 142658"/>
                  <a:gd name="connsiteY7" fmla="*/ 97546 h 142325"/>
                  <a:gd name="connsiteX8" fmla="*/ 92763 w 142658"/>
                  <a:gd name="connsiteY8" fmla="*/ 113945 h 142325"/>
                  <a:gd name="connsiteX9" fmla="*/ 66053 w 142658"/>
                  <a:gd name="connsiteY9" fmla="*/ 124464 h 142325"/>
                  <a:gd name="connsiteX10" fmla="*/ 44502 w 142658"/>
                  <a:gd name="connsiteY10" fmla="*/ 100950 h 142325"/>
                  <a:gd name="connsiteX11" fmla="*/ 44502 w 142658"/>
                  <a:gd name="connsiteY11" fmla="*/ 85 h 142325"/>
                  <a:gd name="connsiteX12" fmla="*/ 187 w 142658"/>
                  <a:gd name="connsiteY12" fmla="*/ 85 h 142325"/>
                  <a:gd name="connsiteX13" fmla="*/ 187 w 142658"/>
                  <a:gd name="connsiteY13" fmla="*/ 4416 h 142325"/>
                  <a:gd name="connsiteX14" fmla="*/ 19006 w 142658"/>
                  <a:gd name="connsiteY14" fmla="*/ 24218 h 142325"/>
                  <a:gd name="connsiteX15" fmla="*/ 19006 w 142658"/>
                  <a:gd name="connsiteY15" fmla="*/ 102187 h 142325"/>
                  <a:gd name="connsiteX16" fmla="*/ 55733 w 142658"/>
                  <a:gd name="connsiteY16" fmla="*/ 142410 h 142325"/>
                  <a:gd name="connsiteX17" fmla="*/ 86996 w 142658"/>
                  <a:gd name="connsiteY17" fmla="*/ 129105 h 142325"/>
                  <a:gd name="connsiteX18" fmla="*/ 100048 w 142658"/>
                  <a:gd name="connsiteY18" fmla="*/ 115801 h 142325"/>
                  <a:gd name="connsiteX19" fmla="*/ 100048 w 142658"/>
                  <a:gd name="connsiteY19" fmla="*/ 141482 h 142325"/>
                  <a:gd name="connsiteX20" fmla="*/ 101262 w 142658"/>
                  <a:gd name="connsiteY20" fmla="*/ 142100 h 142325"/>
                  <a:gd name="connsiteX21" fmla="*/ 142845 w 142658"/>
                  <a:gd name="connsiteY21" fmla="*/ 128177 h 142325"/>
                  <a:gd name="connsiteX22" fmla="*/ 142845 w 142658"/>
                  <a:gd name="connsiteY22" fmla="*/ 123846 h 142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2658" h="142325">
                    <a:moveTo>
                      <a:pt x="142845" y="123846"/>
                    </a:moveTo>
                    <a:lnTo>
                      <a:pt x="141328" y="123846"/>
                    </a:lnTo>
                    <a:cubicBezTo>
                      <a:pt x="127365" y="123846"/>
                      <a:pt x="124027" y="120442"/>
                      <a:pt x="124027" y="106210"/>
                    </a:cubicBezTo>
                    <a:lnTo>
                      <a:pt x="124027" y="85"/>
                    </a:lnTo>
                    <a:lnTo>
                      <a:pt x="76069" y="85"/>
                    </a:lnTo>
                    <a:lnTo>
                      <a:pt x="76069" y="5345"/>
                    </a:lnTo>
                    <a:cubicBezTo>
                      <a:pt x="94888" y="6273"/>
                      <a:pt x="98530" y="9367"/>
                      <a:pt x="98530" y="24837"/>
                    </a:cubicBezTo>
                    <a:lnTo>
                      <a:pt x="98530" y="97546"/>
                    </a:lnTo>
                    <a:cubicBezTo>
                      <a:pt x="98530" y="106210"/>
                      <a:pt x="97012" y="110541"/>
                      <a:pt x="92763" y="113945"/>
                    </a:cubicBezTo>
                    <a:cubicBezTo>
                      <a:pt x="84568" y="120752"/>
                      <a:pt x="75158" y="124464"/>
                      <a:pt x="66053" y="124464"/>
                    </a:cubicBezTo>
                    <a:cubicBezTo>
                      <a:pt x="54215" y="124464"/>
                      <a:pt x="44502" y="113945"/>
                      <a:pt x="44502" y="100950"/>
                    </a:cubicBezTo>
                    <a:lnTo>
                      <a:pt x="44502" y="85"/>
                    </a:lnTo>
                    <a:lnTo>
                      <a:pt x="187" y="85"/>
                    </a:lnTo>
                    <a:lnTo>
                      <a:pt x="187" y="4416"/>
                    </a:lnTo>
                    <a:cubicBezTo>
                      <a:pt x="14756" y="5345"/>
                      <a:pt x="19006" y="9986"/>
                      <a:pt x="19006" y="24218"/>
                    </a:cubicBezTo>
                    <a:lnTo>
                      <a:pt x="19006" y="102187"/>
                    </a:lnTo>
                    <a:cubicBezTo>
                      <a:pt x="19006" y="126630"/>
                      <a:pt x="33575" y="142410"/>
                      <a:pt x="55733" y="142410"/>
                    </a:cubicBezTo>
                    <a:cubicBezTo>
                      <a:pt x="66963" y="142410"/>
                      <a:pt x="78801" y="137459"/>
                      <a:pt x="86996" y="129105"/>
                    </a:cubicBezTo>
                    <a:lnTo>
                      <a:pt x="100048" y="115801"/>
                    </a:lnTo>
                    <a:lnTo>
                      <a:pt x="100048" y="141482"/>
                    </a:lnTo>
                    <a:lnTo>
                      <a:pt x="101262" y="142100"/>
                    </a:lnTo>
                    <a:cubicBezTo>
                      <a:pt x="116438" y="135912"/>
                      <a:pt x="127365" y="132509"/>
                      <a:pt x="142845" y="128177"/>
                    </a:cubicBezTo>
                    <a:lnTo>
                      <a:pt x="142845" y="123846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2" name="Freeform: Shape 4131">
                <a:extLst>
                  <a:ext uri="{FF2B5EF4-FFF2-40B4-BE49-F238E27FC236}">
                    <a16:creationId xmlns:a16="http://schemas.microsoft.com/office/drawing/2014/main" id="{9790263A-EF62-6316-F983-7AB18EB8DECC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9969834" y="7869434"/>
                <a:ext cx="142354" cy="142325"/>
              </a:xfrm>
              <a:custGeom>
                <a:avLst/>
                <a:gdLst>
                  <a:gd name="connsiteX0" fmla="*/ 192 w 142354"/>
                  <a:gd name="connsiteY0" fmla="*/ 19268 h 142325"/>
                  <a:gd name="connsiteX1" fmla="*/ 8387 w 142354"/>
                  <a:gd name="connsiteY1" fmla="*/ 18030 h 142325"/>
                  <a:gd name="connsiteX2" fmla="*/ 19618 w 142354"/>
                  <a:gd name="connsiteY2" fmla="*/ 37832 h 142325"/>
                  <a:gd name="connsiteX3" fmla="*/ 19618 w 142354"/>
                  <a:gd name="connsiteY3" fmla="*/ 114564 h 142325"/>
                  <a:gd name="connsiteX4" fmla="*/ 799 w 142354"/>
                  <a:gd name="connsiteY4" fmla="*/ 137769 h 142325"/>
                  <a:gd name="connsiteX5" fmla="*/ 799 w 142354"/>
                  <a:gd name="connsiteY5" fmla="*/ 142410 h 142325"/>
                  <a:gd name="connsiteX6" fmla="*/ 65147 w 142354"/>
                  <a:gd name="connsiteY6" fmla="*/ 142410 h 142325"/>
                  <a:gd name="connsiteX7" fmla="*/ 65147 w 142354"/>
                  <a:gd name="connsiteY7" fmla="*/ 137769 h 142325"/>
                  <a:gd name="connsiteX8" fmla="*/ 45114 w 142354"/>
                  <a:gd name="connsiteY8" fmla="*/ 121680 h 142325"/>
                  <a:gd name="connsiteX9" fmla="*/ 45114 w 142354"/>
                  <a:gd name="connsiteY9" fmla="*/ 34738 h 142325"/>
                  <a:gd name="connsiteX10" fmla="*/ 76378 w 142354"/>
                  <a:gd name="connsiteY10" fmla="*/ 17102 h 142325"/>
                  <a:gd name="connsiteX11" fmla="*/ 98535 w 142354"/>
                  <a:gd name="connsiteY11" fmla="*/ 47114 h 142325"/>
                  <a:gd name="connsiteX12" fmla="*/ 98535 w 142354"/>
                  <a:gd name="connsiteY12" fmla="*/ 111779 h 142325"/>
                  <a:gd name="connsiteX13" fmla="*/ 79413 w 142354"/>
                  <a:gd name="connsiteY13" fmla="*/ 137769 h 142325"/>
                  <a:gd name="connsiteX14" fmla="*/ 79413 w 142354"/>
                  <a:gd name="connsiteY14" fmla="*/ 142410 h 142325"/>
                  <a:gd name="connsiteX15" fmla="*/ 142547 w 142354"/>
                  <a:gd name="connsiteY15" fmla="*/ 142410 h 142325"/>
                  <a:gd name="connsiteX16" fmla="*/ 142547 w 142354"/>
                  <a:gd name="connsiteY16" fmla="*/ 137769 h 142325"/>
                  <a:gd name="connsiteX17" fmla="*/ 124031 w 142354"/>
                  <a:gd name="connsiteY17" fmla="*/ 117348 h 142325"/>
                  <a:gd name="connsiteX18" fmla="*/ 124031 w 142354"/>
                  <a:gd name="connsiteY18" fmla="*/ 46495 h 142325"/>
                  <a:gd name="connsiteX19" fmla="*/ 88215 w 142354"/>
                  <a:gd name="connsiteY19" fmla="*/ 85 h 142325"/>
                  <a:gd name="connsiteX20" fmla="*/ 44203 w 142354"/>
                  <a:gd name="connsiteY20" fmla="*/ 25146 h 142325"/>
                  <a:gd name="connsiteX21" fmla="*/ 44203 w 142354"/>
                  <a:gd name="connsiteY21" fmla="*/ 703 h 142325"/>
                  <a:gd name="connsiteX22" fmla="*/ 42079 w 142354"/>
                  <a:gd name="connsiteY22" fmla="*/ 85 h 142325"/>
                  <a:gd name="connsiteX23" fmla="*/ 192 w 142354"/>
                  <a:gd name="connsiteY23" fmla="*/ 14008 h 142325"/>
                  <a:gd name="connsiteX24" fmla="*/ 192 w 142354"/>
                  <a:gd name="connsiteY24" fmla="*/ 19268 h 142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2354" h="142325">
                    <a:moveTo>
                      <a:pt x="192" y="19268"/>
                    </a:moveTo>
                    <a:cubicBezTo>
                      <a:pt x="2013" y="18339"/>
                      <a:pt x="5048" y="18030"/>
                      <a:pt x="8387" y="18030"/>
                    </a:cubicBezTo>
                    <a:cubicBezTo>
                      <a:pt x="16886" y="18030"/>
                      <a:pt x="19618" y="22671"/>
                      <a:pt x="19618" y="37832"/>
                    </a:cubicBezTo>
                    <a:lnTo>
                      <a:pt x="19618" y="114564"/>
                    </a:lnTo>
                    <a:cubicBezTo>
                      <a:pt x="19618" y="132200"/>
                      <a:pt x="16279" y="136531"/>
                      <a:pt x="799" y="137769"/>
                    </a:cubicBezTo>
                    <a:lnTo>
                      <a:pt x="799" y="142410"/>
                    </a:lnTo>
                    <a:lnTo>
                      <a:pt x="65147" y="142410"/>
                    </a:lnTo>
                    <a:lnTo>
                      <a:pt x="65147" y="137769"/>
                    </a:lnTo>
                    <a:cubicBezTo>
                      <a:pt x="49667" y="136531"/>
                      <a:pt x="45114" y="132818"/>
                      <a:pt x="45114" y="121680"/>
                    </a:cubicBezTo>
                    <a:lnTo>
                      <a:pt x="45114" y="34738"/>
                    </a:lnTo>
                    <a:cubicBezTo>
                      <a:pt x="59683" y="20815"/>
                      <a:pt x="66361" y="17102"/>
                      <a:pt x="76378" y="17102"/>
                    </a:cubicBezTo>
                    <a:cubicBezTo>
                      <a:pt x="91250" y="17102"/>
                      <a:pt x="98535" y="26693"/>
                      <a:pt x="98535" y="47114"/>
                    </a:cubicBezTo>
                    <a:lnTo>
                      <a:pt x="98535" y="111779"/>
                    </a:lnTo>
                    <a:cubicBezTo>
                      <a:pt x="98535" y="131271"/>
                      <a:pt x="94589" y="136531"/>
                      <a:pt x="79413" y="137769"/>
                    </a:cubicBezTo>
                    <a:lnTo>
                      <a:pt x="79413" y="142410"/>
                    </a:lnTo>
                    <a:lnTo>
                      <a:pt x="142547" y="142410"/>
                    </a:lnTo>
                    <a:lnTo>
                      <a:pt x="142547" y="137769"/>
                    </a:lnTo>
                    <a:cubicBezTo>
                      <a:pt x="127674" y="136222"/>
                      <a:pt x="124031" y="132509"/>
                      <a:pt x="124031" y="117348"/>
                    </a:cubicBezTo>
                    <a:lnTo>
                      <a:pt x="124031" y="46495"/>
                    </a:lnTo>
                    <a:cubicBezTo>
                      <a:pt x="124031" y="17411"/>
                      <a:pt x="110676" y="85"/>
                      <a:pt x="88215" y="85"/>
                    </a:cubicBezTo>
                    <a:cubicBezTo>
                      <a:pt x="74253" y="85"/>
                      <a:pt x="64843" y="5345"/>
                      <a:pt x="44203" y="25146"/>
                    </a:cubicBezTo>
                    <a:lnTo>
                      <a:pt x="44203" y="703"/>
                    </a:lnTo>
                    <a:lnTo>
                      <a:pt x="42079" y="85"/>
                    </a:lnTo>
                    <a:cubicBezTo>
                      <a:pt x="27206" y="5654"/>
                      <a:pt x="16886" y="9057"/>
                      <a:pt x="192" y="14008"/>
                    </a:cubicBezTo>
                    <a:lnTo>
                      <a:pt x="192" y="1926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3" name="Freeform: Shape 4132">
                <a:extLst>
                  <a:ext uri="{FF2B5EF4-FFF2-40B4-BE49-F238E27FC236}">
                    <a16:creationId xmlns:a16="http://schemas.microsoft.com/office/drawing/2014/main" id="{0EC75D5F-AB66-2397-3943-78E647F342CC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0124899" y="7869434"/>
                <a:ext cx="117465" cy="145419"/>
              </a:xfrm>
              <a:custGeom>
                <a:avLst/>
                <a:gdLst>
                  <a:gd name="connsiteX0" fmla="*/ 113413 w 117465"/>
                  <a:gd name="connsiteY0" fmla="*/ 94143 h 145419"/>
                  <a:gd name="connsiteX1" fmla="*/ 70615 w 117465"/>
                  <a:gd name="connsiteY1" fmla="*/ 123227 h 145419"/>
                  <a:gd name="connsiteX2" fmla="*/ 23569 w 117465"/>
                  <a:gd name="connsiteY2" fmla="*/ 62893 h 145419"/>
                  <a:gd name="connsiteX3" fmla="*/ 64848 w 117465"/>
                  <a:gd name="connsiteY3" fmla="*/ 9057 h 145419"/>
                  <a:gd name="connsiteX4" fmla="*/ 82757 w 117465"/>
                  <a:gd name="connsiteY4" fmla="*/ 23909 h 145419"/>
                  <a:gd name="connsiteX5" fmla="*/ 84578 w 117465"/>
                  <a:gd name="connsiteY5" fmla="*/ 30716 h 145419"/>
                  <a:gd name="connsiteX6" fmla="*/ 98844 w 117465"/>
                  <a:gd name="connsiteY6" fmla="*/ 44948 h 145419"/>
                  <a:gd name="connsiteX7" fmla="*/ 113413 w 117465"/>
                  <a:gd name="connsiteY7" fmla="*/ 31953 h 145419"/>
                  <a:gd name="connsiteX8" fmla="*/ 66670 w 117465"/>
                  <a:gd name="connsiteY8" fmla="*/ 85 h 145419"/>
                  <a:gd name="connsiteX9" fmla="*/ 23872 w 117465"/>
                  <a:gd name="connsiteY9" fmla="*/ 17411 h 145419"/>
                  <a:gd name="connsiteX10" fmla="*/ 197 w 117465"/>
                  <a:gd name="connsiteY10" fmla="*/ 76507 h 145419"/>
                  <a:gd name="connsiteX11" fmla="*/ 57867 w 117465"/>
                  <a:gd name="connsiteY11" fmla="*/ 145504 h 145419"/>
                  <a:gd name="connsiteX12" fmla="*/ 94594 w 117465"/>
                  <a:gd name="connsiteY12" fmla="*/ 130962 h 145419"/>
                  <a:gd name="connsiteX13" fmla="*/ 117662 w 117465"/>
                  <a:gd name="connsiteY13" fmla="*/ 96928 h 145419"/>
                  <a:gd name="connsiteX14" fmla="*/ 113413 w 117465"/>
                  <a:gd name="connsiteY14" fmla="*/ 94143 h 145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465" h="145419">
                    <a:moveTo>
                      <a:pt x="113413" y="94143"/>
                    </a:moveTo>
                    <a:cubicBezTo>
                      <a:pt x="98844" y="115801"/>
                      <a:pt x="87917" y="123227"/>
                      <a:pt x="70615" y="123227"/>
                    </a:cubicBezTo>
                    <a:cubicBezTo>
                      <a:pt x="42994" y="123227"/>
                      <a:pt x="23569" y="98475"/>
                      <a:pt x="23569" y="62893"/>
                    </a:cubicBezTo>
                    <a:cubicBezTo>
                      <a:pt x="23569" y="31025"/>
                      <a:pt x="40263" y="9057"/>
                      <a:pt x="64848" y="9057"/>
                    </a:cubicBezTo>
                    <a:cubicBezTo>
                      <a:pt x="75775" y="9057"/>
                      <a:pt x="79721" y="12461"/>
                      <a:pt x="82757" y="23909"/>
                    </a:cubicBezTo>
                    <a:lnTo>
                      <a:pt x="84578" y="30716"/>
                    </a:lnTo>
                    <a:cubicBezTo>
                      <a:pt x="87006" y="39379"/>
                      <a:pt x="92470" y="44948"/>
                      <a:pt x="98844" y="44948"/>
                    </a:cubicBezTo>
                    <a:cubicBezTo>
                      <a:pt x="106735" y="44948"/>
                      <a:pt x="113413" y="39069"/>
                      <a:pt x="113413" y="31953"/>
                    </a:cubicBezTo>
                    <a:cubicBezTo>
                      <a:pt x="113413" y="14627"/>
                      <a:pt x="92166" y="85"/>
                      <a:pt x="66670" y="85"/>
                    </a:cubicBezTo>
                    <a:cubicBezTo>
                      <a:pt x="51797" y="85"/>
                      <a:pt x="36317" y="6273"/>
                      <a:pt x="23872" y="17411"/>
                    </a:cubicBezTo>
                    <a:cubicBezTo>
                      <a:pt x="8696" y="31025"/>
                      <a:pt x="197" y="52064"/>
                      <a:pt x="197" y="76507"/>
                    </a:cubicBezTo>
                    <a:cubicBezTo>
                      <a:pt x="197" y="116729"/>
                      <a:pt x="24176" y="145504"/>
                      <a:pt x="57867" y="145504"/>
                    </a:cubicBezTo>
                    <a:cubicBezTo>
                      <a:pt x="71526" y="145504"/>
                      <a:pt x="83667" y="140553"/>
                      <a:pt x="94594" y="130962"/>
                    </a:cubicBezTo>
                    <a:cubicBezTo>
                      <a:pt x="102789" y="123536"/>
                      <a:pt x="108557" y="115182"/>
                      <a:pt x="117662" y="96928"/>
                    </a:cubicBezTo>
                    <a:lnTo>
                      <a:pt x="113413" y="94143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4" name="Freeform: Shape 4133">
                <a:extLst>
                  <a:ext uri="{FF2B5EF4-FFF2-40B4-BE49-F238E27FC236}">
                    <a16:creationId xmlns:a16="http://schemas.microsoft.com/office/drawing/2014/main" id="{B2E9A665-8D71-7AB4-DA92-943CD1D95BA3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0256527" y="7832615"/>
                <a:ext cx="80738" cy="182238"/>
              </a:xfrm>
              <a:custGeom>
                <a:avLst/>
                <a:gdLst>
                  <a:gd name="connsiteX0" fmla="*/ 73655 w 80738"/>
                  <a:gd name="connsiteY0" fmla="*/ 39998 h 182238"/>
                  <a:gd name="connsiteX1" fmla="*/ 42999 w 80738"/>
                  <a:gd name="connsiteY1" fmla="*/ 39998 h 182238"/>
                  <a:gd name="connsiteX2" fmla="*/ 42999 w 80738"/>
                  <a:gd name="connsiteY2" fmla="*/ 4107 h 182238"/>
                  <a:gd name="connsiteX3" fmla="*/ 40874 w 80738"/>
                  <a:gd name="connsiteY3" fmla="*/ 85 h 182238"/>
                  <a:gd name="connsiteX4" fmla="*/ 34804 w 80738"/>
                  <a:gd name="connsiteY4" fmla="*/ 8748 h 182238"/>
                  <a:gd name="connsiteX5" fmla="*/ 5361 w 80738"/>
                  <a:gd name="connsiteY5" fmla="*/ 41854 h 182238"/>
                  <a:gd name="connsiteX6" fmla="*/ 201 w 80738"/>
                  <a:gd name="connsiteY6" fmla="*/ 47733 h 182238"/>
                  <a:gd name="connsiteX7" fmla="*/ 1415 w 80738"/>
                  <a:gd name="connsiteY7" fmla="*/ 49898 h 182238"/>
                  <a:gd name="connsiteX8" fmla="*/ 17502 w 80738"/>
                  <a:gd name="connsiteY8" fmla="*/ 49898 h 182238"/>
                  <a:gd name="connsiteX9" fmla="*/ 17502 w 80738"/>
                  <a:gd name="connsiteY9" fmla="*/ 143029 h 182238"/>
                  <a:gd name="connsiteX10" fmla="*/ 44516 w 80738"/>
                  <a:gd name="connsiteY10" fmla="*/ 182323 h 182238"/>
                  <a:gd name="connsiteX11" fmla="*/ 80940 w 80738"/>
                  <a:gd name="connsiteY11" fmla="*/ 158808 h 182238"/>
                  <a:gd name="connsiteX12" fmla="*/ 76994 w 80738"/>
                  <a:gd name="connsiteY12" fmla="*/ 155405 h 182238"/>
                  <a:gd name="connsiteX13" fmla="*/ 58782 w 80738"/>
                  <a:gd name="connsiteY13" fmla="*/ 166234 h 182238"/>
                  <a:gd name="connsiteX14" fmla="*/ 42999 w 80738"/>
                  <a:gd name="connsiteY14" fmla="*/ 138388 h 182238"/>
                  <a:gd name="connsiteX15" fmla="*/ 42999 w 80738"/>
                  <a:gd name="connsiteY15" fmla="*/ 49898 h 182238"/>
                  <a:gd name="connsiteX16" fmla="*/ 73655 w 80738"/>
                  <a:gd name="connsiteY16" fmla="*/ 49898 h 182238"/>
                  <a:gd name="connsiteX17" fmla="*/ 73655 w 80738"/>
                  <a:gd name="connsiteY17" fmla="*/ 39998 h 182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738" h="182238">
                    <a:moveTo>
                      <a:pt x="73655" y="39998"/>
                    </a:moveTo>
                    <a:lnTo>
                      <a:pt x="42999" y="39998"/>
                    </a:lnTo>
                    <a:lnTo>
                      <a:pt x="42999" y="4107"/>
                    </a:lnTo>
                    <a:cubicBezTo>
                      <a:pt x="42999" y="1013"/>
                      <a:pt x="42695" y="85"/>
                      <a:pt x="40874" y="85"/>
                    </a:cubicBezTo>
                    <a:cubicBezTo>
                      <a:pt x="38749" y="2869"/>
                      <a:pt x="36928" y="5654"/>
                      <a:pt x="34804" y="8748"/>
                    </a:cubicBezTo>
                    <a:cubicBezTo>
                      <a:pt x="23269" y="25765"/>
                      <a:pt x="10218" y="40616"/>
                      <a:pt x="5361" y="41854"/>
                    </a:cubicBezTo>
                    <a:cubicBezTo>
                      <a:pt x="2022" y="44020"/>
                      <a:pt x="201" y="46186"/>
                      <a:pt x="201" y="47733"/>
                    </a:cubicBezTo>
                    <a:cubicBezTo>
                      <a:pt x="201" y="48661"/>
                      <a:pt x="505" y="49280"/>
                      <a:pt x="1415" y="49898"/>
                    </a:cubicBezTo>
                    <a:lnTo>
                      <a:pt x="17502" y="49898"/>
                    </a:lnTo>
                    <a:lnTo>
                      <a:pt x="17502" y="143029"/>
                    </a:lnTo>
                    <a:cubicBezTo>
                      <a:pt x="17502" y="169018"/>
                      <a:pt x="26608" y="182323"/>
                      <a:pt x="44516" y="182323"/>
                    </a:cubicBezTo>
                    <a:cubicBezTo>
                      <a:pt x="59389" y="182323"/>
                      <a:pt x="70923" y="174897"/>
                      <a:pt x="80940" y="158808"/>
                    </a:cubicBezTo>
                    <a:lnTo>
                      <a:pt x="76994" y="155405"/>
                    </a:lnTo>
                    <a:cubicBezTo>
                      <a:pt x="70620" y="163140"/>
                      <a:pt x="65460" y="166234"/>
                      <a:pt x="58782" y="166234"/>
                    </a:cubicBezTo>
                    <a:cubicBezTo>
                      <a:pt x="47552" y="166234"/>
                      <a:pt x="42999" y="157880"/>
                      <a:pt x="42999" y="138388"/>
                    </a:cubicBezTo>
                    <a:lnTo>
                      <a:pt x="42999" y="49898"/>
                    </a:lnTo>
                    <a:lnTo>
                      <a:pt x="73655" y="49898"/>
                    </a:lnTo>
                    <a:lnTo>
                      <a:pt x="73655" y="3999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5" name="Freeform: Shape 4134">
                <a:extLst>
                  <a:ext uri="{FF2B5EF4-FFF2-40B4-BE49-F238E27FC236}">
                    <a16:creationId xmlns:a16="http://schemas.microsoft.com/office/drawing/2014/main" id="{BF055187-EFC2-16BE-523C-1FE1CA88BE12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342132" y="7800437"/>
                <a:ext cx="71936" cy="211321"/>
              </a:xfrm>
              <a:custGeom>
                <a:avLst/>
                <a:gdLst>
                  <a:gd name="connsiteX0" fmla="*/ 48465 w 71936"/>
                  <a:gd name="connsiteY0" fmla="*/ 69081 h 211321"/>
                  <a:gd name="connsiteX1" fmla="*/ 1418 w 71936"/>
                  <a:gd name="connsiteY1" fmla="*/ 86099 h 211321"/>
                  <a:gd name="connsiteX2" fmla="*/ 1418 w 71936"/>
                  <a:gd name="connsiteY2" fmla="*/ 90740 h 211321"/>
                  <a:gd name="connsiteX3" fmla="*/ 3846 w 71936"/>
                  <a:gd name="connsiteY3" fmla="*/ 90430 h 211321"/>
                  <a:gd name="connsiteX4" fmla="*/ 14166 w 71936"/>
                  <a:gd name="connsiteY4" fmla="*/ 89502 h 211321"/>
                  <a:gd name="connsiteX5" fmla="*/ 24183 w 71936"/>
                  <a:gd name="connsiteY5" fmla="*/ 108066 h 211321"/>
                  <a:gd name="connsiteX6" fmla="*/ 24183 w 71936"/>
                  <a:gd name="connsiteY6" fmla="*/ 179847 h 211321"/>
                  <a:gd name="connsiteX7" fmla="*/ 204 w 71936"/>
                  <a:gd name="connsiteY7" fmla="*/ 206766 h 211321"/>
                  <a:gd name="connsiteX8" fmla="*/ 204 w 71936"/>
                  <a:gd name="connsiteY8" fmla="*/ 211407 h 211321"/>
                  <a:gd name="connsiteX9" fmla="*/ 72140 w 71936"/>
                  <a:gd name="connsiteY9" fmla="*/ 211407 h 211321"/>
                  <a:gd name="connsiteX10" fmla="*/ 72140 w 71936"/>
                  <a:gd name="connsiteY10" fmla="*/ 206766 h 211321"/>
                  <a:gd name="connsiteX11" fmla="*/ 49679 w 71936"/>
                  <a:gd name="connsiteY11" fmla="*/ 179847 h 211321"/>
                  <a:gd name="connsiteX12" fmla="*/ 49679 w 71936"/>
                  <a:gd name="connsiteY12" fmla="*/ 70010 h 211321"/>
                  <a:gd name="connsiteX13" fmla="*/ 48465 w 71936"/>
                  <a:gd name="connsiteY13" fmla="*/ 69081 h 211321"/>
                  <a:gd name="connsiteX14" fmla="*/ 34199 w 71936"/>
                  <a:gd name="connsiteY14" fmla="*/ 85 h 211321"/>
                  <a:gd name="connsiteX15" fmla="*/ 19023 w 71936"/>
                  <a:gd name="connsiteY15" fmla="*/ 15864 h 211321"/>
                  <a:gd name="connsiteX16" fmla="*/ 34199 w 71936"/>
                  <a:gd name="connsiteY16" fmla="*/ 31644 h 211321"/>
                  <a:gd name="connsiteX17" fmla="*/ 49983 w 71936"/>
                  <a:gd name="connsiteY17" fmla="*/ 15864 h 211321"/>
                  <a:gd name="connsiteX18" fmla="*/ 34199 w 71936"/>
                  <a:gd name="connsiteY18" fmla="*/ 85 h 211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936" h="211321">
                    <a:moveTo>
                      <a:pt x="48465" y="69081"/>
                    </a:moveTo>
                    <a:lnTo>
                      <a:pt x="1418" y="86099"/>
                    </a:lnTo>
                    <a:lnTo>
                      <a:pt x="1418" y="90740"/>
                    </a:lnTo>
                    <a:lnTo>
                      <a:pt x="3846" y="90430"/>
                    </a:lnTo>
                    <a:cubicBezTo>
                      <a:pt x="7489" y="89811"/>
                      <a:pt x="11435" y="89502"/>
                      <a:pt x="14166" y="89502"/>
                    </a:cubicBezTo>
                    <a:cubicBezTo>
                      <a:pt x="21451" y="89502"/>
                      <a:pt x="24183" y="94452"/>
                      <a:pt x="24183" y="108066"/>
                    </a:cubicBezTo>
                    <a:lnTo>
                      <a:pt x="24183" y="179847"/>
                    </a:lnTo>
                    <a:cubicBezTo>
                      <a:pt x="24183" y="202124"/>
                      <a:pt x="21147" y="205528"/>
                      <a:pt x="204" y="206766"/>
                    </a:cubicBezTo>
                    <a:lnTo>
                      <a:pt x="204" y="211407"/>
                    </a:lnTo>
                    <a:lnTo>
                      <a:pt x="72140" y="211407"/>
                    </a:lnTo>
                    <a:lnTo>
                      <a:pt x="72140" y="206766"/>
                    </a:lnTo>
                    <a:cubicBezTo>
                      <a:pt x="52107" y="205218"/>
                      <a:pt x="49679" y="202124"/>
                      <a:pt x="49679" y="179847"/>
                    </a:cubicBezTo>
                    <a:lnTo>
                      <a:pt x="49679" y="70010"/>
                    </a:lnTo>
                    <a:lnTo>
                      <a:pt x="48465" y="69081"/>
                    </a:lnTo>
                    <a:close/>
                    <a:moveTo>
                      <a:pt x="34199" y="85"/>
                    </a:moveTo>
                    <a:cubicBezTo>
                      <a:pt x="26004" y="85"/>
                      <a:pt x="19023" y="7201"/>
                      <a:pt x="19023" y="15864"/>
                    </a:cubicBezTo>
                    <a:cubicBezTo>
                      <a:pt x="19023" y="24527"/>
                      <a:pt x="25700" y="31644"/>
                      <a:pt x="34199" y="31644"/>
                    </a:cubicBezTo>
                    <a:cubicBezTo>
                      <a:pt x="43002" y="31644"/>
                      <a:pt x="49983" y="24837"/>
                      <a:pt x="49983" y="15864"/>
                    </a:cubicBezTo>
                    <a:cubicBezTo>
                      <a:pt x="49983" y="7201"/>
                      <a:pt x="43002" y="85"/>
                      <a:pt x="34199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6" name="Freeform: Shape 4135">
                <a:extLst>
                  <a:ext uri="{FF2B5EF4-FFF2-40B4-BE49-F238E27FC236}">
                    <a16:creationId xmlns:a16="http://schemas.microsoft.com/office/drawing/2014/main" id="{87C71668-15E1-1F2D-EF3A-F5BE9EAF73D9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0430772" y="7869434"/>
                <a:ext cx="133856" cy="145419"/>
              </a:xfrm>
              <a:custGeom>
                <a:avLst/>
                <a:gdLst>
                  <a:gd name="connsiteX0" fmla="*/ 67287 w 133856"/>
                  <a:gd name="connsiteY0" fmla="*/ 85 h 145419"/>
                  <a:gd name="connsiteX1" fmla="*/ 207 w 133856"/>
                  <a:gd name="connsiteY1" fmla="*/ 72485 h 145419"/>
                  <a:gd name="connsiteX2" fmla="*/ 66680 w 133856"/>
                  <a:gd name="connsiteY2" fmla="*/ 145504 h 145419"/>
                  <a:gd name="connsiteX3" fmla="*/ 134063 w 133856"/>
                  <a:gd name="connsiteY3" fmla="*/ 70010 h 145419"/>
                  <a:gd name="connsiteX4" fmla="*/ 67287 w 133856"/>
                  <a:gd name="connsiteY4" fmla="*/ 85 h 145419"/>
                  <a:gd name="connsiteX5" fmla="*/ 63341 w 133856"/>
                  <a:gd name="connsiteY5" fmla="*/ 8748 h 145419"/>
                  <a:gd name="connsiteX6" fmla="*/ 106745 w 133856"/>
                  <a:gd name="connsiteY6" fmla="*/ 80839 h 145419"/>
                  <a:gd name="connsiteX7" fmla="*/ 70322 w 133856"/>
                  <a:gd name="connsiteY7" fmla="*/ 136841 h 145419"/>
                  <a:gd name="connsiteX8" fmla="*/ 40880 w 133856"/>
                  <a:gd name="connsiteY8" fmla="*/ 117039 h 145419"/>
                  <a:gd name="connsiteX9" fmla="*/ 27524 w 133856"/>
                  <a:gd name="connsiteY9" fmla="*/ 57324 h 145419"/>
                  <a:gd name="connsiteX10" fmla="*/ 63341 w 133856"/>
                  <a:gd name="connsiteY10" fmla="*/ 8748 h 145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856" h="145419">
                    <a:moveTo>
                      <a:pt x="67287" y="85"/>
                    </a:moveTo>
                    <a:cubicBezTo>
                      <a:pt x="27828" y="85"/>
                      <a:pt x="207" y="29787"/>
                      <a:pt x="207" y="72485"/>
                    </a:cubicBezTo>
                    <a:cubicBezTo>
                      <a:pt x="207" y="114254"/>
                      <a:pt x="28435" y="145504"/>
                      <a:pt x="66680" y="145504"/>
                    </a:cubicBezTo>
                    <a:cubicBezTo>
                      <a:pt x="104924" y="145504"/>
                      <a:pt x="134063" y="112707"/>
                      <a:pt x="134063" y="70010"/>
                    </a:cubicBezTo>
                    <a:cubicBezTo>
                      <a:pt x="134063" y="29478"/>
                      <a:pt x="106138" y="85"/>
                      <a:pt x="67287" y="85"/>
                    </a:cubicBezTo>
                    <a:close/>
                    <a:moveTo>
                      <a:pt x="63341" y="8748"/>
                    </a:moveTo>
                    <a:cubicBezTo>
                      <a:pt x="88837" y="8748"/>
                      <a:pt x="106745" y="38451"/>
                      <a:pt x="106745" y="80839"/>
                    </a:cubicBezTo>
                    <a:cubicBezTo>
                      <a:pt x="106745" y="115801"/>
                      <a:pt x="93087" y="136841"/>
                      <a:pt x="70322" y="136841"/>
                    </a:cubicBezTo>
                    <a:cubicBezTo>
                      <a:pt x="58484" y="136841"/>
                      <a:pt x="47254" y="129415"/>
                      <a:pt x="40880" y="117039"/>
                    </a:cubicBezTo>
                    <a:cubicBezTo>
                      <a:pt x="32381" y="100950"/>
                      <a:pt x="27524" y="79292"/>
                      <a:pt x="27524" y="57324"/>
                    </a:cubicBezTo>
                    <a:cubicBezTo>
                      <a:pt x="27524" y="27931"/>
                      <a:pt x="41790" y="8748"/>
                      <a:pt x="63341" y="8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7" name="Freeform: Shape 4136">
                <a:extLst>
                  <a:ext uri="{FF2B5EF4-FFF2-40B4-BE49-F238E27FC236}">
                    <a16:creationId xmlns:a16="http://schemas.microsoft.com/office/drawing/2014/main" id="{C3DF5319-4C51-B221-34A7-B6A1CC1C29E5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0579160" y="7869434"/>
                <a:ext cx="142354" cy="142325"/>
              </a:xfrm>
              <a:custGeom>
                <a:avLst/>
                <a:gdLst>
                  <a:gd name="connsiteX0" fmla="*/ 212 w 142354"/>
                  <a:gd name="connsiteY0" fmla="*/ 19268 h 142325"/>
                  <a:gd name="connsiteX1" fmla="*/ 8407 w 142354"/>
                  <a:gd name="connsiteY1" fmla="*/ 18030 h 142325"/>
                  <a:gd name="connsiteX2" fmla="*/ 19638 w 142354"/>
                  <a:gd name="connsiteY2" fmla="*/ 37832 h 142325"/>
                  <a:gd name="connsiteX3" fmla="*/ 19638 w 142354"/>
                  <a:gd name="connsiteY3" fmla="*/ 114564 h 142325"/>
                  <a:gd name="connsiteX4" fmla="*/ 819 w 142354"/>
                  <a:gd name="connsiteY4" fmla="*/ 137769 h 142325"/>
                  <a:gd name="connsiteX5" fmla="*/ 819 w 142354"/>
                  <a:gd name="connsiteY5" fmla="*/ 142410 h 142325"/>
                  <a:gd name="connsiteX6" fmla="*/ 65167 w 142354"/>
                  <a:gd name="connsiteY6" fmla="*/ 142410 h 142325"/>
                  <a:gd name="connsiteX7" fmla="*/ 65167 w 142354"/>
                  <a:gd name="connsiteY7" fmla="*/ 137769 h 142325"/>
                  <a:gd name="connsiteX8" fmla="*/ 45134 w 142354"/>
                  <a:gd name="connsiteY8" fmla="*/ 121680 h 142325"/>
                  <a:gd name="connsiteX9" fmla="*/ 45134 w 142354"/>
                  <a:gd name="connsiteY9" fmla="*/ 34738 h 142325"/>
                  <a:gd name="connsiteX10" fmla="*/ 76397 w 142354"/>
                  <a:gd name="connsiteY10" fmla="*/ 17102 h 142325"/>
                  <a:gd name="connsiteX11" fmla="*/ 98555 w 142354"/>
                  <a:gd name="connsiteY11" fmla="*/ 47114 h 142325"/>
                  <a:gd name="connsiteX12" fmla="*/ 98555 w 142354"/>
                  <a:gd name="connsiteY12" fmla="*/ 111779 h 142325"/>
                  <a:gd name="connsiteX13" fmla="*/ 79433 w 142354"/>
                  <a:gd name="connsiteY13" fmla="*/ 137769 h 142325"/>
                  <a:gd name="connsiteX14" fmla="*/ 79433 w 142354"/>
                  <a:gd name="connsiteY14" fmla="*/ 142410 h 142325"/>
                  <a:gd name="connsiteX15" fmla="*/ 142567 w 142354"/>
                  <a:gd name="connsiteY15" fmla="*/ 142410 h 142325"/>
                  <a:gd name="connsiteX16" fmla="*/ 142567 w 142354"/>
                  <a:gd name="connsiteY16" fmla="*/ 137769 h 142325"/>
                  <a:gd name="connsiteX17" fmla="*/ 124051 w 142354"/>
                  <a:gd name="connsiteY17" fmla="*/ 117348 h 142325"/>
                  <a:gd name="connsiteX18" fmla="*/ 124051 w 142354"/>
                  <a:gd name="connsiteY18" fmla="*/ 46495 h 142325"/>
                  <a:gd name="connsiteX19" fmla="*/ 88235 w 142354"/>
                  <a:gd name="connsiteY19" fmla="*/ 85 h 142325"/>
                  <a:gd name="connsiteX20" fmla="*/ 44223 w 142354"/>
                  <a:gd name="connsiteY20" fmla="*/ 25146 h 142325"/>
                  <a:gd name="connsiteX21" fmla="*/ 44223 w 142354"/>
                  <a:gd name="connsiteY21" fmla="*/ 703 h 142325"/>
                  <a:gd name="connsiteX22" fmla="*/ 42099 w 142354"/>
                  <a:gd name="connsiteY22" fmla="*/ 85 h 142325"/>
                  <a:gd name="connsiteX23" fmla="*/ 212 w 142354"/>
                  <a:gd name="connsiteY23" fmla="*/ 14008 h 142325"/>
                  <a:gd name="connsiteX24" fmla="*/ 212 w 142354"/>
                  <a:gd name="connsiteY24" fmla="*/ 19268 h 142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2354" h="142325">
                    <a:moveTo>
                      <a:pt x="212" y="19268"/>
                    </a:moveTo>
                    <a:cubicBezTo>
                      <a:pt x="2033" y="18339"/>
                      <a:pt x="5068" y="18030"/>
                      <a:pt x="8407" y="18030"/>
                    </a:cubicBezTo>
                    <a:cubicBezTo>
                      <a:pt x="16906" y="18030"/>
                      <a:pt x="19638" y="22671"/>
                      <a:pt x="19638" y="37832"/>
                    </a:cubicBezTo>
                    <a:lnTo>
                      <a:pt x="19638" y="114564"/>
                    </a:lnTo>
                    <a:cubicBezTo>
                      <a:pt x="19638" y="132200"/>
                      <a:pt x="16299" y="136531"/>
                      <a:pt x="819" y="137769"/>
                    </a:cubicBezTo>
                    <a:lnTo>
                      <a:pt x="819" y="142410"/>
                    </a:lnTo>
                    <a:lnTo>
                      <a:pt x="65167" y="142410"/>
                    </a:lnTo>
                    <a:lnTo>
                      <a:pt x="65167" y="137769"/>
                    </a:lnTo>
                    <a:cubicBezTo>
                      <a:pt x="49687" y="136531"/>
                      <a:pt x="45134" y="132818"/>
                      <a:pt x="45134" y="121680"/>
                    </a:cubicBezTo>
                    <a:lnTo>
                      <a:pt x="45134" y="34738"/>
                    </a:lnTo>
                    <a:cubicBezTo>
                      <a:pt x="59703" y="20815"/>
                      <a:pt x="66381" y="17102"/>
                      <a:pt x="76397" y="17102"/>
                    </a:cubicBezTo>
                    <a:cubicBezTo>
                      <a:pt x="91270" y="17102"/>
                      <a:pt x="98555" y="26693"/>
                      <a:pt x="98555" y="47114"/>
                    </a:cubicBezTo>
                    <a:lnTo>
                      <a:pt x="98555" y="111779"/>
                    </a:lnTo>
                    <a:cubicBezTo>
                      <a:pt x="98555" y="131271"/>
                      <a:pt x="94609" y="136531"/>
                      <a:pt x="79433" y="137769"/>
                    </a:cubicBezTo>
                    <a:lnTo>
                      <a:pt x="79433" y="142410"/>
                    </a:lnTo>
                    <a:lnTo>
                      <a:pt x="142567" y="142410"/>
                    </a:lnTo>
                    <a:lnTo>
                      <a:pt x="142567" y="137769"/>
                    </a:lnTo>
                    <a:cubicBezTo>
                      <a:pt x="127694" y="136222"/>
                      <a:pt x="124051" y="132509"/>
                      <a:pt x="124051" y="117348"/>
                    </a:cubicBezTo>
                    <a:lnTo>
                      <a:pt x="124051" y="46495"/>
                    </a:lnTo>
                    <a:cubicBezTo>
                      <a:pt x="124051" y="17411"/>
                      <a:pt x="110696" y="85"/>
                      <a:pt x="88235" y="85"/>
                    </a:cubicBezTo>
                    <a:cubicBezTo>
                      <a:pt x="74273" y="85"/>
                      <a:pt x="64863" y="5345"/>
                      <a:pt x="44223" y="25146"/>
                    </a:cubicBezTo>
                    <a:lnTo>
                      <a:pt x="44223" y="703"/>
                    </a:lnTo>
                    <a:lnTo>
                      <a:pt x="42099" y="85"/>
                    </a:lnTo>
                    <a:cubicBezTo>
                      <a:pt x="27226" y="5654"/>
                      <a:pt x="16906" y="9057"/>
                      <a:pt x="212" y="14008"/>
                    </a:cubicBezTo>
                    <a:lnTo>
                      <a:pt x="212" y="1926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8" name="Freeform: Shape 4137">
                <a:extLst>
                  <a:ext uri="{FF2B5EF4-FFF2-40B4-BE49-F238E27FC236}">
                    <a16:creationId xmlns:a16="http://schemas.microsoft.com/office/drawing/2014/main" id="{AF836D81-3389-A8E3-995B-53E1712D9BAF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10751222" y="7869743"/>
                <a:ext cx="33691" cy="145419"/>
              </a:xfrm>
              <a:custGeom>
                <a:avLst/>
                <a:gdLst>
                  <a:gd name="connsiteX0" fmla="*/ 16911 w 33691"/>
                  <a:gd name="connsiteY0" fmla="*/ 85 h 145419"/>
                  <a:gd name="connsiteX1" fmla="*/ 217 w 33691"/>
                  <a:gd name="connsiteY1" fmla="*/ 17721 h 145419"/>
                  <a:gd name="connsiteX2" fmla="*/ 16607 w 33691"/>
                  <a:gd name="connsiteY2" fmla="*/ 34428 h 145419"/>
                  <a:gd name="connsiteX3" fmla="*/ 33908 w 33691"/>
                  <a:gd name="connsiteY3" fmla="*/ 17721 h 145419"/>
                  <a:gd name="connsiteX4" fmla="*/ 16911 w 33691"/>
                  <a:gd name="connsiteY4" fmla="*/ 85 h 145419"/>
                  <a:gd name="connsiteX5" fmla="*/ 16911 w 33691"/>
                  <a:gd name="connsiteY5" fmla="*/ 111160 h 145419"/>
                  <a:gd name="connsiteX6" fmla="*/ 217 w 33691"/>
                  <a:gd name="connsiteY6" fmla="*/ 128796 h 145419"/>
                  <a:gd name="connsiteX7" fmla="*/ 16607 w 33691"/>
                  <a:gd name="connsiteY7" fmla="*/ 145504 h 145419"/>
                  <a:gd name="connsiteX8" fmla="*/ 33908 w 33691"/>
                  <a:gd name="connsiteY8" fmla="*/ 128796 h 145419"/>
                  <a:gd name="connsiteX9" fmla="*/ 16911 w 33691"/>
                  <a:gd name="connsiteY9" fmla="*/ 111160 h 145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691" h="145419">
                    <a:moveTo>
                      <a:pt x="16911" y="85"/>
                    </a:moveTo>
                    <a:cubicBezTo>
                      <a:pt x="7805" y="85"/>
                      <a:pt x="217" y="8129"/>
                      <a:pt x="217" y="17721"/>
                    </a:cubicBezTo>
                    <a:cubicBezTo>
                      <a:pt x="217" y="26693"/>
                      <a:pt x="7805" y="34428"/>
                      <a:pt x="16607" y="34428"/>
                    </a:cubicBezTo>
                    <a:cubicBezTo>
                      <a:pt x="26017" y="34428"/>
                      <a:pt x="33908" y="26693"/>
                      <a:pt x="33908" y="17721"/>
                    </a:cubicBezTo>
                    <a:cubicBezTo>
                      <a:pt x="33908" y="8129"/>
                      <a:pt x="26017" y="85"/>
                      <a:pt x="16911" y="85"/>
                    </a:cubicBezTo>
                    <a:close/>
                    <a:moveTo>
                      <a:pt x="16911" y="111160"/>
                    </a:moveTo>
                    <a:cubicBezTo>
                      <a:pt x="7805" y="111160"/>
                      <a:pt x="217" y="119205"/>
                      <a:pt x="217" y="128796"/>
                    </a:cubicBezTo>
                    <a:cubicBezTo>
                      <a:pt x="217" y="137769"/>
                      <a:pt x="7805" y="145504"/>
                      <a:pt x="16607" y="145504"/>
                    </a:cubicBezTo>
                    <a:cubicBezTo>
                      <a:pt x="26017" y="145504"/>
                      <a:pt x="33908" y="137769"/>
                      <a:pt x="33908" y="128796"/>
                    </a:cubicBezTo>
                    <a:cubicBezTo>
                      <a:pt x="33908" y="119205"/>
                      <a:pt x="26017" y="111160"/>
                      <a:pt x="16911" y="1111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39" name="Freeform: Shape 4138">
                <a:extLst>
                  <a:ext uri="{FF2B5EF4-FFF2-40B4-BE49-F238E27FC236}">
                    <a16:creationId xmlns:a16="http://schemas.microsoft.com/office/drawing/2014/main" id="{7B6D942F-ED51-6FFE-BB21-9615ADFC7EA0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11108711" y="7875313"/>
                <a:ext cx="136587" cy="200183"/>
              </a:xfrm>
              <a:custGeom>
                <a:avLst/>
                <a:gdLst>
                  <a:gd name="connsiteX0" fmla="*/ 12068 w 136587"/>
                  <a:gd name="connsiteY0" fmla="*/ 12770 h 200183"/>
                  <a:gd name="connsiteX1" fmla="*/ 21477 w 136587"/>
                  <a:gd name="connsiteY1" fmla="*/ 11532 h 200183"/>
                  <a:gd name="connsiteX2" fmla="*/ 57293 w 136587"/>
                  <a:gd name="connsiteY2" fmla="*/ 72485 h 200183"/>
                  <a:gd name="connsiteX3" fmla="*/ 69738 w 136587"/>
                  <a:gd name="connsiteY3" fmla="*/ 134056 h 200183"/>
                  <a:gd name="connsiteX4" fmla="*/ 63364 w 136587"/>
                  <a:gd name="connsiteY4" fmla="*/ 149526 h 200183"/>
                  <a:gd name="connsiteX5" fmla="*/ 44545 w 136587"/>
                  <a:gd name="connsiteY5" fmla="*/ 173968 h 200183"/>
                  <a:gd name="connsiteX6" fmla="*/ 30583 w 136587"/>
                  <a:gd name="connsiteY6" fmla="*/ 183251 h 200183"/>
                  <a:gd name="connsiteX7" fmla="*/ 23298 w 136587"/>
                  <a:gd name="connsiteY7" fmla="*/ 179847 h 200183"/>
                  <a:gd name="connsiteX8" fmla="*/ 12068 w 136587"/>
                  <a:gd name="connsiteY8" fmla="*/ 174587 h 200183"/>
                  <a:gd name="connsiteX9" fmla="*/ 230 w 136587"/>
                  <a:gd name="connsiteY9" fmla="*/ 186654 h 200183"/>
                  <a:gd name="connsiteX10" fmla="*/ 15710 w 136587"/>
                  <a:gd name="connsiteY10" fmla="*/ 200268 h 200183"/>
                  <a:gd name="connsiteX11" fmla="*/ 107679 w 136587"/>
                  <a:gd name="connsiteY11" fmla="*/ 92596 h 200183"/>
                  <a:gd name="connsiteX12" fmla="*/ 136818 w 136587"/>
                  <a:gd name="connsiteY12" fmla="*/ 17101 h 200183"/>
                  <a:gd name="connsiteX13" fmla="*/ 120124 w 136587"/>
                  <a:gd name="connsiteY13" fmla="*/ 84 h 200183"/>
                  <a:gd name="connsiteX14" fmla="*/ 108286 w 136587"/>
                  <a:gd name="connsiteY14" fmla="*/ 11532 h 200183"/>
                  <a:gd name="connsiteX15" fmla="*/ 116785 w 136587"/>
                  <a:gd name="connsiteY15" fmla="*/ 23599 h 200183"/>
                  <a:gd name="connsiteX16" fmla="*/ 124677 w 136587"/>
                  <a:gd name="connsiteY16" fmla="*/ 34119 h 200183"/>
                  <a:gd name="connsiteX17" fmla="*/ 87646 w 136587"/>
                  <a:gd name="connsiteY17" fmla="*/ 114254 h 200183"/>
                  <a:gd name="connsiteX18" fmla="*/ 81576 w 136587"/>
                  <a:gd name="connsiteY18" fmla="*/ 78363 h 200183"/>
                  <a:gd name="connsiteX19" fmla="*/ 55472 w 136587"/>
                  <a:gd name="connsiteY19" fmla="*/ 84 h 200183"/>
                  <a:gd name="connsiteX20" fmla="*/ 54258 w 136587"/>
                  <a:gd name="connsiteY20" fmla="*/ 84 h 200183"/>
                  <a:gd name="connsiteX21" fmla="*/ 51526 w 136587"/>
                  <a:gd name="connsiteY21" fmla="*/ 394 h 200183"/>
                  <a:gd name="connsiteX22" fmla="*/ 21781 w 136587"/>
                  <a:gd name="connsiteY22" fmla="*/ 5654 h 200183"/>
                  <a:gd name="connsiteX23" fmla="*/ 12068 w 136587"/>
                  <a:gd name="connsiteY23" fmla="*/ 7510 h 200183"/>
                  <a:gd name="connsiteX24" fmla="*/ 12068 w 136587"/>
                  <a:gd name="connsiteY24" fmla="*/ 12770 h 200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6587" h="200183">
                    <a:moveTo>
                      <a:pt x="12068" y="12770"/>
                    </a:moveTo>
                    <a:cubicBezTo>
                      <a:pt x="16013" y="11842"/>
                      <a:pt x="18138" y="11532"/>
                      <a:pt x="21477" y="11532"/>
                    </a:cubicBezTo>
                    <a:cubicBezTo>
                      <a:pt x="38778" y="11532"/>
                      <a:pt x="43331" y="19267"/>
                      <a:pt x="57293" y="72485"/>
                    </a:cubicBezTo>
                    <a:cubicBezTo>
                      <a:pt x="62453" y="92596"/>
                      <a:pt x="69738" y="128796"/>
                      <a:pt x="69738" y="134056"/>
                    </a:cubicBezTo>
                    <a:cubicBezTo>
                      <a:pt x="69738" y="139006"/>
                      <a:pt x="67917" y="143956"/>
                      <a:pt x="63364" y="149526"/>
                    </a:cubicBezTo>
                    <a:cubicBezTo>
                      <a:pt x="53955" y="162211"/>
                      <a:pt x="47884" y="170256"/>
                      <a:pt x="44545" y="173968"/>
                    </a:cubicBezTo>
                    <a:cubicBezTo>
                      <a:pt x="38171" y="180775"/>
                      <a:pt x="34529" y="183251"/>
                      <a:pt x="30583" y="183251"/>
                    </a:cubicBezTo>
                    <a:cubicBezTo>
                      <a:pt x="28762" y="183251"/>
                      <a:pt x="26637" y="182322"/>
                      <a:pt x="23298" y="179847"/>
                    </a:cubicBezTo>
                    <a:cubicBezTo>
                      <a:pt x="18745" y="176134"/>
                      <a:pt x="15406" y="174587"/>
                      <a:pt x="12068" y="174587"/>
                    </a:cubicBezTo>
                    <a:cubicBezTo>
                      <a:pt x="5390" y="174587"/>
                      <a:pt x="230" y="179847"/>
                      <a:pt x="230" y="186654"/>
                    </a:cubicBezTo>
                    <a:cubicBezTo>
                      <a:pt x="230" y="194389"/>
                      <a:pt x="6908" y="200268"/>
                      <a:pt x="15710" y="200268"/>
                    </a:cubicBezTo>
                    <a:cubicBezTo>
                      <a:pt x="35136" y="200268"/>
                      <a:pt x="74898" y="153857"/>
                      <a:pt x="107679" y="92596"/>
                    </a:cubicBezTo>
                    <a:cubicBezTo>
                      <a:pt x="128319" y="54539"/>
                      <a:pt x="136818" y="32262"/>
                      <a:pt x="136818" y="17101"/>
                    </a:cubicBezTo>
                    <a:cubicBezTo>
                      <a:pt x="136818" y="7819"/>
                      <a:pt x="129230" y="84"/>
                      <a:pt x="120124" y="84"/>
                    </a:cubicBezTo>
                    <a:cubicBezTo>
                      <a:pt x="113143" y="84"/>
                      <a:pt x="108286" y="4725"/>
                      <a:pt x="108286" y="11532"/>
                    </a:cubicBezTo>
                    <a:cubicBezTo>
                      <a:pt x="108286" y="16173"/>
                      <a:pt x="110714" y="19577"/>
                      <a:pt x="116785" y="23599"/>
                    </a:cubicBezTo>
                    <a:cubicBezTo>
                      <a:pt x="122552" y="27002"/>
                      <a:pt x="124677" y="29787"/>
                      <a:pt x="124677" y="34119"/>
                    </a:cubicBezTo>
                    <a:cubicBezTo>
                      <a:pt x="124677" y="46495"/>
                      <a:pt x="113446" y="70628"/>
                      <a:pt x="87646" y="114254"/>
                    </a:cubicBezTo>
                    <a:lnTo>
                      <a:pt x="81576" y="78363"/>
                    </a:lnTo>
                    <a:cubicBezTo>
                      <a:pt x="77023" y="51136"/>
                      <a:pt x="60025" y="84"/>
                      <a:pt x="55472" y="84"/>
                    </a:cubicBezTo>
                    <a:lnTo>
                      <a:pt x="54258" y="84"/>
                    </a:lnTo>
                    <a:cubicBezTo>
                      <a:pt x="53955" y="394"/>
                      <a:pt x="52740" y="394"/>
                      <a:pt x="51526" y="394"/>
                    </a:cubicBezTo>
                    <a:cubicBezTo>
                      <a:pt x="48795" y="703"/>
                      <a:pt x="37867" y="2560"/>
                      <a:pt x="21781" y="5654"/>
                    </a:cubicBezTo>
                    <a:cubicBezTo>
                      <a:pt x="20263" y="5963"/>
                      <a:pt x="16317" y="6891"/>
                      <a:pt x="12068" y="7510"/>
                    </a:cubicBezTo>
                    <a:lnTo>
                      <a:pt x="12068" y="12770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0" name="Freeform: Shape 4139">
                <a:extLst>
                  <a:ext uri="{FF2B5EF4-FFF2-40B4-BE49-F238E27FC236}">
                    <a16:creationId xmlns:a16="http://schemas.microsoft.com/office/drawing/2014/main" id="{750CE914-3ECF-EB88-733A-E24FCF9C98C7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11335965" y="7898209"/>
                <a:ext cx="201846" cy="72400"/>
              </a:xfrm>
              <a:custGeom>
                <a:avLst/>
                <a:gdLst>
                  <a:gd name="connsiteX0" fmla="*/ 191764 w 201846"/>
                  <a:gd name="connsiteY0" fmla="*/ 12460 h 72400"/>
                  <a:gd name="connsiteX1" fmla="*/ 202084 w 201846"/>
                  <a:gd name="connsiteY1" fmla="*/ 6272 h 72400"/>
                  <a:gd name="connsiteX2" fmla="*/ 192067 w 201846"/>
                  <a:gd name="connsiteY2" fmla="*/ 84 h 72400"/>
                  <a:gd name="connsiteX3" fmla="*/ 10254 w 201846"/>
                  <a:gd name="connsiteY3" fmla="*/ 84 h 72400"/>
                  <a:gd name="connsiteX4" fmla="*/ 237 w 201846"/>
                  <a:gd name="connsiteY4" fmla="*/ 6272 h 72400"/>
                  <a:gd name="connsiteX5" fmla="*/ 10557 w 201846"/>
                  <a:gd name="connsiteY5" fmla="*/ 12460 h 72400"/>
                  <a:gd name="connsiteX6" fmla="*/ 191764 w 201846"/>
                  <a:gd name="connsiteY6" fmla="*/ 12460 h 72400"/>
                  <a:gd name="connsiteX7" fmla="*/ 192067 w 201846"/>
                  <a:gd name="connsiteY7" fmla="*/ 72484 h 72400"/>
                  <a:gd name="connsiteX8" fmla="*/ 202084 w 201846"/>
                  <a:gd name="connsiteY8" fmla="*/ 66296 h 72400"/>
                  <a:gd name="connsiteX9" fmla="*/ 191764 w 201846"/>
                  <a:gd name="connsiteY9" fmla="*/ 60108 h 72400"/>
                  <a:gd name="connsiteX10" fmla="*/ 10557 w 201846"/>
                  <a:gd name="connsiteY10" fmla="*/ 60108 h 72400"/>
                  <a:gd name="connsiteX11" fmla="*/ 237 w 201846"/>
                  <a:gd name="connsiteY11" fmla="*/ 66296 h 72400"/>
                  <a:gd name="connsiteX12" fmla="*/ 10254 w 201846"/>
                  <a:gd name="connsiteY12" fmla="*/ 72484 h 72400"/>
                  <a:gd name="connsiteX13" fmla="*/ 192067 w 201846"/>
                  <a:gd name="connsiteY13" fmla="*/ 72484 h 7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846" h="72400">
                    <a:moveTo>
                      <a:pt x="191764" y="12460"/>
                    </a:moveTo>
                    <a:cubicBezTo>
                      <a:pt x="196317" y="12460"/>
                      <a:pt x="202084" y="12460"/>
                      <a:pt x="202084" y="6272"/>
                    </a:cubicBezTo>
                    <a:cubicBezTo>
                      <a:pt x="202084" y="84"/>
                      <a:pt x="196317" y="84"/>
                      <a:pt x="192067" y="84"/>
                    </a:cubicBezTo>
                    <a:lnTo>
                      <a:pt x="10254" y="84"/>
                    </a:lnTo>
                    <a:cubicBezTo>
                      <a:pt x="6004" y="84"/>
                      <a:pt x="237" y="84"/>
                      <a:pt x="237" y="6272"/>
                    </a:cubicBezTo>
                    <a:cubicBezTo>
                      <a:pt x="237" y="12460"/>
                      <a:pt x="6004" y="12460"/>
                      <a:pt x="10557" y="12460"/>
                    </a:cubicBezTo>
                    <a:lnTo>
                      <a:pt x="191764" y="12460"/>
                    </a:lnTo>
                    <a:close/>
                    <a:moveTo>
                      <a:pt x="192067" y="72484"/>
                    </a:moveTo>
                    <a:cubicBezTo>
                      <a:pt x="196317" y="72484"/>
                      <a:pt x="202084" y="72484"/>
                      <a:pt x="202084" y="66296"/>
                    </a:cubicBezTo>
                    <a:cubicBezTo>
                      <a:pt x="202084" y="60108"/>
                      <a:pt x="196317" y="60108"/>
                      <a:pt x="191764" y="60108"/>
                    </a:cubicBezTo>
                    <a:lnTo>
                      <a:pt x="10557" y="60108"/>
                    </a:lnTo>
                    <a:cubicBezTo>
                      <a:pt x="6004" y="60108"/>
                      <a:pt x="237" y="60108"/>
                      <a:pt x="237" y="66296"/>
                    </a:cubicBezTo>
                    <a:cubicBezTo>
                      <a:pt x="237" y="72484"/>
                      <a:pt x="6004" y="72484"/>
                      <a:pt x="10254" y="72484"/>
                    </a:cubicBezTo>
                    <a:lnTo>
                      <a:pt x="192067" y="72484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1" name="Freeform: Shape 4140">
                <a:extLst>
                  <a:ext uri="{FF2B5EF4-FFF2-40B4-BE49-F238E27FC236}">
                    <a16:creationId xmlns:a16="http://schemas.microsoft.com/office/drawing/2014/main" id="{E3222014-8953-9E51-E5FC-098290915B7B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11630678" y="7802603"/>
                <a:ext cx="137194" cy="213487"/>
              </a:xfrm>
              <a:custGeom>
                <a:avLst/>
                <a:gdLst>
                  <a:gd name="connsiteX0" fmla="*/ 70058 w 137194"/>
                  <a:gd name="connsiteY0" fmla="*/ 85 h 213487"/>
                  <a:gd name="connsiteX1" fmla="*/ 29385 w 137194"/>
                  <a:gd name="connsiteY1" fmla="*/ 16174 h 213487"/>
                  <a:gd name="connsiteX2" fmla="*/ 246 w 137194"/>
                  <a:gd name="connsiteY2" fmla="*/ 105282 h 213487"/>
                  <a:gd name="connsiteX3" fmla="*/ 24528 w 137194"/>
                  <a:gd name="connsiteY3" fmla="*/ 192533 h 213487"/>
                  <a:gd name="connsiteX4" fmla="*/ 68844 w 137194"/>
                  <a:gd name="connsiteY4" fmla="*/ 213572 h 213487"/>
                  <a:gd name="connsiteX5" fmla="*/ 108302 w 137194"/>
                  <a:gd name="connsiteY5" fmla="*/ 197483 h 213487"/>
                  <a:gd name="connsiteX6" fmla="*/ 137441 w 137194"/>
                  <a:gd name="connsiteY6" fmla="*/ 107138 h 213487"/>
                  <a:gd name="connsiteX7" fmla="*/ 70058 w 137194"/>
                  <a:gd name="connsiteY7" fmla="*/ 85 h 213487"/>
                  <a:gd name="connsiteX8" fmla="*/ 69147 w 137194"/>
                  <a:gd name="connsiteY8" fmla="*/ 8129 h 213487"/>
                  <a:gd name="connsiteX9" fmla="*/ 108302 w 137194"/>
                  <a:gd name="connsiteY9" fmla="*/ 107757 h 213487"/>
                  <a:gd name="connsiteX10" fmla="*/ 68844 w 137194"/>
                  <a:gd name="connsiteY10" fmla="*/ 205528 h 213487"/>
                  <a:gd name="connsiteX11" fmla="*/ 29385 w 137194"/>
                  <a:gd name="connsiteY11" fmla="*/ 108066 h 213487"/>
                  <a:gd name="connsiteX12" fmla="*/ 69147 w 137194"/>
                  <a:gd name="connsiteY12" fmla="*/ 8129 h 213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7194" h="213487">
                    <a:moveTo>
                      <a:pt x="70058" y="85"/>
                    </a:moveTo>
                    <a:cubicBezTo>
                      <a:pt x="53364" y="85"/>
                      <a:pt x="40615" y="5345"/>
                      <a:pt x="29385" y="16174"/>
                    </a:cubicBezTo>
                    <a:cubicBezTo>
                      <a:pt x="11780" y="33500"/>
                      <a:pt x="246" y="69081"/>
                      <a:pt x="246" y="105282"/>
                    </a:cubicBezTo>
                    <a:cubicBezTo>
                      <a:pt x="246" y="139006"/>
                      <a:pt x="10263" y="175206"/>
                      <a:pt x="24528" y="192533"/>
                    </a:cubicBezTo>
                    <a:cubicBezTo>
                      <a:pt x="35759" y="206147"/>
                      <a:pt x="51239" y="213572"/>
                      <a:pt x="68844" y="213572"/>
                    </a:cubicBezTo>
                    <a:cubicBezTo>
                      <a:pt x="84323" y="213572"/>
                      <a:pt x="97375" y="208313"/>
                      <a:pt x="108302" y="197483"/>
                    </a:cubicBezTo>
                    <a:cubicBezTo>
                      <a:pt x="125907" y="180466"/>
                      <a:pt x="137441" y="144576"/>
                      <a:pt x="137441" y="107138"/>
                    </a:cubicBezTo>
                    <a:cubicBezTo>
                      <a:pt x="137441" y="43710"/>
                      <a:pt x="109820" y="85"/>
                      <a:pt x="70058" y="85"/>
                    </a:cubicBezTo>
                    <a:close/>
                    <a:moveTo>
                      <a:pt x="69147" y="8129"/>
                    </a:moveTo>
                    <a:cubicBezTo>
                      <a:pt x="94643" y="8129"/>
                      <a:pt x="108302" y="43092"/>
                      <a:pt x="108302" y="107757"/>
                    </a:cubicBezTo>
                    <a:cubicBezTo>
                      <a:pt x="108302" y="172422"/>
                      <a:pt x="94947" y="205528"/>
                      <a:pt x="68844" y="205528"/>
                    </a:cubicBezTo>
                    <a:cubicBezTo>
                      <a:pt x="42740" y="205528"/>
                      <a:pt x="29385" y="172422"/>
                      <a:pt x="29385" y="108066"/>
                    </a:cubicBezTo>
                    <a:cubicBezTo>
                      <a:pt x="29385" y="42473"/>
                      <a:pt x="43044" y="8129"/>
                      <a:pt x="69147" y="81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2" name="Freeform: Shape 4141">
                <a:extLst>
                  <a:ext uri="{FF2B5EF4-FFF2-40B4-BE49-F238E27FC236}">
                    <a16:creationId xmlns:a16="http://schemas.microsoft.com/office/drawing/2014/main" id="{083277E8-9354-19C6-0576-2FDC252F8151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1801830" y="7978963"/>
                <a:ext cx="32174" cy="32796"/>
              </a:xfrm>
              <a:custGeom>
                <a:avLst/>
                <a:gdLst>
                  <a:gd name="connsiteX0" fmla="*/ 32425 w 32174"/>
                  <a:gd name="connsiteY0" fmla="*/ 16483 h 32796"/>
                  <a:gd name="connsiteX1" fmla="*/ 16338 w 32174"/>
                  <a:gd name="connsiteY1" fmla="*/ 85 h 32796"/>
                  <a:gd name="connsiteX2" fmla="*/ 251 w 32174"/>
                  <a:gd name="connsiteY2" fmla="*/ 16483 h 32796"/>
                  <a:gd name="connsiteX3" fmla="*/ 16338 w 32174"/>
                  <a:gd name="connsiteY3" fmla="*/ 32881 h 32796"/>
                  <a:gd name="connsiteX4" fmla="*/ 32425 w 32174"/>
                  <a:gd name="connsiteY4" fmla="*/ 16483 h 32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174" h="32796">
                    <a:moveTo>
                      <a:pt x="32425" y="16483"/>
                    </a:moveTo>
                    <a:cubicBezTo>
                      <a:pt x="32425" y="7510"/>
                      <a:pt x="25141" y="85"/>
                      <a:pt x="16338" y="85"/>
                    </a:cubicBezTo>
                    <a:cubicBezTo>
                      <a:pt x="7536" y="85"/>
                      <a:pt x="251" y="7510"/>
                      <a:pt x="251" y="16483"/>
                    </a:cubicBezTo>
                    <a:cubicBezTo>
                      <a:pt x="251" y="25455"/>
                      <a:pt x="7536" y="32881"/>
                      <a:pt x="16338" y="32881"/>
                    </a:cubicBezTo>
                    <a:cubicBezTo>
                      <a:pt x="25141" y="32881"/>
                      <a:pt x="32425" y="25456"/>
                      <a:pt x="32425" y="164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3" name="Freeform: Shape 4142">
                <a:extLst>
                  <a:ext uri="{FF2B5EF4-FFF2-40B4-BE49-F238E27FC236}">
                    <a16:creationId xmlns:a16="http://schemas.microsoft.com/office/drawing/2014/main" id="{AF66908A-3D3A-1ECF-3F43-99D4C11C745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1869829" y="7798890"/>
                <a:ext cx="123232" cy="217200"/>
              </a:xfrm>
              <a:custGeom>
                <a:avLst/>
                <a:gdLst>
                  <a:gd name="connsiteX0" fmla="*/ 45480 w 123232"/>
                  <a:gd name="connsiteY0" fmla="*/ 32572 h 217200"/>
                  <a:gd name="connsiteX1" fmla="*/ 104971 w 123232"/>
                  <a:gd name="connsiteY1" fmla="*/ 32572 h 217200"/>
                  <a:gd name="connsiteX2" fmla="*/ 111952 w 123232"/>
                  <a:gd name="connsiteY2" fmla="*/ 29787 h 217200"/>
                  <a:gd name="connsiteX3" fmla="*/ 123486 w 123232"/>
                  <a:gd name="connsiteY3" fmla="*/ 2251 h 217200"/>
                  <a:gd name="connsiteX4" fmla="*/ 120755 w 123232"/>
                  <a:gd name="connsiteY4" fmla="*/ 85 h 217200"/>
                  <a:gd name="connsiteX5" fmla="*/ 106792 w 123232"/>
                  <a:gd name="connsiteY5" fmla="*/ 8129 h 217200"/>
                  <a:gd name="connsiteX6" fmla="*/ 43355 w 123232"/>
                  <a:gd name="connsiteY6" fmla="*/ 8129 h 217200"/>
                  <a:gd name="connsiteX7" fmla="*/ 10270 w 123232"/>
                  <a:gd name="connsiteY7" fmla="*/ 81458 h 217200"/>
                  <a:gd name="connsiteX8" fmla="*/ 9967 w 123232"/>
                  <a:gd name="connsiteY8" fmla="*/ 83005 h 217200"/>
                  <a:gd name="connsiteX9" fmla="*/ 13609 w 123232"/>
                  <a:gd name="connsiteY9" fmla="*/ 85480 h 217200"/>
                  <a:gd name="connsiteX10" fmla="*/ 47908 w 123232"/>
                  <a:gd name="connsiteY10" fmla="*/ 91668 h 217200"/>
                  <a:gd name="connsiteX11" fmla="*/ 98901 w 123232"/>
                  <a:gd name="connsiteY11" fmla="*/ 152929 h 217200"/>
                  <a:gd name="connsiteX12" fmla="*/ 56710 w 123232"/>
                  <a:gd name="connsiteY12" fmla="*/ 205837 h 217200"/>
                  <a:gd name="connsiteX13" fmla="*/ 36374 w 123232"/>
                  <a:gd name="connsiteY13" fmla="*/ 196865 h 217200"/>
                  <a:gd name="connsiteX14" fmla="*/ 13306 w 123232"/>
                  <a:gd name="connsiteY14" fmla="*/ 186654 h 217200"/>
                  <a:gd name="connsiteX15" fmla="*/ 254 w 123232"/>
                  <a:gd name="connsiteY15" fmla="*/ 198102 h 217200"/>
                  <a:gd name="connsiteX16" fmla="*/ 37284 w 123232"/>
                  <a:gd name="connsiteY16" fmla="*/ 217285 h 217200"/>
                  <a:gd name="connsiteX17" fmla="*/ 99811 w 123232"/>
                  <a:gd name="connsiteY17" fmla="*/ 193152 h 217200"/>
                  <a:gd name="connsiteX18" fmla="*/ 120148 w 123232"/>
                  <a:gd name="connsiteY18" fmla="*/ 138078 h 217200"/>
                  <a:gd name="connsiteX19" fmla="*/ 99204 w 123232"/>
                  <a:gd name="connsiteY19" fmla="*/ 86099 h 217200"/>
                  <a:gd name="connsiteX20" fmla="*/ 32731 w 123232"/>
                  <a:gd name="connsiteY20" fmla="*/ 58871 h 217200"/>
                  <a:gd name="connsiteX21" fmla="*/ 45480 w 123232"/>
                  <a:gd name="connsiteY21" fmla="*/ 32572 h 21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3232" h="217200">
                    <a:moveTo>
                      <a:pt x="45480" y="32572"/>
                    </a:moveTo>
                    <a:lnTo>
                      <a:pt x="104971" y="32572"/>
                    </a:lnTo>
                    <a:cubicBezTo>
                      <a:pt x="109828" y="32572"/>
                      <a:pt x="111042" y="31953"/>
                      <a:pt x="111952" y="29787"/>
                    </a:cubicBezTo>
                    <a:lnTo>
                      <a:pt x="123486" y="2251"/>
                    </a:lnTo>
                    <a:lnTo>
                      <a:pt x="120755" y="85"/>
                    </a:lnTo>
                    <a:cubicBezTo>
                      <a:pt x="116202" y="6582"/>
                      <a:pt x="113166" y="8129"/>
                      <a:pt x="106792" y="8129"/>
                    </a:cubicBezTo>
                    <a:lnTo>
                      <a:pt x="43355" y="8129"/>
                    </a:lnTo>
                    <a:lnTo>
                      <a:pt x="10270" y="81458"/>
                    </a:lnTo>
                    <a:cubicBezTo>
                      <a:pt x="9967" y="82076"/>
                      <a:pt x="9967" y="82386"/>
                      <a:pt x="9967" y="83005"/>
                    </a:cubicBezTo>
                    <a:cubicBezTo>
                      <a:pt x="9967" y="84552"/>
                      <a:pt x="11181" y="85480"/>
                      <a:pt x="13609" y="85480"/>
                    </a:cubicBezTo>
                    <a:cubicBezTo>
                      <a:pt x="23322" y="85480"/>
                      <a:pt x="35463" y="87646"/>
                      <a:pt x="47908" y="91668"/>
                    </a:cubicBezTo>
                    <a:cubicBezTo>
                      <a:pt x="82814" y="103116"/>
                      <a:pt x="98901" y="122299"/>
                      <a:pt x="98901" y="152929"/>
                    </a:cubicBezTo>
                    <a:cubicBezTo>
                      <a:pt x="98901" y="182632"/>
                      <a:pt x="80385" y="205837"/>
                      <a:pt x="56710" y="205837"/>
                    </a:cubicBezTo>
                    <a:cubicBezTo>
                      <a:pt x="50640" y="205837"/>
                      <a:pt x="45480" y="203671"/>
                      <a:pt x="36374" y="196865"/>
                    </a:cubicBezTo>
                    <a:cubicBezTo>
                      <a:pt x="26661" y="189748"/>
                      <a:pt x="19680" y="186654"/>
                      <a:pt x="13306" y="186654"/>
                    </a:cubicBezTo>
                    <a:cubicBezTo>
                      <a:pt x="4503" y="186654"/>
                      <a:pt x="254" y="190367"/>
                      <a:pt x="254" y="198102"/>
                    </a:cubicBezTo>
                    <a:cubicBezTo>
                      <a:pt x="254" y="209860"/>
                      <a:pt x="14520" y="217285"/>
                      <a:pt x="37284" y="217285"/>
                    </a:cubicBezTo>
                    <a:cubicBezTo>
                      <a:pt x="62781" y="217285"/>
                      <a:pt x="84635" y="208931"/>
                      <a:pt x="99811" y="193152"/>
                    </a:cubicBezTo>
                    <a:cubicBezTo>
                      <a:pt x="113773" y="179229"/>
                      <a:pt x="120148" y="161593"/>
                      <a:pt x="120148" y="138078"/>
                    </a:cubicBezTo>
                    <a:cubicBezTo>
                      <a:pt x="120148" y="115801"/>
                      <a:pt x="114381" y="101569"/>
                      <a:pt x="99204" y="86099"/>
                    </a:cubicBezTo>
                    <a:cubicBezTo>
                      <a:pt x="85849" y="72485"/>
                      <a:pt x="68548" y="65369"/>
                      <a:pt x="32731" y="58871"/>
                    </a:cubicBezTo>
                    <a:lnTo>
                      <a:pt x="45480" y="32572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4" name="Freeform: Shape 4143">
                <a:extLst>
                  <a:ext uri="{FF2B5EF4-FFF2-40B4-BE49-F238E27FC236}">
                    <a16:creationId xmlns:a16="http://schemas.microsoft.com/office/drawing/2014/main" id="{90743A44-405B-32E9-F271-AEDB302F38C5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2099382" y="7859843"/>
                <a:ext cx="146604" cy="149131"/>
              </a:xfrm>
              <a:custGeom>
                <a:avLst/>
                <a:gdLst>
                  <a:gd name="connsiteX0" fmla="*/ 73714 w 146604"/>
                  <a:gd name="connsiteY0" fmla="*/ 65987 h 149131"/>
                  <a:gd name="connsiteX1" fmla="*/ 13008 w 146604"/>
                  <a:gd name="connsiteY1" fmla="*/ 4416 h 149131"/>
                  <a:gd name="connsiteX2" fmla="*/ 6331 w 146604"/>
                  <a:gd name="connsiteY2" fmla="*/ 85 h 149131"/>
                  <a:gd name="connsiteX3" fmla="*/ 260 w 146604"/>
                  <a:gd name="connsiteY3" fmla="*/ 6273 h 149131"/>
                  <a:gd name="connsiteX4" fmla="*/ 4206 w 146604"/>
                  <a:gd name="connsiteY4" fmla="*/ 12461 h 149131"/>
                  <a:gd name="connsiteX5" fmla="*/ 64912 w 146604"/>
                  <a:gd name="connsiteY5" fmla="*/ 74651 h 149131"/>
                  <a:gd name="connsiteX6" fmla="*/ 4206 w 146604"/>
                  <a:gd name="connsiteY6" fmla="*/ 136841 h 149131"/>
                  <a:gd name="connsiteX7" fmla="*/ 260 w 146604"/>
                  <a:gd name="connsiteY7" fmla="*/ 143029 h 149131"/>
                  <a:gd name="connsiteX8" fmla="*/ 6331 w 146604"/>
                  <a:gd name="connsiteY8" fmla="*/ 149217 h 149131"/>
                  <a:gd name="connsiteX9" fmla="*/ 13008 w 146604"/>
                  <a:gd name="connsiteY9" fmla="*/ 144885 h 149131"/>
                  <a:gd name="connsiteX10" fmla="*/ 73411 w 146604"/>
                  <a:gd name="connsiteY10" fmla="*/ 83314 h 149131"/>
                  <a:gd name="connsiteX11" fmla="*/ 136241 w 146604"/>
                  <a:gd name="connsiteY11" fmla="*/ 147360 h 149131"/>
                  <a:gd name="connsiteX12" fmla="*/ 140794 w 146604"/>
                  <a:gd name="connsiteY12" fmla="*/ 149217 h 149131"/>
                  <a:gd name="connsiteX13" fmla="*/ 146864 w 146604"/>
                  <a:gd name="connsiteY13" fmla="*/ 143029 h 149131"/>
                  <a:gd name="connsiteX14" fmla="*/ 145954 w 146604"/>
                  <a:gd name="connsiteY14" fmla="*/ 139625 h 149131"/>
                  <a:gd name="connsiteX15" fmla="*/ 82213 w 146604"/>
                  <a:gd name="connsiteY15" fmla="*/ 74651 h 149131"/>
                  <a:gd name="connsiteX16" fmla="*/ 137759 w 146604"/>
                  <a:gd name="connsiteY16" fmla="*/ 18030 h 149131"/>
                  <a:gd name="connsiteX17" fmla="*/ 145347 w 146604"/>
                  <a:gd name="connsiteY17" fmla="*/ 10295 h 149131"/>
                  <a:gd name="connsiteX18" fmla="*/ 146864 w 146604"/>
                  <a:gd name="connsiteY18" fmla="*/ 6273 h 149131"/>
                  <a:gd name="connsiteX19" fmla="*/ 140794 w 146604"/>
                  <a:gd name="connsiteY19" fmla="*/ 85 h 149131"/>
                  <a:gd name="connsiteX20" fmla="*/ 133813 w 146604"/>
                  <a:gd name="connsiteY20" fmla="*/ 4726 h 149131"/>
                  <a:gd name="connsiteX21" fmla="*/ 73714 w 146604"/>
                  <a:gd name="connsiteY21" fmla="*/ 65987 h 149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6604" h="149131">
                    <a:moveTo>
                      <a:pt x="73714" y="65987"/>
                    </a:moveTo>
                    <a:lnTo>
                      <a:pt x="13008" y="4416"/>
                    </a:lnTo>
                    <a:cubicBezTo>
                      <a:pt x="9366" y="703"/>
                      <a:pt x="8759" y="85"/>
                      <a:pt x="6331" y="85"/>
                    </a:cubicBezTo>
                    <a:cubicBezTo>
                      <a:pt x="3295" y="85"/>
                      <a:pt x="260" y="2869"/>
                      <a:pt x="260" y="6273"/>
                    </a:cubicBezTo>
                    <a:cubicBezTo>
                      <a:pt x="260" y="8439"/>
                      <a:pt x="867" y="9057"/>
                      <a:pt x="4206" y="12461"/>
                    </a:cubicBezTo>
                    <a:lnTo>
                      <a:pt x="64912" y="74651"/>
                    </a:lnTo>
                    <a:lnTo>
                      <a:pt x="4206" y="136841"/>
                    </a:lnTo>
                    <a:cubicBezTo>
                      <a:pt x="867" y="140244"/>
                      <a:pt x="260" y="140863"/>
                      <a:pt x="260" y="143029"/>
                    </a:cubicBezTo>
                    <a:cubicBezTo>
                      <a:pt x="260" y="146432"/>
                      <a:pt x="3295" y="149217"/>
                      <a:pt x="6331" y="149217"/>
                    </a:cubicBezTo>
                    <a:cubicBezTo>
                      <a:pt x="8759" y="149217"/>
                      <a:pt x="9366" y="148598"/>
                      <a:pt x="13008" y="144885"/>
                    </a:cubicBezTo>
                    <a:lnTo>
                      <a:pt x="73411" y="83314"/>
                    </a:lnTo>
                    <a:lnTo>
                      <a:pt x="136241" y="147360"/>
                    </a:lnTo>
                    <a:cubicBezTo>
                      <a:pt x="136848" y="147670"/>
                      <a:pt x="138973" y="149217"/>
                      <a:pt x="140794" y="149217"/>
                    </a:cubicBezTo>
                    <a:cubicBezTo>
                      <a:pt x="144436" y="149217"/>
                      <a:pt x="146864" y="146432"/>
                      <a:pt x="146864" y="143029"/>
                    </a:cubicBezTo>
                    <a:cubicBezTo>
                      <a:pt x="146864" y="142410"/>
                      <a:pt x="146864" y="141172"/>
                      <a:pt x="145954" y="139625"/>
                    </a:cubicBezTo>
                    <a:cubicBezTo>
                      <a:pt x="145650" y="139006"/>
                      <a:pt x="97389" y="90430"/>
                      <a:pt x="82213" y="74651"/>
                    </a:cubicBezTo>
                    <a:lnTo>
                      <a:pt x="137759" y="18030"/>
                    </a:lnTo>
                    <a:cubicBezTo>
                      <a:pt x="139276" y="16174"/>
                      <a:pt x="143829" y="12151"/>
                      <a:pt x="145347" y="10295"/>
                    </a:cubicBezTo>
                    <a:cubicBezTo>
                      <a:pt x="145650" y="9676"/>
                      <a:pt x="146864" y="8439"/>
                      <a:pt x="146864" y="6273"/>
                    </a:cubicBezTo>
                    <a:cubicBezTo>
                      <a:pt x="146864" y="2869"/>
                      <a:pt x="144436" y="85"/>
                      <a:pt x="140794" y="85"/>
                    </a:cubicBezTo>
                    <a:cubicBezTo>
                      <a:pt x="138366" y="85"/>
                      <a:pt x="137152" y="1322"/>
                      <a:pt x="133813" y="4726"/>
                    </a:cubicBezTo>
                    <a:lnTo>
                      <a:pt x="73714" y="65987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5" name="Freeform: Shape 4144">
                <a:extLst>
                  <a:ext uri="{FF2B5EF4-FFF2-40B4-BE49-F238E27FC236}">
                    <a16:creationId xmlns:a16="http://schemas.microsoft.com/office/drawing/2014/main" id="{812A7671-4525-8618-B7A7-77813C6C11BE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2325605" y="7875313"/>
                <a:ext cx="143872" cy="139849"/>
              </a:xfrm>
              <a:custGeom>
                <a:avLst/>
                <a:gdLst>
                  <a:gd name="connsiteX0" fmla="*/ 130484 w 143872"/>
                  <a:gd name="connsiteY0" fmla="*/ 102187 h 139849"/>
                  <a:gd name="connsiteX1" fmla="*/ 123806 w 143872"/>
                  <a:gd name="connsiteY1" fmla="*/ 110541 h 139849"/>
                  <a:gd name="connsiteX2" fmla="*/ 109844 w 143872"/>
                  <a:gd name="connsiteY2" fmla="*/ 122917 h 139849"/>
                  <a:gd name="connsiteX3" fmla="*/ 100434 w 143872"/>
                  <a:gd name="connsiteY3" fmla="*/ 110231 h 139849"/>
                  <a:gd name="connsiteX4" fmla="*/ 99220 w 143872"/>
                  <a:gd name="connsiteY4" fmla="*/ 104972 h 139849"/>
                  <a:gd name="connsiteX5" fmla="*/ 88293 w 143872"/>
                  <a:gd name="connsiteY5" fmla="*/ 54848 h 139849"/>
                  <a:gd name="connsiteX6" fmla="*/ 118039 w 143872"/>
                  <a:gd name="connsiteY6" fmla="*/ 17411 h 139849"/>
                  <a:gd name="connsiteX7" fmla="*/ 125324 w 143872"/>
                  <a:gd name="connsiteY7" fmla="*/ 19886 h 139849"/>
                  <a:gd name="connsiteX8" fmla="*/ 133519 w 143872"/>
                  <a:gd name="connsiteY8" fmla="*/ 22671 h 139849"/>
                  <a:gd name="connsiteX9" fmla="*/ 144142 w 143872"/>
                  <a:gd name="connsiteY9" fmla="*/ 11532 h 139849"/>
                  <a:gd name="connsiteX10" fmla="*/ 131698 w 143872"/>
                  <a:gd name="connsiteY10" fmla="*/ 84 h 139849"/>
                  <a:gd name="connsiteX11" fmla="*/ 85865 w 143872"/>
                  <a:gd name="connsiteY11" fmla="*/ 44329 h 139849"/>
                  <a:gd name="connsiteX12" fmla="*/ 82526 w 143872"/>
                  <a:gd name="connsiteY12" fmla="*/ 27312 h 139849"/>
                  <a:gd name="connsiteX13" fmla="*/ 66743 w 143872"/>
                  <a:gd name="connsiteY13" fmla="*/ 84 h 139849"/>
                  <a:gd name="connsiteX14" fmla="*/ 31230 w 143872"/>
                  <a:gd name="connsiteY14" fmla="*/ 9057 h 139849"/>
                  <a:gd name="connsiteX15" fmla="*/ 27891 w 143872"/>
                  <a:gd name="connsiteY15" fmla="*/ 10294 h 139849"/>
                  <a:gd name="connsiteX16" fmla="*/ 29105 w 143872"/>
                  <a:gd name="connsiteY16" fmla="*/ 14935 h 139849"/>
                  <a:gd name="connsiteX17" fmla="*/ 46103 w 143872"/>
                  <a:gd name="connsiteY17" fmla="*/ 11532 h 139849"/>
                  <a:gd name="connsiteX18" fmla="*/ 59761 w 143872"/>
                  <a:gd name="connsiteY18" fmla="*/ 32881 h 139849"/>
                  <a:gd name="connsiteX19" fmla="*/ 68564 w 143872"/>
                  <a:gd name="connsiteY19" fmla="*/ 70937 h 139849"/>
                  <a:gd name="connsiteX20" fmla="*/ 43674 w 143872"/>
                  <a:gd name="connsiteY20" fmla="*/ 107137 h 139849"/>
                  <a:gd name="connsiteX21" fmla="*/ 28194 w 143872"/>
                  <a:gd name="connsiteY21" fmla="*/ 121989 h 139849"/>
                  <a:gd name="connsiteX22" fmla="*/ 20303 w 143872"/>
                  <a:gd name="connsiteY22" fmla="*/ 119204 h 139849"/>
                  <a:gd name="connsiteX23" fmla="*/ 10590 w 143872"/>
                  <a:gd name="connsiteY23" fmla="*/ 116110 h 139849"/>
                  <a:gd name="connsiteX24" fmla="*/ 270 w 143872"/>
                  <a:gd name="connsiteY24" fmla="*/ 126939 h 139849"/>
                  <a:gd name="connsiteX25" fmla="*/ 15446 w 143872"/>
                  <a:gd name="connsiteY25" fmla="*/ 139934 h 139849"/>
                  <a:gd name="connsiteX26" fmla="*/ 43674 w 143872"/>
                  <a:gd name="connsiteY26" fmla="*/ 118276 h 139849"/>
                  <a:gd name="connsiteX27" fmla="*/ 70992 w 143872"/>
                  <a:gd name="connsiteY27" fmla="*/ 82076 h 139849"/>
                  <a:gd name="connsiteX28" fmla="*/ 80098 w 143872"/>
                  <a:gd name="connsiteY28" fmla="*/ 119204 h 139849"/>
                  <a:gd name="connsiteX29" fmla="*/ 97703 w 143872"/>
                  <a:gd name="connsiteY29" fmla="*/ 139934 h 139849"/>
                  <a:gd name="connsiteX30" fmla="*/ 134733 w 143872"/>
                  <a:gd name="connsiteY30" fmla="*/ 104662 h 139849"/>
                  <a:gd name="connsiteX31" fmla="*/ 130484 w 143872"/>
                  <a:gd name="connsiteY31" fmla="*/ 102187 h 13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872" h="139849">
                    <a:moveTo>
                      <a:pt x="130484" y="102187"/>
                    </a:moveTo>
                    <a:cubicBezTo>
                      <a:pt x="128055" y="104972"/>
                      <a:pt x="126538" y="106828"/>
                      <a:pt x="123806" y="110541"/>
                    </a:cubicBezTo>
                    <a:cubicBezTo>
                      <a:pt x="116825" y="119823"/>
                      <a:pt x="113182" y="122917"/>
                      <a:pt x="109844" y="122917"/>
                    </a:cubicBezTo>
                    <a:cubicBezTo>
                      <a:pt x="105291" y="122917"/>
                      <a:pt x="102559" y="118895"/>
                      <a:pt x="100434" y="110231"/>
                    </a:cubicBezTo>
                    <a:cubicBezTo>
                      <a:pt x="99827" y="107756"/>
                      <a:pt x="99524" y="105900"/>
                      <a:pt x="99220" y="104972"/>
                    </a:cubicBezTo>
                    <a:cubicBezTo>
                      <a:pt x="91632" y="73722"/>
                      <a:pt x="88293" y="59489"/>
                      <a:pt x="88293" y="54848"/>
                    </a:cubicBezTo>
                    <a:cubicBezTo>
                      <a:pt x="101648" y="31024"/>
                      <a:pt x="112575" y="17411"/>
                      <a:pt x="118039" y="17411"/>
                    </a:cubicBezTo>
                    <a:cubicBezTo>
                      <a:pt x="119860" y="17411"/>
                      <a:pt x="122288" y="18339"/>
                      <a:pt x="125324" y="19886"/>
                    </a:cubicBezTo>
                    <a:cubicBezTo>
                      <a:pt x="128966" y="22052"/>
                      <a:pt x="131091" y="22671"/>
                      <a:pt x="133519" y="22671"/>
                    </a:cubicBezTo>
                    <a:cubicBezTo>
                      <a:pt x="139893" y="22671"/>
                      <a:pt x="144142" y="18029"/>
                      <a:pt x="144142" y="11532"/>
                    </a:cubicBezTo>
                    <a:cubicBezTo>
                      <a:pt x="144142" y="5035"/>
                      <a:pt x="138982" y="84"/>
                      <a:pt x="131698" y="84"/>
                    </a:cubicBezTo>
                    <a:cubicBezTo>
                      <a:pt x="118342" y="84"/>
                      <a:pt x="106808" y="11223"/>
                      <a:pt x="85865" y="44329"/>
                    </a:cubicBezTo>
                    <a:lnTo>
                      <a:pt x="82526" y="27312"/>
                    </a:lnTo>
                    <a:cubicBezTo>
                      <a:pt x="78277" y="6272"/>
                      <a:pt x="74938" y="84"/>
                      <a:pt x="66743" y="84"/>
                    </a:cubicBezTo>
                    <a:cubicBezTo>
                      <a:pt x="60065" y="84"/>
                      <a:pt x="49745" y="2869"/>
                      <a:pt x="31230" y="9057"/>
                    </a:cubicBezTo>
                    <a:lnTo>
                      <a:pt x="27891" y="10294"/>
                    </a:lnTo>
                    <a:lnTo>
                      <a:pt x="29105" y="14935"/>
                    </a:lnTo>
                    <a:cubicBezTo>
                      <a:pt x="40639" y="12151"/>
                      <a:pt x="43371" y="11532"/>
                      <a:pt x="46103" y="11532"/>
                    </a:cubicBezTo>
                    <a:cubicBezTo>
                      <a:pt x="53691" y="11532"/>
                      <a:pt x="55512" y="14317"/>
                      <a:pt x="59761" y="32881"/>
                    </a:cubicBezTo>
                    <a:lnTo>
                      <a:pt x="68564" y="70937"/>
                    </a:lnTo>
                    <a:lnTo>
                      <a:pt x="43674" y="107137"/>
                    </a:lnTo>
                    <a:cubicBezTo>
                      <a:pt x="37604" y="116419"/>
                      <a:pt x="31533" y="121989"/>
                      <a:pt x="28194" y="121989"/>
                    </a:cubicBezTo>
                    <a:cubicBezTo>
                      <a:pt x="26373" y="121989"/>
                      <a:pt x="23338" y="121060"/>
                      <a:pt x="20303" y="119204"/>
                    </a:cubicBezTo>
                    <a:cubicBezTo>
                      <a:pt x="16357" y="117038"/>
                      <a:pt x="13018" y="116110"/>
                      <a:pt x="10590" y="116110"/>
                    </a:cubicBezTo>
                    <a:cubicBezTo>
                      <a:pt x="4823" y="116110"/>
                      <a:pt x="270" y="120751"/>
                      <a:pt x="270" y="126939"/>
                    </a:cubicBezTo>
                    <a:cubicBezTo>
                      <a:pt x="270" y="134984"/>
                      <a:pt x="6340" y="139934"/>
                      <a:pt x="15446" y="139934"/>
                    </a:cubicBezTo>
                    <a:cubicBezTo>
                      <a:pt x="24856" y="139934"/>
                      <a:pt x="28498" y="137149"/>
                      <a:pt x="43674" y="118276"/>
                    </a:cubicBezTo>
                    <a:cubicBezTo>
                      <a:pt x="51870" y="108375"/>
                      <a:pt x="58244" y="100021"/>
                      <a:pt x="70992" y="82076"/>
                    </a:cubicBezTo>
                    <a:lnTo>
                      <a:pt x="80098" y="119204"/>
                    </a:lnTo>
                    <a:cubicBezTo>
                      <a:pt x="84044" y="134984"/>
                      <a:pt x="87990" y="139934"/>
                      <a:pt x="97703" y="139934"/>
                    </a:cubicBezTo>
                    <a:cubicBezTo>
                      <a:pt x="109237" y="139934"/>
                      <a:pt x="117128" y="132508"/>
                      <a:pt x="134733" y="104662"/>
                    </a:cubicBezTo>
                    <a:lnTo>
                      <a:pt x="130484" y="102187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6" name="Freeform: Shape 4145">
                <a:extLst>
                  <a:ext uri="{FF2B5EF4-FFF2-40B4-BE49-F238E27FC236}">
                    <a16:creationId xmlns:a16="http://schemas.microsoft.com/office/drawing/2014/main" id="{AABCB7CA-74E2-FD19-7EA1-330C751D7C8E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2494913" y="7728726"/>
                <a:ext cx="63564" cy="154775"/>
              </a:xfrm>
              <a:custGeom>
                <a:avLst/>
                <a:gdLst>
                  <a:gd name="connsiteX0" fmla="*/ 40703 w 63564"/>
                  <a:gd name="connsiteY0" fmla="*/ 81 h 154775"/>
                  <a:gd name="connsiteX1" fmla="*/ 273 w 63564"/>
                  <a:gd name="connsiteY1" fmla="*/ 20917 h 154775"/>
                  <a:gd name="connsiteX2" fmla="*/ 273 w 63564"/>
                  <a:gd name="connsiteY2" fmla="*/ 24122 h 154775"/>
                  <a:gd name="connsiteX3" fmla="*/ 6338 w 63564"/>
                  <a:gd name="connsiteY3" fmla="*/ 21603 h 154775"/>
                  <a:gd name="connsiteX4" fmla="*/ 16445 w 63564"/>
                  <a:gd name="connsiteY4" fmla="*/ 19085 h 154775"/>
                  <a:gd name="connsiteX5" fmla="*/ 23183 w 63564"/>
                  <a:gd name="connsiteY5" fmla="*/ 29846 h 154775"/>
                  <a:gd name="connsiteX6" fmla="*/ 23183 w 63564"/>
                  <a:gd name="connsiteY6" fmla="*/ 133564 h 154775"/>
                  <a:gd name="connsiteX7" fmla="*/ 17793 w 63564"/>
                  <a:gd name="connsiteY7" fmla="*/ 148446 h 154775"/>
                  <a:gd name="connsiteX8" fmla="*/ 1845 w 63564"/>
                  <a:gd name="connsiteY8" fmla="*/ 151422 h 154775"/>
                  <a:gd name="connsiteX9" fmla="*/ 1845 w 63564"/>
                  <a:gd name="connsiteY9" fmla="*/ 154857 h 154775"/>
                  <a:gd name="connsiteX10" fmla="*/ 63838 w 63564"/>
                  <a:gd name="connsiteY10" fmla="*/ 154857 h 154775"/>
                  <a:gd name="connsiteX11" fmla="*/ 63838 w 63564"/>
                  <a:gd name="connsiteY11" fmla="*/ 151422 h 154775"/>
                  <a:gd name="connsiteX12" fmla="*/ 42500 w 63564"/>
                  <a:gd name="connsiteY12" fmla="*/ 137914 h 154775"/>
                  <a:gd name="connsiteX13" fmla="*/ 42500 w 63564"/>
                  <a:gd name="connsiteY13" fmla="*/ 539 h 154775"/>
                  <a:gd name="connsiteX14" fmla="*/ 40703 w 63564"/>
                  <a:gd name="connsiteY14" fmla="*/ 81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64" h="154775">
                    <a:moveTo>
                      <a:pt x="40703" y="81"/>
                    </a:moveTo>
                    <a:lnTo>
                      <a:pt x="273" y="20917"/>
                    </a:lnTo>
                    <a:lnTo>
                      <a:pt x="273" y="24122"/>
                    </a:lnTo>
                    <a:cubicBezTo>
                      <a:pt x="2968" y="22977"/>
                      <a:pt x="5439" y="22061"/>
                      <a:pt x="6338" y="21603"/>
                    </a:cubicBezTo>
                    <a:cubicBezTo>
                      <a:pt x="10381" y="20001"/>
                      <a:pt x="14199" y="19085"/>
                      <a:pt x="16445" y="19085"/>
                    </a:cubicBezTo>
                    <a:cubicBezTo>
                      <a:pt x="21162" y="19085"/>
                      <a:pt x="23183" y="22519"/>
                      <a:pt x="23183" y="29846"/>
                    </a:cubicBezTo>
                    <a:lnTo>
                      <a:pt x="23183" y="133564"/>
                    </a:lnTo>
                    <a:cubicBezTo>
                      <a:pt x="23183" y="141119"/>
                      <a:pt x="21387" y="146385"/>
                      <a:pt x="17793" y="148446"/>
                    </a:cubicBezTo>
                    <a:cubicBezTo>
                      <a:pt x="14424" y="150507"/>
                      <a:pt x="11279" y="151193"/>
                      <a:pt x="1845" y="151422"/>
                    </a:cubicBezTo>
                    <a:lnTo>
                      <a:pt x="1845" y="154857"/>
                    </a:lnTo>
                    <a:lnTo>
                      <a:pt x="63838" y="154857"/>
                    </a:lnTo>
                    <a:lnTo>
                      <a:pt x="63838" y="151422"/>
                    </a:lnTo>
                    <a:cubicBezTo>
                      <a:pt x="46094" y="151193"/>
                      <a:pt x="42500" y="148904"/>
                      <a:pt x="42500" y="137914"/>
                    </a:cubicBezTo>
                    <a:lnTo>
                      <a:pt x="42500" y="539"/>
                    </a:lnTo>
                    <a:lnTo>
                      <a:pt x="40703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7" name="Freeform: Shape 4146">
                <a:extLst>
                  <a:ext uri="{FF2B5EF4-FFF2-40B4-BE49-F238E27FC236}">
                    <a16:creationId xmlns:a16="http://schemas.microsoft.com/office/drawing/2014/main" id="{164228F7-0071-A9C9-B08E-E7B6292F4CED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12602024" y="7859231"/>
                <a:ext cx="23808" cy="24269"/>
              </a:xfrm>
              <a:custGeom>
                <a:avLst/>
                <a:gdLst>
                  <a:gd name="connsiteX0" fmla="*/ 24086 w 23808"/>
                  <a:gd name="connsiteY0" fmla="*/ 12215 h 24269"/>
                  <a:gd name="connsiteX1" fmla="*/ 12182 w 23808"/>
                  <a:gd name="connsiteY1" fmla="*/ 81 h 24269"/>
                  <a:gd name="connsiteX2" fmla="*/ 277 w 23808"/>
                  <a:gd name="connsiteY2" fmla="*/ 12215 h 24269"/>
                  <a:gd name="connsiteX3" fmla="*/ 12182 w 23808"/>
                  <a:gd name="connsiteY3" fmla="*/ 24350 h 24269"/>
                  <a:gd name="connsiteX4" fmla="*/ 24086 w 23808"/>
                  <a:gd name="connsiteY4" fmla="*/ 12215 h 24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08" h="24269">
                    <a:moveTo>
                      <a:pt x="24086" y="12215"/>
                    </a:moveTo>
                    <a:cubicBezTo>
                      <a:pt x="24086" y="5576"/>
                      <a:pt x="18696" y="81"/>
                      <a:pt x="12182" y="81"/>
                    </a:cubicBezTo>
                    <a:cubicBezTo>
                      <a:pt x="5668" y="81"/>
                      <a:pt x="277" y="5576"/>
                      <a:pt x="277" y="12215"/>
                    </a:cubicBezTo>
                    <a:cubicBezTo>
                      <a:pt x="277" y="18855"/>
                      <a:pt x="5668" y="24350"/>
                      <a:pt x="12182" y="24350"/>
                    </a:cubicBezTo>
                    <a:cubicBezTo>
                      <a:pt x="18696" y="24350"/>
                      <a:pt x="24086" y="18855"/>
                      <a:pt x="24086" y="122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8" name="Freeform: Shape 4147">
                <a:extLst>
                  <a:ext uri="{FF2B5EF4-FFF2-40B4-BE49-F238E27FC236}">
                    <a16:creationId xmlns:a16="http://schemas.microsoft.com/office/drawing/2014/main" id="{C95FDCF1-E031-BFE1-6B1D-F0A777FFC76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12649648" y="7731931"/>
                <a:ext cx="96358" cy="153401"/>
              </a:xfrm>
              <a:custGeom>
                <a:avLst/>
                <a:gdLst>
                  <a:gd name="connsiteX0" fmla="*/ 96637 w 96358"/>
                  <a:gd name="connsiteY0" fmla="*/ 81 h 153401"/>
                  <a:gd name="connsiteX1" fmla="*/ 13531 w 96358"/>
                  <a:gd name="connsiteY1" fmla="*/ 81 h 153401"/>
                  <a:gd name="connsiteX2" fmla="*/ 279 w 96358"/>
                  <a:gd name="connsiteY2" fmla="*/ 33738 h 153401"/>
                  <a:gd name="connsiteX3" fmla="*/ 4097 w 96358"/>
                  <a:gd name="connsiteY3" fmla="*/ 35570 h 153401"/>
                  <a:gd name="connsiteX4" fmla="*/ 30152 w 96358"/>
                  <a:gd name="connsiteY4" fmla="*/ 17024 h 153401"/>
                  <a:gd name="connsiteX5" fmla="*/ 78893 w 96358"/>
                  <a:gd name="connsiteY5" fmla="*/ 17024 h 153401"/>
                  <a:gd name="connsiteX6" fmla="*/ 34420 w 96358"/>
                  <a:gd name="connsiteY6" fmla="*/ 153483 h 153401"/>
                  <a:gd name="connsiteX7" fmla="*/ 49019 w 96358"/>
                  <a:gd name="connsiteY7" fmla="*/ 153483 h 153401"/>
                  <a:gd name="connsiteX8" fmla="*/ 96637 w 96358"/>
                  <a:gd name="connsiteY8" fmla="*/ 3745 h 153401"/>
                  <a:gd name="connsiteX9" fmla="*/ 96637 w 96358"/>
                  <a:gd name="connsiteY9" fmla="*/ 81 h 153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6358" h="153401">
                    <a:moveTo>
                      <a:pt x="96637" y="81"/>
                    </a:moveTo>
                    <a:lnTo>
                      <a:pt x="13531" y="81"/>
                    </a:lnTo>
                    <a:lnTo>
                      <a:pt x="279" y="33738"/>
                    </a:lnTo>
                    <a:lnTo>
                      <a:pt x="4097" y="35570"/>
                    </a:lnTo>
                    <a:cubicBezTo>
                      <a:pt x="13756" y="20001"/>
                      <a:pt x="17799" y="17024"/>
                      <a:pt x="30152" y="17024"/>
                    </a:cubicBezTo>
                    <a:lnTo>
                      <a:pt x="78893" y="17024"/>
                    </a:lnTo>
                    <a:lnTo>
                      <a:pt x="34420" y="153483"/>
                    </a:lnTo>
                    <a:lnTo>
                      <a:pt x="49019" y="153483"/>
                    </a:lnTo>
                    <a:lnTo>
                      <a:pt x="96637" y="3745"/>
                    </a:lnTo>
                    <a:lnTo>
                      <a:pt x="96637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49" name="Freeform: Shape 4148">
                <a:extLst>
                  <a:ext uri="{FF2B5EF4-FFF2-40B4-BE49-F238E27FC236}">
                    <a16:creationId xmlns:a16="http://schemas.microsoft.com/office/drawing/2014/main" id="{5258DBA7-00C5-43E0-6CC3-6EE54A64F3A0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12760578" y="7728726"/>
                <a:ext cx="103320" cy="154775"/>
              </a:xfrm>
              <a:custGeom>
                <a:avLst/>
                <a:gdLst>
                  <a:gd name="connsiteX0" fmla="*/ 103604 w 103320"/>
                  <a:gd name="connsiteY0" fmla="*/ 101968 h 154775"/>
                  <a:gd name="connsiteX1" fmla="*/ 80693 w 103320"/>
                  <a:gd name="connsiteY1" fmla="*/ 101968 h 154775"/>
                  <a:gd name="connsiteX2" fmla="*/ 80693 w 103320"/>
                  <a:gd name="connsiteY2" fmla="*/ 81 h 154775"/>
                  <a:gd name="connsiteX3" fmla="*/ 70810 w 103320"/>
                  <a:gd name="connsiteY3" fmla="*/ 81 h 154775"/>
                  <a:gd name="connsiteX4" fmla="*/ 283 w 103320"/>
                  <a:gd name="connsiteY4" fmla="*/ 101968 h 154775"/>
                  <a:gd name="connsiteX5" fmla="*/ 283 w 103320"/>
                  <a:gd name="connsiteY5" fmla="*/ 116621 h 154775"/>
                  <a:gd name="connsiteX6" fmla="*/ 63398 w 103320"/>
                  <a:gd name="connsiteY6" fmla="*/ 116621 h 154775"/>
                  <a:gd name="connsiteX7" fmla="*/ 63398 w 103320"/>
                  <a:gd name="connsiteY7" fmla="*/ 154857 h 154775"/>
                  <a:gd name="connsiteX8" fmla="*/ 80693 w 103320"/>
                  <a:gd name="connsiteY8" fmla="*/ 154857 h 154775"/>
                  <a:gd name="connsiteX9" fmla="*/ 80693 w 103320"/>
                  <a:gd name="connsiteY9" fmla="*/ 116621 h 154775"/>
                  <a:gd name="connsiteX10" fmla="*/ 103604 w 103320"/>
                  <a:gd name="connsiteY10" fmla="*/ 116621 h 154775"/>
                  <a:gd name="connsiteX11" fmla="*/ 103604 w 103320"/>
                  <a:gd name="connsiteY11" fmla="*/ 101968 h 154775"/>
                  <a:gd name="connsiteX12" fmla="*/ 63174 w 103320"/>
                  <a:gd name="connsiteY12" fmla="*/ 101968 h 154775"/>
                  <a:gd name="connsiteX13" fmla="*/ 9267 w 103320"/>
                  <a:gd name="connsiteY13" fmla="*/ 101968 h 154775"/>
                  <a:gd name="connsiteX14" fmla="*/ 63174 w 103320"/>
                  <a:gd name="connsiteY14" fmla="*/ 23435 h 154775"/>
                  <a:gd name="connsiteX15" fmla="*/ 63174 w 103320"/>
                  <a:gd name="connsiteY15" fmla="*/ 101968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3320" h="154775">
                    <a:moveTo>
                      <a:pt x="103604" y="101968"/>
                    </a:moveTo>
                    <a:lnTo>
                      <a:pt x="80693" y="101968"/>
                    </a:lnTo>
                    <a:lnTo>
                      <a:pt x="80693" y="81"/>
                    </a:lnTo>
                    <a:lnTo>
                      <a:pt x="70810" y="81"/>
                    </a:lnTo>
                    <a:lnTo>
                      <a:pt x="283" y="101968"/>
                    </a:lnTo>
                    <a:lnTo>
                      <a:pt x="283" y="116621"/>
                    </a:lnTo>
                    <a:lnTo>
                      <a:pt x="63398" y="116621"/>
                    </a:lnTo>
                    <a:lnTo>
                      <a:pt x="63398" y="154857"/>
                    </a:lnTo>
                    <a:lnTo>
                      <a:pt x="80693" y="154857"/>
                    </a:lnTo>
                    <a:lnTo>
                      <a:pt x="80693" y="116621"/>
                    </a:lnTo>
                    <a:lnTo>
                      <a:pt x="103604" y="116621"/>
                    </a:lnTo>
                    <a:lnTo>
                      <a:pt x="103604" y="101968"/>
                    </a:lnTo>
                    <a:close/>
                    <a:moveTo>
                      <a:pt x="63174" y="101968"/>
                    </a:moveTo>
                    <a:lnTo>
                      <a:pt x="9267" y="101968"/>
                    </a:lnTo>
                    <a:lnTo>
                      <a:pt x="63174" y="23435"/>
                    </a:lnTo>
                    <a:lnTo>
                      <a:pt x="63174" y="10196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50" name="Freeform: Shape 4149">
                <a:extLst>
                  <a:ext uri="{FF2B5EF4-FFF2-40B4-BE49-F238E27FC236}">
                    <a16:creationId xmlns:a16="http://schemas.microsoft.com/office/drawing/2014/main" id="{6C8D8ACA-0661-21EE-F3C1-22F2F856D408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12873305" y="7728726"/>
                <a:ext cx="103320" cy="154775"/>
              </a:xfrm>
              <a:custGeom>
                <a:avLst/>
                <a:gdLst>
                  <a:gd name="connsiteX0" fmla="*/ 103607 w 103320"/>
                  <a:gd name="connsiteY0" fmla="*/ 101968 h 154775"/>
                  <a:gd name="connsiteX1" fmla="*/ 80697 w 103320"/>
                  <a:gd name="connsiteY1" fmla="*/ 101968 h 154775"/>
                  <a:gd name="connsiteX2" fmla="*/ 80697 w 103320"/>
                  <a:gd name="connsiteY2" fmla="*/ 81 h 154775"/>
                  <a:gd name="connsiteX3" fmla="*/ 70814 w 103320"/>
                  <a:gd name="connsiteY3" fmla="*/ 81 h 154775"/>
                  <a:gd name="connsiteX4" fmla="*/ 286 w 103320"/>
                  <a:gd name="connsiteY4" fmla="*/ 101968 h 154775"/>
                  <a:gd name="connsiteX5" fmla="*/ 286 w 103320"/>
                  <a:gd name="connsiteY5" fmla="*/ 116621 h 154775"/>
                  <a:gd name="connsiteX6" fmla="*/ 63402 w 103320"/>
                  <a:gd name="connsiteY6" fmla="*/ 116621 h 154775"/>
                  <a:gd name="connsiteX7" fmla="*/ 63402 w 103320"/>
                  <a:gd name="connsiteY7" fmla="*/ 154857 h 154775"/>
                  <a:gd name="connsiteX8" fmla="*/ 80697 w 103320"/>
                  <a:gd name="connsiteY8" fmla="*/ 154857 h 154775"/>
                  <a:gd name="connsiteX9" fmla="*/ 80697 w 103320"/>
                  <a:gd name="connsiteY9" fmla="*/ 116621 h 154775"/>
                  <a:gd name="connsiteX10" fmla="*/ 103607 w 103320"/>
                  <a:gd name="connsiteY10" fmla="*/ 116621 h 154775"/>
                  <a:gd name="connsiteX11" fmla="*/ 103607 w 103320"/>
                  <a:gd name="connsiteY11" fmla="*/ 101968 h 154775"/>
                  <a:gd name="connsiteX12" fmla="*/ 63177 w 103320"/>
                  <a:gd name="connsiteY12" fmla="*/ 101968 h 154775"/>
                  <a:gd name="connsiteX13" fmla="*/ 9271 w 103320"/>
                  <a:gd name="connsiteY13" fmla="*/ 101968 h 154775"/>
                  <a:gd name="connsiteX14" fmla="*/ 63177 w 103320"/>
                  <a:gd name="connsiteY14" fmla="*/ 23435 h 154775"/>
                  <a:gd name="connsiteX15" fmla="*/ 63177 w 103320"/>
                  <a:gd name="connsiteY15" fmla="*/ 101968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3320" h="154775">
                    <a:moveTo>
                      <a:pt x="103607" y="101968"/>
                    </a:moveTo>
                    <a:lnTo>
                      <a:pt x="80697" y="101968"/>
                    </a:lnTo>
                    <a:lnTo>
                      <a:pt x="80697" y="81"/>
                    </a:lnTo>
                    <a:lnTo>
                      <a:pt x="70814" y="81"/>
                    </a:lnTo>
                    <a:lnTo>
                      <a:pt x="286" y="101968"/>
                    </a:lnTo>
                    <a:lnTo>
                      <a:pt x="286" y="116621"/>
                    </a:lnTo>
                    <a:lnTo>
                      <a:pt x="63402" y="116621"/>
                    </a:lnTo>
                    <a:lnTo>
                      <a:pt x="63402" y="154857"/>
                    </a:lnTo>
                    <a:lnTo>
                      <a:pt x="80697" y="154857"/>
                    </a:lnTo>
                    <a:lnTo>
                      <a:pt x="80697" y="116621"/>
                    </a:lnTo>
                    <a:lnTo>
                      <a:pt x="103607" y="116621"/>
                    </a:lnTo>
                    <a:lnTo>
                      <a:pt x="103607" y="101968"/>
                    </a:lnTo>
                    <a:close/>
                    <a:moveTo>
                      <a:pt x="63177" y="101968"/>
                    </a:moveTo>
                    <a:lnTo>
                      <a:pt x="9271" y="101968"/>
                    </a:lnTo>
                    <a:lnTo>
                      <a:pt x="63177" y="23435"/>
                    </a:lnTo>
                    <a:lnTo>
                      <a:pt x="63177" y="10196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51" name="Freeform: Shape 4150">
                <a:extLst>
                  <a:ext uri="{FF2B5EF4-FFF2-40B4-BE49-F238E27FC236}">
                    <a16:creationId xmlns:a16="http://schemas.microsoft.com/office/drawing/2014/main" id="{EF6554AA-C17D-9A70-02D6-9A80FD7E07C2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12992994" y="7728726"/>
                <a:ext cx="87373" cy="157980"/>
              </a:xfrm>
              <a:custGeom>
                <a:avLst/>
                <a:gdLst>
                  <a:gd name="connsiteX0" fmla="*/ 24997 w 87373"/>
                  <a:gd name="connsiteY0" fmla="*/ 79301 h 157980"/>
                  <a:gd name="connsiteX1" fmla="*/ 48806 w 87373"/>
                  <a:gd name="connsiteY1" fmla="*/ 81819 h 157980"/>
                  <a:gd name="connsiteX2" fmla="*/ 71492 w 87373"/>
                  <a:gd name="connsiteY2" fmla="*/ 115705 h 157980"/>
                  <a:gd name="connsiteX3" fmla="*/ 42068 w 87373"/>
                  <a:gd name="connsiteY3" fmla="*/ 149820 h 157980"/>
                  <a:gd name="connsiteX4" fmla="*/ 23200 w 87373"/>
                  <a:gd name="connsiteY4" fmla="*/ 142722 h 157980"/>
                  <a:gd name="connsiteX5" fmla="*/ 8825 w 87373"/>
                  <a:gd name="connsiteY5" fmla="*/ 136998 h 157980"/>
                  <a:gd name="connsiteX6" fmla="*/ 290 w 87373"/>
                  <a:gd name="connsiteY6" fmla="*/ 145012 h 157980"/>
                  <a:gd name="connsiteX7" fmla="*/ 25671 w 87373"/>
                  <a:gd name="connsiteY7" fmla="*/ 158062 h 157980"/>
                  <a:gd name="connsiteX8" fmla="*/ 71267 w 87373"/>
                  <a:gd name="connsiteY8" fmla="*/ 142722 h 157980"/>
                  <a:gd name="connsiteX9" fmla="*/ 87664 w 87373"/>
                  <a:gd name="connsiteY9" fmla="*/ 104715 h 157980"/>
                  <a:gd name="connsiteX10" fmla="*/ 77556 w 87373"/>
                  <a:gd name="connsiteY10" fmla="*/ 75179 h 157980"/>
                  <a:gd name="connsiteX11" fmla="*/ 58913 w 87373"/>
                  <a:gd name="connsiteY11" fmla="*/ 63045 h 157980"/>
                  <a:gd name="connsiteX12" fmla="*/ 80027 w 87373"/>
                  <a:gd name="connsiteY12" fmla="*/ 31449 h 157980"/>
                  <a:gd name="connsiteX13" fmla="*/ 44987 w 87373"/>
                  <a:gd name="connsiteY13" fmla="*/ 81 h 157980"/>
                  <a:gd name="connsiteX14" fmla="*/ 15788 w 87373"/>
                  <a:gd name="connsiteY14" fmla="*/ 11300 h 157980"/>
                  <a:gd name="connsiteX15" fmla="*/ 739 w 87373"/>
                  <a:gd name="connsiteY15" fmla="*/ 37173 h 157980"/>
                  <a:gd name="connsiteX16" fmla="*/ 4108 w 87373"/>
                  <a:gd name="connsiteY16" fmla="*/ 38088 h 157980"/>
                  <a:gd name="connsiteX17" fmla="*/ 37575 w 87373"/>
                  <a:gd name="connsiteY17" fmla="*/ 13819 h 157980"/>
                  <a:gd name="connsiteX18" fmla="*/ 62283 w 87373"/>
                  <a:gd name="connsiteY18" fmla="*/ 38317 h 157980"/>
                  <a:gd name="connsiteX19" fmla="*/ 53298 w 87373"/>
                  <a:gd name="connsiteY19" fmla="*/ 60526 h 157980"/>
                  <a:gd name="connsiteX20" fmla="*/ 24997 w 87373"/>
                  <a:gd name="connsiteY20" fmla="*/ 76324 h 157980"/>
                  <a:gd name="connsiteX21" fmla="*/ 24997 w 87373"/>
                  <a:gd name="connsiteY21" fmla="*/ 79301 h 157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7373" h="157980">
                    <a:moveTo>
                      <a:pt x="24997" y="79301"/>
                    </a:moveTo>
                    <a:cubicBezTo>
                      <a:pt x="38249" y="79301"/>
                      <a:pt x="43415" y="79759"/>
                      <a:pt x="48806" y="81819"/>
                    </a:cubicBezTo>
                    <a:cubicBezTo>
                      <a:pt x="62732" y="86856"/>
                      <a:pt x="71492" y="99907"/>
                      <a:pt x="71492" y="115705"/>
                    </a:cubicBezTo>
                    <a:cubicBezTo>
                      <a:pt x="71492" y="134937"/>
                      <a:pt x="58689" y="149820"/>
                      <a:pt x="42068" y="149820"/>
                    </a:cubicBezTo>
                    <a:cubicBezTo>
                      <a:pt x="36003" y="149820"/>
                      <a:pt x="31511" y="148217"/>
                      <a:pt x="23200" y="142722"/>
                    </a:cubicBezTo>
                    <a:cubicBezTo>
                      <a:pt x="16462" y="138601"/>
                      <a:pt x="12644" y="136998"/>
                      <a:pt x="8825" y="136998"/>
                    </a:cubicBezTo>
                    <a:cubicBezTo>
                      <a:pt x="3659" y="136998"/>
                      <a:pt x="290" y="140203"/>
                      <a:pt x="290" y="145012"/>
                    </a:cubicBezTo>
                    <a:cubicBezTo>
                      <a:pt x="290" y="153025"/>
                      <a:pt x="9948" y="158062"/>
                      <a:pt x="25671" y="158062"/>
                    </a:cubicBezTo>
                    <a:cubicBezTo>
                      <a:pt x="42966" y="158062"/>
                      <a:pt x="60710" y="152109"/>
                      <a:pt x="71267" y="142722"/>
                    </a:cubicBezTo>
                    <a:cubicBezTo>
                      <a:pt x="81824" y="133335"/>
                      <a:pt x="87664" y="120055"/>
                      <a:pt x="87664" y="104715"/>
                    </a:cubicBezTo>
                    <a:cubicBezTo>
                      <a:pt x="87664" y="93038"/>
                      <a:pt x="84070" y="82277"/>
                      <a:pt x="77556" y="75179"/>
                    </a:cubicBezTo>
                    <a:cubicBezTo>
                      <a:pt x="73064" y="70142"/>
                      <a:pt x="68796" y="67395"/>
                      <a:pt x="58913" y="63045"/>
                    </a:cubicBezTo>
                    <a:cubicBezTo>
                      <a:pt x="74412" y="52284"/>
                      <a:pt x="80027" y="43812"/>
                      <a:pt x="80027" y="31449"/>
                    </a:cubicBezTo>
                    <a:cubicBezTo>
                      <a:pt x="80027" y="12903"/>
                      <a:pt x="65652" y="81"/>
                      <a:pt x="44987" y="81"/>
                    </a:cubicBezTo>
                    <a:cubicBezTo>
                      <a:pt x="33757" y="81"/>
                      <a:pt x="23874" y="3974"/>
                      <a:pt x="15788" y="11300"/>
                    </a:cubicBezTo>
                    <a:cubicBezTo>
                      <a:pt x="9050" y="17482"/>
                      <a:pt x="5681" y="23435"/>
                      <a:pt x="739" y="37173"/>
                    </a:cubicBezTo>
                    <a:lnTo>
                      <a:pt x="4108" y="38088"/>
                    </a:lnTo>
                    <a:cubicBezTo>
                      <a:pt x="13317" y="21374"/>
                      <a:pt x="23425" y="13819"/>
                      <a:pt x="37575" y="13819"/>
                    </a:cubicBezTo>
                    <a:cubicBezTo>
                      <a:pt x="52175" y="13819"/>
                      <a:pt x="62283" y="23893"/>
                      <a:pt x="62283" y="38317"/>
                    </a:cubicBezTo>
                    <a:cubicBezTo>
                      <a:pt x="62283" y="46560"/>
                      <a:pt x="58913" y="54802"/>
                      <a:pt x="53298" y="60526"/>
                    </a:cubicBezTo>
                    <a:cubicBezTo>
                      <a:pt x="46560" y="67395"/>
                      <a:pt x="40271" y="70829"/>
                      <a:pt x="24997" y="76324"/>
                    </a:cubicBezTo>
                    <a:lnTo>
                      <a:pt x="24997" y="7930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52" name="Freeform: Shape 4151">
                <a:extLst>
                  <a:ext uri="{FF2B5EF4-FFF2-40B4-BE49-F238E27FC236}">
                    <a16:creationId xmlns:a16="http://schemas.microsoft.com/office/drawing/2014/main" id="{D8677A5B-27CD-AA5E-BB5B-6A809B626133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3120994" y="7728726"/>
                <a:ext cx="63564" cy="154775"/>
              </a:xfrm>
              <a:custGeom>
                <a:avLst/>
                <a:gdLst>
                  <a:gd name="connsiteX0" fmla="*/ 40724 w 63564"/>
                  <a:gd name="connsiteY0" fmla="*/ 81 h 154775"/>
                  <a:gd name="connsiteX1" fmla="*/ 294 w 63564"/>
                  <a:gd name="connsiteY1" fmla="*/ 20917 h 154775"/>
                  <a:gd name="connsiteX2" fmla="*/ 294 w 63564"/>
                  <a:gd name="connsiteY2" fmla="*/ 24122 h 154775"/>
                  <a:gd name="connsiteX3" fmla="*/ 6358 w 63564"/>
                  <a:gd name="connsiteY3" fmla="*/ 21603 h 154775"/>
                  <a:gd name="connsiteX4" fmla="*/ 16466 w 63564"/>
                  <a:gd name="connsiteY4" fmla="*/ 19085 h 154775"/>
                  <a:gd name="connsiteX5" fmla="*/ 23204 w 63564"/>
                  <a:gd name="connsiteY5" fmla="*/ 29846 h 154775"/>
                  <a:gd name="connsiteX6" fmla="*/ 23204 w 63564"/>
                  <a:gd name="connsiteY6" fmla="*/ 133564 h 154775"/>
                  <a:gd name="connsiteX7" fmla="*/ 17813 w 63564"/>
                  <a:gd name="connsiteY7" fmla="*/ 148446 h 154775"/>
                  <a:gd name="connsiteX8" fmla="*/ 1866 w 63564"/>
                  <a:gd name="connsiteY8" fmla="*/ 151422 h 154775"/>
                  <a:gd name="connsiteX9" fmla="*/ 1866 w 63564"/>
                  <a:gd name="connsiteY9" fmla="*/ 154857 h 154775"/>
                  <a:gd name="connsiteX10" fmla="*/ 63858 w 63564"/>
                  <a:gd name="connsiteY10" fmla="*/ 154857 h 154775"/>
                  <a:gd name="connsiteX11" fmla="*/ 63858 w 63564"/>
                  <a:gd name="connsiteY11" fmla="*/ 151422 h 154775"/>
                  <a:gd name="connsiteX12" fmla="*/ 42520 w 63564"/>
                  <a:gd name="connsiteY12" fmla="*/ 137914 h 154775"/>
                  <a:gd name="connsiteX13" fmla="*/ 42520 w 63564"/>
                  <a:gd name="connsiteY13" fmla="*/ 539 h 154775"/>
                  <a:gd name="connsiteX14" fmla="*/ 40724 w 63564"/>
                  <a:gd name="connsiteY14" fmla="*/ 81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64" h="154775">
                    <a:moveTo>
                      <a:pt x="40724" y="81"/>
                    </a:moveTo>
                    <a:lnTo>
                      <a:pt x="294" y="20917"/>
                    </a:lnTo>
                    <a:lnTo>
                      <a:pt x="294" y="24122"/>
                    </a:lnTo>
                    <a:cubicBezTo>
                      <a:pt x="2989" y="22977"/>
                      <a:pt x="5460" y="22061"/>
                      <a:pt x="6358" y="21603"/>
                    </a:cubicBezTo>
                    <a:cubicBezTo>
                      <a:pt x="10401" y="20001"/>
                      <a:pt x="14219" y="19085"/>
                      <a:pt x="16466" y="19085"/>
                    </a:cubicBezTo>
                    <a:cubicBezTo>
                      <a:pt x="21182" y="19085"/>
                      <a:pt x="23204" y="22519"/>
                      <a:pt x="23204" y="29846"/>
                    </a:cubicBezTo>
                    <a:lnTo>
                      <a:pt x="23204" y="133564"/>
                    </a:lnTo>
                    <a:cubicBezTo>
                      <a:pt x="23204" y="141119"/>
                      <a:pt x="21407" y="146385"/>
                      <a:pt x="17813" y="148446"/>
                    </a:cubicBezTo>
                    <a:cubicBezTo>
                      <a:pt x="14444" y="150507"/>
                      <a:pt x="11299" y="151193"/>
                      <a:pt x="1866" y="151422"/>
                    </a:cubicBezTo>
                    <a:lnTo>
                      <a:pt x="1866" y="154857"/>
                    </a:lnTo>
                    <a:lnTo>
                      <a:pt x="63858" y="154857"/>
                    </a:lnTo>
                    <a:lnTo>
                      <a:pt x="63858" y="151422"/>
                    </a:lnTo>
                    <a:cubicBezTo>
                      <a:pt x="46114" y="151193"/>
                      <a:pt x="42520" y="148904"/>
                      <a:pt x="42520" y="137914"/>
                    </a:cubicBezTo>
                    <a:lnTo>
                      <a:pt x="42520" y="539"/>
                    </a:lnTo>
                    <a:lnTo>
                      <a:pt x="40724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53" name="Freeform: Shape 4152">
                <a:extLst>
                  <a:ext uri="{FF2B5EF4-FFF2-40B4-BE49-F238E27FC236}">
                    <a16:creationId xmlns:a16="http://schemas.microsoft.com/office/drawing/2014/main" id="{8FF7F2BF-C320-047F-7BB6-2E72F082A4BF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3218448" y="7728726"/>
                <a:ext cx="87373" cy="157980"/>
              </a:xfrm>
              <a:custGeom>
                <a:avLst/>
                <a:gdLst>
                  <a:gd name="connsiteX0" fmla="*/ 25004 w 87373"/>
                  <a:gd name="connsiteY0" fmla="*/ 79301 h 157980"/>
                  <a:gd name="connsiteX1" fmla="*/ 48813 w 87373"/>
                  <a:gd name="connsiteY1" fmla="*/ 81819 h 157980"/>
                  <a:gd name="connsiteX2" fmla="*/ 71499 w 87373"/>
                  <a:gd name="connsiteY2" fmla="*/ 115705 h 157980"/>
                  <a:gd name="connsiteX3" fmla="*/ 42075 w 87373"/>
                  <a:gd name="connsiteY3" fmla="*/ 149820 h 157980"/>
                  <a:gd name="connsiteX4" fmla="*/ 23208 w 87373"/>
                  <a:gd name="connsiteY4" fmla="*/ 142722 h 157980"/>
                  <a:gd name="connsiteX5" fmla="*/ 8833 w 87373"/>
                  <a:gd name="connsiteY5" fmla="*/ 136998 h 157980"/>
                  <a:gd name="connsiteX6" fmla="*/ 297 w 87373"/>
                  <a:gd name="connsiteY6" fmla="*/ 145012 h 157980"/>
                  <a:gd name="connsiteX7" fmla="*/ 25678 w 87373"/>
                  <a:gd name="connsiteY7" fmla="*/ 158062 h 157980"/>
                  <a:gd name="connsiteX8" fmla="*/ 71274 w 87373"/>
                  <a:gd name="connsiteY8" fmla="*/ 142722 h 157980"/>
                  <a:gd name="connsiteX9" fmla="*/ 87671 w 87373"/>
                  <a:gd name="connsiteY9" fmla="*/ 104715 h 157980"/>
                  <a:gd name="connsiteX10" fmla="*/ 77563 w 87373"/>
                  <a:gd name="connsiteY10" fmla="*/ 75179 h 157980"/>
                  <a:gd name="connsiteX11" fmla="*/ 58921 w 87373"/>
                  <a:gd name="connsiteY11" fmla="*/ 63045 h 157980"/>
                  <a:gd name="connsiteX12" fmla="*/ 80034 w 87373"/>
                  <a:gd name="connsiteY12" fmla="*/ 31449 h 157980"/>
                  <a:gd name="connsiteX13" fmla="*/ 44995 w 87373"/>
                  <a:gd name="connsiteY13" fmla="*/ 81 h 157980"/>
                  <a:gd name="connsiteX14" fmla="*/ 15795 w 87373"/>
                  <a:gd name="connsiteY14" fmla="*/ 11300 h 157980"/>
                  <a:gd name="connsiteX15" fmla="*/ 747 w 87373"/>
                  <a:gd name="connsiteY15" fmla="*/ 37173 h 157980"/>
                  <a:gd name="connsiteX16" fmla="*/ 4116 w 87373"/>
                  <a:gd name="connsiteY16" fmla="*/ 38088 h 157980"/>
                  <a:gd name="connsiteX17" fmla="*/ 37583 w 87373"/>
                  <a:gd name="connsiteY17" fmla="*/ 13819 h 157980"/>
                  <a:gd name="connsiteX18" fmla="*/ 62290 w 87373"/>
                  <a:gd name="connsiteY18" fmla="*/ 38317 h 157980"/>
                  <a:gd name="connsiteX19" fmla="*/ 53305 w 87373"/>
                  <a:gd name="connsiteY19" fmla="*/ 60526 h 157980"/>
                  <a:gd name="connsiteX20" fmla="*/ 25004 w 87373"/>
                  <a:gd name="connsiteY20" fmla="*/ 76324 h 157980"/>
                  <a:gd name="connsiteX21" fmla="*/ 25004 w 87373"/>
                  <a:gd name="connsiteY21" fmla="*/ 79301 h 157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7373" h="157980">
                    <a:moveTo>
                      <a:pt x="25004" y="79301"/>
                    </a:moveTo>
                    <a:cubicBezTo>
                      <a:pt x="38257" y="79301"/>
                      <a:pt x="43423" y="79759"/>
                      <a:pt x="48813" y="81819"/>
                    </a:cubicBezTo>
                    <a:cubicBezTo>
                      <a:pt x="62739" y="86856"/>
                      <a:pt x="71499" y="99907"/>
                      <a:pt x="71499" y="115705"/>
                    </a:cubicBezTo>
                    <a:cubicBezTo>
                      <a:pt x="71499" y="134937"/>
                      <a:pt x="58696" y="149820"/>
                      <a:pt x="42075" y="149820"/>
                    </a:cubicBezTo>
                    <a:cubicBezTo>
                      <a:pt x="36010" y="149820"/>
                      <a:pt x="31518" y="148217"/>
                      <a:pt x="23208" y="142722"/>
                    </a:cubicBezTo>
                    <a:cubicBezTo>
                      <a:pt x="16469" y="138601"/>
                      <a:pt x="12651" y="136998"/>
                      <a:pt x="8833" y="136998"/>
                    </a:cubicBezTo>
                    <a:cubicBezTo>
                      <a:pt x="3666" y="136998"/>
                      <a:pt x="297" y="140203"/>
                      <a:pt x="297" y="145012"/>
                    </a:cubicBezTo>
                    <a:cubicBezTo>
                      <a:pt x="297" y="153025"/>
                      <a:pt x="9956" y="158062"/>
                      <a:pt x="25678" y="158062"/>
                    </a:cubicBezTo>
                    <a:cubicBezTo>
                      <a:pt x="42973" y="158062"/>
                      <a:pt x="60718" y="152109"/>
                      <a:pt x="71274" y="142722"/>
                    </a:cubicBezTo>
                    <a:cubicBezTo>
                      <a:pt x="81831" y="133335"/>
                      <a:pt x="87671" y="120055"/>
                      <a:pt x="87671" y="104715"/>
                    </a:cubicBezTo>
                    <a:cubicBezTo>
                      <a:pt x="87671" y="93038"/>
                      <a:pt x="84077" y="82277"/>
                      <a:pt x="77563" y="75179"/>
                    </a:cubicBezTo>
                    <a:cubicBezTo>
                      <a:pt x="73071" y="70142"/>
                      <a:pt x="68804" y="67395"/>
                      <a:pt x="58921" y="63045"/>
                    </a:cubicBezTo>
                    <a:cubicBezTo>
                      <a:pt x="74419" y="52284"/>
                      <a:pt x="80034" y="43812"/>
                      <a:pt x="80034" y="31449"/>
                    </a:cubicBezTo>
                    <a:cubicBezTo>
                      <a:pt x="80034" y="12903"/>
                      <a:pt x="65659" y="81"/>
                      <a:pt x="44995" y="81"/>
                    </a:cubicBezTo>
                    <a:cubicBezTo>
                      <a:pt x="33764" y="81"/>
                      <a:pt x="23881" y="3974"/>
                      <a:pt x="15795" y="11300"/>
                    </a:cubicBezTo>
                    <a:cubicBezTo>
                      <a:pt x="9057" y="17482"/>
                      <a:pt x="5688" y="23435"/>
                      <a:pt x="747" y="37173"/>
                    </a:cubicBezTo>
                    <a:lnTo>
                      <a:pt x="4116" y="38088"/>
                    </a:lnTo>
                    <a:cubicBezTo>
                      <a:pt x="13325" y="21374"/>
                      <a:pt x="23432" y="13819"/>
                      <a:pt x="37583" y="13819"/>
                    </a:cubicBezTo>
                    <a:cubicBezTo>
                      <a:pt x="52182" y="13819"/>
                      <a:pt x="62290" y="23893"/>
                      <a:pt x="62290" y="38317"/>
                    </a:cubicBezTo>
                    <a:cubicBezTo>
                      <a:pt x="62290" y="46560"/>
                      <a:pt x="58921" y="54802"/>
                      <a:pt x="53305" y="60526"/>
                    </a:cubicBezTo>
                    <a:cubicBezTo>
                      <a:pt x="46567" y="67395"/>
                      <a:pt x="40278" y="70829"/>
                      <a:pt x="25004" y="76324"/>
                    </a:cubicBezTo>
                    <a:lnTo>
                      <a:pt x="25004" y="7930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54" name="Freeform: Shape 4153">
                <a:extLst>
                  <a:ext uri="{FF2B5EF4-FFF2-40B4-BE49-F238E27FC236}">
                    <a16:creationId xmlns:a16="http://schemas.microsoft.com/office/drawing/2014/main" id="{C4ED3B8C-AC8B-3C67-BF55-11C5DEF09E4C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3326907" y="7728726"/>
                <a:ext cx="101524" cy="157980"/>
              </a:xfrm>
              <a:custGeom>
                <a:avLst/>
                <a:gdLst>
                  <a:gd name="connsiteX0" fmla="*/ 51961 w 101524"/>
                  <a:gd name="connsiteY0" fmla="*/ 81 h 157980"/>
                  <a:gd name="connsiteX1" fmla="*/ 21864 w 101524"/>
                  <a:gd name="connsiteY1" fmla="*/ 11987 h 157980"/>
                  <a:gd name="connsiteX2" fmla="*/ 301 w 101524"/>
                  <a:gd name="connsiteY2" fmla="*/ 77927 h 157980"/>
                  <a:gd name="connsiteX3" fmla="*/ 18270 w 101524"/>
                  <a:gd name="connsiteY3" fmla="*/ 142493 h 157980"/>
                  <a:gd name="connsiteX4" fmla="*/ 51063 w 101524"/>
                  <a:gd name="connsiteY4" fmla="*/ 158062 h 157980"/>
                  <a:gd name="connsiteX5" fmla="*/ 80262 w 101524"/>
                  <a:gd name="connsiteY5" fmla="*/ 146156 h 157980"/>
                  <a:gd name="connsiteX6" fmla="*/ 101825 w 101524"/>
                  <a:gd name="connsiteY6" fmla="*/ 79301 h 157980"/>
                  <a:gd name="connsiteX7" fmla="*/ 51961 w 101524"/>
                  <a:gd name="connsiteY7" fmla="*/ 81 h 157980"/>
                  <a:gd name="connsiteX8" fmla="*/ 51288 w 101524"/>
                  <a:gd name="connsiteY8" fmla="*/ 6034 h 157980"/>
                  <a:gd name="connsiteX9" fmla="*/ 80262 w 101524"/>
                  <a:gd name="connsiteY9" fmla="*/ 79759 h 157980"/>
                  <a:gd name="connsiteX10" fmla="*/ 51063 w 101524"/>
                  <a:gd name="connsiteY10" fmla="*/ 152109 h 157980"/>
                  <a:gd name="connsiteX11" fmla="*/ 21864 w 101524"/>
                  <a:gd name="connsiteY11" fmla="*/ 79988 h 157980"/>
                  <a:gd name="connsiteX12" fmla="*/ 51288 w 101524"/>
                  <a:gd name="connsiteY12" fmla="*/ 6034 h 157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524" h="157980">
                    <a:moveTo>
                      <a:pt x="51961" y="81"/>
                    </a:moveTo>
                    <a:cubicBezTo>
                      <a:pt x="39608" y="81"/>
                      <a:pt x="30174" y="3974"/>
                      <a:pt x="21864" y="11987"/>
                    </a:cubicBezTo>
                    <a:cubicBezTo>
                      <a:pt x="8836" y="24809"/>
                      <a:pt x="301" y="51139"/>
                      <a:pt x="301" y="77927"/>
                    </a:cubicBezTo>
                    <a:cubicBezTo>
                      <a:pt x="301" y="102883"/>
                      <a:pt x="7713" y="129671"/>
                      <a:pt x="18270" y="142493"/>
                    </a:cubicBezTo>
                    <a:cubicBezTo>
                      <a:pt x="26580" y="152567"/>
                      <a:pt x="38036" y="158062"/>
                      <a:pt x="51063" y="158062"/>
                    </a:cubicBezTo>
                    <a:cubicBezTo>
                      <a:pt x="62518" y="158062"/>
                      <a:pt x="72176" y="154170"/>
                      <a:pt x="80262" y="146156"/>
                    </a:cubicBezTo>
                    <a:cubicBezTo>
                      <a:pt x="93290" y="133564"/>
                      <a:pt x="101825" y="107005"/>
                      <a:pt x="101825" y="79301"/>
                    </a:cubicBezTo>
                    <a:cubicBezTo>
                      <a:pt x="101825" y="32364"/>
                      <a:pt x="81385" y="81"/>
                      <a:pt x="51961" y="81"/>
                    </a:cubicBezTo>
                    <a:close/>
                    <a:moveTo>
                      <a:pt x="51288" y="6034"/>
                    </a:moveTo>
                    <a:cubicBezTo>
                      <a:pt x="70155" y="6034"/>
                      <a:pt x="80262" y="31907"/>
                      <a:pt x="80262" y="79759"/>
                    </a:cubicBezTo>
                    <a:cubicBezTo>
                      <a:pt x="80262" y="127611"/>
                      <a:pt x="70380" y="152109"/>
                      <a:pt x="51063" y="152109"/>
                    </a:cubicBezTo>
                    <a:cubicBezTo>
                      <a:pt x="31746" y="152109"/>
                      <a:pt x="21864" y="127611"/>
                      <a:pt x="21864" y="79988"/>
                    </a:cubicBezTo>
                    <a:cubicBezTo>
                      <a:pt x="21864" y="31449"/>
                      <a:pt x="31971" y="6034"/>
                      <a:pt x="51288" y="60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55" name="Freeform: Shape 4154">
                <a:extLst>
                  <a:ext uri="{FF2B5EF4-FFF2-40B4-BE49-F238E27FC236}">
                    <a16:creationId xmlns:a16="http://schemas.microsoft.com/office/drawing/2014/main" id="{6C565BDF-ACE9-FDA6-6A2F-DED6C63492A8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3459174" y="7728726"/>
                <a:ext cx="63564" cy="154775"/>
              </a:xfrm>
              <a:custGeom>
                <a:avLst/>
                <a:gdLst>
                  <a:gd name="connsiteX0" fmla="*/ 40735 w 63564"/>
                  <a:gd name="connsiteY0" fmla="*/ 81 h 154775"/>
                  <a:gd name="connsiteX1" fmla="*/ 305 w 63564"/>
                  <a:gd name="connsiteY1" fmla="*/ 20917 h 154775"/>
                  <a:gd name="connsiteX2" fmla="*/ 305 w 63564"/>
                  <a:gd name="connsiteY2" fmla="*/ 24122 h 154775"/>
                  <a:gd name="connsiteX3" fmla="*/ 6369 w 63564"/>
                  <a:gd name="connsiteY3" fmla="*/ 21603 h 154775"/>
                  <a:gd name="connsiteX4" fmla="*/ 16477 w 63564"/>
                  <a:gd name="connsiteY4" fmla="*/ 19085 h 154775"/>
                  <a:gd name="connsiteX5" fmla="*/ 23215 w 63564"/>
                  <a:gd name="connsiteY5" fmla="*/ 29846 h 154775"/>
                  <a:gd name="connsiteX6" fmla="*/ 23215 w 63564"/>
                  <a:gd name="connsiteY6" fmla="*/ 133564 h 154775"/>
                  <a:gd name="connsiteX7" fmla="*/ 17824 w 63564"/>
                  <a:gd name="connsiteY7" fmla="*/ 148446 h 154775"/>
                  <a:gd name="connsiteX8" fmla="*/ 1877 w 63564"/>
                  <a:gd name="connsiteY8" fmla="*/ 151422 h 154775"/>
                  <a:gd name="connsiteX9" fmla="*/ 1877 w 63564"/>
                  <a:gd name="connsiteY9" fmla="*/ 154857 h 154775"/>
                  <a:gd name="connsiteX10" fmla="*/ 63869 w 63564"/>
                  <a:gd name="connsiteY10" fmla="*/ 154857 h 154775"/>
                  <a:gd name="connsiteX11" fmla="*/ 63869 w 63564"/>
                  <a:gd name="connsiteY11" fmla="*/ 151422 h 154775"/>
                  <a:gd name="connsiteX12" fmla="*/ 42531 w 63564"/>
                  <a:gd name="connsiteY12" fmla="*/ 137914 h 154775"/>
                  <a:gd name="connsiteX13" fmla="*/ 42531 w 63564"/>
                  <a:gd name="connsiteY13" fmla="*/ 539 h 154775"/>
                  <a:gd name="connsiteX14" fmla="*/ 40735 w 63564"/>
                  <a:gd name="connsiteY14" fmla="*/ 81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64" h="154775">
                    <a:moveTo>
                      <a:pt x="40735" y="81"/>
                    </a:moveTo>
                    <a:lnTo>
                      <a:pt x="305" y="20917"/>
                    </a:lnTo>
                    <a:lnTo>
                      <a:pt x="305" y="24122"/>
                    </a:lnTo>
                    <a:cubicBezTo>
                      <a:pt x="3000" y="22977"/>
                      <a:pt x="5471" y="22061"/>
                      <a:pt x="6369" y="21603"/>
                    </a:cubicBezTo>
                    <a:cubicBezTo>
                      <a:pt x="10412" y="20001"/>
                      <a:pt x="14230" y="19085"/>
                      <a:pt x="16477" y="19085"/>
                    </a:cubicBezTo>
                    <a:cubicBezTo>
                      <a:pt x="21193" y="19085"/>
                      <a:pt x="23215" y="22519"/>
                      <a:pt x="23215" y="29846"/>
                    </a:cubicBezTo>
                    <a:lnTo>
                      <a:pt x="23215" y="133564"/>
                    </a:lnTo>
                    <a:cubicBezTo>
                      <a:pt x="23215" y="141119"/>
                      <a:pt x="21418" y="146385"/>
                      <a:pt x="17824" y="148446"/>
                    </a:cubicBezTo>
                    <a:cubicBezTo>
                      <a:pt x="14455" y="150507"/>
                      <a:pt x="11311" y="151193"/>
                      <a:pt x="1877" y="151422"/>
                    </a:cubicBezTo>
                    <a:lnTo>
                      <a:pt x="1877" y="154857"/>
                    </a:lnTo>
                    <a:lnTo>
                      <a:pt x="63869" y="154857"/>
                    </a:lnTo>
                    <a:lnTo>
                      <a:pt x="63869" y="151422"/>
                    </a:lnTo>
                    <a:cubicBezTo>
                      <a:pt x="46125" y="151193"/>
                      <a:pt x="42531" y="148904"/>
                      <a:pt x="42531" y="137914"/>
                    </a:cubicBezTo>
                    <a:lnTo>
                      <a:pt x="42531" y="539"/>
                    </a:lnTo>
                    <a:lnTo>
                      <a:pt x="40735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192" name="Left Brace 4191">
            <a:extLst>
              <a:ext uri="{FF2B5EF4-FFF2-40B4-BE49-F238E27FC236}">
                <a16:creationId xmlns:a16="http://schemas.microsoft.com/office/drawing/2014/main" id="{6C3EE2F8-5DBE-5F14-767C-A845A6F39922}"/>
              </a:ext>
            </a:extLst>
          </p:cNvPr>
          <p:cNvSpPr/>
          <p:nvPr/>
        </p:nvSpPr>
        <p:spPr>
          <a:xfrm rot="5400000" flipV="1">
            <a:off x="9005664" y="-1083182"/>
            <a:ext cx="305916" cy="5034457"/>
          </a:xfrm>
          <a:prstGeom prst="leftBrace">
            <a:avLst>
              <a:gd name="adj1" fmla="val 52490"/>
              <a:gd name="adj2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3" name="TextBox 4192">
            <a:extLst>
              <a:ext uri="{FF2B5EF4-FFF2-40B4-BE49-F238E27FC236}">
                <a16:creationId xmlns:a16="http://schemas.microsoft.com/office/drawing/2014/main" id="{C7015E47-4D90-67A8-1C51-DB86CF1D2E65}"/>
              </a:ext>
            </a:extLst>
          </p:cNvPr>
          <p:cNvSpPr txBox="1"/>
          <p:nvPr/>
        </p:nvSpPr>
        <p:spPr>
          <a:xfrm>
            <a:off x="7650084" y="812012"/>
            <a:ext cx="3615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Divided Differences</a:t>
            </a:r>
          </a:p>
        </p:txBody>
      </p:sp>
    </p:spTree>
    <p:extLst>
      <p:ext uri="{BB962C8B-B14F-4D97-AF65-F5344CB8AC3E}">
        <p14:creationId xmlns:p14="http://schemas.microsoft.com/office/powerpoint/2010/main" val="359399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44C4-612B-96D4-49B0-56345CD4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25F9-4F1F-C1E3-FC8A-13923FA73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4E690-5DBA-4590-89DA-FD32CB38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E97DEE-E6DA-1448-9E68-5DF0E5AF8A93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CBE76-BBD9-7C53-C735-66DD8B391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1038225"/>
            <a:ext cx="90106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5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A25FF-58CB-937F-5BB8-1B25B4C3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102F-9A0B-DBA1-8C17-7DE1155D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C7A31-EEE9-D996-BB14-2103BC792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9DFCE-9C39-A8FE-444C-177EB40B38BD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ED4CD6-BD2D-668A-D993-F05E7019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6" y="303814"/>
            <a:ext cx="96964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46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DAB9-754D-E829-5839-EC09AA3A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E6EC-A90A-31B2-DD3B-958AA9B7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3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FFB3F-023C-0293-E0C9-E539C662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16" y="1139252"/>
            <a:ext cx="9854784" cy="529152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latin typeface="+mj-lt"/>
              </a:rPr>
              <a:t>   </a:t>
            </a:r>
            <a:endParaRPr lang="en-US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7B934-A0B5-6882-C555-0CDD95310B70}"/>
              </a:ext>
            </a:extLst>
          </p:cNvPr>
          <p:cNvSpPr txBox="1"/>
          <p:nvPr/>
        </p:nvSpPr>
        <p:spPr>
          <a:xfrm>
            <a:off x="1798820" y="224852"/>
            <a:ext cx="794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0204EB-6E08-9DA2-805B-664244CF198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82346" y="54398"/>
            <a:ext cx="7744906" cy="6592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D71F74-A3CD-179F-7B74-752D66995FD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5368" y="343914"/>
            <a:ext cx="7591425" cy="1590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77DAE3-2355-CC92-B9FE-DEFC11AF70A3}"/>
              </a:ext>
            </a:extLst>
          </p:cNvPr>
          <p:cNvSpPr txBox="1"/>
          <p:nvPr/>
        </p:nvSpPr>
        <p:spPr>
          <a:xfrm rot="16200000">
            <a:off x="3263996" y="3119675"/>
            <a:ext cx="171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y -values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AA6FDA-691D-473D-3987-95704025A86C}"/>
              </a:ext>
            </a:extLst>
          </p:cNvPr>
          <p:cNvSpPr txBox="1"/>
          <p:nvPr/>
        </p:nvSpPr>
        <p:spPr>
          <a:xfrm>
            <a:off x="7242160" y="6171483"/>
            <a:ext cx="171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x -values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312EEC8-2862-36B8-6734-B4F603852453}"/>
              </a:ext>
            </a:extLst>
          </p:cNvPr>
          <p:cNvGrpSpPr/>
          <p:nvPr/>
        </p:nvGrpSpPr>
        <p:grpSpPr>
          <a:xfrm>
            <a:off x="7429500" y="4801545"/>
            <a:ext cx="2878282" cy="613064"/>
            <a:chOff x="2815936" y="1989479"/>
            <a:chExt cx="2878282" cy="61306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79B309A-9547-6F1A-7E11-197BC8EE3013}"/>
                </a:ext>
              </a:extLst>
            </p:cNvPr>
            <p:cNvSpPr/>
            <p:nvPr/>
          </p:nvSpPr>
          <p:spPr>
            <a:xfrm>
              <a:off x="2815936" y="1989479"/>
              <a:ext cx="2878282" cy="613064"/>
            </a:xfrm>
            <a:prstGeom prst="roundRect">
              <a:avLst/>
            </a:prstGeom>
            <a:solidFill>
              <a:srgbClr val="124E1B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6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 y = 0.5\times x^{1.74431301}&#10;\end{align*}&#10;}&#10;\end{document}" title="IguanaTex Shape Display">
              <a:extLst>
                <a:ext uri="{FF2B5EF4-FFF2-40B4-BE49-F238E27FC236}">
                  <a16:creationId xmlns:a16="http://schemas.microsoft.com/office/drawing/2014/main" id="{1FDDF914-6671-AF72-9283-010D43F6CB6C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2997200" y="2120900"/>
              <a:ext cx="2421290" cy="346770"/>
              <a:chOff x="8930329" y="4479374"/>
              <a:chExt cx="2421290" cy="346770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3E573EA-CC63-5A43-09DF-3ECCBFF4005F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8930329" y="4625961"/>
                <a:ext cx="136998" cy="200183"/>
              </a:xfrm>
              <a:custGeom>
                <a:avLst/>
                <a:gdLst>
                  <a:gd name="connsiteX0" fmla="*/ 12067 w 136998"/>
                  <a:gd name="connsiteY0" fmla="*/ 12770 h 200183"/>
                  <a:gd name="connsiteX1" fmla="*/ 21505 w 136998"/>
                  <a:gd name="connsiteY1" fmla="*/ 11532 h 200183"/>
                  <a:gd name="connsiteX2" fmla="*/ 57429 w 136998"/>
                  <a:gd name="connsiteY2" fmla="*/ 72485 h 200183"/>
                  <a:gd name="connsiteX3" fmla="*/ 69911 w 136998"/>
                  <a:gd name="connsiteY3" fmla="*/ 134056 h 200183"/>
                  <a:gd name="connsiteX4" fmla="*/ 63518 w 136998"/>
                  <a:gd name="connsiteY4" fmla="*/ 149526 h 200183"/>
                  <a:gd name="connsiteX5" fmla="*/ 44643 w 136998"/>
                  <a:gd name="connsiteY5" fmla="*/ 173968 h 200183"/>
                  <a:gd name="connsiteX6" fmla="*/ 30638 w 136998"/>
                  <a:gd name="connsiteY6" fmla="*/ 183251 h 200183"/>
                  <a:gd name="connsiteX7" fmla="*/ 23332 w 136998"/>
                  <a:gd name="connsiteY7" fmla="*/ 179847 h 200183"/>
                  <a:gd name="connsiteX8" fmla="*/ 12067 w 136998"/>
                  <a:gd name="connsiteY8" fmla="*/ 174587 h 200183"/>
                  <a:gd name="connsiteX9" fmla="*/ 194 w 136998"/>
                  <a:gd name="connsiteY9" fmla="*/ 186654 h 200183"/>
                  <a:gd name="connsiteX10" fmla="*/ 15721 w 136998"/>
                  <a:gd name="connsiteY10" fmla="*/ 200268 h 200183"/>
                  <a:gd name="connsiteX11" fmla="*/ 107966 w 136998"/>
                  <a:gd name="connsiteY11" fmla="*/ 92596 h 200183"/>
                  <a:gd name="connsiteX12" fmla="*/ 137193 w 136998"/>
                  <a:gd name="connsiteY12" fmla="*/ 17101 h 200183"/>
                  <a:gd name="connsiteX13" fmla="*/ 120448 w 136998"/>
                  <a:gd name="connsiteY13" fmla="*/ 84 h 200183"/>
                  <a:gd name="connsiteX14" fmla="*/ 108575 w 136998"/>
                  <a:gd name="connsiteY14" fmla="*/ 11532 h 200183"/>
                  <a:gd name="connsiteX15" fmla="*/ 117100 w 136998"/>
                  <a:gd name="connsiteY15" fmla="*/ 23599 h 200183"/>
                  <a:gd name="connsiteX16" fmla="*/ 125015 w 136998"/>
                  <a:gd name="connsiteY16" fmla="*/ 34119 h 200183"/>
                  <a:gd name="connsiteX17" fmla="*/ 87873 w 136998"/>
                  <a:gd name="connsiteY17" fmla="*/ 114254 h 200183"/>
                  <a:gd name="connsiteX18" fmla="*/ 81784 w 136998"/>
                  <a:gd name="connsiteY18" fmla="*/ 78363 h 200183"/>
                  <a:gd name="connsiteX19" fmla="*/ 55602 w 136998"/>
                  <a:gd name="connsiteY19" fmla="*/ 84 h 200183"/>
                  <a:gd name="connsiteX20" fmla="*/ 54385 w 136998"/>
                  <a:gd name="connsiteY20" fmla="*/ 84 h 200183"/>
                  <a:gd name="connsiteX21" fmla="*/ 51645 w 136998"/>
                  <a:gd name="connsiteY21" fmla="*/ 394 h 200183"/>
                  <a:gd name="connsiteX22" fmla="*/ 21809 w 136998"/>
                  <a:gd name="connsiteY22" fmla="*/ 5654 h 200183"/>
                  <a:gd name="connsiteX23" fmla="*/ 12067 w 136998"/>
                  <a:gd name="connsiteY23" fmla="*/ 7510 h 200183"/>
                  <a:gd name="connsiteX24" fmla="*/ 12067 w 136998"/>
                  <a:gd name="connsiteY24" fmla="*/ 12770 h 200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6998" h="200183">
                    <a:moveTo>
                      <a:pt x="12067" y="12770"/>
                    </a:moveTo>
                    <a:cubicBezTo>
                      <a:pt x="16025" y="11842"/>
                      <a:pt x="18156" y="11532"/>
                      <a:pt x="21505" y="11532"/>
                    </a:cubicBezTo>
                    <a:cubicBezTo>
                      <a:pt x="38858" y="11532"/>
                      <a:pt x="43425" y="19267"/>
                      <a:pt x="57429" y="72485"/>
                    </a:cubicBezTo>
                    <a:cubicBezTo>
                      <a:pt x="62605" y="92596"/>
                      <a:pt x="69911" y="128796"/>
                      <a:pt x="69911" y="134056"/>
                    </a:cubicBezTo>
                    <a:cubicBezTo>
                      <a:pt x="69911" y="139006"/>
                      <a:pt x="68085" y="143956"/>
                      <a:pt x="63518" y="149526"/>
                    </a:cubicBezTo>
                    <a:cubicBezTo>
                      <a:pt x="54080" y="162211"/>
                      <a:pt x="47991" y="170256"/>
                      <a:pt x="44643" y="173968"/>
                    </a:cubicBezTo>
                    <a:cubicBezTo>
                      <a:pt x="38249" y="180775"/>
                      <a:pt x="34596" y="183251"/>
                      <a:pt x="30638" y="183251"/>
                    </a:cubicBezTo>
                    <a:cubicBezTo>
                      <a:pt x="28812" y="183251"/>
                      <a:pt x="26681" y="182322"/>
                      <a:pt x="23332" y="179847"/>
                    </a:cubicBezTo>
                    <a:cubicBezTo>
                      <a:pt x="18765" y="176134"/>
                      <a:pt x="15416" y="174587"/>
                      <a:pt x="12067" y="174587"/>
                    </a:cubicBezTo>
                    <a:cubicBezTo>
                      <a:pt x="5370" y="174587"/>
                      <a:pt x="194" y="179847"/>
                      <a:pt x="194" y="186654"/>
                    </a:cubicBezTo>
                    <a:cubicBezTo>
                      <a:pt x="194" y="194389"/>
                      <a:pt x="6892" y="200268"/>
                      <a:pt x="15721" y="200268"/>
                    </a:cubicBezTo>
                    <a:cubicBezTo>
                      <a:pt x="35205" y="200268"/>
                      <a:pt x="75087" y="153857"/>
                      <a:pt x="107966" y="92596"/>
                    </a:cubicBezTo>
                    <a:cubicBezTo>
                      <a:pt x="128668" y="54539"/>
                      <a:pt x="137193" y="32262"/>
                      <a:pt x="137193" y="17101"/>
                    </a:cubicBezTo>
                    <a:cubicBezTo>
                      <a:pt x="137193" y="7819"/>
                      <a:pt x="129582" y="84"/>
                      <a:pt x="120448" y="84"/>
                    </a:cubicBezTo>
                    <a:cubicBezTo>
                      <a:pt x="113446" y="84"/>
                      <a:pt x="108575" y="4725"/>
                      <a:pt x="108575" y="11532"/>
                    </a:cubicBezTo>
                    <a:cubicBezTo>
                      <a:pt x="108575" y="16173"/>
                      <a:pt x="111011" y="19577"/>
                      <a:pt x="117100" y="23599"/>
                    </a:cubicBezTo>
                    <a:cubicBezTo>
                      <a:pt x="122884" y="27002"/>
                      <a:pt x="125015" y="29787"/>
                      <a:pt x="125015" y="34119"/>
                    </a:cubicBezTo>
                    <a:cubicBezTo>
                      <a:pt x="125015" y="46495"/>
                      <a:pt x="113751" y="70628"/>
                      <a:pt x="87873" y="114254"/>
                    </a:cubicBezTo>
                    <a:lnTo>
                      <a:pt x="81784" y="78363"/>
                    </a:lnTo>
                    <a:cubicBezTo>
                      <a:pt x="77218" y="51136"/>
                      <a:pt x="60169" y="84"/>
                      <a:pt x="55602" y="84"/>
                    </a:cubicBezTo>
                    <a:lnTo>
                      <a:pt x="54385" y="84"/>
                    </a:lnTo>
                    <a:cubicBezTo>
                      <a:pt x="54080" y="394"/>
                      <a:pt x="52863" y="394"/>
                      <a:pt x="51645" y="394"/>
                    </a:cubicBezTo>
                    <a:cubicBezTo>
                      <a:pt x="48905" y="703"/>
                      <a:pt x="37945" y="2560"/>
                      <a:pt x="21809" y="5654"/>
                    </a:cubicBezTo>
                    <a:cubicBezTo>
                      <a:pt x="20287" y="5963"/>
                      <a:pt x="16330" y="6891"/>
                      <a:pt x="12067" y="7510"/>
                    </a:cubicBezTo>
                    <a:lnTo>
                      <a:pt x="12067" y="12770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BFBDE08-A158-5C4F-4BF4-38AA4E74B4FA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9158268" y="4648857"/>
                <a:ext cx="202453" cy="72400"/>
              </a:xfrm>
              <a:custGeom>
                <a:avLst/>
                <a:gdLst>
                  <a:gd name="connsiteX0" fmla="*/ 192304 w 202453"/>
                  <a:gd name="connsiteY0" fmla="*/ 12460 h 72400"/>
                  <a:gd name="connsiteX1" fmla="*/ 202655 w 202453"/>
                  <a:gd name="connsiteY1" fmla="*/ 6272 h 72400"/>
                  <a:gd name="connsiteX2" fmla="*/ 192608 w 202453"/>
                  <a:gd name="connsiteY2" fmla="*/ 84 h 72400"/>
                  <a:gd name="connsiteX3" fmla="*/ 10248 w 202453"/>
                  <a:gd name="connsiteY3" fmla="*/ 84 h 72400"/>
                  <a:gd name="connsiteX4" fmla="*/ 201 w 202453"/>
                  <a:gd name="connsiteY4" fmla="*/ 6272 h 72400"/>
                  <a:gd name="connsiteX5" fmla="*/ 10552 w 202453"/>
                  <a:gd name="connsiteY5" fmla="*/ 12460 h 72400"/>
                  <a:gd name="connsiteX6" fmla="*/ 192304 w 202453"/>
                  <a:gd name="connsiteY6" fmla="*/ 12460 h 72400"/>
                  <a:gd name="connsiteX7" fmla="*/ 192608 w 202453"/>
                  <a:gd name="connsiteY7" fmla="*/ 72484 h 72400"/>
                  <a:gd name="connsiteX8" fmla="*/ 202655 w 202453"/>
                  <a:gd name="connsiteY8" fmla="*/ 66296 h 72400"/>
                  <a:gd name="connsiteX9" fmla="*/ 192304 w 202453"/>
                  <a:gd name="connsiteY9" fmla="*/ 60108 h 72400"/>
                  <a:gd name="connsiteX10" fmla="*/ 10552 w 202453"/>
                  <a:gd name="connsiteY10" fmla="*/ 60108 h 72400"/>
                  <a:gd name="connsiteX11" fmla="*/ 201 w 202453"/>
                  <a:gd name="connsiteY11" fmla="*/ 66296 h 72400"/>
                  <a:gd name="connsiteX12" fmla="*/ 10248 w 202453"/>
                  <a:gd name="connsiteY12" fmla="*/ 72484 h 72400"/>
                  <a:gd name="connsiteX13" fmla="*/ 192608 w 202453"/>
                  <a:gd name="connsiteY13" fmla="*/ 72484 h 7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2453" h="72400">
                    <a:moveTo>
                      <a:pt x="192304" y="12460"/>
                    </a:moveTo>
                    <a:cubicBezTo>
                      <a:pt x="196870" y="12460"/>
                      <a:pt x="202655" y="12460"/>
                      <a:pt x="202655" y="6272"/>
                    </a:cubicBezTo>
                    <a:cubicBezTo>
                      <a:pt x="202655" y="84"/>
                      <a:pt x="196870" y="84"/>
                      <a:pt x="192608" y="84"/>
                    </a:cubicBezTo>
                    <a:lnTo>
                      <a:pt x="10248" y="84"/>
                    </a:lnTo>
                    <a:cubicBezTo>
                      <a:pt x="5986" y="84"/>
                      <a:pt x="201" y="84"/>
                      <a:pt x="201" y="6272"/>
                    </a:cubicBezTo>
                    <a:cubicBezTo>
                      <a:pt x="201" y="12460"/>
                      <a:pt x="5986" y="12460"/>
                      <a:pt x="10552" y="12460"/>
                    </a:cubicBezTo>
                    <a:lnTo>
                      <a:pt x="192304" y="12460"/>
                    </a:lnTo>
                    <a:close/>
                    <a:moveTo>
                      <a:pt x="192608" y="72484"/>
                    </a:moveTo>
                    <a:cubicBezTo>
                      <a:pt x="196870" y="72484"/>
                      <a:pt x="202655" y="72484"/>
                      <a:pt x="202655" y="66296"/>
                    </a:cubicBezTo>
                    <a:cubicBezTo>
                      <a:pt x="202655" y="60108"/>
                      <a:pt x="196870" y="60108"/>
                      <a:pt x="192304" y="60108"/>
                    </a:cubicBezTo>
                    <a:lnTo>
                      <a:pt x="10552" y="60108"/>
                    </a:lnTo>
                    <a:cubicBezTo>
                      <a:pt x="5986" y="60108"/>
                      <a:pt x="201" y="60108"/>
                      <a:pt x="201" y="66296"/>
                    </a:cubicBezTo>
                    <a:cubicBezTo>
                      <a:pt x="201" y="72484"/>
                      <a:pt x="5986" y="72484"/>
                      <a:pt x="10248" y="72484"/>
                    </a:cubicBezTo>
                    <a:lnTo>
                      <a:pt x="192608" y="72484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3991C22-BB2F-E5E9-0A43-31B791AEB94D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9453866" y="4553251"/>
                <a:ext cx="137607" cy="213487"/>
              </a:xfrm>
              <a:custGeom>
                <a:avLst/>
                <a:gdLst>
                  <a:gd name="connsiteX0" fmla="*/ 70232 w 137607"/>
                  <a:gd name="connsiteY0" fmla="*/ 85 h 213487"/>
                  <a:gd name="connsiteX1" fmla="*/ 29437 w 137607"/>
                  <a:gd name="connsiteY1" fmla="*/ 16174 h 213487"/>
                  <a:gd name="connsiteX2" fmla="*/ 210 w 137607"/>
                  <a:gd name="connsiteY2" fmla="*/ 105282 h 213487"/>
                  <a:gd name="connsiteX3" fmla="*/ 24566 w 137607"/>
                  <a:gd name="connsiteY3" fmla="*/ 192533 h 213487"/>
                  <a:gd name="connsiteX4" fmla="*/ 69014 w 137607"/>
                  <a:gd name="connsiteY4" fmla="*/ 213572 h 213487"/>
                  <a:gd name="connsiteX5" fmla="*/ 108591 w 137607"/>
                  <a:gd name="connsiteY5" fmla="*/ 197483 h 213487"/>
                  <a:gd name="connsiteX6" fmla="*/ 137818 w 137607"/>
                  <a:gd name="connsiteY6" fmla="*/ 107138 h 213487"/>
                  <a:gd name="connsiteX7" fmla="*/ 70232 w 137607"/>
                  <a:gd name="connsiteY7" fmla="*/ 85 h 213487"/>
                  <a:gd name="connsiteX8" fmla="*/ 69318 w 137607"/>
                  <a:gd name="connsiteY8" fmla="*/ 8129 h 213487"/>
                  <a:gd name="connsiteX9" fmla="*/ 108591 w 137607"/>
                  <a:gd name="connsiteY9" fmla="*/ 107757 h 213487"/>
                  <a:gd name="connsiteX10" fmla="*/ 69014 w 137607"/>
                  <a:gd name="connsiteY10" fmla="*/ 205528 h 213487"/>
                  <a:gd name="connsiteX11" fmla="*/ 29437 w 137607"/>
                  <a:gd name="connsiteY11" fmla="*/ 108066 h 213487"/>
                  <a:gd name="connsiteX12" fmla="*/ 69318 w 137607"/>
                  <a:gd name="connsiteY12" fmla="*/ 8129 h 213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7607" h="213487">
                    <a:moveTo>
                      <a:pt x="70232" y="85"/>
                    </a:moveTo>
                    <a:cubicBezTo>
                      <a:pt x="53488" y="85"/>
                      <a:pt x="40701" y="5345"/>
                      <a:pt x="29437" y="16174"/>
                    </a:cubicBezTo>
                    <a:cubicBezTo>
                      <a:pt x="11779" y="33500"/>
                      <a:pt x="210" y="69081"/>
                      <a:pt x="210" y="105282"/>
                    </a:cubicBezTo>
                    <a:cubicBezTo>
                      <a:pt x="210" y="139006"/>
                      <a:pt x="10257" y="175206"/>
                      <a:pt x="24566" y="192533"/>
                    </a:cubicBezTo>
                    <a:cubicBezTo>
                      <a:pt x="35830" y="206147"/>
                      <a:pt x="51356" y="213572"/>
                      <a:pt x="69014" y="213572"/>
                    </a:cubicBezTo>
                    <a:cubicBezTo>
                      <a:pt x="84541" y="213572"/>
                      <a:pt x="97632" y="208313"/>
                      <a:pt x="108591" y="197483"/>
                    </a:cubicBezTo>
                    <a:cubicBezTo>
                      <a:pt x="126249" y="180466"/>
                      <a:pt x="137818" y="144576"/>
                      <a:pt x="137818" y="107138"/>
                    </a:cubicBezTo>
                    <a:cubicBezTo>
                      <a:pt x="137818" y="43710"/>
                      <a:pt x="110114" y="85"/>
                      <a:pt x="70232" y="85"/>
                    </a:cubicBezTo>
                    <a:close/>
                    <a:moveTo>
                      <a:pt x="69318" y="8129"/>
                    </a:moveTo>
                    <a:cubicBezTo>
                      <a:pt x="94892" y="8129"/>
                      <a:pt x="108591" y="43092"/>
                      <a:pt x="108591" y="107757"/>
                    </a:cubicBezTo>
                    <a:cubicBezTo>
                      <a:pt x="108591" y="172422"/>
                      <a:pt x="95196" y="205528"/>
                      <a:pt x="69014" y="205528"/>
                    </a:cubicBezTo>
                    <a:cubicBezTo>
                      <a:pt x="42832" y="205528"/>
                      <a:pt x="29437" y="172422"/>
                      <a:pt x="29437" y="108066"/>
                    </a:cubicBezTo>
                    <a:cubicBezTo>
                      <a:pt x="29437" y="42473"/>
                      <a:pt x="43136" y="8129"/>
                      <a:pt x="69318" y="81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E5738A4-C4C5-04E8-E2DC-C9A320717381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9625533" y="4729611"/>
                <a:ext cx="32270" cy="32796"/>
              </a:xfrm>
              <a:custGeom>
                <a:avLst/>
                <a:gdLst>
                  <a:gd name="connsiteX0" fmla="*/ 32486 w 32270"/>
                  <a:gd name="connsiteY0" fmla="*/ 16483 h 32796"/>
                  <a:gd name="connsiteX1" fmla="*/ 16351 w 32270"/>
                  <a:gd name="connsiteY1" fmla="*/ 85 h 32796"/>
                  <a:gd name="connsiteX2" fmla="*/ 216 w 32270"/>
                  <a:gd name="connsiteY2" fmla="*/ 16483 h 32796"/>
                  <a:gd name="connsiteX3" fmla="*/ 16351 w 32270"/>
                  <a:gd name="connsiteY3" fmla="*/ 32881 h 32796"/>
                  <a:gd name="connsiteX4" fmla="*/ 32486 w 32270"/>
                  <a:gd name="connsiteY4" fmla="*/ 16483 h 32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270" h="32796">
                    <a:moveTo>
                      <a:pt x="32486" y="16483"/>
                    </a:moveTo>
                    <a:cubicBezTo>
                      <a:pt x="32486" y="7510"/>
                      <a:pt x="25180" y="85"/>
                      <a:pt x="16351" y="85"/>
                    </a:cubicBezTo>
                    <a:cubicBezTo>
                      <a:pt x="7522" y="85"/>
                      <a:pt x="216" y="7510"/>
                      <a:pt x="216" y="16483"/>
                    </a:cubicBezTo>
                    <a:cubicBezTo>
                      <a:pt x="216" y="25455"/>
                      <a:pt x="7522" y="32881"/>
                      <a:pt x="16351" y="32881"/>
                    </a:cubicBezTo>
                    <a:cubicBezTo>
                      <a:pt x="25180" y="32881"/>
                      <a:pt x="32486" y="25456"/>
                      <a:pt x="32486" y="164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3E0CCB1-7C0B-F9BC-5AC6-0C5FFD06CDF3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9693737" y="4549538"/>
                <a:ext cx="123603" cy="217200"/>
              </a:xfrm>
              <a:custGeom>
                <a:avLst/>
                <a:gdLst>
                  <a:gd name="connsiteX0" fmla="*/ 45580 w 123603"/>
                  <a:gd name="connsiteY0" fmla="*/ 32572 h 217200"/>
                  <a:gd name="connsiteX1" fmla="*/ 105250 w 123603"/>
                  <a:gd name="connsiteY1" fmla="*/ 32572 h 217200"/>
                  <a:gd name="connsiteX2" fmla="*/ 112252 w 123603"/>
                  <a:gd name="connsiteY2" fmla="*/ 29787 h 217200"/>
                  <a:gd name="connsiteX3" fmla="*/ 123821 w 123603"/>
                  <a:gd name="connsiteY3" fmla="*/ 2251 h 217200"/>
                  <a:gd name="connsiteX4" fmla="*/ 121081 w 123603"/>
                  <a:gd name="connsiteY4" fmla="*/ 85 h 217200"/>
                  <a:gd name="connsiteX5" fmla="*/ 107077 w 123603"/>
                  <a:gd name="connsiteY5" fmla="*/ 8129 h 217200"/>
                  <a:gd name="connsiteX6" fmla="*/ 43449 w 123603"/>
                  <a:gd name="connsiteY6" fmla="*/ 8129 h 217200"/>
                  <a:gd name="connsiteX7" fmla="*/ 10265 w 123603"/>
                  <a:gd name="connsiteY7" fmla="*/ 81458 h 217200"/>
                  <a:gd name="connsiteX8" fmla="*/ 9960 w 123603"/>
                  <a:gd name="connsiteY8" fmla="*/ 83005 h 217200"/>
                  <a:gd name="connsiteX9" fmla="*/ 13613 w 123603"/>
                  <a:gd name="connsiteY9" fmla="*/ 85480 h 217200"/>
                  <a:gd name="connsiteX10" fmla="*/ 48015 w 123603"/>
                  <a:gd name="connsiteY10" fmla="*/ 91668 h 217200"/>
                  <a:gd name="connsiteX11" fmla="*/ 99161 w 123603"/>
                  <a:gd name="connsiteY11" fmla="*/ 152929 h 217200"/>
                  <a:gd name="connsiteX12" fmla="*/ 56844 w 123603"/>
                  <a:gd name="connsiteY12" fmla="*/ 205837 h 217200"/>
                  <a:gd name="connsiteX13" fmla="*/ 36447 w 123603"/>
                  <a:gd name="connsiteY13" fmla="*/ 196865 h 217200"/>
                  <a:gd name="connsiteX14" fmla="*/ 13309 w 123603"/>
                  <a:gd name="connsiteY14" fmla="*/ 186654 h 217200"/>
                  <a:gd name="connsiteX15" fmla="*/ 218 w 123603"/>
                  <a:gd name="connsiteY15" fmla="*/ 198102 h 217200"/>
                  <a:gd name="connsiteX16" fmla="*/ 37360 w 123603"/>
                  <a:gd name="connsiteY16" fmla="*/ 217285 h 217200"/>
                  <a:gd name="connsiteX17" fmla="*/ 100075 w 123603"/>
                  <a:gd name="connsiteY17" fmla="*/ 193152 h 217200"/>
                  <a:gd name="connsiteX18" fmla="*/ 120472 w 123603"/>
                  <a:gd name="connsiteY18" fmla="*/ 138078 h 217200"/>
                  <a:gd name="connsiteX19" fmla="*/ 99466 w 123603"/>
                  <a:gd name="connsiteY19" fmla="*/ 86099 h 217200"/>
                  <a:gd name="connsiteX20" fmla="*/ 32793 w 123603"/>
                  <a:gd name="connsiteY20" fmla="*/ 58871 h 217200"/>
                  <a:gd name="connsiteX21" fmla="*/ 45580 w 123603"/>
                  <a:gd name="connsiteY21" fmla="*/ 32572 h 21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3603" h="217200">
                    <a:moveTo>
                      <a:pt x="45580" y="32572"/>
                    </a:moveTo>
                    <a:lnTo>
                      <a:pt x="105250" y="32572"/>
                    </a:lnTo>
                    <a:cubicBezTo>
                      <a:pt x="110121" y="32572"/>
                      <a:pt x="111339" y="31953"/>
                      <a:pt x="112252" y="29787"/>
                    </a:cubicBezTo>
                    <a:lnTo>
                      <a:pt x="123821" y="2251"/>
                    </a:lnTo>
                    <a:lnTo>
                      <a:pt x="121081" y="85"/>
                    </a:lnTo>
                    <a:cubicBezTo>
                      <a:pt x="116515" y="6582"/>
                      <a:pt x="113470" y="8129"/>
                      <a:pt x="107077" y="8129"/>
                    </a:cubicBezTo>
                    <a:lnTo>
                      <a:pt x="43449" y="8129"/>
                    </a:lnTo>
                    <a:lnTo>
                      <a:pt x="10265" y="81458"/>
                    </a:lnTo>
                    <a:cubicBezTo>
                      <a:pt x="9960" y="82076"/>
                      <a:pt x="9960" y="82386"/>
                      <a:pt x="9960" y="83005"/>
                    </a:cubicBezTo>
                    <a:cubicBezTo>
                      <a:pt x="9960" y="84552"/>
                      <a:pt x="11178" y="85480"/>
                      <a:pt x="13613" y="85480"/>
                    </a:cubicBezTo>
                    <a:cubicBezTo>
                      <a:pt x="23356" y="85480"/>
                      <a:pt x="35533" y="87646"/>
                      <a:pt x="48015" y="91668"/>
                    </a:cubicBezTo>
                    <a:cubicBezTo>
                      <a:pt x="83026" y="103116"/>
                      <a:pt x="99161" y="122299"/>
                      <a:pt x="99161" y="152929"/>
                    </a:cubicBezTo>
                    <a:cubicBezTo>
                      <a:pt x="99161" y="182632"/>
                      <a:pt x="80591" y="205837"/>
                      <a:pt x="56844" y="205837"/>
                    </a:cubicBezTo>
                    <a:cubicBezTo>
                      <a:pt x="50755" y="205837"/>
                      <a:pt x="45580" y="203671"/>
                      <a:pt x="36447" y="196865"/>
                    </a:cubicBezTo>
                    <a:cubicBezTo>
                      <a:pt x="26704" y="189748"/>
                      <a:pt x="19702" y="186654"/>
                      <a:pt x="13309" y="186654"/>
                    </a:cubicBezTo>
                    <a:cubicBezTo>
                      <a:pt x="4480" y="186654"/>
                      <a:pt x="218" y="190367"/>
                      <a:pt x="218" y="198102"/>
                    </a:cubicBezTo>
                    <a:cubicBezTo>
                      <a:pt x="218" y="209860"/>
                      <a:pt x="14527" y="217285"/>
                      <a:pt x="37360" y="217285"/>
                    </a:cubicBezTo>
                    <a:cubicBezTo>
                      <a:pt x="62933" y="217285"/>
                      <a:pt x="84853" y="208931"/>
                      <a:pt x="100075" y="193152"/>
                    </a:cubicBezTo>
                    <a:cubicBezTo>
                      <a:pt x="114079" y="179229"/>
                      <a:pt x="120472" y="161593"/>
                      <a:pt x="120472" y="138078"/>
                    </a:cubicBezTo>
                    <a:cubicBezTo>
                      <a:pt x="120472" y="115801"/>
                      <a:pt x="114688" y="101569"/>
                      <a:pt x="99466" y="86099"/>
                    </a:cubicBezTo>
                    <a:cubicBezTo>
                      <a:pt x="86070" y="72485"/>
                      <a:pt x="68717" y="65369"/>
                      <a:pt x="32793" y="58871"/>
                    </a:cubicBezTo>
                    <a:lnTo>
                      <a:pt x="45580" y="32572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9A17B06-D4C2-D83B-F482-F718DC324C4D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9923980" y="4610491"/>
                <a:ext cx="147045" cy="149131"/>
              </a:xfrm>
              <a:custGeom>
                <a:avLst/>
                <a:gdLst>
                  <a:gd name="connsiteX0" fmla="*/ 73899 w 147045"/>
                  <a:gd name="connsiteY0" fmla="*/ 65987 h 149131"/>
                  <a:gd name="connsiteX1" fmla="*/ 13011 w 147045"/>
                  <a:gd name="connsiteY1" fmla="*/ 4416 h 149131"/>
                  <a:gd name="connsiteX2" fmla="*/ 6313 w 147045"/>
                  <a:gd name="connsiteY2" fmla="*/ 85 h 149131"/>
                  <a:gd name="connsiteX3" fmla="*/ 224 w 147045"/>
                  <a:gd name="connsiteY3" fmla="*/ 6273 h 149131"/>
                  <a:gd name="connsiteX4" fmla="*/ 4182 w 147045"/>
                  <a:gd name="connsiteY4" fmla="*/ 12461 h 149131"/>
                  <a:gd name="connsiteX5" fmla="*/ 65070 w 147045"/>
                  <a:gd name="connsiteY5" fmla="*/ 74651 h 149131"/>
                  <a:gd name="connsiteX6" fmla="*/ 4182 w 147045"/>
                  <a:gd name="connsiteY6" fmla="*/ 136841 h 149131"/>
                  <a:gd name="connsiteX7" fmla="*/ 224 w 147045"/>
                  <a:gd name="connsiteY7" fmla="*/ 143029 h 149131"/>
                  <a:gd name="connsiteX8" fmla="*/ 6313 w 147045"/>
                  <a:gd name="connsiteY8" fmla="*/ 149217 h 149131"/>
                  <a:gd name="connsiteX9" fmla="*/ 13011 w 147045"/>
                  <a:gd name="connsiteY9" fmla="*/ 144885 h 149131"/>
                  <a:gd name="connsiteX10" fmla="*/ 73595 w 147045"/>
                  <a:gd name="connsiteY10" fmla="*/ 83314 h 149131"/>
                  <a:gd name="connsiteX11" fmla="*/ 136614 w 147045"/>
                  <a:gd name="connsiteY11" fmla="*/ 147360 h 149131"/>
                  <a:gd name="connsiteX12" fmla="*/ 141181 w 147045"/>
                  <a:gd name="connsiteY12" fmla="*/ 149217 h 149131"/>
                  <a:gd name="connsiteX13" fmla="*/ 147270 w 147045"/>
                  <a:gd name="connsiteY13" fmla="*/ 143029 h 149131"/>
                  <a:gd name="connsiteX14" fmla="*/ 146356 w 147045"/>
                  <a:gd name="connsiteY14" fmla="*/ 139625 h 149131"/>
                  <a:gd name="connsiteX15" fmla="*/ 82424 w 147045"/>
                  <a:gd name="connsiteY15" fmla="*/ 74651 h 149131"/>
                  <a:gd name="connsiteX16" fmla="*/ 138136 w 147045"/>
                  <a:gd name="connsiteY16" fmla="*/ 18030 h 149131"/>
                  <a:gd name="connsiteX17" fmla="*/ 145747 w 147045"/>
                  <a:gd name="connsiteY17" fmla="*/ 10295 h 149131"/>
                  <a:gd name="connsiteX18" fmla="*/ 147270 w 147045"/>
                  <a:gd name="connsiteY18" fmla="*/ 6273 h 149131"/>
                  <a:gd name="connsiteX19" fmla="*/ 141181 w 147045"/>
                  <a:gd name="connsiteY19" fmla="*/ 85 h 149131"/>
                  <a:gd name="connsiteX20" fmla="*/ 134179 w 147045"/>
                  <a:gd name="connsiteY20" fmla="*/ 4726 h 149131"/>
                  <a:gd name="connsiteX21" fmla="*/ 73899 w 147045"/>
                  <a:gd name="connsiteY21" fmla="*/ 65987 h 149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045" h="149131">
                    <a:moveTo>
                      <a:pt x="73899" y="65987"/>
                    </a:moveTo>
                    <a:lnTo>
                      <a:pt x="13011" y="4416"/>
                    </a:lnTo>
                    <a:cubicBezTo>
                      <a:pt x="9358" y="703"/>
                      <a:pt x="8749" y="85"/>
                      <a:pt x="6313" y="85"/>
                    </a:cubicBezTo>
                    <a:cubicBezTo>
                      <a:pt x="3269" y="85"/>
                      <a:pt x="224" y="2869"/>
                      <a:pt x="224" y="6273"/>
                    </a:cubicBezTo>
                    <a:cubicBezTo>
                      <a:pt x="224" y="8439"/>
                      <a:pt x="833" y="9057"/>
                      <a:pt x="4182" y="12461"/>
                    </a:cubicBezTo>
                    <a:lnTo>
                      <a:pt x="65070" y="74651"/>
                    </a:lnTo>
                    <a:lnTo>
                      <a:pt x="4182" y="136841"/>
                    </a:lnTo>
                    <a:cubicBezTo>
                      <a:pt x="833" y="140244"/>
                      <a:pt x="224" y="140863"/>
                      <a:pt x="224" y="143029"/>
                    </a:cubicBezTo>
                    <a:cubicBezTo>
                      <a:pt x="224" y="146432"/>
                      <a:pt x="3269" y="149217"/>
                      <a:pt x="6313" y="149217"/>
                    </a:cubicBezTo>
                    <a:cubicBezTo>
                      <a:pt x="8749" y="149217"/>
                      <a:pt x="9358" y="148598"/>
                      <a:pt x="13011" y="144885"/>
                    </a:cubicBezTo>
                    <a:lnTo>
                      <a:pt x="73595" y="83314"/>
                    </a:lnTo>
                    <a:lnTo>
                      <a:pt x="136614" y="147360"/>
                    </a:lnTo>
                    <a:cubicBezTo>
                      <a:pt x="137223" y="147670"/>
                      <a:pt x="139354" y="149217"/>
                      <a:pt x="141181" y="149217"/>
                    </a:cubicBezTo>
                    <a:cubicBezTo>
                      <a:pt x="144834" y="149217"/>
                      <a:pt x="147270" y="146432"/>
                      <a:pt x="147270" y="143029"/>
                    </a:cubicBezTo>
                    <a:cubicBezTo>
                      <a:pt x="147270" y="142410"/>
                      <a:pt x="147270" y="141172"/>
                      <a:pt x="146356" y="139625"/>
                    </a:cubicBezTo>
                    <a:cubicBezTo>
                      <a:pt x="146052" y="139006"/>
                      <a:pt x="97646" y="90430"/>
                      <a:pt x="82424" y="74651"/>
                    </a:cubicBezTo>
                    <a:lnTo>
                      <a:pt x="138136" y="18030"/>
                    </a:lnTo>
                    <a:cubicBezTo>
                      <a:pt x="139659" y="16174"/>
                      <a:pt x="144225" y="12151"/>
                      <a:pt x="145747" y="10295"/>
                    </a:cubicBezTo>
                    <a:cubicBezTo>
                      <a:pt x="146052" y="9676"/>
                      <a:pt x="147270" y="8439"/>
                      <a:pt x="147270" y="6273"/>
                    </a:cubicBezTo>
                    <a:cubicBezTo>
                      <a:pt x="147270" y="2869"/>
                      <a:pt x="144834" y="85"/>
                      <a:pt x="141181" y="85"/>
                    </a:cubicBezTo>
                    <a:cubicBezTo>
                      <a:pt x="138745" y="85"/>
                      <a:pt x="137527" y="1322"/>
                      <a:pt x="134179" y="4726"/>
                    </a:cubicBezTo>
                    <a:lnTo>
                      <a:pt x="73899" y="65987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3140D80-D423-5B90-58CD-35705773FC44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0150884" y="4625961"/>
                <a:ext cx="144305" cy="139849"/>
              </a:xfrm>
              <a:custGeom>
                <a:avLst/>
                <a:gdLst>
                  <a:gd name="connsiteX0" fmla="*/ 130839 w 144305"/>
                  <a:gd name="connsiteY0" fmla="*/ 102187 h 139849"/>
                  <a:gd name="connsiteX1" fmla="*/ 124142 w 144305"/>
                  <a:gd name="connsiteY1" fmla="*/ 110541 h 139849"/>
                  <a:gd name="connsiteX2" fmla="*/ 110137 w 144305"/>
                  <a:gd name="connsiteY2" fmla="*/ 122917 h 139849"/>
                  <a:gd name="connsiteX3" fmla="*/ 100700 w 144305"/>
                  <a:gd name="connsiteY3" fmla="*/ 110231 h 139849"/>
                  <a:gd name="connsiteX4" fmla="*/ 99482 w 144305"/>
                  <a:gd name="connsiteY4" fmla="*/ 104972 h 139849"/>
                  <a:gd name="connsiteX5" fmla="*/ 88522 w 144305"/>
                  <a:gd name="connsiteY5" fmla="*/ 54848 h 139849"/>
                  <a:gd name="connsiteX6" fmla="*/ 118357 w 144305"/>
                  <a:gd name="connsiteY6" fmla="*/ 17411 h 139849"/>
                  <a:gd name="connsiteX7" fmla="*/ 125664 w 144305"/>
                  <a:gd name="connsiteY7" fmla="*/ 19886 h 139849"/>
                  <a:gd name="connsiteX8" fmla="*/ 133884 w 144305"/>
                  <a:gd name="connsiteY8" fmla="*/ 22671 h 139849"/>
                  <a:gd name="connsiteX9" fmla="*/ 144539 w 144305"/>
                  <a:gd name="connsiteY9" fmla="*/ 11532 h 139849"/>
                  <a:gd name="connsiteX10" fmla="*/ 132057 w 144305"/>
                  <a:gd name="connsiteY10" fmla="*/ 84 h 139849"/>
                  <a:gd name="connsiteX11" fmla="*/ 86086 w 144305"/>
                  <a:gd name="connsiteY11" fmla="*/ 44329 h 139849"/>
                  <a:gd name="connsiteX12" fmla="*/ 82738 w 144305"/>
                  <a:gd name="connsiteY12" fmla="*/ 27312 h 139849"/>
                  <a:gd name="connsiteX13" fmla="*/ 66907 w 144305"/>
                  <a:gd name="connsiteY13" fmla="*/ 84 h 139849"/>
                  <a:gd name="connsiteX14" fmla="*/ 31287 w 144305"/>
                  <a:gd name="connsiteY14" fmla="*/ 9057 h 139849"/>
                  <a:gd name="connsiteX15" fmla="*/ 27938 w 144305"/>
                  <a:gd name="connsiteY15" fmla="*/ 10294 h 139849"/>
                  <a:gd name="connsiteX16" fmla="*/ 29156 w 144305"/>
                  <a:gd name="connsiteY16" fmla="*/ 14935 h 139849"/>
                  <a:gd name="connsiteX17" fmla="*/ 46205 w 144305"/>
                  <a:gd name="connsiteY17" fmla="*/ 11532 h 139849"/>
                  <a:gd name="connsiteX18" fmla="*/ 59905 w 144305"/>
                  <a:gd name="connsiteY18" fmla="*/ 32881 h 139849"/>
                  <a:gd name="connsiteX19" fmla="*/ 68733 w 144305"/>
                  <a:gd name="connsiteY19" fmla="*/ 70937 h 139849"/>
                  <a:gd name="connsiteX20" fmla="*/ 43769 w 144305"/>
                  <a:gd name="connsiteY20" fmla="*/ 107137 h 139849"/>
                  <a:gd name="connsiteX21" fmla="*/ 28243 w 144305"/>
                  <a:gd name="connsiteY21" fmla="*/ 121989 h 139849"/>
                  <a:gd name="connsiteX22" fmla="*/ 20327 w 144305"/>
                  <a:gd name="connsiteY22" fmla="*/ 119204 h 139849"/>
                  <a:gd name="connsiteX23" fmla="*/ 10585 w 144305"/>
                  <a:gd name="connsiteY23" fmla="*/ 116110 h 139849"/>
                  <a:gd name="connsiteX24" fmla="*/ 234 w 144305"/>
                  <a:gd name="connsiteY24" fmla="*/ 126939 h 139849"/>
                  <a:gd name="connsiteX25" fmla="*/ 15456 w 144305"/>
                  <a:gd name="connsiteY25" fmla="*/ 139934 h 139849"/>
                  <a:gd name="connsiteX26" fmla="*/ 43769 w 144305"/>
                  <a:gd name="connsiteY26" fmla="*/ 118276 h 139849"/>
                  <a:gd name="connsiteX27" fmla="*/ 71169 w 144305"/>
                  <a:gd name="connsiteY27" fmla="*/ 82076 h 139849"/>
                  <a:gd name="connsiteX28" fmla="*/ 80302 w 144305"/>
                  <a:gd name="connsiteY28" fmla="*/ 119204 h 139849"/>
                  <a:gd name="connsiteX29" fmla="*/ 97960 w 144305"/>
                  <a:gd name="connsiteY29" fmla="*/ 139934 h 139849"/>
                  <a:gd name="connsiteX30" fmla="*/ 135102 w 144305"/>
                  <a:gd name="connsiteY30" fmla="*/ 104662 h 139849"/>
                  <a:gd name="connsiteX31" fmla="*/ 130839 w 144305"/>
                  <a:gd name="connsiteY31" fmla="*/ 102187 h 13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4305" h="139849">
                    <a:moveTo>
                      <a:pt x="130839" y="102187"/>
                    </a:moveTo>
                    <a:cubicBezTo>
                      <a:pt x="128404" y="104972"/>
                      <a:pt x="126882" y="106828"/>
                      <a:pt x="124142" y="110541"/>
                    </a:cubicBezTo>
                    <a:cubicBezTo>
                      <a:pt x="117140" y="119823"/>
                      <a:pt x="113486" y="122917"/>
                      <a:pt x="110137" y="122917"/>
                    </a:cubicBezTo>
                    <a:cubicBezTo>
                      <a:pt x="105571" y="122917"/>
                      <a:pt x="102831" y="118895"/>
                      <a:pt x="100700" y="110231"/>
                    </a:cubicBezTo>
                    <a:cubicBezTo>
                      <a:pt x="100091" y="107756"/>
                      <a:pt x="99786" y="105900"/>
                      <a:pt x="99482" y="104972"/>
                    </a:cubicBezTo>
                    <a:cubicBezTo>
                      <a:pt x="91871" y="73722"/>
                      <a:pt x="88522" y="59489"/>
                      <a:pt x="88522" y="54848"/>
                    </a:cubicBezTo>
                    <a:cubicBezTo>
                      <a:pt x="101917" y="31024"/>
                      <a:pt x="112877" y="17411"/>
                      <a:pt x="118357" y="17411"/>
                    </a:cubicBezTo>
                    <a:cubicBezTo>
                      <a:pt x="120184" y="17411"/>
                      <a:pt x="122619" y="18339"/>
                      <a:pt x="125664" y="19886"/>
                    </a:cubicBezTo>
                    <a:cubicBezTo>
                      <a:pt x="129317" y="22052"/>
                      <a:pt x="131448" y="22671"/>
                      <a:pt x="133884" y="22671"/>
                    </a:cubicBezTo>
                    <a:cubicBezTo>
                      <a:pt x="140277" y="22671"/>
                      <a:pt x="144539" y="18029"/>
                      <a:pt x="144539" y="11532"/>
                    </a:cubicBezTo>
                    <a:cubicBezTo>
                      <a:pt x="144539" y="5035"/>
                      <a:pt x="139364" y="84"/>
                      <a:pt x="132057" y="84"/>
                    </a:cubicBezTo>
                    <a:cubicBezTo>
                      <a:pt x="118662" y="84"/>
                      <a:pt x="107093" y="11223"/>
                      <a:pt x="86086" y="44329"/>
                    </a:cubicBezTo>
                    <a:lnTo>
                      <a:pt x="82738" y="27312"/>
                    </a:lnTo>
                    <a:cubicBezTo>
                      <a:pt x="78475" y="6272"/>
                      <a:pt x="75127" y="84"/>
                      <a:pt x="66907" y="84"/>
                    </a:cubicBezTo>
                    <a:cubicBezTo>
                      <a:pt x="60209" y="84"/>
                      <a:pt x="49858" y="2869"/>
                      <a:pt x="31287" y="9057"/>
                    </a:cubicBezTo>
                    <a:lnTo>
                      <a:pt x="27938" y="10294"/>
                    </a:lnTo>
                    <a:lnTo>
                      <a:pt x="29156" y="14935"/>
                    </a:lnTo>
                    <a:cubicBezTo>
                      <a:pt x="40725" y="12151"/>
                      <a:pt x="43465" y="11532"/>
                      <a:pt x="46205" y="11532"/>
                    </a:cubicBezTo>
                    <a:cubicBezTo>
                      <a:pt x="53816" y="11532"/>
                      <a:pt x="55642" y="14317"/>
                      <a:pt x="59905" y="32881"/>
                    </a:cubicBezTo>
                    <a:lnTo>
                      <a:pt x="68733" y="70937"/>
                    </a:lnTo>
                    <a:lnTo>
                      <a:pt x="43769" y="107137"/>
                    </a:lnTo>
                    <a:cubicBezTo>
                      <a:pt x="37680" y="116419"/>
                      <a:pt x="31591" y="121989"/>
                      <a:pt x="28243" y="121989"/>
                    </a:cubicBezTo>
                    <a:cubicBezTo>
                      <a:pt x="26416" y="121989"/>
                      <a:pt x="23372" y="121060"/>
                      <a:pt x="20327" y="119204"/>
                    </a:cubicBezTo>
                    <a:cubicBezTo>
                      <a:pt x="16369" y="117038"/>
                      <a:pt x="13021" y="116110"/>
                      <a:pt x="10585" y="116110"/>
                    </a:cubicBezTo>
                    <a:cubicBezTo>
                      <a:pt x="4801" y="116110"/>
                      <a:pt x="234" y="120751"/>
                      <a:pt x="234" y="126939"/>
                    </a:cubicBezTo>
                    <a:cubicBezTo>
                      <a:pt x="234" y="134984"/>
                      <a:pt x="6323" y="139934"/>
                      <a:pt x="15456" y="139934"/>
                    </a:cubicBezTo>
                    <a:cubicBezTo>
                      <a:pt x="24894" y="139934"/>
                      <a:pt x="28547" y="137149"/>
                      <a:pt x="43769" y="118276"/>
                    </a:cubicBezTo>
                    <a:cubicBezTo>
                      <a:pt x="51989" y="108375"/>
                      <a:pt x="58382" y="100021"/>
                      <a:pt x="71169" y="82076"/>
                    </a:cubicBezTo>
                    <a:lnTo>
                      <a:pt x="80302" y="119204"/>
                    </a:lnTo>
                    <a:cubicBezTo>
                      <a:pt x="84260" y="134984"/>
                      <a:pt x="88218" y="139934"/>
                      <a:pt x="97960" y="139934"/>
                    </a:cubicBezTo>
                    <a:cubicBezTo>
                      <a:pt x="109528" y="139934"/>
                      <a:pt x="117444" y="132508"/>
                      <a:pt x="135102" y="104662"/>
                    </a:cubicBezTo>
                    <a:lnTo>
                      <a:pt x="130839" y="102187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173F48F-FA9F-593F-E56B-B7B1486EE0BA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0320701" y="4479374"/>
                <a:ext cx="63756" cy="154775"/>
              </a:xfrm>
              <a:custGeom>
                <a:avLst/>
                <a:gdLst>
                  <a:gd name="connsiteX0" fmla="*/ 40789 w 63756"/>
                  <a:gd name="connsiteY0" fmla="*/ 81 h 154775"/>
                  <a:gd name="connsiteX1" fmla="*/ 237 w 63756"/>
                  <a:gd name="connsiteY1" fmla="*/ 20917 h 154775"/>
                  <a:gd name="connsiteX2" fmla="*/ 237 w 63756"/>
                  <a:gd name="connsiteY2" fmla="*/ 24122 h 154775"/>
                  <a:gd name="connsiteX3" fmla="*/ 6320 w 63756"/>
                  <a:gd name="connsiteY3" fmla="*/ 21603 h 154775"/>
                  <a:gd name="connsiteX4" fmla="*/ 16458 w 63756"/>
                  <a:gd name="connsiteY4" fmla="*/ 19085 h 154775"/>
                  <a:gd name="connsiteX5" fmla="*/ 23216 w 63756"/>
                  <a:gd name="connsiteY5" fmla="*/ 29846 h 154775"/>
                  <a:gd name="connsiteX6" fmla="*/ 23216 w 63756"/>
                  <a:gd name="connsiteY6" fmla="*/ 133564 h 154775"/>
                  <a:gd name="connsiteX7" fmla="*/ 17810 w 63756"/>
                  <a:gd name="connsiteY7" fmla="*/ 148446 h 154775"/>
                  <a:gd name="connsiteX8" fmla="*/ 1814 w 63756"/>
                  <a:gd name="connsiteY8" fmla="*/ 151422 h 154775"/>
                  <a:gd name="connsiteX9" fmla="*/ 1814 w 63756"/>
                  <a:gd name="connsiteY9" fmla="*/ 154857 h 154775"/>
                  <a:gd name="connsiteX10" fmla="*/ 63993 w 63756"/>
                  <a:gd name="connsiteY10" fmla="*/ 154857 h 154775"/>
                  <a:gd name="connsiteX11" fmla="*/ 63993 w 63756"/>
                  <a:gd name="connsiteY11" fmla="*/ 151422 h 154775"/>
                  <a:gd name="connsiteX12" fmla="*/ 42591 w 63756"/>
                  <a:gd name="connsiteY12" fmla="*/ 137914 h 154775"/>
                  <a:gd name="connsiteX13" fmla="*/ 42591 w 63756"/>
                  <a:gd name="connsiteY13" fmla="*/ 539 h 154775"/>
                  <a:gd name="connsiteX14" fmla="*/ 40789 w 63756"/>
                  <a:gd name="connsiteY14" fmla="*/ 81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756" h="154775">
                    <a:moveTo>
                      <a:pt x="40789" y="81"/>
                    </a:moveTo>
                    <a:lnTo>
                      <a:pt x="237" y="20917"/>
                    </a:lnTo>
                    <a:lnTo>
                      <a:pt x="237" y="24122"/>
                    </a:lnTo>
                    <a:cubicBezTo>
                      <a:pt x="2941" y="22977"/>
                      <a:pt x="5419" y="22061"/>
                      <a:pt x="6320" y="21603"/>
                    </a:cubicBezTo>
                    <a:cubicBezTo>
                      <a:pt x="10375" y="20001"/>
                      <a:pt x="14205" y="19085"/>
                      <a:pt x="16458" y="19085"/>
                    </a:cubicBezTo>
                    <a:cubicBezTo>
                      <a:pt x="21189" y="19085"/>
                      <a:pt x="23216" y="22519"/>
                      <a:pt x="23216" y="29846"/>
                    </a:cubicBezTo>
                    <a:lnTo>
                      <a:pt x="23216" y="133564"/>
                    </a:lnTo>
                    <a:cubicBezTo>
                      <a:pt x="23216" y="141119"/>
                      <a:pt x="21414" y="146385"/>
                      <a:pt x="17810" y="148446"/>
                    </a:cubicBezTo>
                    <a:cubicBezTo>
                      <a:pt x="14430" y="150507"/>
                      <a:pt x="11276" y="151193"/>
                      <a:pt x="1814" y="151422"/>
                    </a:cubicBezTo>
                    <a:lnTo>
                      <a:pt x="1814" y="154857"/>
                    </a:lnTo>
                    <a:lnTo>
                      <a:pt x="63993" y="154857"/>
                    </a:lnTo>
                    <a:lnTo>
                      <a:pt x="63993" y="151422"/>
                    </a:lnTo>
                    <a:cubicBezTo>
                      <a:pt x="46196" y="151193"/>
                      <a:pt x="42591" y="148904"/>
                      <a:pt x="42591" y="137914"/>
                    </a:cubicBezTo>
                    <a:lnTo>
                      <a:pt x="42591" y="539"/>
                    </a:lnTo>
                    <a:lnTo>
                      <a:pt x="40789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B0969E3-6903-F01B-2347-0C13868F459F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0428135" y="4609879"/>
                <a:ext cx="23880" cy="24269"/>
              </a:xfrm>
              <a:custGeom>
                <a:avLst/>
                <a:gdLst>
                  <a:gd name="connsiteX0" fmla="*/ 24122 w 23880"/>
                  <a:gd name="connsiteY0" fmla="*/ 12215 h 24269"/>
                  <a:gd name="connsiteX1" fmla="*/ 12182 w 23880"/>
                  <a:gd name="connsiteY1" fmla="*/ 81 h 24269"/>
                  <a:gd name="connsiteX2" fmla="*/ 242 w 23880"/>
                  <a:gd name="connsiteY2" fmla="*/ 12215 h 24269"/>
                  <a:gd name="connsiteX3" fmla="*/ 12182 w 23880"/>
                  <a:gd name="connsiteY3" fmla="*/ 24350 h 24269"/>
                  <a:gd name="connsiteX4" fmla="*/ 24122 w 23880"/>
                  <a:gd name="connsiteY4" fmla="*/ 12215 h 24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880" h="24269">
                    <a:moveTo>
                      <a:pt x="24122" y="12215"/>
                    </a:moveTo>
                    <a:cubicBezTo>
                      <a:pt x="24122" y="5576"/>
                      <a:pt x="18715" y="81"/>
                      <a:pt x="12182" y="81"/>
                    </a:cubicBezTo>
                    <a:cubicBezTo>
                      <a:pt x="5648" y="81"/>
                      <a:pt x="242" y="5576"/>
                      <a:pt x="242" y="12215"/>
                    </a:cubicBezTo>
                    <a:cubicBezTo>
                      <a:pt x="242" y="18855"/>
                      <a:pt x="5648" y="24350"/>
                      <a:pt x="12182" y="24350"/>
                    </a:cubicBezTo>
                    <a:cubicBezTo>
                      <a:pt x="18715" y="24350"/>
                      <a:pt x="24122" y="18855"/>
                      <a:pt x="24122" y="122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7285105-DDBC-0A67-D32D-20F70EA52FE6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0475902" y="4482579"/>
                <a:ext cx="96647" cy="153401"/>
              </a:xfrm>
              <a:custGeom>
                <a:avLst/>
                <a:gdLst>
                  <a:gd name="connsiteX0" fmla="*/ 96891 w 96647"/>
                  <a:gd name="connsiteY0" fmla="*/ 81 h 153401"/>
                  <a:gd name="connsiteX1" fmla="*/ 13535 w 96647"/>
                  <a:gd name="connsiteY1" fmla="*/ 81 h 153401"/>
                  <a:gd name="connsiteX2" fmla="*/ 243 w 96647"/>
                  <a:gd name="connsiteY2" fmla="*/ 33738 h 153401"/>
                  <a:gd name="connsiteX3" fmla="*/ 4073 w 96647"/>
                  <a:gd name="connsiteY3" fmla="*/ 35570 h 153401"/>
                  <a:gd name="connsiteX4" fmla="*/ 30206 w 96647"/>
                  <a:gd name="connsiteY4" fmla="*/ 17024 h 153401"/>
                  <a:gd name="connsiteX5" fmla="*/ 79093 w 96647"/>
                  <a:gd name="connsiteY5" fmla="*/ 17024 h 153401"/>
                  <a:gd name="connsiteX6" fmla="*/ 34487 w 96647"/>
                  <a:gd name="connsiteY6" fmla="*/ 153483 h 153401"/>
                  <a:gd name="connsiteX7" fmla="*/ 49130 w 96647"/>
                  <a:gd name="connsiteY7" fmla="*/ 153483 h 153401"/>
                  <a:gd name="connsiteX8" fmla="*/ 96891 w 96647"/>
                  <a:gd name="connsiteY8" fmla="*/ 3745 h 153401"/>
                  <a:gd name="connsiteX9" fmla="*/ 96891 w 96647"/>
                  <a:gd name="connsiteY9" fmla="*/ 81 h 153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6647" h="153401">
                    <a:moveTo>
                      <a:pt x="96891" y="81"/>
                    </a:moveTo>
                    <a:lnTo>
                      <a:pt x="13535" y="81"/>
                    </a:lnTo>
                    <a:lnTo>
                      <a:pt x="243" y="33738"/>
                    </a:lnTo>
                    <a:lnTo>
                      <a:pt x="4073" y="35570"/>
                    </a:lnTo>
                    <a:cubicBezTo>
                      <a:pt x="13760" y="20001"/>
                      <a:pt x="17815" y="17024"/>
                      <a:pt x="30206" y="17024"/>
                    </a:cubicBezTo>
                    <a:lnTo>
                      <a:pt x="79093" y="17024"/>
                    </a:lnTo>
                    <a:lnTo>
                      <a:pt x="34487" y="153483"/>
                    </a:lnTo>
                    <a:lnTo>
                      <a:pt x="49130" y="153483"/>
                    </a:lnTo>
                    <a:lnTo>
                      <a:pt x="96891" y="3745"/>
                    </a:lnTo>
                    <a:lnTo>
                      <a:pt x="96891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D205AA8-6A50-4A9C-76C2-EEACA55609DB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10587165" y="4479374"/>
                <a:ext cx="103631" cy="154775"/>
              </a:xfrm>
              <a:custGeom>
                <a:avLst/>
                <a:gdLst>
                  <a:gd name="connsiteX0" fmla="*/ 103878 w 103631"/>
                  <a:gd name="connsiteY0" fmla="*/ 101968 h 154775"/>
                  <a:gd name="connsiteX1" fmla="*/ 80899 w 103631"/>
                  <a:gd name="connsiteY1" fmla="*/ 101968 h 154775"/>
                  <a:gd name="connsiteX2" fmla="*/ 80899 w 103631"/>
                  <a:gd name="connsiteY2" fmla="*/ 81 h 154775"/>
                  <a:gd name="connsiteX3" fmla="*/ 70987 w 103631"/>
                  <a:gd name="connsiteY3" fmla="*/ 81 h 154775"/>
                  <a:gd name="connsiteX4" fmla="*/ 247 w 103631"/>
                  <a:gd name="connsiteY4" fmla="*/ 101968 h 154775"/>
                  <a:gd name="connsiteX5" fmla="*/ 247 w 103631"/>
                  <a:gd name="connsiteY5" fmla="*/ 116621 h 154775"/>
                  <a:gd name="connsiteX6" fmla="*/ 63552 w 103631"/>
                  <a:gd name="connsiteY6" fmla="*/ 116621 h 154775"/>
                  <a:gd name="connsiteX7" fmla="*/ 63552 w 103631"/>
                  <a:gd name="connsiteY7" fmla="*/ 154857 h 154775"/>
                  <a:gd name="connsiteX8" fmla="*/ 80899 w 103631"/>
                  <a:gd name="connsiteY8" fmla="*/ 154857 h 154775"/>
                  <a:gd name="connsiteX9" fmla="*/ 80899 w 103631"/>
                  <a:gd name="connsiteY9" fmla="*/ 116621 h 154775"/>
                  <a:gd name="connsiteX10" fmla="*/ 103878 w 103631"/>
                  <a:gd name="connsiteY10" fmla="*/ 116621 h 154775"/>
                  <a:gd name="connsiteX11" fmla="*/ 103878 w 103631"/>
                  <a:gd name="connsiteY11" fmla="*/ 101968 h 154775"/>
                  <a:gd name="connsiteX12" fmla="*/ 63327 w 103631"/>
                  <a:gd name="connsiteY12" fmla="*/ 101968 h 154775"/>
                  <a:gd name="connsiteX13" fmla="*/ 9258 w 103631"/>
                  <a:gd name="connsiteY13" fmla="*/ 101968 h 154775"/>
                  <a:gd name="connsiteX14" fmla="*/ 63327 w 103631"/>
                  <a:gd name="connsiteY14" fmla="*/ 23435 h 154775"/>
                  <a:gd name="connsiteX15" fmla="*/ 63327 w 103631"/>
                  <a:gd name="connsiteY15" fmla="*/ 101968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3631" h="154775">
                    <a:moveTo>
                      <a:pt x="103878" y="101968"/>
                    </a:moveTo>
                    <a:lnTo>
                      <a:pt x="80899" y="101968"/>
                    </a:lnTo>
                    <a:lnTo>
                      <a:pt x="80899" y="81"/>
                    </a:lnTo>
                    <a:lnTo>
                      <a:pt x="70987" y="81"/>
                    </a:lnTo>
                    <a:lnTo>
                      <a:pt x="247" y="101968"/>
                    </a:lnTo>
                    <a:lnTo>
                      <a:pt x="247" y="116621"/>
                    </a:lnTo>
                    <a:lnTo>
                      <a:pt x="63552" y="116621"/>
                    </a:lnTo>
                    <a:lnTo>
                      <a:pt x="63552" y="154857"/>
                    </a:lnTo>
                    <a:lnTo>
                      <a:pt x="80899" y="154857"/>
                    </a:lnTo>
                    <a:lnTo>
                      <a:pt x="80899" y="116621"/>
                    </a:lnTo>
                    <a:lnTo>
                      <a:pt x="103878" y="116621"/>
                    </a:lnTo>
                    <a:lnTo>
                      <a:pt x="103878" y="101968"/>
                    </a:lnTo>
                    <a:close/>
                    <a:moveTo>
                      <a:pt x="63327" y="101968"/>
                    </a:moveTo>
                    <a:lnTo>
                      <a:pt x="9258" y="101968"/>
                    </a:lnTo>
                    <a:lnTo>
                      <a:pt x="63327" y="23435"/>
                    </a:lnTo>
                    <a:lnTo>
                      <a:pt x="63327" y="10196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D975231-95A3-9F79-9C0A-325EA78CE29E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0700231" y="4479374"/>
                <a:ext cx="103631" cy="154775"/>
              </a:xfrm>
              <a:custGeom>
                <a:avLst/>
                <a:gdLst>
                  <a:gd name="connsiteX0" fmla="*/ 103882 w 103631"/>
                  <a:gd name="connsiteY0" fmla="*/ 101968 h 154775"/>
                  <a:gd name="connsiteX1" fmla="*/ 80903 w 103631"/>
                  <a:gd name="connsiteY1" fmla="*/ 101968 h 154775"/>
                  <a:gd name="connsiteX2" fmla="*/ 80903 w 103631"/>
                  <a:gd name="connsiteY2" fmla="*/ 81 h 154775"/>
                  <a:gd name="connsiteX3" fmla="*/ 70990 w 103631"/>
                  <a:gd name="connsiteY3" fmla="*/ 81 h 154775"/>
                  <a:gd name="connsiteX4" fmla="*/ 250 w 103631"/>
                  <a:gd name="connsiteY4" fmla="*/ 101968 h 154775"/>
                  <a:gd name="connsiteX5" fmla="*/ 250 w 103631"/>
                  <a:gd name="connsiteY5" fmla="*/ 116621 h 154775"/>
                  <a:gd name="connsiteX6" fmla="*/ 63556 w 103631"/>
                  <a:gd name="connsiteY6" fmla="*/ 116621 h 154775"/>
                  <a:gd name="connsiteX7" fmla="*/ 63556 w 103631"/>
                  <a:gd name="connsiteY7" fmla="*/ 154857 h 154775"/>
                  <a:gd name="connsiteX8" fmla="*/ 80903 w 103631"/>
                  <a:gd name="connsiteY8" fmla="*/ 154857 h 154775"/>
                  <a:gd name="connsiteX9" fmla="*/ 80903 w 103631"/>
                  <a:gd name="connsiteY9" fmla="*/ 116621 h 154775"/>
                  <a:gd name="connsiteX10" fmla="*/ 103882 w 103631"/>
                  <a:gd name="connsiteY10" fmla="*/ 116621 h 154775"/>
                  <a:gd name="connsiteX11" fmla="*/ 103882 w 103631"/>
                  <a:gd name="connsiteY11" fmla="*/ 101968 h 154775"/>
                  <a:gd name="connsiteX12" fmla="*/ 63331 w 103631"/>
                  <a:gd name="connsiteY12" fmla="*/ 101968 h 154775"/>
                  <a:gd name="connsiteX13" fmla="*/ 9262 w 103631"/>
                  <a:gd name="connsiteY13" fmla="*/ 101968 h 154775"/>
                  <a:gd name="connsiteX14" fmla="*/ 63331 w 103631"/>
                  <a:gd name="connsiteY14" fmla="*/ 23435 h 154775"/>
                  <a:gd name="connsiteX15" fmla="*/ 63331 w 103631"/>
                  <a:gd name="connsiteY15" fmla="*/ 101968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3631" h="154775">
                    <a:moveTo>
                      <a:pt x="103882" y="101968"/>
                    </a:moveTo>
                    <a:lnTo>
                      <a:pt x="80903" y="101968"/>
                    </a:lnTo>
                    <a:lnTo>
                      <a:pt x="80903" y="81"/>
                    </a:lnTo>
                    <a:lnTo>
                      <a:pt x="70990" y="81"/>
                    </a:lnTo>
                    <a:lnTo>
                      <a:pt x="250" y="101968"/>
                    </a:lnTo>
                    <a:lnTo>
                      <a:pt x="250" y="116621"/>
                    </a:lnTo>
                    <a:lnTo>
                      <a:pt x="63556" y="116621"/>
                    </a:lnTo>
                    <a:lnTo>
                      <a:pt x="63556" y="154857"/>
                    </a:lnTo>
                    <a:lnTo>
                      <a:pt x="80903" y="154857"/>
                    </a:lnTo>
                    <a:lnTo>
                      <a:pt x="80903" y="116621"/>
                    </a:lnTo>
                    <a:lnTo>
                      <a:pt x="103882" y="116621"/>
                    </a:lnTo>
                    <a:lnTo>
                      <a:pt x="103882" y="101968"/>
                    </a:lnTo>
                    <a:close/>
                    <a:moveTo>
                      <a:pt x="63331" y="101968"/>
                    </a:moveTo>
                    <a:lnTo>
                      <a:pt x="9262" y="101968"/>
                    </a:lnTo>
                    <a:lnTo>
                      <a:pt x="63331" y="23435"/>
                    </a:lnTo>
                    <a:lnTo>
                      <a:pt x="63331" y="101968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44C442D-0BE7-FF70-5152-1945F38C757F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0820280" y="4479374"/>
                <a:ext cx="87636" cy="157980"/>
              </a:xfrm>
              <a:custGeom>
                <a:avLst/>
                <a:gdLst>
                  <a:gd name="connsiteX0" fmla="*/ 25036 w 87636"/>
                  <a:gd name="connsiteY0" fmla="*/ 79301 h 157980"/>
                  <a:gd name="connsiteX1" fmla="*/ 48916 w 87636"/>
                  <a:gd name="connsiteY1" fmla="*/ 81819 h 157980"/>
                  <a:gd name="connsiteX2" fmla="*/ 71670 w 87636"/>
                  <a:gd name="connsiteY2" fmla="*/ 115705 h 157980"/>
                  <a:gd name="connsiteX3" fmla="*/ 42157 w 87636"/>
                  <a:gd name="connsiteY3" fmla="*/ 149820 h 157980"/>
                  <a:gd name="connsiteX4" fmla="*/ 23233 w 87636"/>
                  <a:gd name="connsiteY4" fmla="*/ 142722 h 157980"/>
                  <a:gd name="connsiteX5" fmla="*/ 8815 w 87636"/>
                  <a:gd name="connsiteY5" fmla="*/ 136998 h 157980"/>
                  <a:gd name="connsiteX6" fmla="*/ 254 w 87636"/>
                  <a:gd name="connsiteY6" fmla="*/ 145012 h 157980"/>
                  <a:gd name="connsiteX7" fmla="*/ 25711 w 87636"/>
                  <a:gd name="connsiteY7" fmla="*/ 158062 h 157980"/>
                  <a:gd name="connsiteX8" fmla="*/ 71445 w 87636"/>
                  <a:gd name="connsiteY8" fmla="*/ 142722 h 157980"/>
                  <a:gd name="connsiteX9" fmla="*/ 87890 w 87636"/>
                  <a:gd name="connsiteY9" fmla="*/ 104715 h 157980"/>
                  <a:gd name="connsiteX10" fmla="*/ 77753 w 87636"/>
                  <a:gd name="connsiteY10" fmla="*/ 75179 h 157980"/>
                  <a:gd name="connsiteX11" fmla="*/ 59054 w 87636"/>
                  <a:gd name="connsiteY11" fmla="*/ 63045 h 157980"/>
                  <a:gd name="connsiteX12" fmla="*/ 80231 w 87636"/>
                  <a:gd name="connsiteY12" fmla="*/ 31449 h 157980"/>
                  <a:gd name="connsiteX13" fmla="*/ 45086 w 87636"/>
                  <a:gd name="connsiteY13" fmla="*/ 81 h 157980"/>
                  <a:gd name="connsiteX14" fmla="*/ 15799 w 87636"/>
                  <a:gd name="connsiteY14" fmla="*/ 11300 h 157980"/>
                  <a:gd name="connsiteX15" fmla="*/ 705 w 87636"/>
                  <a:gd name="connsiteY15" fmla="*/ 37173 h 157980"/>
                  <a:gd name="connsiteX16" fmla="*/ 4084 w 87636"/>
                  <a:gd name="connsiteY16" fmla="*/ 38088 h 157980"/>
                  <a:gd name="connsiteX17" fmla="*/ 37652 w 87636"/>
                  <a:gd name="connsiteY17" fmla="*/ 13819 h 157980"/>
                  <a:gd name="connsiteX18" fmla="*/ 62433 w 87636"/>
                  <a:gd name="connsiteY18" fmla="*/ 38317 h 157980"/>
                  <a:gd name="connsiteX19" fmla="*/ 53422 w 87636"/>
                  <a:gd name="connsiteY19" fmla="*/ 60526 h 157980"/>
                  <a:gd name="connsiteX20" fmla="*/ 25036 w 87636"/>
                  <a:gd name="connsiteY20" fmla="*/ 76324 h 157980"/>
                  <a:gd name="connsiteX21" fmla="*/ 25036 w 87636"/>
                  <a:gd name="connsiteY21" fmla="*/ 79301 h 157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7636" h="157980">
                    <a:moveTo>
                      <a:pt x="25036" y="79301"/>
                    </a:moveTo>
                    <a:cubicBezTo>
                      <a:pt x="38327" y="79301"/>
                      <a:pt x="43509" y="79759"/>
                      <a:pt x="48916" y="81819"/>
                    </a:cubicBezTo>
                    <a:cubicBezTo>
                      <a:pt x="62884" y="86856"/>
                      <a:pt x="71670" y="99907"/>
                      <a:pt x="71670" y="115705"/>
                    </a:cubicBezTo>
                    <a:cubicBezTo>
                      <a:pt x="71670" y="134937"/>
                      <a:pt x="58829" y="149820"/>
                      <a:pt x="42157" y="149820"/>
                    </a:cubicBezTo>
                    <a:cubicBezTo>
                      <a:pt x="36075" y="149820"/>
                      <a:pt x="31569" y="148217"/>
                      <a:pt x="23233" y="142722"/>
                    </a:cubicBezTo>
                    <a:cubicBezTo>
                      <a:pt x="16475" y="138601"/>
                      <a:pt x="12645" y="136998"/>
                      <a:pt x="8815" y="136998"/>
                    </a:cubicBezTo>
                    <a:cubicBezTo>
                      <a:pt x="3633" y="136998"/>
                      <a:pt x="254" y="140203"/>
                      <a:pt x="254" y="145012"/>
                    </a:cubicBezTo>
                    <a:cubicBezTo>
                      <a:pt x="254" y="153025"/>
                      <a:pt x="9941" y="158062"/>
                      <a:pt x="25711" y="158062"/>
                    </a:cubicBezTo>
                    <a:cubicBezTo>
                      <a:pt x="43059" y="158062"/>
                      <a:pt x="60856" y="152109"/>
                      <a:pt x="71445" y="142722"/>
                    </a:cubicBezTo>
                    <a:cubicBezTo>
                      <a:pt x="82033" y="133335"/>
                      <a:pt x="87890" y="120055"/>
                      <a:pt x="87890" y="104715"/>
                    </a:cubicBezTo>
                    <a:cubicBezTo>
                      <a:pt x="87890" y="93038"/>
                      <a:pt x="84286" y="82277"/>
                      <a:pt x="77753" y="75179"/>
                    </a:cubicBezTo>
                    <a:cubicBezTo>
                      <a:pt x="73247" y="70142"/>
                      <a:pt x="68966" y="67395"/>
                      <a:pt x="59054" y="63045"/>
                    </a:cubicBezTo>
                    <a:cubicBezTo>
                      <a:pt x="74599" y="52284"/>
                      <a:pt x="80231" y="43812"/>
                      <a:pt x="80231" y="31449"/>
                    </a:cubicBezTo>
                    <a:cubicBezTo>
                      <a:pt x="80231" y="12903"/>
                      <a:pt x="65812" y="81"/>
                      <a:pt x="45086" y="81"/>
                    </a:cubicBezTo>
                    <a:cubicBezTo>
                      <a:pt x="33822" y="81"/>
                      <a:pt x="23909" y="3974"/>
                      <a:pt x="15799" y="11300"/>
                    </a:cubicBezTo>
                    <a:cubicBezTo>
                      <a:pt x="9040" y="17482"/>
                      <a:pt x="5661" y="23435"/>
                      <a:pt x="705" y="37173"/>
                    </a:cubicBezTo>
                    <a:lnTo>
                      <a:pt x="4084" y="38088"/>
                    </a:lnTo>
                    <a:cubicBezTo>
                      <a:pt x="13321" y="21374"/>
                      <a:pt x="23459" y="13819"/>
                      <a:pt x="37652" y="13819"/>
                    </a:cubicBezTo>
                    <a:cubicBezTo>
                      <a:pt x="52295" y="13819"/>
                      <a:pt x="62433" y="23893"/>
                      <a:pt x="62433" y="38317"/>
                    </a:cubicBezTo>
                    <a:cubicBezTo>
                      <a:pt x="62433" y="46560"/>
                      <a:pt x="59054" y="54802"/>
                      <a:pt x="53422" y="60526"/>
                    </a:cubicBezTo>
                    <a:cubicBezTo>
                      <a:pt x="46663" y="67395"/>
                      <a:pt x="40355" y="70829"/>
                      <a:pt x="25036" y="76324"/>
                    </a:cubicBezTo>
                    <a:lnTo>
                      <a:pt x="25036" y="7930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6505A41-852B-4E8B-B1BC-39148D99D91B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0948666" y="4479374"/>
                <a:ext cx="63756" cy="154775"/>
              </a:xfrm>
              <a:custGeom>
                <a:avLst/>
                <a:gdLst>
                  <a:gd name="connsiteX0" fmla="*/ 40809 w 63756"/>
                  <a:gd name="connsiteY0" fmla="*/ 81 h 154775"/>
                  <a:gd name="connsiteX1" fmla="*/ 258 w 63756"/>
                  <a:gd name="connsiteY1" fmla="*/ 20917 h 154775"/>
                  <a:gd name="connsiteX2" fmla="*/ 258 w 63756"/>
                  <a:gd name="connsiteY2" fmla="*/ 24122 h 154775"/>
                  <a:gd name="connsiteX3" fmla="*/ 6340 w 63756"/>
                  <a:gd name="connsiteY3" fmla="*/ 21603 h 154775"/>
                  <a:gd name="connsiteX4" fmla="*/ 16478 w 63756"/>
                  <a:gd name="connsiteY4" fmla="*/ 19085 h 154775"/>
                  <a:gd name="connsiteX5" fmla="*/ 23237 w 63756"/>
                  <a:gd name="connsiteY5" fmla="*/ 29846 h 154775"/>
                  <a:gd name="connsiteX6" fmla="*/ 23237 w 63756"/>
                  <a:gd name="connsiteY6" fmla="*/ 133564 h 154775"/>
                  <a:gd name="connsiteX7" fmla="*/ 17830 w 63756"/>
                  <a:gd name="connsiteY7" fmla="*/ 148446 h 154775"/>
                  <a:gd name="connsiteX8" fmla="*/ 1835 w 63756"/>
                  <a:gd name="connsiteY8" fmla="*/ 151422 h 154775"/>
                  <a:gd name="connsiteX9" fmla="*/ 1835 w 63756"/>
                  <a:gd name="connsiteY9" fmla="*/ 154857 h 154775"/>
                  <a:gd name="connsiteX10" fmla="*/ 64014 w 63756"/>
                  <a:gd name="connsiteY10" fmla="*/ 154857 h 154775"/>
                  <a:gd name="connsiteX11" fmla="*/ 64014 w 63756"/>
                  <a:gd name="connsiteY11" fmla="*/ 151422 h 154775"/>
                  <a:gd name="connsiteX12" fmla="*/ 42612 w 63756"/>
                  <a:gd name="connsiteY12" fmla="*/ 137914 h 154775"/>
                  <a:gd name="connsiteX13" fmla="*/ 42612 w 63756"/>
                  <a:gd name="connsiteY13" fmla="*/ 539 h 154775"/>
                  <a:gd name="connsiteX14" fmla="*/ 40809 w 63756"/>
                  <a:gd name="connsiteY14" fmla="*/ 81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756" h="154775">
                    <a:moveTo>
                      <a:pt x="40809" y="81"/>
                    </a:moveTo>
                    <a:lnTo>
                      <a:pt x="258" y="20917"/>
                    </a:lnTo>
                    <a:lnTo>
                      <a:pt x="258" y="24122"/>
                    </a:lnTo>
                    <a:cubicBezTo>
                      <a:pt x="2961" y="22977"/>
                      <a:pt x="5439" y="22061"/>
                      <a:pt x="6340" y="21603"/>
                    </a:cubicBezTo>
                    <a:cubicBezTo>
                      <a:pt x="10396" y="20001"/>
                      <a:pt x="14225" y="19085"/>
                      <a:pt x="16478" y="19085"/>
                    </a:cubicBezTo>
                    <a:cubicBezTo>
                      <a:pt x="21209" y="19085"/>
                      <a:pt x="23237" y="22519"/>
                      <a:pt x="23237" y="29846"/>
                    </a:cubicBezTo>
                    <a:lnTo>
                      <a:pt x="23237" y="133564"/>
                    </a:lnTo>
                    <a:cubicBezTo>
                      <a:pt x="23237" y="141119"/>
                      <a:pt x="21435" y="146385"/>
                      <a:pt x="17830" y="148446"/>
                    </a:cubicBezTo>
                    <a:cubicBezTo>
                      <a:pt x="14451" y="150507"/>
                      <a:pt x="11297" y="151193"/>
                      <a:pt x="1835" y="151422"/>
                    </a:cubicBezTo>
                    <a:lnTo>
                      <a:pt x="1835" y="154857"/>
                    </a:lnTo>
                    <a:lnTo>
                      <a:pt x="64014" y="154857"/>
                    </a:lnTo>
                    <a:lnTo>
                      <a:pt x="64014" y="151422"/>
                    </a:lnTo>
                    <a:cubicBezTo>
                      <a:pt x="46216" y="151193"/>
                      <a:pt x="42612" y="148904"/>
                      <a:pt x="42612" y="137914"/>
                    </a:cubicBezTo>
                    <a:lnTo>
                      <a:pt x="42612" y="539"/>
                    </a:lnTo>
                    <a:lnTo>
                      <a:pt x="40809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1E3BFDE-DCEA-1FFA-16DB-508EC8BB4C4A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1046412" y="4479374"/>
                <a:ext cx="87636" cy="157980"/>
              </a:xfrm>
              <a:custGeom>
                <a:avLst/>
                <a:gdLst>
                  <a:gd name="connsiteX0" fmla="*/ 25043 w 87636"/>
                  <a:gd name="connsiteY0" fmla="*/ 79301 h 157980"/>
                  <a:gd name="connsiteX1" fmla="*/ 48923 w 87636"/>
                  <a:gd name="connsiteY1" fmla="*/ 81819 h 157980"/>
                  <a:gd name="connsiteX2" fmla="*/ 71677 w 87636"/>
                  <a:gd name="connsiteY2" fmla="*/ 115705 h 157980"/>
                  <a:gd name="connsiteX3" fmla="*/ 42165 w 87636"/>
                  <a:gd name="connsiteY3" fmla="*/ 149820 h 157980"/>
                  <a:gd name="connsiteX4" fmla="*/ 23241 w 87636"/>
                  <a:gd name="connsiteY4" fmla="*/ 142722 h 157980"/>
                  <a:gd name="connsiteX5" fmla="*/ 8822 w 87636"/>
                  <a:gd name="connsiteY5" fmla="*/ 136998 h 157980"/>
                  <a:gd name="connsiteX6" fmla="*/ 261 w 87636"/>
                  <a:gd name="connsiteY6" fmla="*/ 145012 h 157980"/>
                  <a:gd name="connsiteX7" fmla="*/ 25719 w 87636"/>
                  <a:gd name="connsiteY7" fmla="*/ 158062 h 157980"/>
                  <a:gd name="connsiteX8" fmla="*/ 71452 w 87636"/>
                  <a:gd name="connsiteY8" fmla="*/ 142722 h 157980"/>
                  <a:gd name="connsiteX9" fmla="*/ 87898 w 87636"/>
                  <a:gd name="connsiteY9" fmla="*/ 104715 h 157980"/>
                  <a:gd name="connsiteX10" fmla="*/ 77760 w 87636"/>
                  <a:gd name="connsiteY10" fmla="*/ 75179 h 157980"/>
                  <a:gd name="connsiteX11" fmla="*/ 59061 w 87636"/>
                  <a:gd name="connsiteY11" fmla="*/ 63045 h 157980"/>
                  <a:gd name="connsiteX12" fmla="*/ 80238 w 87636"/>
                  <a:gd name="connsiteY12" fmla="*/ 31449 h 157980"/>
                  <a:gd name="connsiteX13" fmla="*/ 45093 w 87636"/>
                  <a:gd name="connsiteY13" fmla="*/ 81 h 157980"/>
                  <a:gd name="connsiteX14" fmla="*/ 15806 w 87636"/>
                  <a:gd name="connsiteY14" fmla="*/ 11300 h 157980"/>
                  <a:gd name="connsiteX15" fmla="*/ 712 w 87636"/>
                  <a:gd name="connsiteY15" fmla="*/ 37173 h 157980"/>
                  <a:gd name="connsiteX16" fmla="*/ 4091 w 87636"/>
                  <a:gd name="connsiteY16" fmla="*/ 38088 h 157980"/>
                  <a:gd name="connsiteX17" fmla="*/ 37659 w 87636"/>
                  <a:gd name="connsiteY17" fmla="*/ 13819 h 157980"/>
                  <a:gd name="connsiteX18" fmla="*/ 62441 w 87636"/>
                  <a:gd name="connsiteY18" fmla="*/ 38317 h 157980"/>
                  <a:gd name="connsiteX19" fmla="*/ 53429 w 87636"/>
                  <a:gd name="connsiteY19" fmla="*/ 60526 h 157980"/>
                  <a:gd name="connsiteX20" fmla="*/ 25043 w 87636"/>
                  <a:gd name="connsiteY20" fmla="*/ 76324 h 157980"/>
                  <a:gd name="connsiteX21" fmla="*/ 25043 w 87636"/>
                  <a:gd name="connsiteY21" fmla="*/ 79301 h 157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7636" h="157980">
                    <a:moveTo>
                      <a:pt x="25043" y="79301"/>
                    </a:moveTo>
                    <a:cubicBezTo>
                      <a:pt x="38335" y="79301"/>
                      <a:pt x="43516" y="79759"/>
                      <a:pt x="48923" y="81819"/>
                    </a:cubicBezTo>
                    <a:cubicBezTo>
                      <a:pt x="62891" y="86856"/>
                      <a:pt x="71677" y="99907"/>
                      <a:pt x="71677" y="115705"/>
                    </a:cubicBezTo>
                    <a:cubicBezTo>
                      <a:pt x="71677" y="134937"/>
                      <a:pt x="58836" y="149820"/>
                      <a:pt x="42165" y="149820"/>
                    </a:cubicBezTo>
                    <a:cubicBezTo>
                      <a:pt x="36082" y="149820"/>
                      <a:pt x="31576" y="148217"/>
                      <a:pt x="23241" y="142722"/>
                    </a:cubicBezTo>
                    <a:cubicBezTo>
                      <a:pt x="16482" y="138601"/>
                      <a:pt x="12652" y="136998"/>
                      <a:pt x="8822" y="136998"/>
                    </a:cubicBezTo>
                    <a:cubicBezTo>
                      <a:pt x="3641" y="136998"/>
                      <a:pt x="261" y="140203"/>
                      <a:pt x="261" y="145012"/>
                    </a:cubicBezTo>
                    <a:cubicBezTo>
                      <a:pt x="261" y="153025"/>
                      <a:pt x="9949" y="158062"/>
                      <a:pt x="25719" y="158062"/>
                    </a:cubicBezTo>
                    <a:cubicBezTo>
                      <a:pt x="43066" y="158062"/>
                      <a:pt x="60863" y="152109"/>
                      <a:pt x="71452" y="142722"/>
                    </a:cubicBezTo>
                    <a:cubicBezTo>
                      <a:pt x="82040" y="133335"/>
                      <a:pt x="87898" y="120055"/>
                      <a:pt x="87898" y="104715"/>
                    </a:cubicBezTo>
                    <a:cubicBezTo>
                      <a:pt x="87898" y="93038"/>
                      <a:pt x="84293" y="82277"/>
                      <a:pt x="77760" y="75179"/>
                    </a:cubicBezTo>
                    <a:cubicBezTo>
                      <a:pt x="73254" y="70142"/>
                      <a:pt x="68974" y="67395"/>
                      <a:pt x="59061" y="63045"/>
                    </a:cubicBezTo>
                    <a:cubicBezTo>
                      <a:pt x="74606" y="52284"/>
                      <a:pt x="80238" y="43812"/>
                      <a:pt x="80238" y="31449"/>
                    </a:cubicBezTo>
                    <a:cubicBezTo>
                      <a:pt x="80238" y="12903"/>
                      <a:pt x="65820" y="81"/>
                      <a:pt x="45093" y="81"/>
                    </a:cubicBezTo>
                    <a:cubicBezTo>
                      <a:pt x="33829" y="81"/>
                      <a:pt x="23917" y="3974"/>
                      <a:pt x="15806" y="11300"/>
                    </a:cubicBezTo>
                    <a:cubicBezTo>
                      <a:pt x="9048" y="17482"/>
                      <a:pt x="5668" y="23435"/>
                      <a:pt x="712" y="37173"/>
                    </a:cubicBezTo>
                    <a:lnTo>
                      <a:pt x="4091" y="38088"/>
                    </a:lnTo>
                    <a:cubicBezTo>
                      <a:pt x="13328" y="21374"/>
                      <a:pt x="23466" y="13819"/>
                      <a:pt x="37659" y="13819"/>
                    </a:cubicBezTo>
                    <a:cubicBezTo>
                      <a:pt x="52303" y="13819"/>
                      <a:pt x="62441" y="23893"/>
                      <a:pt x="62441" y="38317"/>
                    </a:cubicBezTo>
                    <a:cubicBezTo>
                      <a:pt x="62441" y="46560"/>
                      <a:pt x="59061" y="54802"/>
                      <a:pt x="53429" y="60526"/>
                    </a:cubicBezTo>
                    <a:cubicBezTo>
                      <a:pt x="46670" y="67395"/>
                      <a:pt x="40362" y="70829"/>
                      <a:pt x="25043" y="76324"/>
                    </a:cubicBezTo>
                    <a:lnTo>
                      <a:pt x="25043" y="7930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216629D-BF5A-8311-DD12-C7F739D9F15E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1155197" y="4479374"/>
                <a:ext cx="101829" cy="157980"/>
              </a:xfrm>
              <a:custGeom>
                <a:avLst/>
                <a:gdLst>
                  <a:gd name="connsiteX0" fmla="*/ 52081 w 101829"/>
                  <a:gd name="connsiteY0" fmla="*/ 81 h 157980"/>
                  <a:gd name="connsiteX1" fmla="*/ 21893 w 101829"/>
                  <a:gd name="connsiteY1" fmla="*/ 11987 h 157980"/>
                  <a:gd name="connsiteX2" fmla="*/ 265 w 101829"/>
                  <a:gd name="connsiteY2" fmla="*/ 77927 h 157980"/>
                  <a:gd name="connsiteX3" fmla="*/ 18288 w 101829"/>
                  <a:gd name="connsiteY3" fmla="*/ 142493 h 157980"/>
                  <a:gd name="connsiteX4" fmla="*/ 51180 w 101829"/>
                  <a:gd name="connsiteY4" fmla="*/ 158062 h 157980"/>
                  <a:gd name="connsiteX5" fmla="*/ 80467 w 101829"/>
                  <a:gd name="connsiteY5" fmla="*/ 146156 h 157980"/>
                  <a:gd name="connsiteX6" fmla="*/ 102095 w 101829"/>
                  <a:gd name="connsiteY6" fmla="*/ 79301 h 157980"/>
                  <a:gd name="connsiteX7" fmla="*/ 52081 w 101829"/>
                  <a:gd name="connsiteY7" fmla="*/ 81 h 157980"/>
                  <a:gd name="connsiteX8" fmla="*/ 51405 w 101829"/>
                  <a:gd name="connsiteY8" fmla="*/ 6034 h 157980"/>
                  <a:gd name="connsiteX9" fmla="*/ 80467 w 101829"/>
                  <a:gd name="connsiteY9" fmla="*/ 79759 h 157980"/>
                  <a:gd name="connsiteX10" fmla="*/ 51180 w 101829"/>
                  <a:gd name="connsiteY10" fmla="*/ 152109 h 157980"/>
                  <a:gd name="connsiteX11" fmla="*/ 21893 w 101829"/>
                  <a:gd name="connsiteY11" fmla="*/ 79988 h 157980"/>
                  <a:gd name="connsiteX12" fmla="*/ 51405 w 101829"/>
                  <a:gd name="connsiteY12" fmla="*/ 6034 h 157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829" h="157980">
                    <a:moveTo>
                      <a:pt x="52081" y="81"/>
                    </a:moveTo>
                    <a:cubicBezTo>
                      <a:pt x="39690" y="81"/>
                      <a:pt x="30228" y="3974"/>
                      <a:pt x="21893" y="11987"/>
                    </a:cubicBezTo>
                    <a:cubicBezTo>
                      <a:pt x="8826" y="24809"/>
                      <a:pt x="265" y="51139"/>
                      <a:pt x="265" y="77927"/>
                    </a:cubicBezTo>
                    <a:cubicBezTo>
                      <a:pt x="265" y="102883"/>
                      <a:pt x="7700" y="129671"/>
                      <a:pt x="18288" y="142493"/>
                    </a:cubicBezTo>
                    <a:cubicBezTo>
                      <a:pt x="26624" y="152567"/>
                      <a:pt x="38113" y="158062"/>
                      <a:pt x="51180" y="158062"/>
                    </a:cubicBezTo>
                    <a:cubicBezTo>
                      <a:pt x="62669" y="158062"/>
                      <a:pt x="72357" y="154170"/>
                      <a:pt x="80467" y="146156"/>
                    </a:cubicBezTo>
                    <a:cubicBezTo>
                      <a:pt x="93534" y="133564"/>
                      <a:pt x="102095" y="107005"/>
                      <a:pt x="102095" y="79301"/>
                    </a:cubicBezTo>
                    <a:cubicBezTo>
                      <a:pt x="102095" y="32364"/>
                      <a:pt x="81594" y="81"/>
                      <a:pt x="52081" y="81"/>
                    </a:cubicBezTo>
                    <a:close/>
                    <a:moveTo>
                      <a:pt x="51405" y="6034"/>
                    </a:moveTo>
                    <a:cubicBezTo>
                      <a:pt x="70329" y="6034"/>
                      <a:pt x="80467" y="31907"/>
                      <a:pt x="80467" y="79759"/>
                    </a:cubicBezTo>
                    <a:cubicBezTo>
                      <a:pt x="80467" y="127611"/>
                      <a:pt x="70554" y="152109"/>
                      <a:pt x="51180" y="152109"/>
                    </a:cubicBezTo>
                    <a:cubicBezTo>
                      <a:pt x="31805" y="152109"/>
                      <a:pt x="21893" y="127611"/>
                      <a:pt x="21893" y="79988"/>
                    </a:cubicBezTo>
                    <a:cubicBezTo>
                      <a:pt x="21893" y="31449"/>
                      <a:pt x="32030" y="6034"/>
                      <a:pt x="51405" y="60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D23584C-BCD2-CA46-3E5D-EFBE6864D9A6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1287863" y="4479374"/>
                <a:ext cx="63756" cy="154775"/>
              </a:xfrm>
              <a:custGeom>
                <a:avLst/>
                <a:gdLst>
                  <a:gd name="connsiteX0" fmla="*/ 40820 w 63756"/>
                  <a:gd name="connsiteY0" fmla="*/ 81 h 154775"/>
                  <a:gd name="connsiteX1" fmla="*/ 269 w 63756"/>
                  <a:gd name="connsiteY1" fmla="*/ 20917 h 154775"/>
                  <a:gd name="connsiteX2" fmla="*/ 269 w 63756"/>
                  <a:gd name="connsiteY2" fmla="*/ 24122 h 154775"/>
                  <a:gd name="connsiteX3" fmla="*/ 6352 w 63756"/>
                  <a:gd name="connsiteY3" fmla="*/ 21603 h 154775"/>
                  <a:gd name="connsiteX4" fmla="*/ 16489 w 63756"/>
                  <a:gd name="connsiteY4" fmla="*/ 19085 h 154775"/>
                  <a:gd name="connsiteX5" fmla="*/ 23248 w 63756"/>
                  <a:gd name="connsiteY5" fmla="*/ 29846 h 154775"/>
                  <a:gd name="connsiteX6" fmla="*/ 23248 w 63756"/>
                  <a:gd name="connsiteY6" fmla="*/ 133564 h 154775"/>
                  <a:gd name="connsiteX7" fmla="*/ 17841 w 63756"/>
                  <a:gd name="connsiteY7" fmla="*/ 148446 h 154775"/>
                  <a:gd name="connsiteX8" fmla="*/ 1846 w 63756"/>
                  <a:gd name="connsiteY8" fmla="*/ 151422 h 154775"/>
                  <a:gd name="connsiteX9" fmla="*/ 1846 w 63756"/>
                  <a:gd name="connsiteY9" fmla="*/ 154857 h 154775"/>
                  <a:gd name="connsiteX10" fmla="*/ 64025 w 63756"/>
                  <a:gd name="connsiteY10" fmla="*/ 154857 h 154775"/>
                  <a:gd name="connsiteX11" fmla="*/ 64025 w 63756"/>
                  <a:gd name="connsiteY11" fmla="*/ 151422 h 154775"/>
                  <a:gd name="connsiteX12" fmla="*/ 42623 w 63756"/>
                  <a:gd name="connsiteY12" fmla="*/ 137914 h 154775"/>
                  <a:gd name="connsiteX13" fmla="*/ 42623 w 63756"/>
                  <a:gd name="connsiteY13" fmla="*/ 539 h 154775"/>
                  <a:gd name="connsiteX14" fmla="*/ 40820 w 63756"/>
                  <a:gd name="connsiteY14" fmla="*/ 81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756" h="154775">
                    <a:moveTo>
                      <a:pt x="40820" y="81"/>
                    </a:moveTo>
                    <a:lnTo>
                      <a:pt x="269" y="20917"/>
                    </a:lnTo>
                    <a:lnTo>
                      <a:pt x="269" y="24122"/>
                    </a:lnTo>
                    <a:cubicBezTo>
                      <a:pt x="2972" y="22977"/>
                      <a:pt x="5450" y="22061"/>
                      <a:pt x="6352" y="21603"/>
                    </a:cubicBezTo>
                    <a:cubicBezTo>
                      <a:pt x="10407" y="20001"/>
                      <a:pt x="14237" y="19085"/>
                      <a:pt x="16489" y="19085"/>
                    </a:cubicBezTo>
                    <a:cubicBezTo>
                      <a:pt x="21220" y="19085"/>
                      <a:pt x="23248" y="22519"/>
                      <a:pt x="23248" y="29846"/>
                    </a:cubicBezTo>
                    <a:lnTo>
                      <a:pt x="23248" y="133564"/>
                    </a:lnTo>
                    <a:cubicBezTo>
                      <a:pt x="23248" y="141119"/>
                      <a:pt x="21446" y="146385"/>
                      <a:pt x="17841" y="148446"/>
                    </a:cubicBezTo>
                    <a:cubicBezTo>
                      <a:pt x="14462" y="150507"/>
                      <a:pt x="11308" y="151193"/>
                      <a:pt x="1846" y="151422"/>
                    </a:cubicBezTo>
                    <a:lnTo>
                      <a:pt x="1846" y="154857"/>
                    </a:lnTo>
                    <a:lnTo>
                      <a:pt x="64025" y="154857"/>
                    </a:lnTo>
                    <a:lnTo>
                      <a:pt x="64025" y="151422"/>
                    </a:lnTo>
                    <a:cubicBezTo>
                      <a:pt x="46227" y="151193"/>
                      <a:pt x="42623" y="148904"/>
                      <a:pt x="42623" y="137914"/>
                    </a:cubicBezTo>
                    <a:lnTo>
                      <a:pt x="42623" y="539"/>
                    </a:lnTo>
                    <a:lnTo>
                      <a:pt x="40820" y="81"/>
                    </a:lnTo>
                    <a:close/>
                  </a:path>
                </a:pathLst>
              </a:custGeom>
              <a:solidFill>
                <a:srgbClr val="FFFFFF"/>
              </a:solidFill>
              <a:ln w="3038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1790D5C6-F600-C8B9-1E5F-12477E37E095}"/>
              </a:ext>
            </a:extLst>
          </p:cNvPr>
          <p:cNvSpPr/>
          <p:nvPr/>
        </p:nvSpPr>
        <p:spPr>
          <a:xfrm>
            <a:off x="2815936" y="1600200"/>
            <a:ext cx="1224805" cy="3343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53DB1B-F9CB-8618-8932-19AE1FAA4EED}"/>
              </a:ext>
            </a:extLst>
          </p:cNvPr>
          <p:cNvSpPr/>
          <p:nvPr/>
        </p:nvSpPr>
        <p:spPr>
          <a:xfrm>
            <a:off x="4388909" y="1584250"/>
            <a:ext cx="1635358" cy="3343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516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60915"/>
  <p:tag name="ORIGINALWIDTH" val="278.372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Let us take logrithm of both sides of $y=a\, x^b$}: \,\, \underbrace{\ln(y)}_t = \ln(a) + b\, \underbrace{\ln(x)}_s&#10;\end{align*}&#10;}&#10;\end{document}"/>
  <p:tag name="IGUANATEXSIZE" val="24"/>
  <p:tag name="IGUANATEXCURSOR" val="39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"/>
  <p:tag name="ORIGINALWIDTH" val="145.957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 \Rightarrow \quad&#10;t = t_0+b\, s; \quad \quad \text{with}\,\, t_0=\ln(a)&#10;\end{align*}&#10;}&#10;\end{document}"/>
  <p:tag name="IGUANATEXSIZE" val="30"/>
  <p:tag name="IGUANATEXCURSOR" val="29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1.75915"/>
  <p:tag name="ORIGINALWIDTH" val="285.299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tabularx}&#10;\usepackage{mathptmx}&#10;\usepackage{bm}&#10;\usepackage{xcolor}&#10;\pagestyle{empty}&#10;\begin{document}&#10;\color{white}{&#10;\begin{tabular}{|&gt;{\centering\arraybackslash}m{1cm}|&gt;{\centering\arraybackslash}m{1cm}|&gt;{\centering\arraybackslash}m{1cm}|&gt;{\centering\arraybackslash}m{1cm}|&gt;{\centering\arraybackslash}m{1cm}|&gt;{\centering\arraybackslash}m{1cm}|&gt;{\centering\arraybackslash}m{1cm}|}&#10;\hline&#10;$k$ &amp; $x$ &amp; $y$ &amp; $s=\ln(x)$ &amp; $t=\ln(y)$ &amp; $s^2$ &amp; $s\times t$ \\&#10;\hline \hline&#10;1 &amp; 1 &amp; 0.5 &amp; 0.000 &amp; -0.693 &amp; 0.000 &amp; 0.000 \\&#10;\hline&#10;2 &amp; 3 &amp; 3.4 &amp; 1.099 &amp; 1.224 &amp; 1.207 &amp; 1.344 \\&#10;\hline&#10;3 &amp; 5 &amp; 8.4 &amp; 1.609 &amp; 2.128 &amp; 2.5900 &amp; 3.425 \\&#10;\hline&#10;4 &amp; 7 &amp; 15.2 &amp; 1.946 &amp; 2.721 &amp; 3.787 &amp; 5.295 \\&#10;\hline \hline&#10;$n=4$ &amp;  &amp;  &amp; 4.654 &amp; 5.38 &amp; 7.584 &amp;  10.065 \\&#10;\hline&#10;\end{tabular}&#10;}&#10;\end{document}"/>
  <p:tag name="IGUANATEXSIZE" val="24"/>
  <p:tag name="IGUANATEXCURSOR" val="90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50594"/>
  <p:tag name="ORIGINALWIDTH" val="10.2198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sum&#10;\end{align*}&#10;}&#10;\end{document}"/>
  <p:tag name="IGUANATEXSIZE" val="24"/>
  <p:tag name="IGUANATEXCURSOR" val="2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LATEXADDIN" val="\documentclass{article}&#10;\usepackage{amsmath,amsfonts,amssymb,xcolor,mathptmx}&#10;\newcommand{\dbar}{{d\mkern-7mu\mathchar'26\mkern-2mu}}&#10;\usepackage{times}&#10;\usepackage{tabularx}&#10;\usepackage{mathptmx}&#10;\usepackage{bm}&#10;\usepackage{xcolor}&#10;\pagestyle{empty}&#10;\begin{document}&#10;\color{white}{&#10;\begin{tabular}{|&gt;{\centering\arraybackslash}m{1cm}|&gt;{\centering\arraybackslash}m{1cm}|&gt;{\centering\arraybackslash}m{1cm}|&gt;{\centering\arraybackslash}m{1cm}|&gt;{\centering\arraybackslash}m{1cm}|&gt;{\centering\arraybackslash}m{1cm}|&gt;{\centering\arraybackslash}m{1cm}|}&#10;\hline&#10;$k$ &amp; $x$ &amp; $y$ &amp; $s=\ln(x)$ &amp; $t=\ln(y)$ &amp; $s^2$ &amp; $s\times t$ \\&#10;\hline \hline&#10;1 &amp; 1 &amp; 0.5 &amp; 0.000 &amp; -0.693 &amp; 0.000 &amp; 0.000 \\&#10;\hline&#10;2 &amp; 3 &amp; 3.4 &amp; 1.099 &amp; 1.224 &amp; 1.207 &amp; 1.344 \\&#10;\hline&#10;3 &amp; 5 &amp; 8.4 &amp; 1.609 &amp; 2.128 &amp; 2.5900 &amp; 3.425 \\&#10;\hline&#10;4 &amp; 7 &amp; 15.2 &amp; 1.946 &amp; 2.721 &amp; 3.787 &amp; 5.295 \\&#10;\hline \hline&#10;$n=4$ &amp;  &amp;  &amp; 4.654 &amp; 5.38 &amp; 7.584 &amp;  10.065 \\&#10;\hline&#10;\end{tabular}&#10;}&#10;\end{document}"/>
  <p:tag name="IGUANATEXSIZE" val="24"/>
  <p:tag name="IGUANATEXCURSOR" val="90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6083"/>
  <p:tag name="ORIGINALWIDTH" val="4.436648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0925"/>
  <p:tag name="ORIGINALWIDTH" val="4.704627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57021"/>
  <p:tag name="ORIGINALWIDTH" val="4.466438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0879"/>
  <p:tag name="ORIGINALWIDTH" val="3.473885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5302"/>
  <p:tag name="ORIGINALWIDTH" val="6.600395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6306"/>
  <p:tag name="ORIGINALWIDTH" val="2.362238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0748"/>
  <p:tag name="ORIGINALWIDTH" val="4.655021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7992"/>
  <p:tag name="ORIGINALWIDTH" val="2.302691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0925"/>
  <p:tag name="ORIGINALWIDTH" val="4.704627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7992"/>
  <p:tag name="ORIGINALWIDTH" val="2.302691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8825"/>
  <p:tag name="ORIGINALWIDTH" val="2.57067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5302"/>
  <p:tag name="ORIGINALWIDTH" val="6.600395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6306"/>
  <p:tag name="ORIGINALWIDTH" val="2.362238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90748"/>
  <p:tag name="ORIGINALWIDTH" val="4.655021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7992"/>
  <p:tag name="ORIGINALWIDTH" val="2.302691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57021"/>
  <p:tag name="ORIGINALWIDTH" val="4.466438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7992"/>
  <p:tag name="ORIGINALWIDTH" val="2.302691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0879"/>
  <p:tag name="ORIGINALWIDTH" val="3.47388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2355"/>
  <p:tag name="ORIGINALWIDTH" val="3.26840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0879"/>
  <p:tag name="ORIGINALWIDTH" val="3.473885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10335"/>
  <p:tag name="ORIGINALWIDTH" val="4.793964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8825"/>
  <p:tag name="ORIGINALWIDTH" val="2.57067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0417"/>
  <p:tag name="ORIGINALWIDTH" val="0.3984909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6287073"/>
  <p:tag name="ORIGINALWIDTH" val="2.441634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307612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6548"/>
  <p:tag name="ORIGINALWIDTH" val="4.257973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307612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6548"/>
  <p:tag name="ORIGINALWIDTH" val="4.257973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30761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6548"/>
  <p:tag name="ORIGINALWIDTH" val="4.257973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6548"/>
  <p:tag name="ORIGINALWIDTH" val="4.257973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6548"/>
  <p:tag name="ORIGINALWIDTH" val="4.257973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416799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257973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977"/>
  <p:tag name="ORIGINALWIDTH" val="4.565683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5302"/>
  <p:tag name="ORIGINALWIDTH" val="6.600395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307612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6548"/>
  <p:tag name="ORIGINALWIDTH" val="4.257973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3.860959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4.565683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6424"/>
  <p:tag name="ORIGINALWIDTH" val="2.808892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7743"/>
  <p:tag name="ORIGINALWIDTH" val="1.101706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6155"/>
  <p:tag name="ORIGINALWIDTH" val="4.486287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5977"/>
  <p:tag name="ORIGINALWIDTH" val="4.307612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5905"/>
  <p:tag name="ORIGINALWIDTH" val="4.029692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02083"/>
  <p:tag name="ORIGINALWIDTH" val="0.3984909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06889"/>
  <p:tag name="ORIGINALWIDTH" val="285.2993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22494"/>
  <p:tag name="ORIGINALWIDTH" val="8.79887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 \Rightarrow \quad&#10;t = t_0+b\, s; \quad \quad \text{with}\,\, t_0=\ln(a)&#10;\end{align*}&#10;}&#10;\end{document}"/>
  <p:tag name="IGUANATEXSIZE" val="30"/>
  <p:tag name="IGUANATEXCURSOR" val="29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36"/>
  <p:tag name="ORIGINALWIDTH" val="2.566325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2"/>
  <p:tag name="ORIGINALWIDTH" val="6.589239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36"/>
  <p:tag name="ORIGINALWIDTH" val="2.566325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14226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66"/>
  <p:tag name="ORIGINALWIDTH" val="6.589239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1"/>
  <p:tag name="ORIGINALWIDTH" val="4.458871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15"/>
  <p:tag name="ORIGINALWIDTH" val="3.468005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06352"/>
  <p:tag name="ORIGINALWIDTH" val="1.377297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36"/>
  <p:tag name="ORIGINALWIDTH" val="6.668504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1"/>
  <p:tag name="ORIGINALWIDTH" val="2.348346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895"/>
  <p:tag name="ORIGINALWIDTH" val="2.635696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1"/>
  <p:tag name="ORIGINALWIDTH" val="4.736326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36"/>
  <p:tag name="ORIGINALWIDTH" val="2.566325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14226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2"/>
  <p:tag name="ORIGINALWIDTH" val="6.589239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1"/>
  <p:tag name="ORIGINALWIDTH" val="2.358241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9"/>
  <p:tag name="ORIGINALWIDTH" val="4.647139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"/>
  <p:tag name="ORIGINALWIDTH" val="2.298793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21"/>
  <p:tag name="ORIGINALWIDTH" val="4.548058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"/>
  <p:tag name="ORIGINALWIDTH" val="2.298793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492"/>
  <p:tag name="ORIGINALWIDTH" val="5.821523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Let us take logrithm of both sides of $y=a\, x^b$}: \,\, \underbrace{\ln(y)}_t = \ln(a) + b\, \underbrace{\ln(x)}_s&#10;\end{align*}&#10;}&#10;\end{document}"/>
  <p:tag name="IGUANATEXSIZE" val="24"/>
  <p:tag name="IGUANATEXCURSOR" val="39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3.96378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87597"/>
  <p:tag name="ORIGINALWIDTH" val="2.64252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0012"/>
  <p:tag name="ORIGINALWIDTH" val="4.669128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8464"/>
  <p:tag name="ORIGINALWIDTH" val="2.950492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87597"/>
  <p:tag name="ORIGINALWIDTH" val="2.64252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4.023393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4.947277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3.96378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2.36437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4.381037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2138"/>
  <p:tag name="ORIGINALWIDTH" val="4.390978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0012"/>
  <p:tag name="ORIGINALWIDTH" val="3.278314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2.354429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87597"/>
  <p:tag name="ORIGINALWIDTH" val="2.64252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4.74859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0012"/>
  <p:tag name="ORIGINALWIDTH" val="7.540158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4.381037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3.606135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9513"/>
  <p:tag name="ORIGINALWIDTH" val="4.619456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4.381037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787597"/>
  <p:tag name="ORIGINALWIDTH" val="2.64252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4.74859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8464"/>
  <p:tag name="ORIGINALWIDTH" val="2.950492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2.354429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9513"/>
  <p:tag name="ORIGINALWIDTH" val="4.609515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3.96378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8464"/>
  <p:tag name="ORIGINALWIDTH" val="2.950492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4.381037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3.606135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57512"/>
  <p:tag name="ORIGINALWIDTH" val="4.47044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9931"/>
  <p:tag name="ORIGINALWIDTH" val="6.606332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1403"/>
  <p:tag name="ORIGINALWIDTH" val="4.559843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1403"/>
  <p:tag name="ORIGINALWIDTH" val="4.708858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46291"/>
  <p:tag name="ORIGINALWIDTH" val="3.308104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273"/>
  <p:tag name="ORIGINALWIDTH" val="1.10269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2.36437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0012"/>
  <p:tag name="ORIGINALWIDTH" val="4.659186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46"/>
  <p:tag name="ORIGINALWIDTH" val="2.304757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57512"/>
  <p:tag name="ORIGINALWIDTH" val="4.47044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46"/>
  <p:tag name="ORIGINALWIDTH" val="2.304757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3622"/>
  <p:tag name="ORIGINALWIDTH" val="0.987008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3622"/>
  <p:tag name="ORIGINALWIDTH" val="0.9869751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5013"/>
  <p:tag name="ORIGINALWIDTH" val="1.904003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9931"/>
  <p:tag name="ORIGINALWIDTH" val="6.606332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2.36437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0012"/>
  <p:tag name="ORIGINALWIDTH" val="4.659186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46"/>
  <p:tag name="ORIGINALWIDTH" val="2.304757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1403"/>
  <p:tag name="ORIGINALWIDTH" val="4.559843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46"/>
  <p:tag name="ORIGINALWIDTH" val="2.304757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4224"/>
  <p:tag name="ORIGINALWIDTH" val="6.606332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19355"/>
  <p:tag name="ORIGINALWIDTH" val="4.47044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1252"/>
  <p:tag name="ORIGINALWIDTH" val="2.36437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0012"/>
  <p:tag name="ORIGINALWIDTH" val="4.659186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46"/>
  <p:tag name="ORIGINALWIDTH" val="2.304757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1403"/>
  <p:tag name="ORIGINALWIDTH" val="4.708858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6146"/>
  <p:tag name="ORIGINALWIDTH" val="2.304757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3622"/>
  <p:tag name="ORIGINALWIDTH" val="1.001903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3622"/>
  <p:tag name="ORIGINALWIDTH" val="1.001903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1922"/>
  <p:tag name="ORIGINALWIDTH" val="4.808202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08464"/>
  <p:tag name="ORIGINALWIDTH" val="2.572966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32874"/>
  <p:tag name="ORIGINALWIDTH" val="138.402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, the Normal Equations become:}&#10;\end{align*}&#10;}&#10;\end{document}"/>
  <p:tag name="IGUANATEXSIZE" val="24"/>
  <p:tag name="IGUANATEXCURSOR" val="31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.46046"/>
  <p:tag name="ORIGINALWIDTH" val="100.26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n\, t_0 \,\,+\,\, a_1 \, \sum s &amp;= \sum t\\&#10;t_0 \, \sum s \,\,+\,\, a_1 \sum s^2 &amp;= \sum s\,t&#10;\end{align*}&#10;}&#10;\end{document}"/>
  <p:tag name="IGUANATEXSIZE" val="24"/>
  <p:tag name="IGUANATEXCURSOR" val="34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171.285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\quad &#10;\begin{bmatrix}&#10;4 &amp; 4.654 \\ 4.654 &amp; 7.584&#10;\end{bmatrix}\, &#10;\begin{bmatrix}&#10;t_0 \\ a_1&#10;\end{bmatrix} \, \, = \,\,&#10;\begin{bmatrix}&#10;5.38 \\ 10.065&#10;\end{bmatrix}&#10;\end{align*}&#10;}&#10;\end{document}"/>
  <p:tag name="IGUANATEXSIZE" val="24"/>
  <p:tag name="IGUANATEXCURSOR" val="3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92421"/>
  <p:tag name="ORIGINALWIDTH" val="242.042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lve, we get:}\,\, t_0 = -0.696, \,\, a_0 = \exp{t_0} = 0.498, \,\, a_1 = 1.754&#10;\end{align*}&#10;}&#10;\end{document}"/>
  <p:tag name="IGUANATEXSIZE" val="24"/>
  <p:tag name="IGUANATEXCURSOR" val="33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9312"/>
  <p:tag name="ORIGINALWIDTH" val="113.82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y = a_0 \, x^a_1 = 0.498\, x^{1.754}&#10;\end{align*}&#10;}&#10;\end{document}"/>
  <p:tag name="IGUANATEXSIZE" val="24"/>
  <p:tag name="IGUANATEXCURSOR" val="33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.96568"/>
  <p:tag name="ORIGINALWIDTH" val="203.89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usepackage{tabularx}&#10;\begin{document}&#10;\color{white}{&#10;\begin{tabular}{|&gt;{\centering\arraybackslash}m{1cm}|&gt;{\centering\arraybackslash}m{1cm}|&gt;{\centering\arraybackslash}m{1cm}|&gt;{\centering\arraybackslash}m{1cm}|&gt;{\centering\arraybackslash}m{1cm}|}&#10;\hline&#10;$x$ &amp; 1 &amp; 3 &amp; 5 &amp; 7 \\&#10;\hline&#10;$y$ &amp; 0.5  &amp; 3.4 &amp; 8.4 &amp; 15.2 \\&#10;\hline&#10;$y_f$ &amp; 0.4984 &amp; 3.425 &amp; 8.393 &amp; 15.146 \\&#10;\hline&#10;\end{tabular}&#10;}&#10;\end{document}"/>
  <p:tag name="IGUANATEXSIZE" val="24"/>
  <p:tag name="IGUANATEXCURSOR" val="25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.36467"/>
  <p:tag name="ORIGINALWIDTH" val="156.638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Error:} \,\, R = \sum (y_i-y_i^f)^2 = 3.574\times 10^{-3}&#10;\end{align*}&#10;}&#10;\end{document}"/>
  <p:tag name="IGUANATEXSIZE" val="24"/>
  <p:tag name="IGUANATEXCURSOR" val="33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23327"/>
  <p:tag name="ORIGINALWIDTH" val="5.78799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Error:} \,\, R = \sum (y_i-y_i^f)^2 = 3.574\times 10^{-3}&#10;\end{align*}&#10;}&#10;\end{document}"/>
  <p:tag name="IGUANATEXSIZE" val="24"/>
  <p:tag name="IGUANATEXCURSOR" val="33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1273"/>
  <p:tag name="ORIGINALWIDTH" val="3.264993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1273"/>
  <p:tag name="ORIGINALWIDTH" val="3.264993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4357"/>
  <p:tag name="ORIGINALWIDTH" val="4.363255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1273"/>
  <p:tag name="ORIGINALWIDTH" val="3.264993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4357"/>
  <p:tag name="ORIGINALWIDTH" val="1.098228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30544"/>
  <p:tag name="ORIGINALWIDTH" val="5.946292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44"/>
  <p:tag name="ORIGINALWIDTH" val="6.579494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98691"/>
  <p:tag name="ORIGINALWIDTH" val="9.702394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30715"/>
  <p:tag name="ORIGINALWIDTH" val="2.295407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34"/>
  <p:tag name="ORIGINALWIDTH" val="4.452296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2145"/>
  <p:tag name="ORIGINALWIDTH" val="1.574114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22703"/>
  <p:tag name="ORIGINALWIDTH" val="6.04521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8734"/>
  <p:tag name="ORIGINALWIDTH" val="4.452296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0131"/>
  <p:tag name="ORIGINALWIDTH" val="4.18061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2145"/>
  <p:tag name="ORIGINALWIDTH" val="1.574114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30715"/>
  <p:tag name="ORIGINALWIDTH" val="2.295407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56036"/>
  <p:tag name="ORIGINALWIDTH" val="3.258071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44"/>
  <p:tag name="ORIGINALWIDTH" val="6.579494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11909"/>
  <p:tag name="ORIGINALWIDTH" val="3.848753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2553"/>
  <p:tag name="ORIGINALWIDTH" val="1.048753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35597"/>
  <p:tag name="ORIGINALWIDTH" val="4.016962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5774"/>
  <p:tag name="ORIGINALWIDTH" val="4.244521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8"/>
  <p:tag name="ORIGINALWIDTH" val="4.551214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8045"/>
  <p:tag name="ORIGINALWIDTH" val="4.778773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8"/>
  <p:tag name="ORIGINALWIDTH" val="2.8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11909"/>
  <p:tag name="ORIGINALWIDTH" val="4.47208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050853"/>
  <p:tag name="ORIGINALWIDTH" val="4.473458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62828"/>
  <p:tag name="ORIGINALWIDTH" val="2.848064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714"/>
  <p:tag name="ORIGINALWIDTH" val="203.89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usepackage{tabularx}&#10;\begin{document}&#10;\color{white}{&#10;\begin{tabular}{|&gt;{\centering\arraybackslash}m{1cm}|&gt;{\centering\arraybackslash}m{1cm}|&gt;{\centering\arraybackslash}m{1cm}|&gt;{\centering\arraybackslash}m{1cm}|&gt;{\centering\arraybackslash}m{1cm}|}&#10;\hline&#10;$x$ &amp; 1 &amp; 3 &amp; 5 &amp; 7 \\&#10;\hline&#10;$y$ &amp; 0.5  &amp; 3.4 &amp; 8.4 &amp; 15.2 \\&#10;\hline&#10;$y_f$ &amp; 0.4984 &amp; 3.425 &amp; 8.393 &amp; 15.146 \\&#10;\hline&#10;\end{tabular}&#10;}&#10;\end{document}"/>
  <p:tag name="IGUANATEXSIZE" val="24"/>
  <p:tag name="IGUANATEXCURSOR" val="25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6883"/>
  <p:tag name="ORIGINALWIDTH" val="4.704626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2.808891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78"/>
  <p:tag name="ORIGINALWIDTH" val="4.029691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39895"/>
  <p:tag name="ORIGINALWIDTH" val="4.257972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714"/>
  <p:tag name="ORIGINALWIDTH" val="203.899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8497"/>
  <p:tag name="ORIGINALWIDTH" val="4.466437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4.486286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78"/>
  <p:tag name="ORIGINALWIDTH" val="4.029691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565682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565682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2.808891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78"/>
  <p:tag name="ORIGINALWIDTH" val="4.029691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416798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714"/>
  <p:tag name="ORIGINALWIDTH" val="203.899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8497"/>
  <p:tag name="ORIGINALWIDTH" val="4.466437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87992"/>
  <p:tag name="ORIGINALWIDTH" val="4.193864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4.486286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565682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1555"/>
  <p:tag name="ORIGINALWIDTH" val="4.257972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565682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565682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416798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78"/>
  <p:tag name="ORIGINALWIDTH" val="4.029691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1555"/>
  <p:tag name="ORIGINALWIDTH" val="4.257972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1076"/>
  <p:tag name="ORIGINALWIDTH" val="3.860958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2.808891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1778"/>
  <p:tag name="ORIGINALWIDTH" val="4.029691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16601"/>
  <p:tag name="ORIGINALWIDTH" val="1.101706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2.808891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0229"/>
  <p:tag name="ORIGINALWIDTH" val="4.565682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1555"/>
  <p:tag name="ORIGINALWIDTH" val="4.307611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1167"/>
  <p:tag name="ORIGINALWIDTH" val="0.3984908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8714"/>
  <p:tag name="ORIGINALWIDTH" val="203.899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17784"/>
  <p:tag name="ORIGINALWIDTH" val="8.794586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y = a_0 \, x^a_1 = 0.498\, x^{1.754}&#10;\end{align*}&#10;}&#10;\end{document}"/>
  <p:tag name="IGUANATEXSIZE" val="24"/>
  <p:tag name="IGUANATEXCURSOR" val="33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20376"/>
  <p:tag name="ORIGINALWIDTH" val="4.456726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63"/>
  <p:tag name="ORIGINALWIDTH" val="6.586023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4"/>
  <p:tag name="ORIGINALWIDTH" val="4.545833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5"/>
  <p:tag name="ORIGINALWIDTH" val="3.312631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4"/>
  <p:tag name="ORIGINALWIDTH" val="4.69439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12337"/>
  <p:tag name="ORIGINALWIDTH" val="3.363911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9"/>
  <p:tag name="ORIGINALWIDTH" val="2.074049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63"/>
  <p:tag name="ORIGINALWIDTH" val="6.586023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8"/>
  <p:tag name="ORIGINALWIDTH" val="4.476509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9863192"/>
  <p:tag name="ORIGINALWIDTH" val="1.049803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26"/>
  <p:tag name="ORIGINALWIDTH" val="4.555741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94917"/>
  <p:tag name="ORIGINALWIDTH" val="4.24872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8"/>
  <p:tag name="ORIGINALWIDTH" val="3.852592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4"/>
  <p:tag name="ORIGINALWIDTH" val="4.69439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9"/>
  <p:tag name="ORIGINALWIDTH" val="2.074049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7298887"/>
  <p:tag name="ORIGINALWIDTH" val="0.7768372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3453"/>
  <p:tag name="ORIGINALWIDTH" val="3.144062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795"/>
  <p:tag name="ORIGINALWIDTH" val="2.975492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9"/>
  <p:tag name="ORIGINALWIDTH" val="3.37126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6108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lve, we get:}\,\, t_0 = -0.696, \,\, a_0 = \exp{t_0} = 0.498, \,\, a_1 = 1.754&#10;\end{align*}&#10;}&#10;\end{document}"/>
  <p:tag name="IGUANATEXSIZE" val="24"/>
  <p:tag name="IGUANATEXCURSOR" val="33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1627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4665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4.550525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4304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77"/>
  <p:tag name="ORIGINALWIDTH" val="1.381037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6.686679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4304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91535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4304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288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102854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8445"/>
  <p:tag name="ORIGINALWIDTH" val="2.573327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3261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7217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144"/>
  <p:tag name="ORIGINALWIDTH" val="6.070669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90912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315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12073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262402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12073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67684"/>
  <p:tag name="ORIGINALWIDTH" val="1.162467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560466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3261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7217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4304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437"/>
  <p:tag name="ORIGINALWIDTH" val="4.590256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20079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8445"/>
  <p:tag name="ORIGINALWIDTH" val="2.573327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3261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7217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90912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315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70406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262402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496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67684"/>
  <p:tag name="ORIGINALWIDTH" val="1.162467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560466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0709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7217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11778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315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"/>
  <p:tag name="ORIGINALWIDTH" val="4.262402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8"/>
  <p:tag name="ORIGINALWIDTH" val="4.033858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70406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58955"/>
  <p:tag name="ORIGINALWIDTH" val="8.8011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\quad &#10;\begin{bmatrix}&#10;4 &amp; 4.654 \\ 4.654 &amp; 7.584&#10;\end{bmatrix}\, &#10;\begin{bmatrix}&#10;t_0 \\ a_1&#10;\end{bmatrix} \, \, = \,\,&#10;\begin{bmatrix}&#10;5.38 \\ 10.065&#10;\end{bmatrix}&#10;\end{align*}&#10;}&#10;\end{document}"/>
  <p:tag name="IGUANATEXSIZE" val="24"/>
  <p:tag name="IGUANATEXCURSOR" val="3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2.606627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4.559153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4.559153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059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18"/>
  <p:tag name="ORIGINALWIDTH" val="4.301476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7"/>
  <p:tag name="ORIGINALWIDTH" val="4.02395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4.559153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4.559153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059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18"/>
  <p:tag name="ORIGINALWIDTH" val="4.301476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7"/>
  <p:tag name="ORIGINALWIDTH" val="4.02395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4.559153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9999"/>
  <p:tag name="ORIGINALWIDTH" val="4.251902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059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7"/>
  <p:tag name="ORIGINALWIDTH" val="4.02395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2"/>
  <p:tag name="ORIGINALWIDTH" val="3.855446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4.559153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2.606627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2.606627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8443"/>
  <p:tag name="ORIGINALWIDTH" val="2.566994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79"/>
  <p:tag name="ORIGINALWIDTH" val="3.315091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5"/>
  <p:tag name="ORIGINALWIDTH" val="4.549245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8"/>
  <p:tag name="ORIGINALWIDTH" val="2.07559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2.606627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590944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2.606627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7"/>
  <p:tag name="ORIGINALWIDTH" val="4.02395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059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2"/>
  <p:tag name="ORIGINALWIDTH" val="3.855446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2"/>
  <p:tag name="ORIGINALWIDTH" val="3.855446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79"/>
  <p:tag name="ORIGINALWIDTH" val="2.804855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2"/>
  <p:tag name="ORIGINALWIDTH" val="4.479855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059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2"/>
  <p:tag name="ORIGINALWIDTH" val="4.479855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18"/>
  <p:tag name="ORIGINALWIDTH" val="4.301476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7"/>
  <p:tag name="ORIGINALWIDTH" val="4.02395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5"/>
  <p:tag name="ORIGINALWIDTH" val="2.606627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04921"/>
  <p:tag name="ORIGINALWIDTH" val="4.58851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n\, t_0 \,\,+\,\, a_1 \, \sum s &amp;= \sum t\\&#10;t_0 \, \sum s \,\,+\,\, a_1 \sum s^2 &amp;= \sum s\,t&#10;\end{align*}&#10;}&#10;\end{document}"/>
  <p:tag name="IGUANATEXSIZE" val="24"/>
  <p:tag name="IGUANATEXCURSOR" val="34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76115"/>
  <p:tag name="ORIGINALWIDTH" val="2.58353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11581"/>
  <p:tag name="ORIGINALWIDTH" val="3.33645"/>
  <p:tag name="EMFCHILD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289"/>
  <p:tag name="ORIGINALWIDTH" val="6.633399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4934"/>
  <p:tag name="ORIGINALWIDTH" val="4.578543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7874"/>
  <p:tag name="ORIGINALWIDTH" val="2.088943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61374"/>
  <p:tag name="ORIGINALWIDTH" val="9.781857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4986"/>
  <p:tag name="ORIGINALWIDTH" val="3.49124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2552"/>
  <p:tag name="ORIGINALWIDTH" val="6.633399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61374"/>
  <p:tag name="ORIGINALWIDTH" val="9.781857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76115"/>
  <p:tag name="ORIGINALWIDTH" val="2.58353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76115"/>
  <p:tag name="ORIGINALWIDTH" val="2.58353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11581"/>
  <p:tag name="ORIGINALWIDTH" val="3.33645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61374"/>
  <p:tag name="ORIGINALWIDTH" val="9.781857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4986"/>
  <p:tag name="ORIGINALWIDTH" val="3.49124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289"/>
  <p:tag name="ORIGINALWIDTH" val="6.633399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4934"/>
  <p:tag name="ORIGINALWIDTH" val="4.578543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7874"/>
  <p:tag name="ORIGINALWIDTH" val="2.088943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61374"/>
  <p:tag name="ORIGINALWIDTH" val="9.781857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4986"/>
  <p:tag name="ORIGINALWIDTH" val="3.49124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7874"/>
  <p:tag name="ORIGINALWIDTH" val="3.284777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2552"/>
  <p:tag name="ORIGINALWIDTH" val="6.633399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61374"/>
  <p:tag name="ORIGINALWIDTH" val="9.781857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4986"/>
  <p:tag name="ORIGINALWIDTH" val="3.49124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76115"/>
  <p:tag name="ORIGINALWIDTH" val="2.58353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7253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o, the Normal Equations become:}&#10;\end{align*}&#10;}&#10;\end{document}"/>
  <p:tag name="IGUANATEXSIZE" val="24"/>
  <p:tag name="IGUANATEXCURSOR" val="31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92848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77"/>
  <p:tag name="ORIGINALWIDTH" val="1.38458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9639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61384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74475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979"/>
  <p:tag name="ORIGINALWIDTH" val="6.922966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92848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87139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7.560466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34252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70735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5.827231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621949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81726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34252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9639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0761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92848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71752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8432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31889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74475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854954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92848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7.560466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74475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105676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6.01618"/>
  <p:tag name="ORIGINALWIDTH" val="396.615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tabularx}&#10;\usepackage{mathptmx}&#10;\usepackage{bm}&#10;\usepackage{xcolor}&#10;\pagestyle{empty}&#10;\begin{document}&#10;\color{white}{&#10;\begin{tabular}{|&gt;{\centering\arraybackslash}m{0.5cm}|&gt;{\centering\arraybackslash}m{0.5cm}|&gt;{\centering\arraybackslash}m{0.5cm}|&gt;{\centering\arraybackslash}m{1cm}|&gt;{\centering\arraybackslash}m{2cm}|&gt;{\centering\arraybackslash}m{2cm}|&gt;{\centering\arraybackslash}m{2.cm}|&gt;{\centering\arraybackslash}m{2cm}|}&#10;\hline&#10;$k$ &amp; $x$ &amp; $y$ &amp; $s=\ln(x)$ &amp; $t=\ln(y)$ &amp; $1^{st}$ &amp; $2^{nd}$ &amp; $3^{rd}$\\&#10;\hline \hline&#10;1 &amp; 1 &amp; 0.5 &amp; 0.000 &amp; -0.693 &amp; 1.74431301 &amp; 0.01754879 &amp; -0.0168474 \\&#10;\hline&#10;2 &amp; 3 &amp; 3.4 &amp; 1.099 &amp; 1.224 &amp; 1.77254902 &amp; -0.01523625 &amp; 0.0\\&#10;\hline&#10;3 &amp; 5 &amp; 8.4 &amp; 1.609 &amp; 2.128 &amp; 1.75964392 &amp; 0.0 &amp; 0.0\\&#10;\hline&#10;4 &amp; 7 &amp; 15.2 &amp; 1.946 &amp; 2.721 &amp; 0.0 &amp; 0.0 &amp; 0.0\\&#10;\hline &#10;\end{tabular}&#10;}&#10;\end{document}"/>
  <p:tag name="IGUANATEXSIZE" val="20"/>
  <p:tag name="IGUANATEXCURSOR" val="5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54.54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b-vector:}\quad b=[-0.693  ,     1.74431301 , 0.01754879, -0.0168474 ]&#10;\end{align*}&#10;}&#10;\end{document}"/>
  <p:tag name="IGUANATEXSIZE" val="24"/>
  <p:tag name="IGUANATEXCURSOR" val="29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0932"/>
  <p:tag name="ORIGINALWIDTH" val="122.364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Let us consider first two terms:&#10;}&#10;\end{align*}&#10;}&#10;\end{document}"/>
  <p:tag name="IGUANATEXSIZE" val="24"/>
  <p:tag name="IGUANATEXCURSOR" val="31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16.498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b_0=-0.693, \,\, b_1=1.74431301; \quad &#10;a_0= \exp(b_0) = 0.5, \, \, a_1 = b_1 =1.74431301;&#10;\end{align*}&#10;}&#10;\end{document}"/>
  <p:tag name="IGUANATEXSIZE" val="24"/>
  <p:tag name="IGUANATEXCURSOR" val="27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37697"/>
  <p:tag name="ORIGINALWIDTH" val="150.759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Fitted function:}\quad y = 0.5\times x^{1.74431301}&#10;\end{align*}&#10;}&#10;\end{document}"/>
  <p:tag name="IGUANATEXSIZE" val="24"/>
  <p:tag name="IGUANATEXCURSOR" val="33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949"/>
  <p:tag name="ORIGINALWIDTH" val="5.31771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Fitted function:}\quad y = 0.5\times x^{1.74431301}&#10;\end{align*}&#10;}&#10;\end{document}"/>
  <p:tag name="IGUANATEXSIZE" val="24"/>
  <p:tag name="IGUANATEXCURSOR" val="33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3105"/>
  <p:tag name="ORIGINALWIDTH" val="2.360104"/>
  <p:tag name="EMFCHILD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8938"/>
  <p:tag name="ORIGINALWIDTH" val="2.648884"/>
  <p:tag name="EMFCHILD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8938"/>
  <p:tag name="ORIGINALWIDTH" val="2.648884"/>
  <p:tag name="EMFCHILD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965"/>
  <p:tag name="ORIGINALWIDTH" val="3.973326"/>
  <p:tag name="EMFCHILD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34614"/>
  <p:tag name="ORIGINALWIDTH" val="4.620635"/>
  <p:tag name="EMFCHILD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3105"/>
  <p:tag name="ORIGINALWIDTH" val="3.614829"/>
  <p:tag name="EMFCHILD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9456"/>
  <p:tag name="ORIGINALWIDTH" val="4.680379"/>
  <p:tag name="EMFCHILD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9456"/>
  <p:tag name="ORIGINALWIDTH" val="4.670406"/>
  <p:tag name="EMFCHILD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965"/>
  <p:tag name="ORIGINALWIDTH" val="3.853837"/>
  <p:tag name="EMFCHILD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8938"/>
  <p:tag name="ORIGINALWIDTH" val="2.648884"/>
  <p:tag name="EMFCHILD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3105"/>
  <p:tag name="ORIGINALWIDTH" val="2.360104"/>
  <p:tag name="EMFCHILD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965"/>
  <p:tag name="ORIGINALWIDTH" val="4.3916"/>
  <p:tag name="EMFCHILD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9456"/>
  <p:tag name="ORIGINALWIDTH" val="4.670406"/>
  <p:tag name="EMFCHILD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965"/>
  <p:tag name="ORIGINALWIDTH" val="1.105348"/>
  <p:tag name="EMFCHILD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5"/>
  <p:tag name="ORIGINALWIDTH" val="4.4812"/>
  <p:tag name="EMFCHILD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9"/>
  <p:tag name="ORIGINALWIDTH" val="6.622242"/>
  <p:tag name="EMFCHILD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68"/>
  <p:tag name="ORIGINALWIDTH" val="4.501114"/>
  <p:tag name="EMFCHILD" val="Tru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5577"/>
  <p:tag name="EMFCHILD" val="Tru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25985"/>
  <p:tag name="ORIGINALWIDTH" val="4.043044"/>
  <p:tag name="EMFCHILD" val="Tru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275"/>
  <p:tag name="ORIGINALWIDTH" val="4.809841"/>
  <p:tag name="EMFCHILD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3"/>
  <p:tag name="ORIGINALWIDTH" val="4.720209"/>
  <p:tag name="EMFCHILD" val="Tru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2.085433"/>
  <p:tag name="EMFCHILD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7962272"/>
  <p:tag name="ORIGINALWIDTH" val="0.7811022"/>
  <p:tag name="EMFCHILD" val="Tru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2842"/>
  <p:tag name="ORIGINALWIDTH" val="3.161351"/>
  <p:tag name="EMFCHILD" val="Tru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3.389763"/>
  <p:tag name="EMFCHILD" val="Tru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3.389763"/>
  <p:tag name="EMFCHILD" val="Tru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2.866567"/>
  <p:tag name="EMFCHILD" val="Tru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2.085433"/>
  <p:tag name="EMFCHILD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2.866567"/>
  <p:tag name="EMFCHILD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3.330839"/>
  <p:tag name="EMFCHILD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2.085433"/>
  <p:tag name="EMFCHILD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6994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b_0=-0.693, \,\, b_1=1.74431301; \quad &#10;a_0= \exp(b_0) = 0.5, \, \, a_1 = b_1 =1.74431301;&#10;\end{align*}&#10;}&#10;\end{document}"/>
  <p:tag name="IGUANATEXSIZE" val="24"/>
  <p:tag name="IGUANATEXCURSOR" val="27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22441"/>
  <p:tag name="EMFCHILD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577"/>
  <p:tag name="EMFCHILD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70735"/>
  <p:tag name="ORIGINALWIDTH" val="6.069192"/>
  <p:tag name="EMFCHILD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796"/>
  <p:tag name="EMFCHILD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92"/>
  <p:tag name="EMFCHILD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311023"/>
  <p:tag name="EMFCHILD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261352"/>
  <p:tag name="EMFCHILD" val="Tru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4009"/>
  <p:tag name="EMFCHILD" val="Tru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2172"/>
  <p:tag name="EMFCHILD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69947"/>
  <p:tag name="EMFCHILD" val="Tru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80216"/>
  <p:tag name="EMFCHILD" val="Tru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577"/>
  <p:tag name="EMFCHILD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1089"/>
  <p:tag name="EMFCHILD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92"/>
  <p:tag name="EMFCHILD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61352"/>
  <p:tag name="EMFCHILD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9291"/>
  <p:tag name="EMFCHILD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9291"/>
  <p:tag name="EMFCHILD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4009"/>
  <p:tag name="EMFCHILD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1089"/>
  <p:tag name="EMFCHILD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4009"/>
  <p:tag name="EMFCHILD" val="Tr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796"/>
  <p:tag name="EMFCHILD" val="Tru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1089"/>
  <p:tag name="EMFCHILD" val="Tru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06365"/>
  <p:tag name="ORIGINALWIDTH" val="1.380709"/>
  <p:tag name="EMFCHILD" val="Tru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55935"/>
  <p:tag name="EMFCHILD" val="Tru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22441"/>
  <p:tag name="EMFCHILD" val="Tru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577"/>
  <p:tag name="EMFCHILD" val="Tru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3353"/>
  <p:tag name="EMFCHILD" val="Tru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8914"/>
  <p:tag name="EMFCHILD" val="Tru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893"/>
  <p:tag name="EMFCHILD" val="Tru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4495"/>
  <p:tag name="EMFCHILD" val="Tru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69947"/>
  <p:tag name="EMFCHILD" val="Tru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22441"/>
  <p:tag name="EMFCHILD" val="Tru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4495"/>
  <p:tag name="EMFCHILD" val="Tru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577"/>
  <p:tag name="EMFCHILD" val="Tru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796"/>
  <p:tag name="EMFCHILD" val="Tru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92"/>
  <p:tag name="EMFCHILD" val="Tru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3438"/>
  <p:tag name="ORIGINALWIDTH" val="4.032874"/>
  <p:tag name="EMFCHILD" val="Tru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2172"/>
  <p:tag name="EMFCHILD" val="Tru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55935"/>
  <p:tag name="EMFCHILD" val="Tru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80216"/>
  <p:tag name="EMFCHILD" val="Tru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577"/>
  <p:tag name="EMFCHILD" val="Tru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69947"/>
  <p:tag name="EMFCHILD" val="Tru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80216"/>
  <p:tag name="EMFCHILD" val="Tru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577"/>
  <p:tag name="EMFCHILD" val="Tru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1089"/>
  <p:tag name="EMFCHILD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92"/>
  <p:tag name="EMFCHILD" val="Tru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61352"/>
  <p:tag name="EMFCHILD" val="Tru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9291"/>
  <p:tag name="EMFCHILD" val="Tru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9291"/>
  <p:tag name="EMFCHILD" val="Tru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4009"/>
  <p:tag name="EMFCHILD" val="Tru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1089"/>
  <p:tag name="EMFCHILD" val="Tru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4009"/>
  <p:tag name="EMFCHILD" val="Tru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796"/>
  <p:tag name="EMFCHILD" val="Tru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1089"/>
  <p:tag name="EMFCHILD" val="Tru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06365"/>
  <p:tag name="ORIGINALWIDTH" val="1.380709"/>
  <p:tag name="EMFCHILD" val="Tru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5958"/>
  <p:tag name="ORIGINALWIDTH" val="5.80456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Let us consider first two terms:&#10;}&#10;\end{align*}&#10;}&#10;\end{document}"/>
  <p:tag name="IGUANATEXSIZE" val="24"/>
  <p:tag name="IGUANATEXCURSOR" val="31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3.952231"/>
  <p:tag name="EMFCHILD" val="Tru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34809"/>
  <p:tag name="EMFCHILD" val="Tru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4.655511"/>
  <p:tag name="EMFCHILD" val="Tru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8747"/>
  <p:tag name="ORIGINALWIDTH" val="2.941896"/>
  <p:tag name="EMFCHILD" val="Tru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3.833366"/>
  <p:tag name="EMFCHILD" val="Tru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4.368274"/>
  <p:tag name="EMFCHILD" val="Tru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4.645636"/>
  <p:tag name="EMFCHILD" val="Tru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8747"/>
  <p:tag name="ORIGINALWIDTH" val="2.941896"/>
  <p:tag name="EMFCHILD" val="Tru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6942"/>
  <p:tag name="ORIGINALWIDTH" val="2.347572"/>
  <p:tag name="EMFCHILD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2644"/>
  <p:tag name="ORIGINALWIDTH" val="4.596096"/>
  <p:tag name="EMFCHILD" val="Tru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3.952231"/>
  <p:tag name="EMFCHILD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3.268766"/>
  <p:tag name="EMFCHILD" val="Tru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6942"/>
  <p:tag name="ORIGINALWIDTH" val="4.853642"/>
  <p:tag name="EMFCHILD" val="Tru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3.268766"/>
  <p:tag name="EMFCHILD" val="Tru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8747"/>
  <p:tag name="ORIGINALWIDTH" val="2.941896"/>
  <p:tag name="EMFCHILD" val="Tru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34809"/>
  <p:tag name="EMFCHILD" val="Tru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34809"/>
  <p:tag name="EMFCHILD" val="Tru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0912"/>
  <p:tag name="ORIGINALWIDTH" val="6.666338"/>
  <p:tag name="EMFCHILD" val="Tru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4.368274"/>
  <p:tag name="EMFCHILD" val="Tru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34809"/>
  <p:tag name="EMFCHILD" val="Tru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3.952231"/>
  <p:tag name="EMFCHILD" val="Tru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3.268766"/>
  <p:tag name="EMFCHILD" val="Tru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7.518176"/>
  <p:tag name="EMFCHILD" val="Tru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8747"/>
  <p:tag name="ORIGINALWIDTH" val="2.941896"/>
  <p:tag name="EMFCHILD" val="Tru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1.099475"/>
  <p:tag name="EMFCHILD" val="Tru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1079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b-vector:}\quad b=[-0.693  ,     1.74431301 , 0.01754879, -0.0168474 ]&#10;\end{align*}&#10;}&#10;\end{document}"/>
  <p:tag name="IGUANATEXSIZE" val="24"/>
  <p:tag name="IGUANATEXCURSOR" val="29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6096456"/>
  <p:tag name="ORIGINALWIDTH" val="2.439239"/>
  <p:tag name="EMFCHILD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41371"/>
  <p:tag name="EMFCHILD" val="Tru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365"/>
  <p:tag name="EMFCHILD" val="Tru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837369"/>
  <p:tag name="EMFCHILD" val="Tru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565"/>
  <p:tag name="EMFCHILD" val="Tru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2835"/>
  <p:tag name="EMFCHILD" val="Tru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2178"/>
  <p:tag name="EMFCHILD" val="Tru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100623"/>
  <p:tag name="EMFCHILD" val="Tru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62073"/>
  <p:tag name="EMFCHILD" val="Tru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59393"/>
  <p:tag name="EMFCHILD" val="Tru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32"/>
  <p:tag name="EMFCHILD" val="Tru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70735"/>
  <p:tag name="ORIGINALWIDTH" val="6.058497"/>
  <p:tag name="EMFCHILD" val="Tru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189"/>
  <p:tag name="EMFCHILD" val="Tru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105"/>
  <p:tag name="EMFCHILD" val="Tru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303412"/>
  <p:tag name="EMFCHILD" val="Tru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253838"/>
  <p:tag name="EMFCHILD" val="Tru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57185"/>
  <p:tag name="EMFCHILD" val="Tru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6135"/>
  <p:tag name="EMFCHILD" val="Tru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105"/>
  <p:tag name="EMFCHILD" val="Tru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53838"/>
  <p:tag name="EMFCHILD" val="Tru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122"/>
  <p:tag name="EMFCHILD" val="Tru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122"/>
  <p:tag name="EMFCHILD" val="Tru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57185"/>
  <p:tag name="EMFCHILD" val="Tru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6135"/>
  <p:tag name="EMFCHILD" val="Tru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57185"/>
  <p:tag name="EMFCHILD" val="Tru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189"/>
  <p:tag name="EMFCHILD" val="Tru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6135"/>
  <p:tag name="EMFCHILD" val="Tru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189"/>
  <p:tag name="EMFCHILD" val="Tru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105"/>
  <p:tag name="EMFCHILD" val="Tru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189"/>
  <p:tag name="EMFCHILD" val="Tru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6135"/>
  <p:tag name="EMFCHILD" val="Tru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53838"/>
  <p:tag name="EMFCHILD" val="Tru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3438"/>
  <p:tag name="ORIGINALWIDTH" val="4.025754"/>
  <p:tag name="EMFCHILD" val="Tru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122"/>
  <p:tag name="EMFCHILD" val="Tru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57185"/>
  <p:tag name="EMFCHILD" val="Tr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53838"/>
  <p:tag name="EMFCHILD" val="Tr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253838"/>
  <p:tag name="EMFCHILD" val="Tr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70735"/>
  <p:tag name="ORIGINALWIDTH" val="6.058497"/>
  <p:tag name="EMFCHILD" val="Tru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189"/>
  <p:tag name="EMFCHILD" val="Tru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105"/>
  <p:tag name="EMFCHILD" val="Tru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189"/>
  <p:tag name="EMFCHILD" val="Tru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6135"/>
  <p:tag name="EMFCHILD" val="Tru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303412"/>
  <p:tag name="EMFCHILD" val="Tru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57185"/>
  <p:tag name="EMFCHILD" val="Tru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122"/>
  <p:tag name="EMFCHILD" val="Tru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53838"/>
  <p:tag name="EMFCHILD" val="Tru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122"/>
  <p:tag name="EMFCHILD" val="Tru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32"/>
  <p:tag name="EMFCHILD" val="Tru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LATEXADDIN" val="\documentclass{article}&#10;\usepackage{amsmath,amsfonts,amssymb,xcolor,mathptmx}&#10;\newcommand{\dbar}{{d\mkern-7mu\mathchar'26\mkern-2mu}}&#10;\usepackage{times}&#10;\usepackage{tabularx}&#10;\usepackage{mathptmx}&#10;\usepackage{bm}&#10;\usepackage{xcolor}&#10;\pagestyle{empty}&#10;\begin{document}&#10;\color{white}{&#10;\begin{tabular}{|&gt;{\centering\arraybackslash}m{0.5cm}|&gt;{\centering\arraybackslash}m{0.5cm}|&gt;{\centering\arraybackslash}m{0.5cm}|&gt;{\centering\arraybackslash}m{1cm}|&gt;{\centering\arraybackslash}m{2cm}|&gt;{\centering\arraybackslash}m{2cm}|&gt;{\centering\arraybackslash}m{2.cm}|&gt;{\centering\arraybackslash}m{2cm}|}&#10;\hline&#10;$k$ &amp; $x$ &amp; $y$ &amp; $s=\ln(x)$ &amp; $t=\ln(y)$ &amp; $1^{st}$ &amp; $2^{nd}$ &amp; $3^{rd}$\\&#10;\hline \hline&#10;1 &amp; 1 &amp; 0.5 &amp; 0.000 &amp; -0.693 &amp; 1.74431301 &amp; 0.01754879 &amp; -0.0168474 \\&#10;\hline&#10;2 &amp; 3 &amp; 3.4 &amp; 1.099 &amp; 1.224 &amp; 1.77254902 &amp; -0.01523625 &amp; 0.0\\&#10;\hline&#10;3 &amp; 5 &amp; 8.4 &amp; 1.609 &amp; 2.128 &amp; 1.75964392 &amp; 0.0 &amp; 0.0\\&#10;\hline&#10;4 &amp; 7 &amp; 15.2 &amp; 1.946 &amp; 2.721 &amp; 0.0 &amp; 0.0 &amp; 0.0\\&#10;\hline &#10;\end{tabular}&#10;}&#10;\end{document}"/>
  <p:tag name="IGUANATEXSIZE" val="20"/>
  <p:tag name="IGUANATEXCURSOR" val="58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3504"/>
  <p:tag name="ORIGINALWIDTH" val="4.433858"/>
  <p:tag name="EMFCHILD" val="Tru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7126"/>
  <p:tag name="ORIGINALWIDTH" val="4.701653"/>
  <p:tag name="EMFCHILD" val="Tru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0039"/>
  <p:tag name="ORIGINALWIDTH" val="4.463622"/>
  <p:tag name="EMFCHILD" val="Tru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732"/>
  <p:tag name="ORIGINALWIDTH" val="3.471693"/>
  <p:tag name="EMFCHILD" val="Tru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7441"/>
  <p:tag name="ORIGINALWIDTH" val="6.59622"/>
  <p:tag name="EMFCHILD" val="Tru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35039"/>
  <p:tag name="ORIGINALWIDTH" val="2.360748"/>
  <p:tag name="EMFCHILD" val="Tru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6024"/>
  <p:tag name="ORIGINALWIDTH" val="4.652087"/>
  <p:tag name="EMFCHILD" val="Tru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0945"/>
  <p:tag name="ORIGINALWIDTH" val="2.30122"/>
  <p:tag name="EMFCHILD" val="Tru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7126"/>
  <p:tag name="ORIGINALWIDTH" val="4.701653"/>
  <p:tag name="EMFCHILD" val="Tru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0945"/>
  <p:tag name="ORIGINALWIDTH" val="2.30122"/>
  <p:tag name="EMFCHILD" val="Tru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9252"/>
  <p:tag name="ORIGINALWIDTH" val="2.569055"/>
  <p:tag name="EMFCHILD" val="Tru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7441"/>
  <p:tag name="ORIGINALWIDTH" val="6.59622"/>
  <p:tag name="EMFCHILD" val="Tru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35039"/>
  <p:tag name="ORIGINALWIDTH" val="2.360748"/>
  <p:tag name="EMFCHILD" val="Tru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6024"/>
  <p:tag name="ORIGINALWIDTH" val="4.652087"/>
  <p:tag name="EMFCHILD" val="Tru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0945"/>
  <p:tag name="ORIGINALWIDTH" val="2.30122"/>
  <p:tag name="EMFCHILD" val="Tru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0039"/>
  <p:tag name="ORIGINALWIDTH" val="4.463622"/>
  <p:tag name="EMFCHILD" val="Tru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0945"/>
  <p:tag name="ORIGINALWIDTH" val="2.30122"/>
  <p:tag name="EMFCHILD" val="Tru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0158"/>
  <p:tag name="ORIGINALWIDTH" val="2.569055"/>
  <p:tag name="EMFCHILD" val="Tru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64488"/>
  <p:tag name="ORIGINALWIDTH" val="1.901102"/>
  <p:tag name="EMFCHILD" val="Tru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3661"/>
  <p:tag name="ORIGINALWIDTH" val="3.376457"/>
  <p:tag name="EMFCHILD" val="Tru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878"/>
  <p:tag name="ORIGINALWIDTH" val="3.75815"/>
  <p:tag name="EMFCHILD" val="Tru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17992"/>
  <p:tag name="ORIGINALWIDTH" val="2.693819"/>
  <p:tag name="EMFCHILD" val="Tru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878"/>
  <p:tag name="ORIGINALWIDTH" val="3.75815"/>
  <p:tag name="EMFCHILD" val="Tru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75504"/>
  <p:tag name="ORIGINALWIDTH" val="0.3982283"/>
  <p:tag name="EMFCHILD" val="Tru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EMFCHILD" val="Tru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EMFCHILD" val="Tru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6212205"/>
  <p:tag name="ORIGINALWIDTH" val="2.440079"/>
  <p:tag name="EMFCHILD" val="Tru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304882"/>
  <p:tag name="EMFCHILD" val="Tru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6212205"/>
  <p:tag name="ORIGINALWIDTH" val="2.440079"/>
  <p:tag name="EMFCHILD" val="Tru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304882"/>
  <p:tag name="EMFCHILD" val="True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EMFCHILD" val="True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6212205"/>
  <p:tag name="ORIGINALWIDTH" val="2.440079"/>
  <p:tag name="EMFCHILD" val="Tru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304882"/>
  <p:tag name="EMFCHILD" val="Tru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EMFCHILD" val="Tru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304882"/>
  <p:tag name="EMFCHILD" val="True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304882"/>
  <p:tag name="EMFCHILD" val="True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3.858543"/>
  <p:tag name="EMFCHILD" val="True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EMFCHILD" val="True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2362"/>
  <p:tag name="ORIGINALWIDTH" val="4.027165"/>
  <p:tag name="EMFCHILD" val="True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255315"/>
  <p:tag name="EMFCHILD" val="True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562795"/>
  <p:tag name="EMFCHILD" val="True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82953"/>
  <p:tag name="ORIGINALWIDTH" val="4.304882"/>
  <p:tag name="EMFCHILD" val="True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6811"/>
  <p:tag name="ORIGINALWIDTH" val="4.255315"/>
  <p:tag name="EMFCHILD" val="Tru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4.414016"/>
  <p:tag name="EMFCHILD" val="True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5984"/>
  <p:tag name="ORIGINALWIDTH" val="2.807087"/>
  <p:tag name="EMFCHILD" val="True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94567"/>
  <p:tag name="ORIGINALWIDTH" val="1.101024"/>
  <p:tag name="EMFCHILD" val="True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055"/>
  <p:tag name="ORIGINALWIDTH" val="4.483465"/>
  <p:tag name="EMFCHILD" val="True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87752"/>
  <p:tag name="ORIGINALWIDTH" val="0.3982283"/>
  <p:tag name="EMFCHILD" val="Tru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9055"/>
  <p:tag name="ORIGINALWIDTH" val="396.6156"/>
  <p:tag name="EMFCHILD" val="Tru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37697"/>
  <p:tag name="ORIGINALWIDTH" val="79.4386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 y = 0.5\times x^{1.74431301}&#10;\end{align*}&#10;}&#10;\end{document}"/>
  <p:tag name="IGUANATEXSIZE" val="24"/>
  <p:tag name="IGUANATEXCURSOR" val="27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5"/>
  <p:tag name="ORIGINALWIDTH" val="4.49468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 y = 0.5\times x^{1.74431301}&#10;\end{align*}&#10;}&#10;\end{document}"/>
  <p:tag name="IGUANATEXSIZE" val="24"/>
  <p:tag name="IGUANATEXCURSOR" val="27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9"/>
  <p:tag name="ORIGINALWIDTH" val="6.642159"/>
  <p:tag name="EMFCHILD" val="True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68"/>
  <p:tag name="ORIGINALWIDTH" val="4.514666"/>
  <p:tag name="EMFCHILD" val="True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8727"/>
  <p:tag name="EMFCHILD" val="True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25985"/>
  <p:tag name="ORIGINALWIDTH" val="4.055217"/>
  <p:tag name="EMFCHILD" val="True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9275"/>
  <p:tag name="ORIGINALWIDTH" val="4.824311"/>
  <p:tag name="EMFCHILD" val="True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3"/>
  <p:tag name="ORIGINALWIDTH" val="4.734416"/>
  <p:tag name="EMFCHILD" val="True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2.091732"/>
  <p:tag name="EMFCHILD" val="True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7962272"/>
  <p:tag name="ORIGINALWIDTH" val="0.7834646"/>
  <p:tag name="EMFCHILD" val="True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2842"/>
  <p:tag name="ORIGINALWIDTH" val="3.170834"/>
  <p:tag name="EMFCHILD" val="True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3.399968"/>
  <p:tag name="EMFCHILD" val="True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3.399968"/>
  <p:tag name="EMFCHILD" val="True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2.875197"/>
  <p:tag name="EMFCHILD" val="True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2.091732"/>
  <p:tag name="EMFCHILD" val="True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2.875197"/>
  <p:tag name="EMFCHILD" val="True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3.340847"/>
  <p:tag name="EMFCHILD" val="True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1"/>
  <p:tag name="ORIGINALWIDTH" val="2.091732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985</TotalTime>
  <Words>56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Lecture-1(4):  Curve Fitting– Non-Linear - Newton’s Differences 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Lecture-1(4):  Curve Fitting– Non-Linear - Newton’s Differences </dc:title>
  <dc:creator>houseCi7</dc:creator>
  <cp:lastModifiedBy>bsphy2241</cp:lastModifiedBy>
  <cp:revision>56</cp:revision>
  <dcterms:created xsi:type="dcterms:W3CDTF">2024-09-28T06:27:19Z</dcterms:created>
  <dcterms:modified xsi:type="dcterms:W3CDTF">2025-11-05T11:11:04Z</dcterms:modified>
</cp:coreProperties>
</file>